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Lst>
  <p:notesMasterIdLst>
    <p:notesMasterId r:id="rId16"/>
  </p:notesMasterIdLst>
  <p:handoutMasterIdLst>
    <p:handoutMasterId r:id="rId17"/>
  </p:handoutMasterIdLst>
  <p:sldIdLst>
    <p:sldId id="1044" r:id="rId5"/>
    <p:sldId id="2142533582" r:id="rId6"/>
    <p:sldId id="2142533588" r:id="rId7"/>
    <p:sldId id="1008" r:id="rId8"/>
    <p:sldId id="1051" r:id="rId9"/>
    <p:sldId id="1052" r:id="rId10"/>
    <p:sldId id="1054" r:id="rId11"/>
    <p:sldId id="1058" r:id="rId12"/>
    <p:sldId id="1065" r:id="rId13"/>
    <p:sldId id="1066" r:id="rId14"/>
    <p:sldId id="1028" r:id="rId15"/>
  </p:sldIdLst>
  <p:sldSz cx="12192000" cy="6858000"/>
  <p:notesSz cx="6858000" cy="9144000"/>
  <p:embeddedFontLst>
    <p:embeddedFont>
      <p:font typeface="Trebuchet MS" panose="020B0603020202020204" pitchFamily="34" charset="0"/>
      <p:regular r:id="rId18"/>
      <p:bold r:id="rId19"/>
      <p:italic r:id="rId20"/>
      <p:boldItalic r:id="rId21"/>
    </p:embeddedFont>
    <p:embeddedFont>
      <p:font typeface="Ubuntu" panose="020B0504030602030204" pitchFamily="34" charset="0"/>
      <p:regular r:id="rId22"/>
      <p:bold r:id="rId23"/>
      <p:italic r:id="rId24"/>
      <p:boldItalic r:id="rId25"/>
    </p:embeddedFont>
    <p:embeddedFont>
      <p:font typeface="Ubuntu Medium" panose="020B0604030602030204" pitchFamily="34" charset="0"/>
      <p:regular r:id="rId26"/>
      <p:italic r:id="rId27"/>
    </p:embeddedFont>
    <p:embeddedFont>
      <p:font typeface="Verdana" panose="020B0604030504040204" pitchFamily="34" charset="0"/>
      <p:regular r:id="rId28"/>
      <p:bold r:id="rId29"/>
      <p:italic r:id="rId30"/>
      <p:boldItalic r:id="rId31"/>
    </p:embeddedFont>
  </p:embeddedFontLst>
  <p:custDataLst>
    <p:tags r:id="rId32"/>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E12"/>
    <a:srgbClr val="00BFBF"/>
    <a:srgbClr val="00929B"/>
    <a:srgbClr val="00E0CB"/>
    <a:srgbClr val="00E6E3"/>
    <a:srgbClr val="00B2A2"/>
    <a:srgbClr val="68D1F3"/>
    <a:srgbClr val="00D5D0"/>
    <a:srgbClr val="272936"/>
    <a:srgbClr val="57CF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F6991-D75D-0CC9-08D6-370DA3DA8B9C}" v="4" dt="2026-02-19T11:13:47.5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789" autoAdjust="0"/>
  </p:normalViewPr>
  <p:slideViewPr>
    <p:cSldViewPr>
      <p:cViewPr varScale="1">
        <p:scale>
          <a:sx n="111" d="100"/>
          <a:sy n="111" d="100"/>
        </p:scale>
        <p:origin x="594" y="78"/>
      </p:cViewPr>
      <p:guideLst>
        <p:guide orient="horz" pos="2341"/>
        <p:guide pos="3840"/>
      </p:guideLst>
    </p:cSldViewPr>
  </p:slideViewPr>
  <p:outlineViewPr>
    <p:cViewPr>
      <p:scale>
        <a:sx n="33" d="100"/>
        <a:sy n="33" d="100"/>
      </p:scale>
      <p:origin x="0" y="-111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112" d="100"/>
          <a:sy n="112" d="100"/>
        </p:scale>
        <p:origin x="295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openxmlformats.org/officeDocument/2006/relationships/tags" Target="tags/tag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ade, Shripriya Vinay" userId="S::shripriya-vinay.ranade@capgemini.com::ab164fce-475d-4163-8d0e-76c773d24d62" providerId="AD" clId="Web-{81BF6991-D75D-0CC9-08D6-370DA3DA8B9C}"/>
    <pc:docChg chg="modSld">
      <pc:chgData name="Ranade, Shripriya Vinay" userId="S::shripriya-vinay.ranade@capgemini.com::ab164fce-475d-4163-8d0e-76c773d24d62" providerId="AD" clId="Web-{81BF6991-D75D-0CC9-08D6-370DA3DA8B9C}" dt="2026-02-19T11:13:45.364" v="0" actId="20577"/>
      <pc:docMkLst>
        <pc:docMk/>
      </pc:docMkLst>
      <pc:sldChg chg="modSp">
        <pc:chgData name="Ranade, Shripriya Vinay" userId="S::shripriya-vinay.ranade@capgemini.com::ab164fce-475d-4163-8d0e-76c773d24d62" providerId="AD" clId="Web-{81BF6991-D75D-0CC9-08D6-370DA3DA8B9C}" dt="2026-02-19T11:13:45.364" v="0" actId="20577"/>
        <pc:sldMkLst>
          <pc:docMk/>
          <pc:sldMk cId="2800007003" sldId="1044"/>
        </pc:sldMkLst>
        <pc:spChg chg="mod">
          <ac:chgData name="Ranade, Shripriya Vinay" userId="S::shripriya-vinay.ranade@capgemini.com::ab164fce-475d-4163-8d0e-76c773d24d62" providerId="AD" clId="Web-{81BF6991-D75D-0CC9-08D6-370DA3DA8B9C}" dt="2026-02-19T11:13:45.364" v="0" actId="20577"/>
          <ac:spMkLst>
            <pc:docMk/>
            <pc:sldMk cId="2800007003" sldId="1044"/>
            <ac:spMk id="12" creationId="{B28D4135-3F0B-4D5A-ADA3-87022F8C195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dirty="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19/02/2026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19/02/2026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2.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youtube.com/capgeminimedia"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sz="2400">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3576656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world,its 7,000+ strong team combines strategy, technology, data science and creative design with deep industry expertise and insights, to develop new digital solutions and business models 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9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192483244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hidden="1">
            <a:extLst>
              <a:ext uri="{FF2B5EF4-FFF2-40B4-BE49-F238E27FC236}">
                <a16:creationId xmlns:a16="http://schemas.microsoft.com/office/drawing/2014/main" id="{96A251EE-4127-48FB-B3CA-19A168B31627}"/>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400" b="0" i="0" baseline="0" dirty="0">
              <a:latin typeface="Ubuntu" panose="020B0504030602030204" pitchFamily="34" charset="0"/>
              <a:ea typeface="+mj-ea"/>
              <a:cs typeface="+mj-cs"/>
              <a:sym typeface="Ubuntu" panose="020B0504030602030204" pitchFamily="34" charset="0"/>
            </a:endParaRPr>
          </a:p>
        </p:txBody>
      </p:sp>
      <p:pic>
        <p:nvPicPr>
          <p:cNvPr id="8" name="Picture 7" descr="A close up of a logo&#10;&#10;Description automatically generated">
            <a:extLst>
              <a:ext uri="{FF2B5EF4-FFF2-40B4-BE49-F238E27FC236}">
                <a16:creationId xmlns:a16="http://schemas.microsoft.com/office/drawing/2014/main" id="{4E79DEB2-2917-4F26-98A4-0D1BC861371A}"/>
              </a:ext>
            </a:extLst>
          </p:cNvPr>
          <p:cNvPicPr>
            <a:picLocks noChangeAspect="1"/>
          </p:cNvPicPr>
          <p:nvPr userDrawn="1"/>
        </p:nvPicPr>
        <p:blipFill>
          <a:blip r:embed="rId6" cstate="screen">
            <a:alphaModFix amt="35000"/>
            <a:extLst>
              <a:ext uri="{28A0092B-C50C-407E-A947-70E740481C1C}">
                <a14:useLocalDpi xmlns:a14="http://schemas.microsoft.com/office/drawing/2010/main" val="0"/>
              </a:ext>
            </a:extLst>
          </a:blip>
          <a:stretch>
            <a:fillRect/>
          </a:stretch>
        </p:blipFill>
        <p:spPr>
          <a:xfrm flipH="1" flipV="1">
            <a:off x="0" y="0"/>
            <a:ext cx="12191999" cy="6858000"/>
          </a:xfrm>
          <a:prstGeom prst="rect">
            <a:avLst/>
          </a:prstGeom>
        </p:spPr>
      </p:pic>
      <p:sp>
        <p:nvSpPr>
          <p:cNvPr id="3" name="Title Placeholder 4">
            <a:extLst>
              <a:ext uri="{FF2B5EF4-FFF2-40B4-BE49-F238E27FC236}">
                <a16:creationId xmlns:a16="http://schemas.microsoft.com/office/drawing/2014/main" id="{EE8262AA-1F0C-4471-9B41-69818141E173}"/>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sz="2400">
                <a:solidFill>
                  <a:schemeClr val="bg1"/>
                </a:solidFill>
                <a:latin typeface="Ubuntu" panose="020B0504030602030204" pitchFamily="34" charset="0"/>
                <a:sym typeface="Ubuntu" panose="020B0504030602030204" pitchFamily="34" charset="0"/>
              </a:defRPr>
            </a:lvl1pPr>
          </a:lstStyle>
          <a:p>
            <a:r>
              <a:rPr lang="en-US" dirty="0"/>
              <a:t>Click to edit Master title style</a:t>
            </a:r>
            <a:endParaRPr lang="de-DE" dirty="0"/>
          </a:p>
        </p:txBody>
      </p:sp>
    </p:spTree>
    <p:extLst>
      <p:ext uri="{BB962C8B-B14F-4D97-AF65-F5344CB8AC3E}">
        <p14:creationId xmlns:p14="http://schemas.microsoft.com/office/powerpoint/2010/main" val="1733157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Placeholder 1">
            <a:extLst>
              <a:ext uri="{FF2B5EF4-FFF2-40B4-BE49-F238E27FC236}">
                <a16:creationId xmlns:a16="http://schemas.microsoft.com/office/drawing/2014/main" id="{06471C6B-E4E0-4E5E-A10A-8E5A0741A904}"/>
              </a:ext>
            </a:extLst>
          </p:cNvPr>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spTree>
    <p:extLst>
      <p:ext uri="{BB962C8B-B14F-4D97-AF65-F5344CB8AC3E}">
        <p14:creationId xmlns:p14="http://schemas.microsoft.com/office/powerpoint/2010/main" val="3129330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Invent 2022. All rights reserved  |</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6" r:id="rId1"/>
    <p:sldLayoutId id="2147483945" r:id="rId2"/>
    <p:sldLayoutId id="2147483922" r:id="rId3"/>
    <p:sldLayoutId id="2147483957" r:id="rId4"/>
    <p:sldLayoutId id="2147484013" r:id="rId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84D51D-EE2F-4FC4-90E8-BF09E6CC8E5E}"/>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FCA4B201-C111-4BDB-AB58-E7F6A327FE29}"/>
              </a:ext>
            </a:extLst>
          </p:cNvPr>
          <p:cNvSpPr/>
          <p:nvPr/>
        </p:nvSpPr>
        <p:spPr>
          <a:xfrm>
            <a:off x="0" y="0"/>
            <a:ext cx="12192000" cy="6858000"/>
          </a:xfrm>
          <a:prstGeom prst="rect">
            <a:avLst/>
          </a:prstGeom>
          <a:solidFill>
            <a:schemeClr val="tx1">
              <a:lumMod val="85000"/>
              <a:lumOff val="1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Ubuntu"/>
              <a:ea typeface="+mn-ea"/>
              <a:cs typeface="+mn-cs"/>
            </a:endParaRPr>
          </a:p>
        </p:txBody>
      </p:sp>
      <p:sp>
        <p:nvSpPr>
          <p:cNvPr id="13" name="Graphic 13">
            <a:extLst>
              <a:ext uri="{FF2B5EF4-FFF2-40B4-BE49-F238E27FC236}">
                <a16:creationId xmlns:a16="http://schemas.microsoft.com/office/drawing/2014/main" id="{142D2CEA-902B-4DBF-A65C-3D5498D4335F}"/>
              </a:ext>
            </a:extLst>
          </p:cNvPr>
          <p:cNvSpPr>
            <a:spLocks/>
          </p:cNvSpPr>
          <p:nvPr/>
        </p:nvSpPr>
        <p:spPr>
          <a:xfrm rot="21365793">
            <a:off x="3937534" y="638224"/>
            <a:ext cx="8351985" cy="6323030"/>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12" name="Subtitle 11">
            <a:extLst>
              <a:ext uri="{FF2B5EF4-FFF2-40B4-BE49-F238E27FC236}">
                <a16:creationId xmlns:a16="http://schemas.microsoft.com/office/drawing/2014/main" id="{B28D4135-3F0B-4D5A-ADA3-87022F8C1959}"/>
              </a:ext>
            </a:extLst>
          </p:cNvPr>
          <p:cNvSpPr>
            <a:spLocks noGrp="1"/>
          </p:cNvSpPr>
          <p:nvPr>
            <p:ph type="subTitle" idx="1"/>
          </p:nvPr>
        </p:nvSpPr>
        <p:spPr>
          <a:xfrm>
            <a:off x="404813" y="4561383"/>
            <a:ext cx="11386134" cy="815608"/>
          </a:xfrm>
        </p:spPr>
        <p:txBody>
          <a:bodyPr vert="horz" wrap="square" lIns="36000" tIns="0" rIns="36000" bIns="0" rtlCol="0" anchor="t">
            <a:spAutoFit/>
          </a:bodyPr>
          <a:lstStyle/>
          <a:p>
            <a:endParaRPr lang="en-GB" sz="2400" b="1" dirty="0"/>
          </a:p>
          <a:p>
            <a:r>
              <a:rPr lang="en-GB" sz="2400" b="1" dirty="0">
                <a:latin typeface="Ubuntu"/>
              </a:rPr>
              <a:t>Data Monetization: Proposal Response</a:t>
            </a:r>
          </a:p>
        </p:txBody>
      </p:sp>
      <p:sp>
        <p:nvSpPr>
          <p:cNvPr id="11" name="Title 10">
            <a:extLst>
              <a:ext uri="{FF2B5EF4-FFF2-40B4-BE49-F238E27FC236}">
                <a16:creationId xmlns:a16="http://schemas.microsoft.com/office/drawing/2014/main" id="{33940544-1F8D-47E0-8BF8-BEED038F26D9}"/>
              </a:ext>
            </a:extLst>
          </p:cNvPr>
          <p:cNvSpPr>
            <a:spLocks noGrp="1"/>
          </p:cNvSpPr>
          <p:nvPr>
            <p:ph type="ctrTitle"/>
          </p:nvPr>
        </p:nvSpPr>
        <p:spPr>
          <a:xfrm>
            <a:off x="404813" y="2847127"/>
            <a:ext cx="11386134" cy="1661993"/>
          </a:xfrm>
        </p:spPr>
        <p:txBody>
          <a:bodyPr/>
          <a:lstStyle/>
          <a:p>
            <a:r>
              <a:rPr lang="en-GB" dirty="0"/>
              <a:t>Strategic </a:t>
            </a:r>
            <a:br>
              <a:rPr lang="en-GB" dirty="0"/>
            </a:br>
            <a:r>
              <a:rPr lang="en-GB" dirty="0"/>
              <a:t>       research group</a:t>
            </a:r>
          </a:p>
        </p:txBody>
      </p:sp>
      <p:pic>
        <p:nvPicPr>
          <p:cNvPr id="8" name="Picture 7">
            <a:extLst>
              <a:ext uri="{FF2B5EF4-FFF2-40B4-BE49-F238E27FC236}">
                <a16:creationId xmlns:a16="http://schemas.microsoft.com/office/drawing/2014/main" id="{81694DDC-D28A-4318-B0DF-125C0D478C1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2800007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Picture 142" descr="A group of people looking at a computer&#10;&#10;Description automatically generated with low confidence">
            <a:extLst>
              <a:ext uri="{FF2B5EF4-FFF2-40B4-BE49-F238E27FC236}">
                <a16:creationId xmlns:a16="http://schemas.microsoft.com/office/drawing/2014/main" id="{6793754A-0036-4AEB-AD86-F353C05A43CA}"/>
              </a:ext>
            </a:extLst>
          </p:cNvPr>
          <p:cNvPicPr>
            <a:picLocks noChangeAspect="1"/>
          </p:cNvPicPr>
          <p:nvPr/>
        </p:nvPicPr>
        <p:blipFill rotWithShape="1">
          <a:blip r:embed="rId2" cstate="hqprint">
            <a:alphaModFix amt="70000"/>
            <a:extLst>
              <a:ext uri="{28A0092B-C50C-407E-A947-70E740481C1C}">
                <a14:useLocalDpi xmlns:a14="http://schemas.microsoft.com/office/drawing/2010/main" val="0"/>
              </a:ext>
            </a:extLst>
          </a:blip>
          <a:srcRect/>
          <a:stretch/>
        </p:blipFill>
        <p:spPr>
          <a:xfrm>
            <a:off x="5078528" y="-2721"/>
            <a:ext cx="7128799" cy="6858000"/>
          </a:xfrm>
          <a:prstGeom prst="rect">
            <a:avLst/>
          </a:prstGeom>
        </p:spPr>
      </p:pic>
      <p:sp>
        <p:nvSpPr>
          <p:cNvPr id="94" name="Rectangle 93">
            <a:extLst>
              <a:ext uri="{FF2B5EF4-FFF2-40B4-BE49-F238E27FC236}">
                <a16:creationId xmlns:a16="http://schemas.microsoft.com/office/drawing/2014/main" id="{78A50D74-CB90-4316-9978-A9D038047D30}"/>
              </a:ext>
            </a:extLst>
          </p:cNvPr>
          <p:cNvSpPr/>
          <p:nvPr/>
        </p:nvSpPr>
        <p:spPr>
          <a:xfrm>
            <a:off x="0" y="-91752"/>
            <a:ext cx="6960096" cy="69497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dirty="0" err="1">
              <a:ln>
                <a:noFill/>
              </a:ln>
              <a:solidFill>
                <a:srgbClr val="FFFFFF"/>
              </a:solidFill>
              <a:effectLst/>
              <a:uLnTx/>
              <a:uFillTx/>
              <a:latin typeface="Ubuntu"/>
              <a:ea typeface="+mn-ea"/>
              <a:cs typeface="+mn-cs"/>
            </a:endParaRPr>
          </a:p>
        </p:txBody>
      </p:sp>
      <p:sp>
        <p:nvSpPr>
          <p:cNvPr id="2" name="Title 1">
            <a:extLst>
              <a:ext uri="{FF2B5EF4-FFF2-40B4-BE49-F238E27FC236}">
                <a16:creationId xmlns:a16="http://schemas.microsoft.com/office/drawing/2014/main" id="{9E137E82-FC09-468B-A6EB-9FCAA6C02BA9}"/>
              </a:ext>
            </a:extLst>
          </p:cNvPr>
          <p:cNvSpPr>
            <a:spLocks noGrp="1"/>
          </p:cNvSpPr>
          <p:nvPr>
            <p:ph type="title"/>
          </p:nvPr>
        </p:nvSpPr>
        <p:spPr>
          <a:xfrm>
            <a:off x="404813" y="173038"/>
            <a:ext cx="10947400" cy="715962"/>
          </a:xfrm>
        </p:spPr>
        <p:txBody>
          <a:bodyPr anchor="t"/>
          <a:lstStyle/>
          <a:p>
            <a:r>
              <a:rPr lang="en-US" dirty="0">
                <a:solidFill>
                  <a:schemeClr val="bg1"/>
                </a:solidFill>
              </a:rPr>
              <a:t>Objective and scope</a:t>
            </a:r>
          </a:p>
        </p:txBody>
      </p:sp>
      <p:grpSp>
        <p:nvGrpSpPr>
          <p:cNvPr id="150" name="Groupe 1">
            <a:extLst>
              <a:ext uri="{FF2B5EF4-FFF2-40B4-BE49-F238E27FC236}">
                <a16:creationId xmlns:a16="http://schemas.microsoft.com/office/drawing/2014/main" id="{8E48F908-842C-4C08-8192-9D2E9B0DC36B}"/>
              </a:ext>
            </a:extLst>
          </p:cNvPr>
          <p:cNvGrpSpPr>
            <a:grpSpLocks noChangeAspect="1"/>
          </p:cNvGrpSpPr>
          <p:nvPr/>
        </p:nvGrpSpPr>
        <p:grpSpPr>
          <a:xfrm>
            <a:off x="11562163" y="205059"/>
            <a:ext cx="419436" cy="388988"/>
            <a:chOff x="11501102" y="171573"/>
            <a:chExt cx="419436" cy="388988"/>
          </a:xfrm>
        </p:grpSpPr>
        <p:sp>
          <p:nvSpPr>
            <p:cNvPr id="151" name="Freeform 13">
              <a:extLst>
                <a:ext uri="{FF2B5EF4-FFF2-40B4-BE49-F238E27FC236}">
                  <a16:creationId xmlns:a16="http://schemas.microsoft.com/office/drawing/2014/main" id="{E898A15E-76EA-4455-A000-4C8E3184890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152" name="Freeform 14">
              <a:extLst>
                <a:ext uri="{FF2B5EF4-FFF2-40B4-BE49-F238E27FC236}">
                  <a16:creationId xmlns:a16="http://schemas.microsoft.com/office/drawing/2014/main" id="{A1F9F909-D14C-4E2F-8CA1-05F2AF6B38C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Ubuntu"/>
                <a:ea typeface="+mn-ea"/>
                <a:cs typeface="+mn-cs"/>
              </a:endParaRPr>
            </a:p>
          </p:txBody>
        </p:sp>
      </p:grpSp>
      <p:sp>
        <p:nvSpPr>
          <p:cNvPr id="153" name="Graphic 13">
            <a:extLst>
              <a:ext uri="{FF2B5EF4-FFF2-40B4-BE49-F238E27FC236}">
                <a16:creationId xmlns:a16="http://schemas.microsoft.com/office/drawing/2014/main" id="{B9D309D6-D6EC-4224-8A23-93BC58AE1DD6}"/>
              </a:ext>
            </a:extLst>
          </p:cNvPr>
          <p:cNvSpPr>
            <a:spLocks noChangeAspect="1"/>
          </p:cNvSpPr>
          <p:nvPr/>
        </p:nvSpPr>
        <p:spPr>
          <a:xfrm rot="20197806">
            <a:off x="5554658" y="1421946"/>
            <a:ext cx="7202994" cy="437344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Ubuntu"/>
              <a:ea typeface="+mn-ea"/>
              <a:cs typeface="+mn-cs"/>
            </a:endParaRPr>
          </a:p>
        </p:txBody>
      </p:sp>
      <p:sp>
        <p:nvSpPr>
          <p:cNvPr id="35" name="Rectangle: Rounded Corners 34">
            <a:extLst>
              <a:ext uri="{FF2B5EF4-FFF2-40B4-BE49-F238E27FC236}">
                <a16:creationId xmlns:a16="http://schemas.microsoft.com/office/drawing/2014/main" id="{B8074BA1-8FB8-45A5-ACE5-5DEA6EA2E604}"/>
              </a:ext>
            </a:extLst>
          </p:cNvPr>
          <p:cNvSpPr/>
          <p:nvPr/>
        </p:nvSpPr>
        <p:spPr>
          <a:xfrm>
            <a:off x="231091" y="609802"/>
            <a:ext cx="6555283" cy="360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e-DE" sz="1600" b="1" i="0" u="none" strike="noStrike" kern="1200" cap="none" spc="0" normalizeH="0" baseline="0" noProof="0" dirty="0">
                <a:ln>
                  <a:noFill/>
                </a:ln>
                <a:solidFill>
                  <a:srgbClr val="0F878A"/>
                </a:solidFill>
                <a:effectLst/>
                <a:uLnTx/>
                <a:uFillTx/>
                <a:latin typeface="Ubuntu"/>
                <a:ea typeface="+mn-ea"/>
                <a:cs typeface="+mn-cs"/>
              </a:rPr>
              <a:t>BACKGROUND &amp; OBJECTIVE</a:t>
            </a:r>
          </a:p>
        </p:txBody>
      </p:sp>
      <p:grpSp>
        <p:nvGrpSpPr>
          <p:cNvPr id="36" name="Groupe 429">
            <a:extLst>
              <a:ext uri="{FF2B5EF4-FFF2-40B4-BE49-F238E27FC236}">
                <a16:creationId xmlns:a16="http://schemas.microsoft.com/office/drawing/2014/main" id="{4754F145-EE30-4B3E-9D20-A8F95B887BBA}"/>
              </a:ext>
            </a:extLst>
          </p:cNvPr>
          <p:cNvGrpSpPr>
            <a:grpSpLocks noChangeAspect="1"/>
          </p:cNvGrpSpPr>
          <p:nvPr/>
        </p:nvGrpSpPr>
        <p:grpSpPr>
          <a:xfrm>
            <a:off x="449670" y="652218"/>
            <a:ext cx="353519" cy="228746"/>
            <a:chOff x="8066088" y="771525"/>
            <a:chExt cx="404813" cy="261937"/>
          </a:xfrm>
          <a:solidFill>
            <a:schemeClr val="accent5"/>
          </a:solidFill>
        </p:grpSpPr>
        <p:sp>
          <p:nvSpPr>
            <p:cNvPr id="37" name="Freeform 82">
              <a:extLst>
                <a:ext uri="{FF2B5EF4-FFF2-40B4-BE49-F238E27FC236}">
                  <a16:creationId xmlns:a16="http://schemas.microsoft.com/office/drawing/2014/main" id="{630D150F-FB3B-48B1-9AFB-ACD5F8EDBFCC}"/>
                </a:ext>
              </a:extLst>
            </p:cNvPr>
            <p:cNvSpPr>
              <a:spLocks/>
            </p:cNvSpPr>
            <p:nvPr/>
          </p:nvSpPr>
          <p:spPr bwMode="auto">
            <a:xfrm>
              <a:off x="8291513" y="771525"/>
              <a:ext cx="68263" cy="36513"/>
            </a:xfrm>
            <a:custGeom>
              <a:avLst/>
              <a:gdLst>
                <a:gd name="T0" fmla="*/ 1 w 18"/>
                <a:gd name="T1" fmla="*/ 10 h 10"/>
                <a:gd name="T2" fmla="*/ 8 w 18"/>
                <a:gd name="T3" fmla="*/ 1 h 10"/>
                <a:gd name="T4" fmla="*/ 18 w 18"/>
                <a:gd name="T5" fmla="*/ 6 h 10"/>
                <a:gd name="T6" fmla="*/ 1 w 18"/>
                <a:gd name="T7" fmla="*/ 10 h 10"/>
              </a:gdLst>
              <a:ahLst/>
              <a:cxnLst>
                <a:cxn ang="0">
                  <a:pos x="T0" y="T1"/>
                </a:cxn>
                <a:cxn ang="0">
                  <a:pos x="T2" y="T3"/>
                </a:cxn>
                <a:cxn ang="0">
                  <a:pos x="T4" y="T5"/>
                </a:cxn>
                <a:cxn ang="0">
                  <a:pos x="T6" y="T7"/>
                </a:cxn>
              </a:cxnLst>
              <a:rect l="0" t="0" r="r" b="b"/>
              <a:pathLst>
                <a:path w="18" h="10">
                  <a:moveTo>
                    <a:pt x="1" y="10"/>
                  </a:moveTo>
                  <a:cubicBezTo>
                    <a:pt x="0" y="6"/>
                    <a:pt x="3" y="2"/>
                    <a:pt x="8" y="1"/>
                  </a:cubicBezTo>
                  <a:cubicBezTo>
                    <a:pt x="12" y="0"/>
                    <a:pt x="16" y="2"/>
                    <a:pt x="18" y="6"/>
                  </a:cubicBezTo>
                  <a:cubicBezTo>
                    <a:pt x="11" y="5"/>
                    <a:pt x="6"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38" name="Freeform 83">
              <a:extLst>
                <a:ext uri="{FF2B5EF4-FFF2-40B4-BE49-F238E27FC236}">
                  <a16:creationId xmlns:a16="http://schemas.microsoft.com/office/drawing/2014/main" id="{20AD1920-323F-41B7-A3D5-FB8CE63F2796}"/>
                </a:ext>
              </a:extLst>
            </p:cNvPr>
            <p:cNvSpPr>
              <a:spLocks/>
            </p:cNvSpPr>
            <p:nvPr/>
          </p:nvSpPr>
          <p:spPr bwMode="auto">
            <a:xfrm>
              <a:off x="8178801" y="771525"/>
              <a:ext cx="63500" cy="36513"/>
            </a:xfrm>
            <a:custGeom>
              <a:avLst/>
              <a:gdLst>
                <a:gd name="T0" fmla="*/ 0 w 17"/>
                <a:gd name="T1" fmla="*/ 6 h 10"/>
                <a:gd name="T2" fmla="*/ 10 w 17"/>
                <a:gd name="T3" fmla="*/ 1 h 10"/>
                <a:gd name="T4" fmla="*/ 17 w 17"/>
                <a:gd name="T5" fmla="*/ 10 h 10"/>
                <a:gd name="T6" fmla="*/ 9 w 17"/>
                <a:gd name="T7" fmla="*/ 7 h 10"/>
                <a:gd name="T8" fmla="*/ 0 w 17"/>
                <a:gd name="T9" fmla="*/ 6 h 10"/>
              </a:gdLst>
              <a:ahLst/>
              <a:cxnLst>
                <a:cxn ang="0">
                  <a:pos x="T0" y="T1"/>
                </a:cxn>
                <a:cxn ang="0">
                  <a:pos x="T2" y="T3"/>
                </a:cxn>
                <a:cxn ang="0">
                  <a:pos x="T4" y="T5"/>
                </a:cxn>
                <a:cxn ang="0">
                  <a:pos x="T6" y="T7"/>
                </a:cxn>
                <a:cxn ang="0">
                  <a:pos x="T8" y="T9"/>
                </a:cxn>
              </a:cxnLst>
              <a:rect l="0" t="0" r="r" b="b"/>
              <a:pathLst>
                <a:path w="17" h="10">
                  <a:moveTo>
                    <a:pt x="0" y="6"/>
                  </a:moveTo>
                  <a:cubicBezTo>
                    <a:pt x="2" y="2"/>
                    <a:pt x="6" y="0"/>
                    <a:pt x="10" y="1"/>
                  </a:cubicBezTo>
                  <a:cubicBezTo>
                    <a:pt x="15" y="2"/>
                    <a:pt x="17" y="6"/>
                    <a:pt x="17" y="10"/>
                  </a:cubicBezTo>
                  <a:cubicBezTo>
                    <a:pt x="15" y="9"/>
                    <a:pt x="12" y="8"/>
                    <a:pt x="9" y="7"/>
                  </a:cubicBezTo>
                  <a:cubicBezTo>
                    <a:pt x="6"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39" name="Oval 84">
              <a:extLst>
                <a:ext uri="{FF2B5EF4-FFF2-40B4-BE49-F238E27FC236}">
                  <a16:creationId xmlns:a16="http://schemas.microsoft.com/office/drawing/2014/main" id="{30C58C01-9026-4984-A50D-141762B6FAD0}"/>
                </a:ext>
              </a:extLst>
            </p:cNvPr>
            <p:cNvSpPr>
              <a:spLocks noChangeArrowheads="1"/>
            </p:cNvSpPr>
            <p:nvPr/>
          </p:nvSpPr>
          <p:spPr bwMode="auto">
            <a:xfrm>
              <a:off x="8250238" y="925512"/>
              <a:ext cx="38100" cy="412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1" name="Freeform 85">
              <a:extLst>
                <a:ext uri="{FF2B5EF4-FFF2-40B4-BE49-F238E27FC236}">
                  <a16:creationId xmlns:a16="http://schemas.microsoft.com/office/drawing/2014/main" id="{595AF929-D624-462B-9C45-6971D2BCB1EA}"/>
                </a:ext>
              </a:extLst>
            </p:cNvPr>
            <p:cNvSpPr>
              <a:spLocks/>
            </p:cNvSpPr>
            <p:nvPr/>
          </p:nvSpPr>
          <p:spPr bwMode="auto">
            <a:xfrm>
              <a:off x="8401051" y="903287"/>
              <a:ext cx="11113" cy="0"/>
            </a:xfrm>
            <a:custGeom>
              <a:avLst/>
              <a:gdLst>
                <a:gd name="T0" fmla="*/ 0 w 3"/>
                <a:gd name="T1" fmla="*/ 3 w 3"/>
                <a:gd name="T2" fmla="*/ 0 w 3"/>
              </a:gdLst>
              <a:ahLst/>
              <a:cxnLst>
                <a:cxn ang="0">
                  <a:pos x="T0" y="0"/>
                </a:cxn>
                <a:cxn ang="0">
                  <a:pos x="T1" y="0"/>
                </a:cxn>
                <a:cxn ang="0">
                  <a:pos x="T2" y="0"/>
                </a:cxn>
              </a:cxnLst>
              <a:rect l="0" t="0" r="r" b="b"/>
              <a:pathLst>
                <a:path w="3">
                  <a:moveTo>
                    <a:pt x="0" y="0"/>
                  </a:moveTo>
                  <a:cubicBezTo>
                    <a:pt x="1" y="0"/>
                    <a:pt x="2" y="0"/>
                    <a:pt x="3"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2" name="Freeform 86">
              <a:extLst>
                <a:ext uri="{FF2B5EF4-FFF2-40B4-BE49-F238E27FC236}">
                  <a16:creationId xmlns:a16="http://schemas.microsoft.com/office/drawing/2014/main" id="{F4AD1C1D-F584-489C-BABC-1D6A91CA5187}"/>
                </a:ext>
              </a:extLst>
            </p:cNvPr>
            <p:cNvSpPr>
              <a:spLocks/>
            </p:cNvSpPr>
            <p:nvPr/>
          </p:nvSpPr>
          <p:spPr bwMode="auto">
            <a:xfrm>
              <a:off x="8332788" y="887412"/>
              <a:ext cx="79375" cy="49213"/>
            </a:xfrm>
            <a:custGeom>
              <a:avLst/>
              <a:gdLst>
                <a:gd name="T0" fmla="*/ 3 w 21"/>
                <a:gd name="T1" fmla="*/ 6 h 13"/>
                <a:gd name="T2" fmla="*/ 0 w 21"/>
                <a:gd name="T3" fmla="*/ 13 h 13"/>
                <a:gd name="T4" fmla="*/ 4 w 21"/>
                <a:gd name="T5" fmla="*/ 11 h 13"/>
                <a:gd name="T6" fmla="*/ 4 w 21"/>
                <a:gd name="T7" fmla="*/ 11 h 13"/>
                <a:gd name="T8" fmla="*/ 5 w 21"/>
                <a:gd name="T9" fmla="*/ 11 h 13"/>
                <a:gd name="T10" fmla="*/ 18 w 21"/>
                <a:gd name="T11" fmla="*/ 4 h 13"/>
                <a:gd name="T12" fmla="*/ 18 w 21"/>
                <a:gd name="T13" fmla="*/ 4 h 13"/>
                <a:gd name="T14" fmla="*/ 21 w 21"/>
                <a:gd name="T15" fmla="*/ 4 h 13"/>
                <a:gd name="T16" fmla="*/ 21 w 21"/>
                <a:gd name="T17" fmla="*/ 4 h 13"/>
                <a:gd name="T18" fmla="*/ 3 w 21"/>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3">
                  <a:moveTo>
                    <a:pt x="3" y="6"/>
                  </a:moveTo>
                  <a:cubicBezTo>
                    <a:pt x="1" y="8"/>
                    <a:pt x="0" y="10"/>
                    <a:pt x="0" y="13"/>
                  </a:cubicBezTo>
                  <a:cubicBezTo>
                    <a:pt x="2" y="12"/>
                    <a:pt x="3" y="11"/>
                    <a:pt x="4" y="11"/>
                  </a:cubicBezTo>
                  <a:cubicBezTo>
                    <a:pt x="4" y="11"/>
                    <a:pt x="4" y="11"/>
                    <a:pt x="4" y="11"/>
                  </a:cubicBezTo>
                  <a:cubicBezTo>
                    <a:pt x="5" y="11"/>
                    <a:pt x="5" y="11"/>
                    <a:pt x="5" y="11"/>
                  </a:cubicBezTo>
                  <a:cubicBezTo>
                    <a:pt x="8" y="9"/>
                    <a:pt x="12" y="5"/>
                    <a:pt x="18" y="4"/>
                  </a:cubicBezTo>
                  <a:cubicBezTo>
                    <a:pt x="18" y="4"/>
                    <a:pt x="18" y="4"/>
                    <a:pt x="18" y="4"/>
                  </a:cubicBezTo>
                  <a:cubicBezTo>
                    <a:pt x="19" y="4"/>
                    <a:pt x="20" y="4"/>
                    <a:pt x="21" y="4"/>
                  </a:cubicBezTo>
                  <a:cubicBezTo>
                    <a:pt x="21" y="4"/>
                    <a:pt x="21" y="4"/>
                    <a:pt x="21" y="4"/>
                  </a:cubicBezTo>
                  <a:cubicBezTo>
                    <a:pt x="15" y="0"/>
                    <a:pt x="7" y="1"/>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3" name="Freeform 87">
              <a:extLst>
                <a:ext uri="{FF2B5EF4-FFF2-40B4-BE49-F238E27FC236}">
                  <a16:creationId xmlns:a16="http://schemas.microsoft.com/office/drawing/2014/main" id="{BF9CB970-C35D-42C6-9E80-88A508FFB648}"/>
                </a:ext>
              </a:extLst>
            </p:cNvPr>
            <p:cNvSpPr>
              <a:spLocks/>
            </p:cNvSpPr>
            <p:nvPr/>
          </p:nvSpPr>
          <p:spPr bwMode="auto">
            <a:xfrm>
              <a:off x="8096251" y="887412"/>
              <a:ext cx="79375" cy="49213"/>
            </a:xfrm>
            <a:custGeom>
              <a:avLst/>
              <a:gdLst>
                <a:gd name="T0" fmla="*/ 3 w 21"/>
                <a:gd name="T1" fmla="*/ 6 h 13"/>
                <a:gd name="T2" fmla="*/ 0 w 21"/>
                <a:gd name="T3" fmla="*/ 13 h 13"/>
                <a:gd name="T4" fmla="*/ 5 w 21"/>
                <a:gd name="T5" fmla="*/ 11 h 13"/>
                <a:gd name="T6" fmla="*/ 5 w 21"/>
                <a:gd name="T7" fmla="*/ 11 h 13"/>
                <a:gd name="T8" fmla="*/ 6 w 21"/>
                <a:gd name="T9" fmla="*/ 11 h 13"/>
                <a:gd name="T10" fmla="*/ 18 w 21"/>
                <a:gd name="T11" fmla="*/ 4 h 13"/>
                <a:gd name="T12" fmla="*/ 19 w 21"/>
                <a:gd name="T13" fmla="*/ 4 h 13"/>
                <a:gd name="T14" fmla="*/ 21 w 21"/>
                <a:gd name="T15" fmla="*/ 4 h 13"/>
                <a:gd name="T16" fmla="*/ 21 w 21"/>
                <a:gd name="T17" fmla="*/ 4 h 13"/>
                <a:gd name="T18" fmla="*/ 3 w 21"/>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13">
                  <a:moveTo>
                    <a:pt x="3" y="6"/>
                  </a:moveTo>
                  <a:cubicBezTo>
                    <a:pt x="2" y="8"/>
                    <a:pt x="1" y="10"/>
                    <a:pt x="0" y="13"/>
                  </a:cubicBezTo>
                  <a:cubicBezTo>
                    <a:pt x="2" y="12"/>
                    <a:pt x="4" y="11"/>
                    <a:pt x="5" y="11"/>
                  </a:cubicBezTo>
                  <a:cubicBezTo>
                    <a:pt x="5" y="11"/>
                    <a:pt x="5" y="11"/>
                    <a:pt x="5" y="11"/>
                  </a:cubicBezTo>
                  <a:cubicBezTo>
                    <a:pt x="5" y="11"/>
                    <a:pt x="5" y="11"/>
                    <a:pt x="6" y="11"/>
                  </a:cubicBezTo>
                  <a:cubicBezTo>
                    <a:pt x="9" y="9"/>
                    <a:pt x="13" y="5"/>
                    <a:pt x="18" y="4"/>
                  </a:cubicBezTo>
                  <a:cubicBezTo>
                    <a:pt x="19" y="4"/>
                    <a:pt x="19" y="4"/>
                    <a:pt x="19" y="4"/>
                  </a:cubicBezTo>
                  <a:cubicBezTo>
                    <a:pt x="20" y="4"/>
                    <a:pt x="21" y="4"/>
                    <a:pt x="21" y="4"/>
                  </a:cubicBezTo>
                  <a:cubicBezTo>
                    <a:pt x="21" y="4"/>
                    <a:pt x="21" y="4"/>
                    <a:pt x="21" y="4"/>
                  </a:cubicBezTo>
                  <a:cubicBezTo>
                    <a:pt x="15" y="0"/>
                    <a:pt x="8" y="1"/>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4" name="Freeform 88">
              <a:extLst>
                <a:ext uri="{FF2B5EF4-FFF2-40B4-BE49-F238E27FC236}">
                  <a16:creationId xmlns:a16="http://schemas.microsoft.com/office/drawing/2014/main" id="{EB028BBA-05BD-49AF-A3BD-366859DE5DEC}"/>
                </a:ext>
              </a:extLst>
            </p:cNvPr>
            <p:cNvSpPr>
              <a:spLocks noEditPoints="1"/>
            </p:cNvSpPr>
            <p:nvPr/>
          </p:nvSpPr>
          <p:spPr bwMode="auto">
            <a:xfrm>
              <a:off x="8066088" y="801687"/>
              <a:ext cx="404813" cy="231775"/>
            </a:xfrm>
            <a:custGeom>
              <a:avLst/>
              <a:gdLst>
                <a:gd name="T0" fmla="*/ 98 w 108"/>
                <a:gd name="T1" fmla="*/ 19 h 62"/>
                <a:gd name="T2" fmla="*/ 86 w 108"/>
                <a:gd name="T3" fmla="*/ 7 h 62"/>
                <a:gd name="T4" fmla="*/ 84 w 108"/>
                <a:gd name="T5" fmla="*/ 5 h 62"/>
                <a:gd name="T6" fmla="*/ 68 w 108"/>
                <a:gd name="T7" fmla="*/ 3 h 62"/>
                <a:gd name="T8" fmla="*/ 50 w 108"/>
                <a:gd name="T9" fmla="*/ 6 h 62"/>
                <a:gd name="T10" fmla="*/ 40 w 108"/>
                <a:gd name="T11" fmla="*/ 3 h 62"/>
                <a:gd name="T12" fmla="*/ 23 w 108"/>
                <a:gd name="T13" fmla="*/ 6 h 62"/>
                <a:gd name="T14" fmla="*/ 17 w 108"/>
                <a:gd name="T15" fmla="*/ 12 h 62"/>
                <a:gd name="T16" fmla="*/ 9 w 108"/>
                <a:gd name="T17" fmla="*/ 20 h 62"/>
                <a:gd name="T18" fmla="*/ 0 w 108"/>
                <a:gd name="T19" fmla="*/ 38 h 62"/>
                <a:gd name="T20" fmla="*/ 23 w 108"/>
                <a:gd name="T21" fmla="*/ 62 h 62"/>
                <a:gd name="T22" fmla="*/ 45 w 108"/>
                <a:gd name="T23" fmla="*/ 47 h 62"/>
                <a:gd name="T24" fmla="*/ 45 w 108"/>
                <a:gd name="T25" fmla="*/ 47 h 62"/>
                <a:gd name="T26" fmla="*/ 63 w 108"/>
                <a:gd name="T27" fmla="*/ 47 h 62"/>
                <a:gd name="T28" fmla="*/ 64 w 108"/>
                <a:gd name="T29" fmla="*/ 49 h 62"/>
                <a:gd name="T30" fmla="*/ 85 w 108"/>
                <a:gd name="T31" fmla="*/ 62 h 62"/>
                <a:gd name="T32" fmla="*/ 108 w 108"/>
                <a:gd name="T33" fmla="*/ 38 h 62"/>
                <a:gd name="T34" fmla="*/ 98 w 108"/>
                <a:gd name="T35" fmla="*/ 19 h 62"/>
                <a:gd name="T36" fmla="*/ 23 w 108"/>
                <a:gd name="T37" fmla="*/ 57 h 62"/>
                <a:gd name="T38" fmla="*/ 5 w 108"/>
                <a:gd name="T39" fmla="*/ 38 h 62"/>
                <a:gd name="T40" fmla="*/ 23 w 108"/>
                <a:gd name="T41" fmla="*/ 20 h 62"/>
                <a:gd name="T42" fmla="*/ 42 w 108"/>
                <a:gd name="T43" fmla="*/ 38 h 62"/>
                <a:gd name="T44" fmla="*/ 23 w 108"/>
                <a:gd name="T45" fmla="*/ 57 h 62"/>
                <a:gd name="T46" fmla="*/ 54 w 108"/>
                <a:gd name="T47" fmla="*/ 44 h 62"/>
                <a:gd name="T48" fmla="*/ 49 w 108"/>
                <a:gd name="T49" fmla="*/ 38 h 62"/>
                <a:gd name="T50" fmla="*/ 54 w 108"/>
                <a:gd name="T51" fmla="*/ 33 h 62"/>
                <a:gd name="T52" fmla="*/ 59 w 108"/>
                <a:gd name="T53" fmla="*/ 38 h 62"/>
                <a:gd name="T54" fmla="*/ 54 w 108"/>
                <a:gd name="T55" fmla="*/ 44 h 62"/>
                <a:gd name="T56" fmla="*/ 85 w 108"/>
                <a:gd name="T57" fmla="*/ 57 h 62"/>
                <a:gd name="T58" fmla="*/ 67 w 108"/>
                <a:gd name="T59" fmla="*/ 38 h 62"/>
                <a:gd name="T60" fmla="*/ 85 w 108"/>
                <a:gd name="T61" fmla="*/ 20 h 62"/>
                <a:gd name="T62" fmla="*/ 103 w 108"/>
                <a:gd name="T63" fmla="*/ 38 h 62"/>
                <a:gd name="T64" fmla="*/ 85 w 108"/>
                <a:gd name="T65" fmla="*/ 5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 h="62">
                  <a:moveTo>
                    <a:pt x="98" y="19"/>
                  </a:moveTo>
                  <a:cubicBezTo>
                    <a:pt x="94" y="15"/>
                    <a:pt x="90" y="11"/>
                    <a:pt x="86" y="7"/>
                  </a:cubicBezTo>
                  <a:cubicBezTo>
                    <a:pt x="85" y="6"/>
                    <a:pt x="85" y="6"/>
                    <a:pt x="84" y="5"/>
                  </a:cubicBezTo>
                  <a:cubicBezTo>
                    <a:pt x="79" y="1"/>
                    <a:pt x="74" y="0"/>
                    <a:pt x="68" y="3"/>
                  </a:cubicBezTo>
                  <a:cubicBezTo>
                    <a:pt x="62" y="6"/>
                    <a:pt x="56" y="8"/>
                    <a:pt x="50" y="6"/>
                  </a:cubicBezTo>
                  <a:cubicBezTo>
                    <a:pt x="46" y="5"/>
                    <a:pt x="43" y="4"/>
                    <a:pt x="40" y="3"/>
                  </a:cubicBezTo>
                  <a:cubicBezTo>
                    <a:pt x="34" y="0"/>
                    <a:pt x="28" y="1"/>
                    <a:pt x="23" y="6"/>
                  </a:cubicBezTo>
                  <a:cubicBezTo>
                    <a:pt x="21" y="8"/>
                    <a:pt x="19" y="10"/>
                    <a:pt x="17" y="12"/>
                  </a:cubicBezTo>
                  <a:cubicBezTo>
                    <a:pt x="15" y="14"/>
                    <a:pt x="12" y="17"/>
                    <a:pt x="9" y="20"/>
                  </a:cubicBezTo>
                  <a:cubicBezTo>
                    <a:pt x="4" y="24"/>
                    <a:pt x="0" y="31"/>
                    <a:pt x="0" y="38"/>
                  </a:cubicBezTo>
                  <a:cubicBezTo>
                    <a:pt x="0" y="51"/>
                    <a:pt x="10" y="62"/>
                    <a:pt x="23" y="62"/>
                  </a:cubicBezTo>
                  <a:cubicBezTo>
                    <a:pt x="33" y="62"/>
                    <a:pt x="41" y="56"/>
                    <a:pt x="45" y="47"/>
                  </a:cubicBezTo>
                  <a:cubicBezTo>
                    <a:pt x="45" y="47"/>
                    <a:pt x="45" y="47"/>
                    <a:pt x="45" y="47"/>
                  </a:cubicBezTo>
                  <a:cubicBezTo>
                    <a:pt x="51" y="52"/>
                    <a:pt x="57" y="52"/>
                    <a:pt x="63" y="47"/>
                  </a:cubicBezTo>
                  <a:cubicBezTo>
                    <a:pt x="63" y="48"/>
                    <a:pt x="64" y="48"/>
                    <a:pt x="64" y="49"/>
                  </a:cubicBezTo>
                  <a:cubicBezTo>
                    <a:pt x="68" y="57"/>
                    <a:pt x="76" y="62"/>
                    <a:pt x="85" y="62"/>
                  </a:cubicBezTo>
                  <a:cubicBezTo>
                    <a:pt x="98" y="62"/>
                    <a:pt x="108" y="51"/>
                    <a:pt x="108" y="38"/>
                  </a:cubicBezTo>
                  <a:cubicBezTo>
                    <a:pt x="108" y="30"/>
                    <a:pt x="104" y="23"/>
                    <a:pt x="98" y="19"/>
                  </a:cubicBezTo>
                  <a:close/>
                  <a:moveTo>
                    <a:pt x="23" y="57"/>
                  </a:moveTo>
                  <a:cubicBezTo>
                    <a:pt x="13" y="57"/>
                    <a:pt x="5" y="48"/>
                    <a:pt x="5" y="38"/>
                  </a:cubicBezTo>
                  <a:cubicBezTo>
                    <a:pt x="5" y="28"/>
                    <a:pt x="13" y="20"/>
                    <a:pt x="23" y="20"/>
                  </a:cubicBezTo>
                  <a:cubicBezTo>
                    <a:pt x="33" y="20"/>
                    <a:pt x="42" y="28"/>
                    <a:pt x="42" y="38"/>
                  </a:cubicBezTo>
                  <a:cubicBezTo>
                    <a:pt x="42" y="48"/>
                    <a:pt x="33" y="57"/>
                    <a:pt x="23" y="57"/>
                  </a:cubicBezTo>
                  <a:close/>
                  <a:moveTo>
                    <a:pt x="54" y="44"/>
                  </a:moveTo>
                  <a:cubicBezTo>
                    <a:pt x="51" y="44"/>
                    <a:pt x="49" y="41"/>
                    <a:pt x="49" y="38"/>
                  </a:cubicBezTo>
                  <a:cubicBezTo>
                    <a:pt x="49" y="35"/>
                    <a:pt x="51" y="33"/>
                    <a:pt x="54" y="33"/>
                  </a:cubicBezTo>
                  <a:cubicBezTo>
                    <a:pt x="57" y="33"/>
                    <a:pt x="59" y="35"/>
                    <a:pt x="59" y="38"/>
                  </a:cubicBezTo>
                  <a:cubicBezTo>
                    <a:pt x="59" y="41"/>
                    <a:pt x="57" y="44"/>
                    <a:pt x="54" y="44"/>
                  </a:cubicBezTo>
                  <a:close/>
                  <a:moveTo>
                    <a:pt x="85" y="57"/>
                  </a:moveTo>
                  <a:cubicBezTo>
                    <a:pt x="75" y="57"/>
                    <a:pt x="67" y="48"/>
                    <a:pt x="67" y="38"/>
                  </a:cubicBezTo>
                  <a:cubicBezTo>
                    <a:pt x="67" y="28"/>
                    <a:pt x="75" y="20"/>
                    <a:pt x="85" y="20"/>
                  </a:cubicBezTo>
                  <a:cubicBezTo>
                    <a:pt x="95" y="20"/>
                    <a:pt x="103" y="28"/>
                    <a:pt x="103" y="38"/>
                  </a:cubicBezTo>
                  <a:cubicBezTo>
                    <a:pt x="103" y="48"/>
                    <a:pt x="95" y="57"/>
                    <a:pt x="85"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grpSp>
      <p:sp>
        <p:nvSpPr>
          <p:cNvPr id="45" name="Rectangle 44">
            <a:extLst>
              <a:ext uri="{FF2B5EF4-FFF2-40B4-BE49-F238E27FC236}">
                <a16:creationId xmlns:a16="http://schemas.microsoft.com/office/drawing/2014/main" id="{66D7195F-1AB7-4350-8285-FF241A02F4EE}"/>
              </a:ext>
            </a:extLst>
          </p:cNvPr>
          <p:cNvSpPr/>
          <p:nvPr/>
        </p:nvSpPr>
        <p:spPr>
          <a:xfrm>
            <a:off x="210955" y="991129"/>
            <a:ext cx="6677133" cy="461665"/>
          </a:xfrm>
          <a:prstGeom prst="rect">
            <a:avLst/>
          </a:prstGeom>
          <a:noFill/>
        </p:spPr>
        <p:txBody>
          <a:bodyPr wrap="square">
            <a:spAutoFit/>
          </a:bodyPr>
          <a:lstStyle/>
          <a:p>
            <a:pPr lvl="0">
              <a:buClr>
                <a:srgbClr val="0070C0"/>
              </a:buClr>
              <a:defRPr/>
            </a:pPr>
            <a:r>
              <a:rPr lang="en-IN" sz="1200" dirty="0">
                <a:solidFill>
                  <a:srgbClr val="FFFFFF"/>
                </a:solidFill>
                <a:ea typeface="Verdana" panose="020B0604030504040204" pitchFamily="34" charset="0"/>
                <a:cs typeface="Verdana" panose="020B0604030504040204" pitchFamily="34" charset="0"/>
              </a:rPr>
              <a:t>Conduct market scan on current data monetization landscape and related ecosystem for a telecom industry player, BICS</a:t>
            </a:r>
          </a:p>
        </p:txBody>
      </p:sp>
      <p:sp>
        <p:nvSpPr>
          <p:cNvPr id="46" name="Rectangle: Rounded Corners 45">
            <a:extLst>
              <a:ext uri="{FF2B5EF4-FFF2-40B4-BE49-F238E27FC236}">
                <a16:creationId xmlns:a16="http://schemas.microsoft.com/office/drawing/2014/main" id="{6DAB4FB4-AC32-441B-8457-DD7F830176E4}"/>
              </a:ext>
            </a:extLst>
          </p:cNvPr>
          <p:cNvSpPr/>
          <p:nvPr/>
        </p:nvSpPr>
        <p:spPr>
          <a:xfrm>
            <a:off x="231091" y="1474121"/>
            <a:ext cx="6555283" cy="360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e-DE" sz="1600" b="1" i="0" u="none" strike="noStrike" kern="1200" cap="none" spc="0" normalizeH="0" baseline="0" noProof="0" dirty="0">
                <a:ln>
                  <a:noFill/>
                </a:ln>
                <a:solidFill>
                  <a:srgbClr val="0F878A"/>
                </a:solidFill>
                <a:effectLst/>
                <a:uLnTx/>
                <a:uFillTx/>
                <a:latin typeface="Ubuntu"/>
                <a:ea typeface="+mn-ea"/>
                <a:cs typeface="+mn-cs"/>
              </a:rPr>
              <a:t>RESEARCH SCOPE</a:t>
            </a:r>
          </a:p>
        </p:txBody>
      </p:sp>
      <p:sp>
        <p:nvSpPr>
          <p:cNvPr id="47" name="Rectangle 46">
            <a:extLst>
              <a:ext uri="{FF2B5EF4-FFF2-40B4-BE49-F238E27FC236}">
                <a16:creationId xmlns:a16="http://schemas.microsoft.com/office/drawing/2014/main" id="{22E05BDF-E2CB-40D2-B864-5A25BC0EF265}"/>
              </a:ext>
            </a:extLst>
          </p:cNvPr>
          <p:cNvSpPr/>
          <p:nvPr/>
        </p:nvSpPr>
        <p:spPr>
          <a:xfrm>
            <a:off x="253255" y="1847382"/>
            <a:ext cx="6802653" cy="1938992"/>
          </a:xfrm>
          <a:prstGeom prst="rect">
            <a:avLst/>
          </a:prstGeom>
          <a:noFill/>
        </p:spPr>
        <p:txBody>
          <a:bodyPr wrap="square">
            <a:spAutoFit/>
          </a:bodyPr>
          <a:lstStyle/>
          <a:p>
            <a:pPr marL="228600" lvl="0" indent="-228600">
              <a:buClr>
                <a:srgbClr val="FFFFFF"/>
              </a:buClr>
              <a:buFont typeface="Wingdings" panose="05000000000000000000" pitchFamily="2" charset="2"/>
              <a:buChar char="§"/>
              <a:defRPr/>
            </a:pPr>
            <a:r>
              <a:rPr lang="en-US" sz="1200" dirty="0">
                <a:solidFill>
                  <a:srgbClr val="FFFFFF"/>
                </a:solidFill>
              </a:rPr>
              <a:t>Geography: Global</a:t>
            </a:r>
          </a:p>
          <a:p>
            <a:pPr marL="228600" lvl="0" indent="-228600">
              <a:buClr>
                <a:srgbClr val="FFFFFF"/>
              </a:buClr>
              <a:buFont typeface="Wingdings" panose="05000000000000000000" pitchFamily="2" charset="2"/>
              <a:buChar char="§"/>
              <a:defRPr/>
            </a:pPr>
            <a:r>
              <a:rPr lang="en-US" sz="1200" dirty="0">
                <a:solidFill>
                  <a:srgbClr val="FFFFFF"/>
                </a:solidFill>
              </a:rPr>
              <a:t>Market analysis covering best practices related to data monetization</a:t>
            </a:r>
          </a:p>
          <a:p>
            <a:pPr marL="228600" lvl="0" indent="-228600">
              <a:buClr>
                <a:srgbClr val="FFFFFF"/>
              </a:buClr>
              <a:buFont typeface="Wingdings" panose="05000000000000000000" pitchFamily="2" charset="2"/>
              <a:buChar char="§"/>
              <a:defRPr/>
            </a:pPr>
            <a:r>
              <a:rPr lang="en-US" sz="1200" dirty="0">
                <a:solidFill>
                  <a:srgbClr val="FFFFFF"/>
                </a:solidFill>
              </a:rPr>
              <a:t>Competitor analysis specific to data monetization strategy of peers (depth and breadth of information related to data monetization might vary from company to company, based on data availability through desk research)</a:t>
            </a:r>
          </a:p>
          <a:p>
            <a:pPr marL="228600" lvl="0" indent="-228600">
              <a:buClr>
                <a:srgbClr val="FFFFFF"/>
              </a:buClr>
              <a:buFont typeface="Wingdings" panose="05000000000000000000" pitchFamily="2" charset="2"/>
              <a:buChar char="§"/>
              <a:defRPr/>
            </a:pPr>
            <a:r>
              <a:rPr lang="en-US" sz="1200" dirty="0">
                <a:solidFill>
                  <a:srgbClr val="FFFFFF"/>
                </a:solidFill>
              </a:rPr>
              <a:t>Case examples from peer telecom players (mainly CSPs)</a:t>
            </a:r>
          </a:p>
          <a:p>
            <a:pPr marL="228600" lvl="0" indent="-228600">
              <a:buClr>
                <a:srgbClr val="FFFFFF"/>
              </a:buClr>
              <a:buFont typeface="Wingdings" panose="05000000000000000000" pitchFamily="2" charset="2"/>
              <a:buChar char="§"/>
              <a:defRPr/>
            </a:pPr>
            <a:r>
              <a:rPr lang="en-US" sz="1200" dirty="0">
                <a:solidFill>
                  <a:srgbClr val="FFFFFF"/>
                </a:solidFill>
              </a:rPr>
              <a:t>Benchmarks from comparable industry companies – a maximum of 5 peers– Mainly qualitative parameters* like GDPR compliance, EDGE monetization, Cloud deployment, Digital maturity etc. (getting quantitative KPIs/benchmarks from secondary sources might be difficult)</a:t>
            </a:r>
          </a:p>
        </p:txBody>
      </p:sp>
      <p:sp>
        <p:nvSpPr>
          <p:cNvPr id="48" name="Freeform 30">
            <a:extLst>
              <a:ext uri="{FF2B5EF4-FFF2-40B4-BE49-F238E27FC236}">
                <a16:creationId xmlns:a16="http://schemas.microsoft.com/office/drawing/2014/main" id="{B12BE6D5-2EAA-4C88-B3AE-B83F47A6E04F}"/>
              </a:ext>
            </a:extLst>
          </p:cNvPr>
          <p:cNvSpPr>
            <a:spLocks/>
          </p:cNvSpPr>
          <p:nvPr/>
        </p:nvSpPr>
        <p:spPr bwMode="auto">
          <a:xfrm>
            <a:off x="389521" y="1465679"/>
            <a:ext cx="298626" cy="318446"/>
          </a:xfrm>
          <a:custGeom>
            <a:avLst/>
            <a:gdLst>
              <a:gd name="T0" fmla="*/ 271 w 275"/>
              <a:gd name="T1" fmla="*/ 184 h 293"/>
              <a:gd name="T2" fmla="*/ 221 w 275"/>
              <a:gd name="T3" fmla="*/ 148 h 293"/>
              <a:gd name="T4" fmla="*/ 215 w 275"/>
              <a:gd name="T5" fmla="*/ 151 h 293"/>
              <a:gd name="T6" fmla="*/ 215 w 275"/>
              <a:gd name="T7" fmla="*/ 172 h 293"/>
              <a:gd name="T8" fmla="*/ 159 w 275"/>
              <a:gd name="T9" fmla="*/ 188 h 293"/>
              <a:gd name="T10" fmla="*/ 159 w 275"/>
              <a:gd name="T11" fmla="*/ 60 h 293"/>
              <a:gd name="T12" fmla="*/ 181 w 275"/>
              <a:gd name="T13" fmla="*/ 60 h 293"/>
              <a:gd name="T14" fmla="*/ 185 w 275"/>
              <a:gd name="T15" fmla="*/ 54 h 293"/>
              <a:gd name="T16" fmla="*/ 149 w 275"/>
              <a:gd name="T17" fmla="*/ 4 h 293"/>
              <a:gd name="T18" fmla="*/ 140 w 275"/>
              <a:gd name="T19" fmla="*/ 4 h 293"/>
              <a:gd name="T20" fmla="*/ 104 w 275"/>
              <a:gd name="T21" fmla="*/ 54 h 293"/>
              <a:gd name="T22" fmla="*/ 107 w 275"/>
              <a:gd name="T23" fmla="*/ 60 h 293"/>
              <a:gd name="T24" fmla="*/ 130 w 275"/>
              <a:gd name="T25" fmla="*/ 60 h 293"/>
              <a:gd name="T26" fmla="*/ 130 w 275"/>
              <a:gd name="T27" fmla="*/ 142 h 293"/>
              <a:gd name="T28" fmla="*/ 67 w 275"/>
              <a:gd name="T29" fmla="*/ 115 h 293"/>
              <a:gd name="T30" fmla="*/ 60 w 275"/>
              <a:gd name="T31" fmla="*/ 117 h 293"/>
              <a:gd name="T32" fmla="*/ 60 w 275"/>
              <a:gd name="T33" fmla="*/ 93 h 293"/>
              <a:gd name="T34" fmla="*/ 53 w 275"/>
              <a:gd name="T35" fmla="*/ 90 h 293"/>
              <a:gd name="T36" fmla="*/ 3 w 275"/>
              <a:gd name="T37" fmla="*/ 126 h 293"/>
              <a:gd name="T38" fmla="*/ 3 w 275"/>
              <a:gd name="T39" fmla="*/ 135 h 293"/>
              <a:gd name="T40" fmla="*/ 53 w 275"/>
              <a:gd name="T41" fmla="*/ 171 h 293"/>
              <a:gd name="T42" fmla="*/ 60 w 275"/>
              <a:gd name="T43" fmla="*/ 167 h 293"/>
              <a:gd name="T44" fmla="*/ 60 w 275"/>
              <a:gd name="T45" fmla="*/ 143 h 293"/>
              <a:gd name="T46" fmla="*/ 67 w 275"/>
              <a:gd name="T47" fmla="*/ 144 h 293"/>
              <a:gd name="T48" fmla="*/ 130 w 275"/>
              <a:gd name="T49" fmla="*/ 209 h 293"/>
              <a:gd name="T50" fmla="*/ 130 w 275"/>
              <a:gd name="T51" fmla="*/ 246 h 293"/>
              <a:gd name="T52" fmla="*/ 130 w 275"/>
              <a:gd name="T53" fmla="*/ 257 h 293"/>
              <a:gd name="T54" fmla="*/ 130 w 275"/>
              <a:gd name="T55" fmla="*/ 279 h 293"/>
              <a:gd name="T56" fmla="*/ 144 w 275"/>
              <a:gd name="T57" fmla="*/ 293 h 293"/>
              <a:gd name="T58" fmla="*/ 159 w 275"/>
              <a:gd name="T59" fmla="*/ 279 h 293"/>
              <a:gd name="T60" fmla="*/ 159 w 275"/>
              <a:gd name="T61" fmla="*/ 246 h 293"/>
              <a:gd name="T62" fmla="*/ 171 w 275"/>
              <a:gd name="T63" fmla="*/ 217 h 293"/>
              <a:gd name="T64" fmla="*/ 215 w 275"/>
              <a:gd name="T65" fmla="*/ 201 h 293"/>
              <a:gd name="T66" fmla="*/ 215 w 275"/>
              <a:gd name="T67" fmla="*/ 225 h 293"/>
              <a:gd name="T68" fmla="*/ 221 w 275"/>
              <a:gd name="T69" fmla="*/ 229 h 293"/>
              <a:gd name="T70" fmla="*/ 271 w 275"/>
              <a:gd name="T71" fmla="*/ 193 h 293"/>
              <a:gd name="T72" fmla="*/ 271 w 275"/>
              <a:gd name="T73" fmla="*/ 184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75" h="293">
                <a:moveTo>
                  <a:pt x="271" y="184"/>
                </a:moveTo>
                <a:cubicBezTo>
                  <a:pt x="221" y="148"/>
                  <a:pt x="221" y="148"/>
                  <a:pt x="221" y="148"/>
                </a:cubicBezTo>
                <a:cubicBezTo>
                  <a:pt x="218" y="145"/>
                  <a:pt x="215" y="147"/>
                  <a:pt x="215" y="151"/>
                </a:cubicBezTo>
                <a:cubicBezTo>
                  <a:pt x="215" y="172"/>
                  <a:pt x="215" y="172"/>
                  <a:pt x="215" y="172"/>
                </a:cubicBezTo>
                <a:cubicBezTo>
                  <a:pt x="192" y="172"/>
                  <a:pt x="173" y="177"/>
                  <a:pt x="159" y="188"/>
                </a:cubicBezTo>
                <a:cubicBezTo>
                  <a:pt x="159" y="60"/>
                  <a:pt x="159" y="60"/>
                  <a:pt x="159" y="60"/>
                </a:cubicBezTo>
                <a:cubicBezTo>
                  <a:pt x="181" y="60"/>
                  <a:pt x="181" y="60"/>
                  <a:pt x="181" y="60"/>
                </a:cubicBezTo>
                <a:cubicBezTo>
                  <a:pt x="186" y="60"/>
                  <a:pt x="187" y="57"/>
                  <a:pt x="185" y="54"/>
                </a:cubicBezTo>
                <a:cubicBezTo>
                  <a:pt x="149" y="4"/>
                  <a:pt x="149" y="4"/>
                  <a:pt x="149" y="4"/>
                </a:cubicBezTo>
                <a:cubicBezTo>
                  <a:pt x="147" y="0"/>
                  <a:pt x="142" y="0"/>
                  <a:pt x="140" y="4"/>
                </a:cubicBezTo>
                <a:cubicBezTo>
                  <a:pt x="104" y="54"/>
                  <a:pt x="104" y="54"/>
                  <a:pt x="104" y="54"/>
                </a:cubicBezTo>
                <a:cubicBezTo>
                  <a:pt x="101" y="57"/>
                  <a:pt x="103" y="60"/>
                  <a:pt x="107" y="60"/>
                </a:cubicBezTo>
                <a:cubicBezTo>
                  <a:pt x="130" y="60"/>
                  <a:pt x="130" y="60"/>
                  <a:pt x="130" y="60"/>
                </a:cubicBezTo>
                <a:cubicBezTo>
                  <a:pt x="130" y="142"/>
                  <a:pt x="130" y="142"/>
                  <a:pt x="130" y="142"/>
                </a:cubicBezTo>
                <a:cubicBezTo>
                  <a:pt x="115" y="126"/>
                  <a:pt x="95" y="115"/>
                  <a:pt x="67" y="115"/>
                </a:cubicBezTo>
                <a:cubicBezTo>
                  <a:pt x="64" y="115"/>
                  <a:pt x="62" y="116"/>
                  <a:pt x="60" y="117"/>
                </a:cubicBezTo>
                <a:cubicBezTo>
                  <a:pt x="60" y="93"/>
                  <a:pt x="60" y="93"/>
                  <a:pt x="60" y="93"/>
                </a:cubicBezTo>
                <a:cubicBezTo>
                  <a:pt x="60" y="89"/>
                  <a:pt x="57" y="87"/>
                  <a:pt x="53" y="90"/>
                </a:cubicBezTo>
                <a:cubicBezTo>
                  <a:pt x="3" y="126"/>
                  <a:pt x="3" y="126"/>
                  <a:pt x="3" y="126"/>
                </a:cubicBezTo>
                <a:cubicBezTo>
                  <a:pt x="0" y="128"/>
                  <a:pt x="0" y="132"/>
                  <a:pt x="3" y="135"/>
                </a:cubicBezTo>
                <a:cubicBezTo>
                  <a:pt x="53" y="171"/>
                  <a:pt x="53" y="171"/>
                  <a:pt x="53" y="171"/>
                </a:cubicBezTo>
                <a:cubicBezTo>
                  <a:pt x="57" y="173"/>
                  <a:pt x="60" y="172"/>
                  <a:pt x="60" y="167"/>
                </a:cubicBezTo>
                <a:cubicBezTo>
                  <a:pt x="60" y="143"/>
                  <a:pt x="60" y="143"/>
                  <a:pt x="60" y="143"/>
                </a:cubicBezTo>
                <a:cubicBezTo>
                  <a:pt x="62" y="144"/>
                  <a:pt x="64" y="144"/>
                  <a:pt x="67" y="144"/>
                </a:cubicBezTo>
                <a:cubicBezTo>
                  <a:pt x="120" y="144"/>
                  <a:pt x="129" y="202"/>
                  <a:pt x="130" y="209"/>
                </a:cubicBezTo>
                <a:cubicBezTo>
                  <a:pt x="130" y="246"/>
                  <a:pt x="130" y="246"/>
                  <a:pt x="130" y="246"/>
                </a:cubicBezTo>
                <a:cubicBezTo>
                  <a:pt x="129" y="251"/>
                  <a:pt x="130" y="255"/>
                  <a:pt x="130" y="257"/>
                </a:cubicBezTo>
                <a:cubicBezTo>
                  <a:pt x="130" y="279"/>
                  <a:pt x="130" y="279"/>
                  <a:pt x="130" y="279"/>
                </a:cubicBezTo>
                <a:cubicBezTo>
                  <a:pt x="130" y="287"/>
                  <a:pt x="136" y="293"/>
                  <a:pt x="144" y="293"/>
                </a:cubicBezTo>
                <a:cubicBezTo>
                  <a:pt x="152" y="293"/>
                  <a:pt x="159" y="287"/>
                  <a:pt x="159" y="279"/>
                </a:cubicBezTo>
                <a:cubicBezTo>
                  <a:pt x="159" y="246"/>
                  <a:pt x="159" y="246"/>
                  <a:pt x="159" y="246"/>
                </a:cubicBezTo>
                <a:cubicBezTo>
                  <a:pt x="160" y="238"/>
                  <a:pt x="162" y="226"/>
                  <a:pt x="171" y="217"/>
                </a:cubicBezTo>
                <a:cubicBezTo>
                  <a:pt x="180" y="206"/>
                  <a:pt x="195" y="201"/>
                  <a:pt x="215" y="201"/>
                </a:cubicBezTo>
                <a:cubicBezTo>
                  <a:pt x="215" y="225"/>
                  <a:pt x="215" y="225"/>
                  <a:pt x="215" y="225"/>
                </a:cubicBezTo>
                <a:cubicBezTo>
                  <a:pt x="215" y="230"/>
                  <a:pt x="218" y="231"/>
                  <a:pt x="221" y="229"/>
                </a:cubicBezTo>
                <a:cubicBezTo>
                  <a:pt x="271" y="193"/>
                  <a:pt x="271" y="193"/>
                  <a:pt x="271" y="193"/>
                </a:cubicBezTo>
                <a:cubicBezTo>
                  <a:pt x="275" y="190"/>
                  <a:pt x="275" y="186"/>
                  <a:pt x="271" y="184"/>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9" name="Rectangle: Rounded Corners 48">
            <a:extLst>
              <a:ext uri="{FF2B5EF4-FFF2-40B4-BE49-F238E27FC236}">
                <a16:creationId xmlns:a16="http://schemas.microsoft.com/office/drawing/2014/main" id="{FC2D986B-98D2-462A-93A0-4AC823478E09}"/>
              </a:ext>
            </a:extLst>
          </p:cNvPr>
          <p:cNvSpPr/>
          <p:nvPr/>
        </p:nvSpPr>
        <p:spPr>
          <a:xfrm>
            <a:off x="194098" y="3756382"/>
            <a:ext cx="6555283" cy="360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de-DE" sz="1600" b="1" i="0" u="none" strike="noStrike" kern="1200" cap="none" spc="0" normalizeH="0" baseline="0" noProof="0" dirty="0">
                <a:ln>
                  <a:noFill/>
                </a:ln>
                <a:solidFill>
                  <a:srgbClr val="0F878A"/>
                </a:solidFill>
                <a:effectLst/>
                <a:uLnTx/>
                <a:uFillTx/>
                <a:latin typeface="Ubuntu"/>
                <a:ea typeface="+mn-ea"/>
                <a:cs typeface="+mn-cs"/>
              </a:rPr>
              <a:t>OUTPUT FORMAT</a:t>
            </a:r>
          </a:p>
        </p:txBody>
      </p:sp>
      <p:sp>
        <p:nvSpPr>
          <p:cNvPr id="50" name="Rectangle 49">
            <a:extLst>
              <a:ext uri="{FF2B5EF4-FFF2-40B4-BE49-F238E27FC236}">
                <a16:creationId xmlns:a16="http://schemas.microsoft.com/office/drawing/2014/main" id="{37FF053F-18AF-4904-BA95-6F2F71046005}"/>
              </a:ext>
            </a:extLst>
          </p:cNvPr>
          <p:cNvSpPr/>
          <p:nvPr/>
        </p:nvSpPr>
        <p:spPr>
          <a:xfrm>
            <a:off x="216264" y="4119486"/>
            <a:ext cx="6426000" cy="276999"/>
          </a:xfrm>
          <a:prstGeom prst="rect">
            <a:avLst/>
          </a:prstGeom>
          <a:noFill/>
        </p:spPr>
        <p:txBody>
          <a:bodyPr wrap="square">
            <a:spAutoFit/>
          </a:bodyPr>
          <a:lstStyle/>
          <a:p>
            <a:pPr marL="179388" marR="0" lvl="0" indent="-179388" algn="l" defTabSz="914400" rtl="0" eaLnBrk="1" fontAlgn="auto" latinLnBrk="0" hangingPunct="1">
              <a:lnSpc>
                <a:spcPct val="100000"/>
              </a:lnSpc>
              <a:spcBef>
                <a:spcPts val="0"/>
              </a:spcBef>
              <a:spcAft>
                <a:spcPts val="0"/>
              </a:spcAft>
              <a:buClr>
                <a:srgbClr val="FFFFFF"/>
              </a:buClr>
              <a:buSzTx/>
              <a:buFont typeface="Wingdings" pitchFamily="2" charset="2"/>
              <a:buChar char="§"/>
              <a:tabLst/>
              <a:defRPr/>
            </a:pPr>
            <a:r>
              <a:rPr kumimoji="0" lang="en-IN" sz="1200" b="0" i="0" u="none" strike="noStrike" kern="1200" cap="none" spc="0" normalizeH="0" baseline="0" noProof="0" dirty="0">
                <a:ln>
                  <a:noFill/>
                </a:ln>
                <a:solidFill>
                  <a:srgbClr val="FFFFFF"/>
                </a:solidFill>
                <a:effectLst/>
                <a:uLnTx/>
                <a:uFillTx/>
                <a:latin typeface="Ubuntu"/>
                <a:ea typeface="Verdana" panose="020B0604030504040204" pitchFamily="34" charset="0"/>
                <a:cs typeface="+mn-cs"/>
              </a:rPr>
              <a:t>Power Point Presentation </a:t>
            </a:r>
          </a:p>
        </p:txBody>
      </p:sp>
      <p:pic>
        <p:nvPicPr>
          <p:cNvPr id="51" name="Picture 50">
            <a:extLst>
              <a:ext uri="{FF2B5EF4-FFF2-40B4-BE49-F238E27FC236}">
                <a16:creationId xmlns:a16="http://schemas.microsoft.com/office/drawing/2014/main" id="{88980CDE-2C90-49CF-A689-3E43B6093E09}"/>
              </a:ext>
            </a:extLst>
          </p:cNvPr>
          <p:cNvPicPr>
            <a:picLocks noChangeAspect="1"/>
          </p:cNvPicPr>
          <p:nvPr/>
        </p:nvPicPr>
        <p:blipFill>
          <a:blip r:embed="rId3" cstate="hqprint">
            <a:clrChange>
              <a:clrFrom>
                <a:srgbClr val="FFFFFF"/>
              </a:clrFrom>
              <a:clrTo>
                <a:srgbClr val="FFFFFF">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02071" y="3819545"/>
            <a:ext cx="273527" cy="274320"/>
          </a:xfrm>
          <a:prstGeom prst="rect">
            <a:avLst/>
          </a:prstGeom>
        </p:spPr>
      </p:pic>
      <p:sp>
        <p:nvSpPr>
          <p:cNvPr id="52" name="Rectangle: Rounded Corners 51">
            <a:extLst>
              <a:ext uri="{FF2B5EF4-FFF2-40B4-BE49-F238E27FC236}">
                <a16:creationId xmlns:a16="http://schemas.microsoft.com/office/drawing/2014/main" id="{A53EA5CD-E4EA-4863-B78E-7373A4501142}"/>
              </a:ext>
            </a:extLst>
          </p:cNvPr>
          <p:cNvSpPr/>
          <p:nvPr/>
        </p:nvSpPr>
        <p:spPr>
          <a:xfrm>
            <a:off x="210955" y="4404454"/>
            <a:ext cx="6555283" cy="360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F878A"/>
                </a:solidFill>
                <a:effectLst/>
                <a:uLnTx/>
                <a:uFillTx/>
                <a:latin typeface="Ubuntu"/>
                <a:ea typeface="+mn-ea"/>
                <a:cs typeface="+mn-cs"/>
              </a:rPr>
              <a:t>PROJECT DEPENDENCIES &amp; OUT OF SCOPE AREAS</a:t>
            </a:r>
          </a:p>
        </p:txBody>
      </p:sp>
      <p:sp>
        <p:nvSpPr>
          <p:cNvPr id="53" name="Rectangle 52">
            <a:extLst>
              <a:ext uri="{FF2B5EF4-FFF2-40B4-BE49-F238E27FC236}">
                <a16:creationId xmlns:a16="http://schemas.microsoft.com/office/drawing/2014/main" id="{9C73272B-C80C-4533-ACB2-803316CC7DD9}"/>
              </a:ext>
            </a:extLst>
          </p:cNvPr>
          <p:cNvSpPr/>
          <p:nvPr/>
        </p:nvSpPr>
        <p:spPr>
          <a:xfrm>
            <a:off x="230566" y="4757802"/>
            <a:ext cx="6675120" cy="2123658"/>
          </a:xfrm>
          <a:prstGeom prst="rect">
            <a:avLst/>
          </a:prstGeom>
          <a:noFill/>
        </p:spPr>
        <p:txBody>
          <a:bodyPr wrap="square">
            <a:spAutoFit/>
          </a:bodyPr>
          <a:lstStyle/>
          <a:p>
            <a:pPr marL="179388" lvl="0" indent="-179388">
              <a:buClr>
                <a:srgbClr val="FFFFFF"/>
              </a:buClr>
              <a:buFont typeface="Wingdings" pitchFamily="2" charset="2"/>
              <a:buChar char="§"/>
              <a:defRPr/>
            </a:pPr>
            <a:r>
              <a:rPr lang="en-US" sz="1200" dirty="0">
                <a:solidFill>
                  <a:srgbClr val="FFFFFF"/>
                </a:solidFill>
                <a:ea typeface="Verdana" panose="020B0604030504040204" pitchFamily="34" charset="0"/>
              </a:rPr>
              <a:t>We will conduct this study based on secondary research only (databases, websites, industry journals and reports, internal publications, etc.)</a:t>
            </a:r>
          </a:p>
          <a:p>
            <a:pPr marL="179388" lvl="0" indent="-179388">
              <a:buClr>
                <a:srgbClr val="FFFFFF"/>
              </a:buClr>
              <a:buFont typeface="Wingdings" pitchFamily="2" charset="2"/>
              <a:buChar char="§"/>
              <a:defRPr/>
            </a:pPr>
            <a:r>
              <a:rPr lang="en-IN" sz="1200" dirty="0">
                <a:solidFill>
                  <a:srgbClr val="FFFFFF"/>
                </a:solidFill>
                <a:ea typeface="Verdana" panose="020B0604030504040204" pitchFamily="34" charset="0"/>
              </a:rPr>
              <a:t>Company specific data is subject to availability in secondary sources</a:t>
            </a:r>
          </a:p>
          <a:p>
            <a:pPr marL="179388" lvl="0" indent="-179388">
              <a:buClr>
                <a:srgbClr val="FFFFFF"/>
              </a:buClr>
              <a:buFont typeface="Wingdings" pitchFamily="2" charset="2"/>
              <a:buChar char="§"/>
              <a:defRPr/>
            </a:pPr>
            <a:r>
              <a:rPr lang="en-IN" sz="1200" dirty="0">
                <a:solidFill>
                  <a:srgbClr val="FFFFFF"/>
                </a:solidFill>
                <a:ea typeface="Verdana" panose="020B0604030504040204" pitchFamily="34" charset="0"/>
              </a:rPr>
              <a:t>Providing quantitative benchmark values might not be possible as very few players publish data monetization related quantitative KPIs</a:t>
            </a:r>
          </a:p>
          <a:p>
            <a:pPr marL="179388" lvl="0" indent="-179388">
              <a:buClr>
                <a:srgbClr val="FFFFFF"/>
              </a:buClr>
              <a:buFont typeface="Wingdings" pitchFamily="2" charset="2"/>
              <a:buChar char="§"/>
              <a:defRPr/>
            </a:pPr>
            <a:r>
              <a:rPr lang="en-US" sz="1200" dirty="0">
                <a:solidFill>
                  <a:srgbClr val="FFFFFF"/>
                </a:solidFill>
                <a:ea typeface="Verdana" panose="020B0604030504040204" pitchFamily="34" charset="0"/>
              </a:rPr>
              <a:t>The pricing and effort estimates are limited to efforts and methodology outlined in this document</a:t>
            </a:r>
            <a:endParaRPr lang="en-IN" sz="1200" dirty="0">
              <a:solidFill>
                <a:srgbClr val="FFFFFF"/>
              </a:solidFill>
              <a:ea typeface="Verdana" panose="020B0604030504040204" pitchFamily="34" charset="0"/>
            </a:endParaRPr>
          </a:p>
          <a:p>
            <a:pPr lvl="0">
              <a:buClr>
                <a:srgbClr val="FFFFFF"/>
              </a:buClr>
              <a:defRPr/>
            </a:pPr>
            <a:r>
              <a:rPr lang="en-US" sz="1200" b="1" dirty="0">
                <a:solidFill>
                  <a:srgbClr val="FFFFFF"/>
                </a:solidFill>
                <a:ea typeface="Verdana" panose="020B0604030504040204" pitchFamily="34" charset="0"/>
              </a:rPr>
              <a:t>Out of Scope:</a:t>
            </a:r>
          </a:p>
          <a:p>
            <a:pPr marL="179388" lvl="0" indent="-179388">
              <a:buClr>
                <a:srgbClr val="FFFFFF"/>
              </a:buClr>
              <a:buFont typeface="Wingdings" pitchFamily="2" charset="2"/>
              <a:buChar char="§"/>
              <a:defRPr/>
            </a:pPr>
            <a:r>
              <a:rPr lang="en-US" sz="1200" dirty="0">
                <a:solidFill>
                  <a:srgbClr val="FFFFFF"/>
                </a:solidFill>
                <a:ea typeface="Verdana" panose="020B0604030504040204" pitchFamily="34" charset="0"/>
              </a:rPr>
              <a:t>All forms of primary research such as interviews (face-to-face or telephonic), surveys, etc.</a:t>
            </a:r>
          </a:p>
          <a:p>
            <a:pPr marL="179388" lvl="0" indent="-179388">
              <a:buClr>
                <a:srgbClr val="FFFFFF"/>
              </a:buClr>
              <a:buFont typeface="Wingdings" pitchFamily="2" charset="2"/>
              <a:buChar char="§"/>
              <a:defRPr/>
            </a:pPr>
            <a:r>
              <a:rPr lang="en-IN" sz="1200" dirty="0">
                <a:solidFill>
                  <a:srgbClr val="FFFFFF"/>
                </a:solidFill>
                <a:ea typeface="Verdana" panose="020B0604030504040204" pitchFamily="34" charset="0"/>
              </a:rPr>
              <a:t>Interviews with internal and external stakeholders</a:t>
            </a:r>
          </a:p>
          <a:p>
            <a:pPr marL="179388" lvl="0" indent="-179388">
              <a:buClr>
                <a:srgbClr val="FFFFFF"/>
              </a:buClr>
              <a:buFont typeface="Wingdings" pitchFamily="2" charset="2"/>
              <a:buChar char="§"/>
              <a:defRPr/>
            </a:pPr>
            <a:r>
              <a:rPr lang="en-IN" sz="1200" dirty="0">
                <a:solidFill>
                  <a:srgbClr val="FFFFFF"/>
                </a:solidFill>
                <a:ea typeface="Verdana" panose="020B0604030504040204" pitchFamily="34" charset="0"/>
              </a:rPr>
              <a:t>Internal analysis of BICS’ product and core capabilities </a:t>
            </a:r>
          </a:p>
        </p:txBody>
      </p:sp>
      <p:grpSp>
        <p:nvGrpSpPr>
          <p:cNvPr id="54" name="Group 53">
            <a:extLst>
              <a:ext uri="{FF2B5EF4-FFF2-40B4-BE49-F238E27FC236}">
                <a16:creationId xmlns:a16="http://schemas.microsoft.com/office/drawing/2014/main" id="{20C449F4-6756-4630-AC54-7DE7AFF375B2}"/>
              </a:ext>
            </a:extLst>
          </p:cNvPr>
          <p:cNvGrpSpPr/>
          <p:nvPr/>
        </p:nvGrpSpPr>
        <p:grpSpPr>
          <a:xfrm>
            <a:off x="435377" y="4431797"/>
            <a:ext cx="272124" cy="258330"/>
            <a:chOff x="12676766" y="1627120"/>
            <a:chExt cx="461519" cy="438126"/>
          </a:xfrm>
          <a:solidFill>
            <a:schemeClr val="accent5"/>
          </a:solidFill>
        </p:grpSpPr>
        <p:sp>
          <p:nvSpPr>
            <p:cNvPr id="55" name="Freeform 17">
              <a:extLst>
                <a:ext uri="{FF2B5EF4-FFF2-40B4-BE49-F238E27FC236}">
                  <a16:creationId xmlns:a16="http://schemas.microsoft.com/office/drawing/2014/main" id="{AED7070D-1416-4934-B185-EA6A3097BA36}"/>
                </a:ext>
              </a:extLst>
            </p:cNvPr>
            <p:cNvSpPr>
              <a:spLocks/>
            </p:cNvSpPr>
            <p:nvPr/>
          </p:nvSpPr>
          <p:spPr bwMode="auto">
            <a:xfrm>
              <a:off x="12754869" y="1627120"/>
              <a:ext cx="225181" cy="334359"/>
            </a:xfrm>
            <a:custGeom>
              <a:avLst/>
              <a:gdLst>
                <a:gd name="T0" fmla="*/ 8 w 253"/>
                <a:gd name="T1" fmla="*/ 363 h 365"/>
                <a:gd name="T2" fmla="*/ 16 w 253"/>
                <a:gd name="T3" fmla="*/ 365 h 365"/>
                <a:gd name="T4" fmla="*/ 30 w 253"/>
                <a:gd name="T5" fmla="*/ 357 h 365"/>
                <a:gd name="T6" fmla="*/ 146 w 253"/>
                <a:gd name="T7" fmla="*/ 156 h 365"/>
                <a:gd name="T8" fmla="*/ 173 w 253"/>
                <a:gd name="T9" fmla="*/ 161 h 365"/>
                <a:gd name="T10" fmla="*/ 179 w 253"/>
                <a:gd name="T11" fmla="*/ 161 h 365"/>
                <a:gd name="T12" fmla="*/ 171 w 253"/>
                <a:gd name="T13" fmla="*/ 147 h 365"/>
                <a:gd name="T14" fmla="*/ 167 w 253"/>
                <a:gd name="T15" fmla="*/ 119 h 365"/>
                <a:gd name="T16" fmla="*/ 184 w 253"/>
                <a:gd name="T17" fmla="*/ 97 h 365"/>
                <a:gd name="T18" fmla="*/ 203 w 253"/>
                <a:gd name="T19" fmla="*/ 92 h 365"/>
                <a:gd name="T20" fmla="*/ 235 w 253"/>
                <a:gd name="T21" fmla="*/ 110 h 365"/>
                <a:gd name="T22" fmla="*/ 242 w 253"/>
                <a:gd name="T23" fmla="*/ 122 h 365"/>
                <a:gd name="T24" fmla="*/ 253 w 253"/>
                <a:gd name="T25" fmla="*/ 81 h 365"/>
                <a:gd name="T26" fmla="*/ 173 w 253"/>
                <a:gd name="T27" fmla="*/ 0 h 365"/>
                <a:gd name="T28" fmla="*/ 92 w 253"/>
                <a:gd name="T29" fmla="*/ 81 h 365"/>
                <a:gd name="T30" fmla="*/ 119 w 253"/>
                <a:gd name="T31" fmla="*/ 140 h 365"/>
                <a:gd name="T32" fmla="*/ 2 w 253"/>
                <a:gd name="T33" fmla="*/ 341 h 365"/>
                <a:gd name="T34" fmla="*/ 1 w 253"/>
                <a:gd name="T35" fmla="*/ 353 h 365"/>
                <a:gd name="T36" fmla="*/ 8 w 253"/>
                <a:gd name="T37" fmla="*/ 363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3" h="365">
                  <a:moveTo>
                    <a:pt x="8" y="363"/>
                  </a:moveTo>
                  <a:cubicBezTo>
                    <a:pt x="10" y="364"/>
                    <a:pt x="13" y="365"/>
                    <a:pt x="16" y="365"/>
                  </a:cubicBezTo>
                  <a:cubicBezTo>
                    <a:pt x="22" y="365"/>
                    <a:pt x="27" y="362"/>
                    <a:pt x="30" y="357"/>
                  </a:cubicBezTo>
                  <a:cubicBezTo>
                    <a:pt x="146" y="156"/>
                    <a:pt x="146" y="156"/>
                    <a:pt x="146" y="156"/>
                  </a:cubicBezTo>
                  <a:cubicBezTo>
                    <a:pt x="154" y="159"/>
                    <a:pt x="163" y="161"/>
                    <a:pt x="173" y="161"/>
                  </a:cubicBezTo>
                  <a:cubicBezTo>
                    <a:pt x="175" y="161"/>
                    <a:pt x="177" y="161"/>
                    <a:pt x="179" y="161"/>
                  </a:cubicBezTo>
                  <a:cubicBezTo>
                    <a:pt x="171" y="147"/>
                    <a:pt x="171" y="147"/>
                    <a:pt x="171" y="147"/>
                  </a:cubicBezTo>
                  <a:cubicBezTo>
                    <a:pt x="166" y="138"/>
                    <a:pt x="164" y="128"/>
                    <a:pt x="167" y="119"/>
                  </a:cubicBezTo>
                  <a:cubicBezTo>
                    <a:pt x="170" y="109"/>
                    <a:pt x="176" y="101"/>
                    <a:pt x="184" y="97"/>
                  </a:cubicBezTo>
                  <a:cubicBezTo>
                    <a:pt x="190" y="93"/>
                    <a:pt x="196" y="92"/>
                    <a:pt x="203" y="92"/>
                  </a:cubicBezTo>
                  <a:cubicBezTo>
                    <a:pt x="216" y="92"/>
                    <a:pt x="228" y="99"/>
                    <a:pt x="235" y="110"/>
                  </a:cubicBezTo>
                  <a:cubicBezTo>
                    <a:pt x="242" y="122"/>
                    <a:pt x="242" y="122"/>
                    <a:pt x="242" y="122"/>
                  </a:cubicBezTo>
                  <a:cubicBezTo>
                    <a:pt x="249" y="110"/>
                    <a:pt x="253" y="96"/>
                    <a:pt x="253" y="81"/>
                  </a:cubicBezTo>
                  <a:cubicBezTo>
                    <a:pt x="253" y="36"/>
                    <a:pt x="217" y="0"/>
                    <a:pt x="173" y="0"/>
                  </a:cubicBezTo>
                  <a:cubicBezTo>
                    <a:pt x="128" y="0"/>
                    <a:pt x="92" y="36"/>
                    <a:pt x="92" y="81"/>
                  </a:cubicBezTo>
                  <a:cubicBezTo>
                    <a:pt x="92" y="104"/>
                    <a:pt x="103" y="125"/>
                    <a:pt x="119" y="140"/>
                  </a:cubicBezTo>
                  <a:cubicBezTo>
                    <a:pt x="2" y="341"/>
                    <a:pt x="2" y="341"/>
                    <a:pt x="2" y="341"/>
                  </a:cubicBezTo>
                  <a:cubicBezTo>
                    <a:pt x="0" y="345"/>
                    <a:pt x="0" y="349"/>
                    <a:pt x="1" y="353"/>
                  </a:cubicBezTo>
                  <a:cubicBezTo>
                    <a:pt x="2" y="357"/>
                    <a:pt x="4" y="361"/>
                    <a:pt x="8" y="3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56" name="Freeform 18">
              <a:extLst>
                <a:ext uri="{FF2B5EF4-FFF2-40B4-BE49-F238E27FC236}">
                  <a16:creationId xmlns:a16="http://schemas.microsoft.com/office/drawing/2014/main" id="{8806B0D2-B416-4DC5-B425-3A711706BB88}"/>
                </a:ext>
              </a:extLst>
            </p:cNvPr>
            <p:cNvSpPr>
              <a:spLocks/>
            </p:cNvSpPr>
            <p:nvPr/>
          </p:nvSpPr>
          <p:spPr bwMode="auto">
            <a:xfrm>
              <a:off x="12676766" y="1917457"/>
              <a:ext cx="358058" cy="147789"/>
            </a:xfrm>
            <a:custGeom>
              <a:avLst/>
              <a:gdLst>
                <a:gd name="T0" fmla="*/ 403 w 403"/>
                <a:gd name="T1" fmla="*/ 88 h 161"/>
                <a:gd name="T2" fmla="*/ 387 w 403"/>
                <a:gd name="T3" fmla="*/ 72 h 161"/>
                <a:gd name="T4" fmla="*/ 161 w 403"/>
                <a:gd name="T5" fmla="*/ 72 h 161"/>
                <a:gd name="T6" fmla="*/ 146 w 403"/>
                <a:gd name="T7" fmla="*/ 33 h 161"/>
                <a:gd name="T8" fmla="*/ 136 w 403"/>
                <a:gd name="T9" fmla="*/ 51 h 161"/>
                <a:gd name="T10" fmla="*/ 104 w 403"/>
                <a:gd name="T11" fmla="*/ 69 h 161"/>
                <a:gd name="T12" fmla="*/ 85 w 403"/>
                <a:gd name="T13" fmla="*/ 64 h 161"/>
                <a:gd name="T14" fmla="*/ 68 w 403"/>
                <a:gd name="T15" fmla="*/ 42 h 161"/>
                <a:gd name="T16" fmla="*/ 72 w 403"/>
                <a:gd name="T17" fmla="*/ 14 h 161"/>
                <a:gd name="T18" fmla="*/ 80 w 403"/>
                <a:gd name="T19" fmla="*/ 0 h 161"/>
                <a:gd name="T20" fmla="*/ 0 w 403"/>
                <a:gd name="T21" fmla="*/ 80 h 161"/>
                <a:gd name="T22" fmla="*/ 81 w 403"/>
                <a:gd name="T23" fmla="*/ 161 h 161"/>
                <a:gd name="T24" fmla="*/ 158 w 403"/>
                <a:gd name="T25" fmla="*/ 104 h 161"/>
                <a:gd name="T26" fmla="*/ 387 w 403"/>
                <a:gd name="T27" fmla="*/ 104 h 161"/>
                <a:gd name="T28" fmla="*/ 403 w 403"/>
                <a:gd name="T29" fmla="*/ 88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03" h="161">
                  <a:moveTo>
                    <a:pt x="403" y="88"/>
                  </a:moveTo>
                  <a:cubicBezTo>
                    <a:pt x="403" y="79"/>
                    <a:pt x="396" y="72"/>
                    <a:pt x="387" y="72"/>
                  </a:cubicBezTo>
                  <a:cubicBezTo>
                    <a:pt x="161" y="72"/>
                    <a:pt x="161" y="72"/>
                    <a:pt x="161" y="72"/>
                  </a:cubicBezTo>
                  <a:cubicBezTo>
                    <a:pt x="159" y="58"/>
                    <a:pt x="154" y="44"/>
                    <a:pt x="146" y="33"/>
                  </a:cubicBezTo>
                  <a:cubicBezTo>
                    <a:pt x="136" y="51"/>
                    <a:pt x="136" y="51"/>
                    <a:pt x="136" y="51"/>
                  </a:cubicBezTo>
                  <a:cubicBezTo>
                    <a:pt x="129" y="62"/>
                    <a:pt x="117" y="69"/>
                    <a:pt x="104" y="69"/>
                  </a:cubicBezTo>
                  <a:cubicBezTo>
                    <a:pt x="97" y="69"/>
                    <a:pt x="91" y="67"/>
                    <a:pt x="85" y="64"/>
                  </a:cubicBezTo>
                  <a:cubicBezTo>
                    <a:pt x="77" y="59"/>
                    <a:pt x="71" y="51"/>
                    <a:pt x="68" y="42"/>
                  </a:cubicBezTo>
                  <a:cubicBezTo>
                    <a:pt x="66" y="32"/>
                    <a:pt x="67" y="22"/>
                    <a:pt x="72" y="14"/>
                  </a:cubicBezTo>
                  <a:cubicBezTo>
                    <a:pt x="80" y="0"/>
                    <a:pt x="80" y="0"/>
                    <a:pt x="80" y="0"/>
                  </a:cubicBezTo>
                  <a:cubicBezTo>
                    <a:pt x="36" y="1"/>
                    <a:pt x="0" y="36"/>
                    <a:pt x="0" y="80"/>
                  </a:cubicBezTo>
                  <a:cubicBezTo>
                    <a:pt x="0" y="125"/>
                    <a:pt x="36" y="161"/>
                    <a:pt x="81" y="161"/>
                  </a:cubicBezTo>
                  <a:cubicBezTo>
                    <a:pt x="117" y="161"/>
                    <a:pt x="148" y="137"/>
                    <a:pt x="158" y="104"/>
                  </a:cubicBezTo>
                  <a:cubicBezTo>
                    <a:pt x="387" y="104"/>
                    <a:pt x="387" y="104"/>
                    <a:pt x="387" y="104"/>
                  </a:cubicBezTo>
                  <a:cubicBezTo>
                    <a:pt x="396" y="104"/>
                    <a:pt x="403" y="96"/>
                    <a:pt x="403"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57" name="Freeform 19">
              <a:extLst>
                <a:ext uri="{FF2B5EF4-FFF2-40B4-BE49-F238E27FC236}">
                  <a16:creationId xmlns:a16="http://schemas.microsoft.com/office/drawing/2014/main" id="{CFE6336C-0B20-4C99-A011-551BD5FBACAC}"/>
                </a:ext>
              </a:extLst>
            </p:cNvPr>
            <p:cNvSpPr>
              <a:spLocks/>
            </p:cNvSpPr>
            <p:nvPr/>
          </p:nvSpPr>
          <p:spPr bwMode="auto">
            <a:xfrm>
              <a:off x="12920204" y="1730887"/>
              <a:ext cx="218081" cy="334359"/>
            </a:xfrm>
            <a:custGeom>
              <a:avLst/>
              <a:gdLst>
                <a:gd name="T0" fmla="*/ 164 w 245"/>
                <a:gd name="T1" fmla="*/ 204 h 365"/>
                <a:gd name="T2" fmla="*/ 145 w 245"/>
                <a:gd name="T3" fmla="*/ 206 h 365"/>
                <a:gd name="T4" fmla="*/ 30 w 245"/>
                <a:gd name="T5" fmla="*/ 8 h 365"/>
                <a:gd name="T6" fmla="*/ 17 w 245"/>
                <a:gd name="T7" fmla="*/ 0 h 365"/>
                <a:gd name="T8" fmla="*/ 9 w 245"/>
                <a:gd name="T9" fmla="*/ 2 h 365"/>
                <a:gd name="T10" fmla="*/ 1 w 245"/>
                <a:gd name="T11" fmla="*/ 11 h 365"/>
                <a:gd name="T12" fmla="*/ 3 w 245"/>
                <a:gd name="T13" fmla="*/ 23 h 365"/>
                <a:gd name="T14" fmla="*/ 116 w 245"/>
                <a:gd name="T15" fmla="*/ 220 h 365"/>
                <a:gd name="T16" fmla="*/ 90 w 245"/>
                <a:gd name="T17" fmla="*/ 255 h 365"/>
                <a:gd name="T18" fmla="*/ 113 w 245"/>
                <a:gd name="T19" fmla="*/ 255 h 365"/>
                <a:gd name="T20" fmla="*/ 150 w 245"/>
                <a:gd name="T21" fmla="*/ 292 h 365"/>
                <a:gd name="T22" fmla="*/ 113 w 245"/>
                <a:gd name="T23" fmla="*/ 329 h 365"/>
                <a:gd name="T24" fmla="*/ 97 w 245"/>
                <a:gd name="T25" fmla="*/ 329 h 365"/>
                <a:gd name="T26" fmla="*/ 164 w 245"/>
                <a:gd name="T27" fmla="*/ 365 h 365"/>
                <a:gd name="T28" fmla="*/ 245 w 245"/>
                <a:gd name="T29" fmla="*/ 284 h 365"/>
                <a:gd name="T30" fmla="*/ 164 w 245"/>
                <a:gd name="T31" fmla="*/ 204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5" h="365">
                  <a:moveTo>
                    <a:pt x="164" y="204"/>
                  </a:moveTo>
                  <a:cubicBezTo>
                    <a:pt x="158" y="204"/>
                    <a:pt x="151" y="205"/>
                    <a:pt x="145" y="206"/>
                  </a:cubicBezTo>
                  <a:cubicBezTo>
                    <a:pt x="30" y="8"/>
                    <a:pt x="30" y="8"/>
                    <a:pt x="30" y="8"/>
                  </a:cubicBezTo>
                  <a:cubicBezTo>
                    <a:pt x="28" y="3"/>
                    <a:pt x="22" y="0"/>
                    <a:pt x="17" y="0"/>
                  </a:cubicBezTo>
                  <a:cubicBezTo>
                    <a:pt x="14" y="0"/>
                    <a:pt x="11" y="0"/>
                    <a:pt x="9" y="2"/>
                  </a:cubicBezTo>
                  <a:cubicBezTo>
                    <a:pt x="5" y="4"/>
                    <a:pt x="2" y="7"/>
                    <a:pt x="1" y="11"/>
                  </a:cubicBezTo>
                  <a:cubicBezTo>
                    <a:pt x="0" y="15"/>
                    <a:pt x="1" y="20"/>
                    <a:pt x="3" y="23"/>
                  </a:cubicBezTo>
                  <a:cubicBezTo>
                    <a:pt x="116" y="220"/>
                    <a:pt x="116" y="220"/>
                    <a:pt x="116" y="220"/>
                  </a:cubicBezTo>
                  <a:cubicBezTo>
                    <a:pt x="105" y="229"/>
                    <a:pt x="95" y="241"/>
                    <a:pt x="90" y="255"/>
                  </a:cubicBezTo>
                  <a:cubicBezTo>
                    <a:pt x="113" y="255"/>
                    <a:pt x="113" y="255"/>
                    <a:pt x="113" y="255"/>
                  </a:cubicBezTo>
                  <a:cubicBezTo>
                    <a:pt x="133" y="255"/>
                    <a:pt x="150" y="271"/>
                    <a:pt x="150" y="292"/>
                  </a:cubicBezTo>
                  <a:cubicBezTo>
                    <a:pt x="150" y="312"/>
                    <a:pt x="133" y="329"/>
                    <a:pt x="113" y="329"/>
                  </a:cubicBezTo>
                  <a:cubicBezTo>
                    <a:pt x="97" y="329"/>
                    <a:pt x="97" y="329"/>
                    <a:pt x="97" y="329"/>
                  </a:cubicBezTo>
                  <a:cubicBezTo>
                    <a:pt x="112" y="351"/>
                    <a:pt x="136" y="365"/>
                    <a:pt x="164" y="365"/>
                  </a:cubicBezTo>
                  <a:cubicBezTo>
                    <a:pt x="209" y="365"/>
                    <a:pt x="245" y="329"/>
                    <a:pt x="245" y="284"/>
                  </a:cubicBezTo>
                  <a:cubicBezTo>
                    <a:pt x="245" y="240"/>
                    <a:pt x="209" y="204"/>
                    <a:pt x="164" y="2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grpSp>
    </p:spTree>
    <p:extLst>
      <p:ext uri="{BB962C8B-B14F-4D97-AF65-F5344CB8AC3E}">
        <p14:creationId xmlns:p14="http://schemas.microsoft.com/office/powerpoint/2010/main" val="1809687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a:xfrm>
            <a:off x="7320136" y="3070644"/>
            <a:ext cx="5976664" cy="716711"/>
          </a:xfrm>
        </p:spPr>
        <p:txBody>
          <a:bodyPr/>
          <a:lstStyle/>
          <a:p>
            <a:r>
              <a:rPr lang="en-IN" sz="2100" dirty="0"/>
              <a:t>Our capabilities and credentials</a:t>
            </a:r>
            <a:endParaRPr lang="en-US" sz="2100" dirty="0"/>
          </a:p>
        </p:txBody>
      </p:sp>
      <p:pic>
        <p:nvPicPr>
          <p:cNvPr id="6" name="Picture 5">
            <a:extLst>
              <a:ext uri="{FF2B5EF4-FFF2-40B4-BE49-F238E27FC236}">
                <a16:creationId xmlns:a16="http://schemas.microsoft.com/office/drawing/2014/main" id="{5F927D01-1502-4B0B-8BF0-97E6C821FEE9}"/>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0" y="0"/>
            <a:ext cx="7121346" cy="6858000"/>
          </a:xfrm>
          <a:prstGeom prst="rect">
            <a:avLst/>
          </a:prstGeom>
        </p:spPr>
      </p:pic>
    </p:spTree>
    <p:extLst>
      <p:ext uri="{BB962C8B-B14F-4D97-AF65-F5344CB8AC3E}">
        <p14:creationId xmlns:p14="http://schemas.microsoft.com/office/powerpoint/2010/main" val="97694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72">
            <a:extLst>
              <a:ext uri="{FF2B5EF4-FFF2-40B4-BE49-F238E27FC236}">
                <a16:creationId xmlns:a16="http://schemas.microsoft.com/office/drawing/2014/main" id="{313B51D9-D405-453F-9C79-734E4AEDE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5617" y="-6763"/>
            <a:ext cx="6180021" cy="6855097"/>
          </a:xfrm>
          <a:prstGeom prst="rect">
            <a:avLst/>
          </a:prstGeom>
        </p:spPr>
      </p:pic>
      <p:sp>
        <p:nvSpPr>
          <p:cNvPr id="16" name="Graphic 1">
            <a:extLst>
              <a:ext uri="{FF2B5EF4-FFF2-40B4-BE49-F238E27FC236}">
                <a16:creationId xmlns:a16="http://schemas.microsoft.com/office/drawing/2014/main" id="{21B2CF7E-E8F6-4A2F-9828-4F9A39B0864F}"/>
              </a:ext>
            </a:extLst>
          </p:cNvPr>
          <p:cNvSpPr/>
          <p:nvPr/>
        </p:nvSpPr>
        <p:spPr>
          <a:xfrm rot="20535171">
            <a:off x="2295796" y="83734"/>
            <a:ext cx="14823531" cy="6713585"/>
          </a:xfrm>
          <a:custGeom>
            <a:avLst/>
            <a:gdLst>
              <a:gd name="connsiteX0" fmla="*/ 7215188 w 7239000"/>
              <a:gd name="connsiteY0" fmla="*/ 3278548 h 3278547"/>
              <a:gd name="connsiteX1" fmla="*/ 6557010 w 7239000"/>
              <a:gd name="connsiteY1" fmla="*/ 2329858 h 3278547"/>
              <a:gd name="connsiteX2" fmla="*/ 4255770 w 7239000"/>
              <a:gd name="connsiteY2" fmla="*/ 41000 h 3278547"/>
              <a:gd name="connsiteX3" fmla="*/ 4255770 w 7239000"/>
              <a:gd name="connsiteY3" fmla="*/ 41000 h 3278547"/>
              <a:gd name="connsiteX4" fmla="*/ 4247198 w 7239000"/>
              <a:gd name="connsiteY4" fmla="*/ 40048 h 3278547"/>
              <a:gd name="connsiteX5" fmla="*/ 4245293 w 7239000"/>
              <a:gd name="connsiteY5" fmla="*/ 40048 h 3278547"/>
              <a:gd name="connsiteX6" fmla="*/ 2178368 w 7239000"/>
              <a:gd name="connsiteY6" fmla="*/ 949685 h 3278547"/>
              <a:gd name="connsiteX7" fmla="*/ 2162175 w 7239000"/>
              <a:gd name="connsiteY7" fmla="*/ 963973 h 3278547"/>
              <a:gd name="connsiteX8" fmla="*/ 2172653 w 7239000"/>
              <a:gd name="connsiteY8" fmla="*/ 985880 h 3278547"/>
              <a:gd name="connsiteX9" fmla="*/ 2628900 w 7239000"/>
              <a:gd name="connsiteY9" fmla="*/ 2749910 h 3278547"/>
              <a:gd name="connsiteX10" fmla="*/ 1949768 w 7239000"/>
              <a:gd name="connsiteY10" fmla="*/ 2512738 h 3278547"/>
              <a:gd name="connsiteX11" fmla="*/ 1019175 w 7239000"/>
              <a:gd name="connsiteY11" fmla="*/ 2072683 h 3278547"/>
              <a:gd name="connsiteX12" fmla="*/ 36195 w 7239000"/>
              <a:gd name="connsiteY12" fmla="*/ 3269023 h 3278547"/>
              <a:gd name="connsiteX13" fmla="*/ 0 w 7239000"/>
              <a:gd name="connsiteY13" fmla="*/ 3257593 h 3278547"/>
              <a:gd name="connsiteX14" fmla="*/ 270510 w 7239000"/>
              <a:gd name="connsiteY14" fmla="*/ 2655613 h 3278547"/>
              <a:gd name="connsiteX15" fmla="*/ 1018223 w 7239000"/>
              <a:gd name="connsiteY15" fmla="*/ 2034583 h 3278547"/>
              <a:gd name="connsiteX16" fmla="*/ 1971675 w 7239000"/>
              <a:gd name="connsiteY16" fmla="*/ 2481305 h 3278547"/>
              <a:gd name="connsiteX17" fmla="*/ 2599373 w 7239000"/>
              <a:gd name="connsiteY17" fmla="*/ 2725146 h 3278547"/>
              <a:gd name="connsiteX18" fmla="*/ 2138363 w 7239000"/>
              <a:gd name="connsiteY18" fmla="*/ 1002073 h 3278547"/>
              <a:gd name="connsiteX19" fmla="*/ 2122170 w 7239000"/>
              <a:gd name="connsiteY19" fmla="*/ 967783 h 3278547"/>
              <a:gd name="connsiteX20" fmla="*/ 2116455 w 7239000"/>
              <a:gd name="connsiteY20" fmla="*/ 955400 h 3278547"/>
              <a:gd name="connsiteX21" fmla="*/ 2126933 w 7239000"/>
              <a:gd name="connsiteY21" fmla="*/ 945875 h 3278547"/>
              <a:gd name="connsiteX22" fmla="*/ 2152650 w 7239000"/>
              <a:gd name="connsiteY22" fmla="*/ 922063 h 3278547"/>
              <a:gd name="connsiteX23" fmla="*/ 2890838 w 7239000"/>
              <a:gd name="connsiteY23" fmla="*/ 369613 h 3278547"/>
              <a:gd name="connsiteX24" fmla="*/ 4248150 w 7239000"/>
              <a:gd name="connsiteY24" fmla="*/ 2900 h 3278547"/>
              <a:gd name="connsiteX25" fmla="*/ 4252913 w 7239000"/>
              <a:gd name="connsiteY25" fmla="*/ 2900 h 3278547"/>
              <a:gd name="connsiteX26" fmla="*/ 4252913 w 7239000"/>
              <a:gd name="connsiteY26" fmla="*/ 2900 h 3278547"/>
              <a:gd name="connsiteX27" fmla="*/ 6590348 w 7239000"/>
              <a:gd name="connsiteY27" fmla="*/ 2310808 h 3278547"/>
              <a:gd name="connsiteX28" fmla="*/ 7239000 w 7239000"/>
              <a:gd name="connsiteY28" fmla="*/ 3249021 h 3278547"/>
              <a:gd name="connsiteX29" fmla="*/ 7215188 w 7239000"/>
              <a:gd name="connsiteY29" fmla="*/ 3278548 h 327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39000" h="3278547">
                <a:moveTo>
                  <a:pt x="7215188" y="3278548"/>
                </a:moveTo>
                <a:cubicBezTo>
                  <a:pt x="7036118" y="3138530"/>
                  <a:pt x="6814185" y="2764198"/>
                  <a:pt x="6557010" y="2329858"/>
                </a:cubicBezTo>
                <a:cubicBezTo>
                  <a:pt x="5998845" y="1386883"/>
                  <a:pt x="5233988" y="96245"/>
                  <a:pt x="4255770" y="41000"/>
                </a:cubicBezTo>
                <a:lnTo>
                  <a:pt x="4255770" y="41000"/>
                </a:lnTo>
                <a:lnTo>
                  <a:pt x="4247198" y="40048"/>
                </a:lnTo>
                <a:cubicBezTo>
                  <a:pt x="4246245" y="40048"/>
                  <a:pt x="4245293" y="40048"/>
                  <a:pt x="4245293" y="40048"/>
                </a:cubicBezTo>
                <a:cubicBezTo>
                  <a:pt x="3781425" y="14330"/>
                  <a:pt x="3046095" y="151490"/>
                  <a:pt x="2178368" y="949685"/>
                </a:cubicBezTo>
                <a:cubicBezTo>
                  <a:pt x="2172653" y="955400"/>
                  <a:pt x="2166938" y="960163"/>
                  <a:pt x="2162175" y="963973"/>
                </a:cubicBezTo>
                <a:cubicBezTo>
                  <a:pt x="2165033" y="970640"/>
                  <a:pt x="2168843" y="977308"/>
                  <a:pt x="2172653" y="985880"/>
                </a:cubicBezTo>
                <a:cubicBezTo>
                  <a:pt x="2486025" y="1663108"/>
                  <a:pt x="2820353" y="2519405"/>
                  <a:pt x="2628900" y="2749910"/>
                </a:cubicBezTo>
                <a:cubicBezTo>
                  <a:pt x="2499360" y="2905168"/>
                  <a:pt x="2245043" y="2723240"/>
                  <a:pt x="1949768" y="2512738"/>
                </a:cubicBezTo>
                <a:cubicBezTo>
                  <a:pt x="1655445" y="2302235"/>
                  <a:pt x="1322070" y="2064110"/>
                  <a:pt x="1019175" y="2072683"/>
                </a:cubicBezTo>
                <a:cubicBezTo>
                  <a:pt x="422910" y="2089828"/>
                  <a:pt x="40005" y="3257593"/>
                  <a:pt x="36195" y="3269023"/>
                </a:cubicBezTo>
                <a:lnTo>
                  <a:pt x="0" y="3257593"/>
                </a:lnTo>
                <a:cubicBezTo>
                  <a:pt x="953" y="3254735"/>
                  <a:pt x="98108" y="2953746"/>
                  <a:pt x="270510" y="2655613"/>
                </a:cubicBezTo>
                <a:cubicBezTo>
                  <a:pt x="503873" y="2250800"/>
                  <a:pt x="755333" y="2042203"/>
                  <a:pt x="1018223" y="2034583"/>
                </a:cubicBezTo>
                <a:cubicBezTo>
                  <a:pt x="1334453" y="2026010"/>
                  <a:pt x="1672590" y="2267945"/>
                  <a:pt x="1971675" y="2481305"/>
                </a:cubicBezTo>
                <a:cubicBezTo>
                  <a:pt x="2250758" y="2681330"/>
                  <a:pt x="2492693" y="2853733"/>
                  <a:pt x="2599373" y="2725146"/>
                </a:cubicBezTo>
                <a:cubicBezTo>
                  <a:pt x="2739390" y="2557505"/>
                  <a:pt x="2575560" y="1945048"/>
                  <a:pt x="2138363" y="1002073"/>
                </a:cubicBezTo>
                <a:cubicBezTo>
                  <a:pt x="2131695" y="986833"/>
                  <a:pt x="2125980" y="975403"/>
                  <a:pt x="2122170" y="967783"/>
                </a:cubicBezTo>
                <a:lnTo>
                  <a:pt x="2116455" y="955400"/>
                </a:lnTo>
                <a:lnTo>
                  <a:pt x="2126933" y="945875"/>
                </a:lnTo>
                <a:cubicBezTo>
                  <a:pt x="2133600" y="939208"/>
                  <a:pt x="2143125" y="931588"/>
                  <a:pt x="2152650" y="922063"/>
                </a:cubicBezTo>
                <a:cubicBezTo>
                  <a:pt x="2253615" y="828718"/>
                  <a:pt x="2522220" y="582020"/>
                  <a:pt x="2890838" y="369613"/>
                </a:cubicBezTo>
                <a:cubicBezTo>
                  <a:pt x="3353753" y="101960"/>
                  <a:pt x="3810000" y="-20912"/>
                  <a:pt x="4248150" y="2900"/>
                </a:cubicBezTo>
                <a:lnTo>
                  <a:pt x="4252913" y="2900"/>
                </a:lnTo>
                <a:lnTo>
                  <a:pt x="4252913" y="2900"/>
                </a:lnTo>
                <a:cubicBezTo>
                  <a:pt x="5253990" y="55288"/>
                  <a:pt x="6026468" y="1359260"/>
                  <a:pt x="6590348" y="2310808"/>
                </a:cubicBezTo>
                <a:cubicBezTo>
                  <a:pt x="6845618" y="2741338"/>
                  <a:pt x="7065645" y="3113765"/>
                  <a:pt x="7239000" y="3249021"/>
                </a:cubicBezTo>
                <a:lnTo>
                  <a:pt x="7215188" y="3278548"/>
                </a:lnTo>
                <a:close/>
              </a:path>
            </a:pathLst>
          </a:custGeom>
          <a:gradFill>
            <a:gsLst>
              <a:gs pos="63000">
                <a:schemeClr val="accent2">
                  <a:alpha val="0"/>
                </a:schemeClr>
              </a:gs>
              <a:gs pos="12000">
                <a:schemeClr val="accent2">
                  <a:alpha val="0"/>
                </a:schemeClr>
              </a:gs>
              <a:gs pos="39000">
                <a:srgbClr val="12ABDB"/>
              </a:gs>
            </a:gsLst>
            <a:lin ang="540000" scaled="0"/>
          </a:gradFill>
          <a:ln w="9525" cap="flat">
            <a:noFill/>
            <a:prstDash val="solid"/>
            <a:miter/>
          </a:ln>
        </p:spPr>
        <p:txBody>
          <a:bodyPr rtlCol="0" anchor="ctr"/>
          <a:lstStyle/>
          <a:p>
            <a:endParaRPr lang="en-GB" dirty="0"/>
          </a:p>
        </p:txBody>
      </p:sp>
      <p:grpSp>
        <p:nvGrpSpPr>
          <p:cNvPr id="19" name="Group 18">
            <a:extLst>
              <a:ext uri="{FF2B5EF4-FFF2-40B4-BE49-F238E27FC236}">
                <a16:creationId xmlns:a16="http://schemas.microsoft.com/office/drawing/2014/main" id="{33C94E2A-A0B8-4CD0-8B70-8FF1376C037A}"/>
              </a:ext>
            </a:extLst>
          </p:cNvPr>
          <p:cNvGrpSpPr/>
          <p:nvPr/>
        </p:nvGrpSpPr>
        <p:grpSpPr>
          <a:xfrm>
            <a:off x="6180577" y="1125538"/>
            <a:ext cx="5735198" cy="5364162"/>
            <a:chOff x="533400" y="1709011"/>
            <a:chExt cx="6429260" cy="4681536"/>
          </a:xfrm>
        </p:grpSpPr>
        <p:sp>
          <p:nvSpPr>
            <p:cNvPr id="20" name="Rectangle 19">
              <a:extLst>
                <a:ext uri="{FF2B5EF4-FFF2-40B4-BE49-F238E27FC236}">
                  <a16:creationId xmlns:a16="http://schemas.microsoft.com/office/drawing/2014/main" id="{7CC4E098-3564-43E8-803B-E83C303A4AB1}"/>
                </a:ext>
              </a:extLst>
            </p:cNvPr>
            <p:cNvSpPr/>
            <p:nvPr/>
          </p:nvSpPr>
          <p:spPr>
            <a:xfrm>
              <a:off x="533400" y="1709011"/>
              <a:ext cx="3123190" cy="2249328"/>
            </a:xfrm>
            <a:prstGeom prst="rect">
              <a:avLst/>
            </a:prstGeom>
            <a:solidFill>
              <a:schemeClr val="accent1">
                <a:lumMod val="5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2400" b="1" i="0" u="none" strike="noStrike" kern="1200" cap="none" spc="0" normalizeH="0" baseline="0" noProof="0" dirty="0">
                  <a:ln>
                    <a:noFill/>
                  </a:ln>
                  <a:solidFill>
                    <a:srgbClr val="95E616"/>
                  </a:solidFill>
                  <a:effectLst/>
                  <a:uLnTx/>
                  <a:uFillTx/>
                  <a:latin typeface="Ubuntu"/>
                  <a:ea typeface="+mn-ea"/>
                  <a:cs typeface="+mn-cs"/>
                </a:rPr>
                <a:t>200+</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Ubuntu"/>
                  <a:ea typeface="+mn-ea"/>
                  <a:cs typeface="+mn-cs"/>
                </a:rPr>
                <a:t>Member strong</a:t>
              </a:r>
              <a:br>
                <a:rPr kumimoji="0" lang="en-US" sz="1800" b="0" i="0" u="none" strike="noStrike" kern="0" cap="none" spc="0" normalizeH="0" baseline="0" noProof="0" dirty="0">
                  <a:ln>
                    <a:noFill/>
                  </a:ln>
                  <a:solidFill>
                    <a:srgbClr val="FFFFFF"/>
                  </a:solidFill>
                  <a:effectLst/>
                  <a:uLnTx/>
                  <a:uFillTx/>
                  <a:latin typeface="Ubuntu"/>
                  <a:ea typeface="+mn-ea"/>
                  <a:cs typeface="+mn-cs"/>
                </a:rPr>
              </a:br>
              <a:r>
                <a:rPr kumimoji="0" lang="en-US" sz="1800" b="0" i="0" u="none" strike="noStrike" kern="0" cap="none" spc="0" normalizeH="0" baseline="0" noProof="0" dirty="0">
                  <a:ln>
                    <a:noFill/>
                  </a:ln>
                  <a:solidFill>
                    <a:srgbClr val="FFFFFF"/>
                  </a:solidFill>
                  <a:effectLst/>
                  <a:uLnTx/>
                  <a:uFillTx/>
                  <a:latin typeface="Ubuntu"/>
                  <a:ea typeface="+mn-ea"/>
                  <a:cs typeface="+mn-cs"/>
                </a:rPr>
                <a:t>delivery team </a:t>
              </a:r>
            </a:p>
          </p:txBody>
        </p:sp>
        <p:sp>
          <p:nvSpPr>
            <p:cNvPr id="21" name="Rectangle 20">
              <a:extLst>
                <a:ext uri="{FF2B5EF4-FFF2-40B4-BE49-F238E27FC236}">
                  <a16:creationId xmlns:a16="http://schemas.microsoft.com/office/drawing/2014/main" id="{0F6ACF5F-C42C-4819-B726-0230E2A18D40}"/>
                </a:ext>
              </a:extLst>
            </p:cNvPr>
            <p:cNvSpPr/>
            <p:nvPr/>
          </p:nvSpPr>
          <p:spPr>
            <a:xfrm>
              <a:off x="3839470" y="1709011"/>
              <a:ext cx="3123190" cy="2249328"/>
            </a:xfrm>
            <a:prstGeom prst="rect">
              <a:avLst/>
            </a:prstGeom>
            <a:solidFill>
              <a:schemeClr val="accent1">
                <a:lumMod val="5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2400" b="1" i="0" u="none" strike="noStrike" kern="1200" cap="none" spc="0" normalizeH="0" baseline="0" noProof="0" dirty="0">
                  <a:ln>
                    <a:noFill/>
                  </a:ln>
                  <a:solidFill>
                    <a:srgbClr val="95E616"/>
                  </a:solidFill>
                  <a:effectLst/>
                  <a:uLnTx/>
                  <a:uFillTx/>
                  <a:latin typeface="Ubuntu"/>
                  <a:ea typeface="+mn-ea"/>
                  <a:cs typeface="+mn-cs"/>
                </a:rPr>
                <a:t>6+ years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Ubuntu"/>
                  <a:ea typeface="+mn-ea"/>
                  <a:cs typeface="+mn-cs"/>
                </a:rPr>
                <a:t>of average relevant</a:t>
              </a:r>
              <a:br>
                <a:rPr kumimoji="0" lang="en-IN" sz="1800" b="0" i="0" u="none" strike="noStrike" kern="1200" cap="none" spc="0" normalizeH="0" baseline="0" noProof="0" dirty="0">
                  <a:ln>
                    <a:noFill/>
                  </a:ln>
                  <a:solidFill>
                    <a:srgbClr val="FFFFFF"/>
                  </a:solidFill>
                  <a:effectLst/>
                  <a:uLnTx/>
                  <a:uFillTx/>
                  <a:latin typeface="Ubuntu"/>
                  <a:ea typeface="+mn-ea"/>
                  <a:cs typeface="+mn-cs"/>
                </a:rPr>
              </a:br>
              <a:r>
                <a:rPr kumimoji="0" lang="en-IN" sz="1800" b="0" i="0" u="none" strike="noStrike" kern="1200" cap="none" spc="0" normalizeH="0" baseline="0" noProof="0" dirty="0">
                  <a:ln>
                    <a:noFill/>
                  </a:ln>
                  <a:solidFill>
                    <a:srgbClr val="FFFFFF"/>
                  </a:solidFill>
                  <a:effectLst/>
                  <a:uLnTx/>
                  <a:uFillTx/>
                  <a:latin typeface="Ubuntu"/>
                  <a:ea typeface="+mn-ea"/>
                  <a:cs typeface="+mn-cs"/>
                </a:rPr>
                <a:t>work experience</a:t>
              </a:r>
            </a:p>
          </p:txBody>
        </p:sp>
        <p:sp>
          <p:nvSpPr>
            <p:cNvPr id="22" name="Rectangle 21">
              <a:extLst>
                <a:ext uri="{FF2B5EF4-FFF2-40B4-BE49-F238E27FC236}">
                  <a16:creationId xmlns:a16="http://schemas.microsoft.com/office/drawing/2014/main" id="{5EF3BFFB-C248-4F4E-AA9D-6A7229D1DA83}"/>
                </a:ext>
              </a:extLst>
            </p:cNvPr>
            <p:cNvSpPr/>
            <p:nvPr/>
          </p:nvSpPr>
          <p:spPr>
            <a:xfrm>
              <a:off x="533400" y="4141219"/>
              <a:ext cx="3123190" cy="2249328"/>
            </a:xfrm>
            <a:prstGeom prst="rect">
              <a:avLst/>
            </a:prstGeom>
            <a:solidFill>
              <a:schemeClr val="accent1">
                <a:lumMod val="5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Ubuntu"/>
                  <a:ea typeface="+mn-ea"/>
                  <a:cs typeface="+mn-cs"/>
                </a:rPr>
                <a:t>Specialists across a </a:t>
              </a:r>
              <a:br>
                <a:rPr kumimoji="0" lang="en-IN" sz="1800" b="0" i="0" u="none" strike="noStrike" kern="1200" cap="none" spc="0" normalizeH="0" baseline="0" noProof="0" dirty="0">
                  <a:ln>
                    <a:noFill/>
                  </a:ln>
                  <a:solidFill>
                    <a:srgbClr val="FFFFFF"/>
                  </a:solidFill>
                  <a:effectLst/>
                  <a:uLnTx/>
                  <a:uFillTx/>
                  <a:latin typeface="Ubuntu"/>
                  <a:ea typeface="+mn-ea"/>
                  <a:cs typeface="+mn-cs"/>
                </a:rPr>
              </a:br>
              <a:r>
                <a:rPr kumimoji="0" lang="en-IN" sz="1800" b="0" i="0" u="none" strike="noStrike" kern="1200" cap="none" spc="0" normalizeH="0" baseline="0" noProof="0" dirty="0">
                  <a:ln>
                    <a:noFill/>
                  </a:ln>
                  <a:solidFill>
                    <a:srgbClr val="FFFFFF"/>
                  </a:solidFill>
                  <a:effectLst/>
                  <a:uLnTx/>
                  <a:uFillTx/>
                  <a:latin typeface="Ubuntu"/>
                  <a:ea typeface="+mn-ea"/>
                  <a:cs typeface="+mn-cs"/>
                </a:rPr>
                <a:t>majority of</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srgbClr val="95E616"/>
                  </a:solidFill>
                  <a:effectLst/>
                  <a:uLnTx/>
                  <a:uFillTx/>
                  <a:latin typeface="Ubuntu"/>
                  <a:ea typeface="+mn-ea"/>
                  <a:cs typeface="+mn-cs"/>
                </a:rPr>
                <a:t>INDUSTRIES &amp;</a:t>
              </a:r>
              <a:br>
                <a:rPr kumimoji="0" lang="en-US" sz="1800" b="1" i="0" u="none" strike="noStrike" kern="1200" cap="none" spc="0" normalizeH="0" baseline="0" noProof="0" dirty="0">
                  <a:ln>
                    <a:noFill/>
                  </a:ln>
                  <a:solidFill>
                    <a:srgbClr val="95E616"/>
                  </a:solidFill>
                  <a:effectLst/>
                  <a:uLnTx/>
                  <a:uFillTx/>
                  <a:latin typeface="Ubuntu"/>
                  <a:ea typeface="+mn-ea"/>
                  <a:cs typeface="+mn-cs"/>
                </a:rPr>
              </a:br>
              <a:r>
                <a:rPr kumimoji="0" lang="en-US" sz="1800" b="1" i="0" u="none" strike="noStrike" kern="1200" cap="none" spc="0" normalizeH="0" baseline="0" noProof="0" dirty="0">
                  <a:ln>
                    <a:noFill/>
                  </a:ln>
                  <a:solidFill>
                    <a:srgbClr val="95E616"/>
                  </a:solidFill>
                  <a:effectLst/>
                  <a:uLnTx/>
                  <a:uFillTx/>
                  <a:latin typeface="Ubuntu"/>
                  <a:ea typeface="+mn-ea"/>
                  <a:cs typeface="+mn-cs"/>
                </a:rPr>
                <a:t>FUNCTIONS</a:t>
              </a:r>
            </a:p>
          </p:txBody>
        </p:sp>
        <p:sp>
          <p:nvSpPr>
            <p:cNvPr id="23" name="Rectangle 22">
              <a:extLst>
                <a:ext uri="{FF2B5EF4-FFF2-40B4-BE49-F238E27FC236}">
                  <a16:creationId xmlns:a16="http://schemas.microsoft.com/office/drawing/2014/main" id="{03D9D704-CD38-4E57-8185-BA032A6AC441}"/>
                </a:ext>
              </a:extLst>
            </p:cNvPr>
            <p:cNvSpPr/>
            <p:nvPr/>
          </p:nvSpPr>
          <p:spPr>
            <a:xfrm>
              <a:off x="3839470" y="4141219"/>
              <a:ext cx="3123190" cy="2249328"/>
            </a:xfrm>
            <a:prstGeom prst="rect">
              <a:avLst/>
            </a:prstGeom>
            <a:solidFill>
              <a:schemeClr val="accent1">
                <a:lumMod val="50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800" b="0" i="0" u="none" strike="noStrike" kern="1200" cap="none" spc="0" normalizeH="0" baseline="0" noProof="0" dirty="0">
                  <a:ln>
                    <a:noFill/>
                  </a:ln>
                  <a:solidFill>
                    <a:srgbClr val="FFFFFF"/>
                  </a:solidFill>
                  <a:effectLst/>
                  <a:uLnTx/>
                  <a:uFillTx/>
                  <a:latin typeface="Ubuntu"/>
                  <a:ea typeface="+mn-ea"/>
                  <a:cs typeface="+mn-cs"/>
                </a:rPr>
                <a:t>Exposure to working with clients in more than</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2400" b="1" i="0" u="none" strike="noStrike" kern="1200" cap="none" spc="0" normalizeH="0" baseline="0" noProof="0" dirty="0">
                  <a:ln>
                    <a:noFill/>
                  </a:ln>
                  <a:solidFill>
                    <a:srgbClr val="95E616"/>
                  </a:solidFill>
                  <a:effectLst/>
                  <a:uLnTx/>
                  <a:uFillTx/>
                  <a:latin typeface="Ubuntu"/>
                  <a:ea typeface="+mn-ea"/>
                  <a:cs typeface="+mn-cs"/>
                </a:rPr>
                <a:t>20+  Countries</a:t>
              </a:r>
            </a:p>
          </p:txBody>
        </p:sp>
      </p:grpSp>
      <p:sp>
        <p:nvSpPr>
          <p:cNvPr id="24" name="Isosceles Triangle 23">
            <a:extLst>
              <a:ext uri="{FF2B5EF4-FFF2-40B4-BE49-F238E27FC236}">
                <a16:creationId xmlns:a16="http://schemas.microsoft.com/office/drawing/2014/main" id="{85DB25F7-E553-42F8-BBA2-566720F99BB5}"/>
              </a:ext>
            </a:extLst>
          </p:cNvPr>
          <p:cNvSpPr/>
          <p:nvPr/>
        </p:nvSpPr>
        <p:spPr>
          <a:xfrm rot="16200000">
            <a:off x="256924" y="3263786"/>
            <a:ext cx="185443" cy="128556"/>
          </a:xfrm>
          <a:prstGeom prst="triangle">
            <a:avLst/>
          </a:prstGeom>
          <a:solidFill>
            <a:schemeClr val="accent5">
              <a:lumMod val="20000"/>
              <a:lumOff val="8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252000" rIns="108000" bIns="864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5" name="Rectangle 24">
            <a:extLst>
              <a:ext uri="{FF2B5EF4-FFF2-40B4-BE49-F238E27FC236}">
                <a16:creationId xmlns:a16="http://schemas.microsoft.com/office/drawing/2014/main" id="{263164AE-EA89-45E1-BC1C-C9C759522B9F}"/>
              </a:ext>
            </a:extLst>
          </p:cNvPr>
          <p:cNvSpPr/>
          <p:nvPr/>
        </p:nvSpPr>
        <p:spPr>
          <a:xfrm rot="5400000">
            <a:off x="2036934" y="456166"/>
            <a:ext cx="1788762" cy="5071305"/>
          </a:xfrm>
          <a:prstGeom prst="rect">
            <a:avLst/>
          </a:prstGeom>
          <a:solidFill>
            <a:schemeClr val="accent4"/>
          </a:solidFill>
          <a:ln w="19050">
            <a:gradFill>
              <a:gsLst>
                <a:gs pos="0">
                  <a:schemeClr val="accent4"/>
                </a:gs>
                <a:gs pos="100000">
                  <a:srgbClr val="00BFB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vert270" lIns="108000" tIns="360000" rIns="108000" bIns="828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FFFFFF"/>
              </a:solidFill>
              <a:effectLst/>
              <a:uLnTx/>
              <a:uFillTx/>
              <a:latin typeface="Ubuntu"/>
              <a:ea typeface="+mn-ea"/>
              <a:cs typeface="+mn-cs"/>
            </a:endParaRPr>
          </a:p>
        </p:txBody>
      </p:sp>
      <p:sp>
        <p:nvSpPr>
          <p:cNvPr id="26" name="Rectangle: Top Corners Rounded 25">
            <a:extLst>
              <a:ext uri="{FF2B5EF4-FFF2-40B4-BE49-F238E27FC236}">
                <a16:creationId xmlns:a16="http://schemas.microsoft.com/office/drawing/2014/main" id="{A6340321-191E-4F13-AE32-2C8AFE43735D}"/>
              </a:ext>
            </a:extLst>
          </p:cNvPr>
          <p:cNvSpPr/>
          <p:nvPr/>
        </p:nvSpPr>
        <p:spPr>
          <a:xfrm rot="5400000">
            <a:off x="440600" y="2612173"/>
            <a:ext cx="558408" cy="868872"/>
          </a:xfrm>
          <a:prstGeom prst="round2SameRect">
            <a:avLst>
              <a:gd name="adj1" fmla="val 50000"/>
              <a:gd name="adj2" fmla="val 0"/>
            </a:avLst>
          </a:prstGeom>
          <a:solidFill>
            <a:srgbClr val="00BFB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252000" rIns="108000" bIns="864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7" name="Isosceles Triangle 26">
            <a:extLst>
              <a:ext uri="{FF2B5EF4-FFF2-40B4-BE49-F238E27FC236}">
                <a16:creationId xmlns:a16="http://schemas.microsoft.com/office/drawing/2014/main" id="{8B113379-70E6-42F1-8CB0-611907C7448F}"/>
              </a:ext>
            </a:extLst>
          </p:cNvPr>
          <p:cNvSpPr/>
          <p:nvPr/>
        </p:nvSpPr>
        <p:spPr>
          <a:xfrm rot="16200000">
            <a:off x="271772" y="5786600"/>
            <a:ext cx="185443" cy="128556"/>
          </a:xfrm>
          <a:prstGeom prst="triangle">
            <a:avLst/>
          </a:prstGeom>
          <a:solidFill>
            <a:schemeClr val="accent5">
              <a:lumMod val="20000"/>
              <a:lumOff val="8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252000" rIns="108000" bIns="864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28" name="Rectangle 27">
            <a:extLst>
              <a:ext uri="{FF2B5EF4-FFF2-40B4-BE49-F238E27FC236}">
                <a16:creationId xmlns:a16="http://schemas.microsoft.com/office/drawing/2014/main" id="{92A19226-EB96-4787-96CB-60C978A585C8}"/>
              </a:ext>
            </a:extLst>
          </p:cNvPr>
          <p:cNvSpPr/>
          <p:nvPr/>
        </p:nvSpPr>
        <p:spPr>
          <a:xfrm rot="5400000">
            <a:off x="2051780" y="2838983"/>
            <a:ext cx="1788763" cy="5071305"/>
          </a:xfrm>
          <a:prstGeom prst="rect">
            <a:avLst/>
          </a:prstGeom>
          <a:solidFill>
            <a:schemeClr val="accent4"/>
          </a:solidFill>
          <a:ln w="19050">
            <a:gradFill>
              <a:gsLst>
                <a:gs pos="0">
                  <a:schemeClr val="accent4"/>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vert270" lIns="108000" tIns="360000" rIns="108000" bIns="828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FFFFFF"/>
              </a:solidFill>
              <a:effectLst/>
              <a:uLnTx/>
              <a:uFillTx/>
              <a:latin typeface="Ubuntu"/>
              <a:ea typeface="+mn-ea"/>
              <a:cs typeface="+mn-cs"/>
            </a:endParaRPr>
          </a:p>
        </p:txBody>
      </p:sp>
      <p:sp>
        <p:nvSpPr>
          <p:cNvPr id="29" name="Rectangle: Top Corners Rounded 28">
            <a:extLst>
              <a:ext uri="{FF2B5EF4-FFF2-40B4-BE49-F238E27FC236}">
                <a16:creationId xmlns:a16="http://schemas.microsoft.com/office/drawing/2014/main" id="{F7B75FD4-AE32-4455-B204-896A272B50DF}"/>
              </a:ext>
            </a:extLst>
          </p:cNvPr>
          <p:cNvSpPr/>
          <p:nvPr/>
        </p:nvSpPr>
        <p:spPr>
          <a:xfrm rot="5400000">
            <a:off x="455448" y="5134987"/>
            <a:ext cx="558408" cy="868872"/>
          </a:xfrm>
          <a:prstGeom prst="round2SameRect">
            <a:avLst>
              <a:gd name="adj1" fmla="val 5000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252000" rIns="108000" bIns="864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Trebuchet MS" panose="020B0603020202020204" pitchFamily="34" charset="0"/>
              <a:ea typeface="+mn-ea"/>
              <a:cs typeface="+mn-cs"/>
            </a:endParaRPr>
          </a:p>
        </p:txBody>
      </p:sp>
      <p:sp>
        <p:nvSpPr>
          <p:cNvPr id="30" name="Rectangle 29">
            <a:extLst>
              <a:ext uri="{FF2B5EF4-FFF2-40B4-BE49-F238E27FC236}">
                <a16:creationId xmlns:a16="http://schemas.microsoft.com/office/drawing/2014/main" id="{7F018014-B75F-4C86-90C9-AB4A93D79E9B}"/>
              </a:ext>
            </a:extLst>
          </p:cNvPr>
          <p:cNvSpPr/>
          <p:nvPr/>
        </p:nvSpPr>
        <p:spPr>
          <a:xfrm>
            <a:off x="1178561" y="2205444"/>
            <a:ext cx="2757199" cy="246221"/>
          </a:xfrm>
          <a:prstGeom prst="rect">
            <a:avLst/>
          </a:prstGeom>
        </p:spPr>
        <p:txBody>
          <a:bodyPr wrap="square" lIns="0" tIns="0" rIns="0" bIns="0" num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200" normalizeH="0" baseline="0" noProof="0" dirty="0">
                <a:ln>
                  <a:noFill/>
                </a:ln>
                <a:solidFill>
                  <a:srgbClr val="00BFBF"/>
                </a:solidFill>
                <a:effectLst/>
                <a:uLnTx/>
                <a:uFillTx/>
                <a:latin typeface="Ubuntu"/>
                <a:ea typeface="+mn-ea"/>
                <a:cs typeface="+mn-cs"/>
              </a:rPr>
              <a:t>SECTOR SPECIALISTS</a:t>
            </a:r>
          </a:p>
        </p:txBody>
      </p:sp>
      <p:sp>
        <p:nvSpPr>
          <p:cNvPr id="31" name="Rectangle 30">
            <a:extLst>
              <a:ext uri="{FF2B5EF4-FFF2-40B4-BE49-F238E27FC236}">
                <a16:creationId xmlns:a16="http://schemas.microsoft.com/office/drawing/2014/main" id="{5FC696D0-7A5E-4CC9-89E9-79F3937B9B7B}"/>
              </a:ext>
            </a:extLst>
          </p:cNvPr>
          <p:cNvSpPr/>
          <p:nvPr/>
        </p:nvSpPr>
        <p:spPr>
          <a:xfrm>
            <a:off x="1205626" y="4622939"/>
            <a:ext cx="3594230" cy="246221"/>
          </a:xfrm>
          <a:prstGeom prst="rect">
            <a:avLst/>
          </a:prstGeom>
        </p:spPr>
        <p:txBody>
          <a:bodyPr wrap="square" lIns="0" tIns="0" rIns="0" bIns="0" num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200" normalizeH="0" baseline="0" noProof="0" dirty="0">
                <a:ln>
                  <a:noFill/>
                </a:ln>
                <a:solidFill>
                  <a:schemeClr val="accent2"/>
                </a:solidFill>
                <a:effectLst/>
                <a:uLnTx/>
                <a:uFillTx/>
                <a:latin typeface="Ubuntu"/>
                <a:ea typeface="+mn-ea"/>
                <a:cs typeface="+mn-cs"/>
              </a:rPr>
              <a:t>FUNCTIONAL AREA EXPERTS</a:t>
            </a:r>
          </a:p>
        </p:txBody>
      </p:sp>
      <p:grpSp>
        <p:nvGrpSpPr>
          <p:cNvPr id="32" name="Groupe 364">
            <a:extLst>
              <a:ext uri="{FF2B5EF4-FFF2-40B4-BE49-F238E27FC236}">
                <a16:creationId xmlns:a16="http://schemas.microsoft.com/office/drawing/2014/main" id="{2B392551-049A-44DC-A392-65D11D4CF8FB}"/>
              </a:ext>
            </a:extLst>
          </p:cNvPr>
          <p:cNvGrpSpPr/>
          <p:nvPr/>
        </p:nvGrpSpPr>
        <p:grpSpPr>
          <a:xfrm>
            <a:off x="6316612" y="1252517"/>
            <a:ext cx="635031" cy="389673"/>
            <a:chOff x="3092451" y="3854450"/>
            <a:chExt cx="450850" cy="327025"/>
          </a:xfrm>
        </p:grpSpPr>
        <p:sp>
          <p:nvSpPr>
            <p:cNvPr id="33" name="Freeform 286">
              <a:extLst>
                <a:ext uri="{FF2B5EF4-FFF2-40B4-BE49-F238E27FC236}">
                  <a16:creationId xmlns:a16="http://schemas.microsoft.com/office/drawing/2014/main" id="{5827F926-9A02-4CF9-B276-0D9A3B76246E}"/>
                </a:ext>
              </a:extLst>
            </p:cNvPr>
            <p:cNvSpPr>
              <a:spLocks/>
            </p:cNvSpPr>
            <p:nvPr/>
          </p:nvSpPr>
          <p:spPr bwMode="auto">
            <a:xfrm>
              <a:off x="3092451" y="3968750"/>
              <a:ext cx="168275" cy="123825"/>
            </a:xfrm>
            <a:custGeom>
              <a:avLst/>
              <a:gdLst>
                <a:gd name="T0" fmla="*/ 29 w 45"/>
                <a:gd name="T1" fmla="*/ 0 h 33"/>
                <a:gd name="T2" fmla="*/ 42 w 45"/>
                <a:gd name="T3" fmla="*/ 12 h 33"/>
                <a:gd name="T4" fmla="*/ 40 w 45"/>
                <a:gd name="T5" fmla="*/ 30 h 33"/>
                <a:gd name="T6" fmla="*/ 30 w 45"/>
                <a:gd name="T7" fmla="*/ 33 h 33"/>
                <a:gd name="T8" fmla="*/ 11 w 45"/>
                <a:gd name="T9" fmla="*/ 32 h 33"/>
                <a:gd name="T10" fmla="*/ 0 w 45"/>
                <a:gd name="T11" fmla="*/ 30 h 33"/>
                <a:gd name="T12" fmla="*/ 0 w 45"/>
                <a:gd name="T13" fmla="*/ 29 h 33"/>
                <a:gd name="T14" fmla="*/ 0 w 45"/>
                <a:gd name="T15" fmla="*/ 21 h 33"/>
                <a:gd name="T16" fmla="*/ 14 w 45"/>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3">
                  <a:moveTo>
                    <a:pt x="29" y="0"/>
                  </a:moveTo>
                  <a:cubicBezTo>
                    <a:pt x="35" y="2"/>
                    <a:pt x="39" y="7"/>
                    <a:pt x="42" y="12"/>
                  </a:cubicBezTo>
                  <a:cubicBezTo>
                    <a:pt x="44" y="18"/>
                    <a:pt x="45" y="25"/>
                    <a:pt x="40" y="30"/>
                  </a:cubicBezTo>
                  <a:cubicBezTo>
                    <a:pt x="37" y="32"/>
                    <a:pt x="33" y="33"/>
                    <a:pt x="30" y="33"/>
                  </a:cubicBezTo>
                  <a:cubicBezTo>
                    <a:pt x="23" y="33"/>
                    <a:pt x="17" y="33"/>
                    <a:pt x="11" y="32"/>
                  </a:cubicBezTo>
                  <a:cubicBezTo>
                    <a:pt x="9" y="32"/>
                    <a:pt x="1" y="30"/>
                    <a:pt x="0" y="30"/>
                  </a:cubicBezTo>
                  <a:cubicBezTo>
                    <a:pt x="0" y="30"/>
                    <a:pt x="0" y="29"/>
                    <a:pt x="0" y="29"/>
                  </a:cubicBezTo>
                  <a:cubicBezTo>
                    <a:pt x="0" y="21"/>
                    <a:pt x="0" y="21"/>
                    <a:pt x="0" y="21"/>
                  </a:cubicBezTo>
                  <a:cubicBezTo>
                    <a:pt x="0" y="13"/>
                    <a:pt x="5" y="4"/>
                    <a:pt x="14" y="1"/>
                  </a:cubicBezTo>
                </a:path>
              </a:pathLst>
            </a:custGeom>
            <a:solidFill>
              <a:schemeClr val="bg1"/>
            </a:solidFill>
            <a:ln w="9525" cap="flat" cmpd="sng" algn="ctr">
              <a:solidFill>
                <a:srgbClr val="003857"/>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34" name="Oval 287">
              <a:extLst>
                <a:ext uri="{FF2B5EF4-FFF2-40B4-BE49-F238E27FC236}">
                  <a16:creationId xmlns:a16="http://schemas.microsoft.com/office/drawing/2014/main" id="{9C8911D8-266B-4989-B5DC-C9123A1CAE08}"/>
                </a:ext>
              </a:extLst>
            </p:cNvPr>
            <p:cNvSpPr>
              <a:spLocks noChangeArrowheads="1"/>
            </p:cNvSpPr>
            <p:nvPr/>
          </p:nvSpPr>
          <p:spPr bwMode="auto">
            <a:xfrm>
              <a:off x="3125788" y="3867150"/>
              <a:ext cx="90488" cy="112713"/>
            </a:xfrm>
            <a:prstGeom prst="ellipse">
              <a:avLst/>
            </a:prstGeom>
            <a:solidFill>
              <a:schemeClr val="bg1"/>
            </a:solidFill>
            <a:ln w="9525" cap="flat" cmpd="sng" algn="ctr">
              <a:solidFill>
                <a:srgbClr val="003857"/>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35" name="Freeform 288">
              <a:extLst>
                <a:ext uri="{FF2B5EF4-FFF2-40B4-BE49-F238E27FC236}">
                  <a16:creationId xmlns:a16="http://schemas.microsoft.com/office/drawing/2014/main" id="{599E01E3-04C4-434B-BA6C-784A6A91F658}"/>
                </a:ext>
              </a:extLst>
            </p:cNvPr>
            <p:cNvSpPr>
              <a:spLocks/>
            </p:cNvSpPr>
            <p:nvPr/>
          </p:nvSpPr>
          <p:spPr bwMode="auto">
            <a:xfrm>
              <a:off x="3373438" y="3956050"/>
              <a:ext cx="169863" cy="125413"/>
            </a:xfrm>
            <a:custGeom>
              <a:avLst/>
              <a:gdLst>
                <a:gd name="T0" fmla="*/ 29 w 45"/>
                <a:gd name="T1" fmla="*/ 0 h 33"/>
                <a:gd name="T2" fmla="*/ 42 w 45"/>
                <a:gd name="T3" fmla="*/ 12 h 33"/>
                <a:gd name="T4" fmla="*/ 40 w 45"/>
                <a:gd name="T5" fmla="*/ 30 h 33"/>
                <a:gd name="T6" fmla="*/ 30 w 45"/>
                <a:gd name="T7" fmla="*/ 33 h 33"/>
                <a:gd name="T8" fmla="*/ 11 w 45"/>
                <a:gd name="T9" fmla="*/ 32 h 33"/>
                <a:gd name="T10" fmla="*/ 0 w 45"/>
                <a:gd name="T11" fmla="*/ 31 h 33"/>
                <a:gd name="T12" fmla="*/ 0 w 45"/>
                <a:gd name="T13" fmla="*/ 29 h 33"/>
                <a:gd name="T14" fmla="*/ 0 w 45"/>
                <a:gd name="T15" fmla="*/ 21 h 33"/>
                <a:gd name="T16" fmla="*/ 14 w 45"/>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3">
                  <a:moveTo>
                    <a:pt x="29" y="0"/>
                  </a:moveTo>
                  <a:cubicBezTo>
                    <a:pt x="35" y="2"/>
                    <a:pt x="40" y="7"/>
                    <a:pt x="42" y="12"/>
                  </a:cubicBezTo>
                  <a:cubicBezTo>
                    <a:pt x="45" y="18"/>
                    <a:pt x="45" y="25"/>
                    <a:pt x="40" y="30"/>
                  </a:cubicBezTo>
                  <a:cubicBezTo>
                    <a:pt x="37" y="32"/>
                    <a:pt x="34" y="33"/>
                    <a:pt x="30" y="33"/>
                  </a:cubicBezTo>
                  <a:cubicBezTo>
                    <a:pt x="24" y="33"/>
                    <a:pt x="17" y="33"/>
                    <a:pt x="11" y="32"/>
                  </a:cubicBezTo>
                  <a:cubicBezTo>
                    <a:pt x="9" y="32"/>
                    <a:pt x="1" y="30"/>
                    <a:pt x="0" y="31"/>
                  </a:cubicBezTo>
                  <a:cubicBezTo>
                    <a:pt x="0" y="30"/>
                    <a:pt x="0" y="29"/>
                    <a:pt x="0" y="29"/>
                  </a:cubicBezTo>
                  <a:cubicBezTo>
                    <a:pt x="0" y="21"/>
                    <a:pt x="0" y="21"/>
                    <a:pt x="0" y="21"/>
                  </a:cubicBezTo>
                  <a:cubicBezTo>
                    <a:pt x="0" y="13"/>
                    <a:pt x="6" y="4"/>
                    <a:pt x="14" y="1"/>
                  </a:cubicBezTo>
                </a:path>
              </a:pathLst>
            </a:custGeom>
            <a:solidFill>
              <a:schemeClr val="bg1"/>
            </a:solidFill>
            <a:ln w="9525" cap="flat" cmpd="sng" algn="ctr">
              <a:solidFill>
                <a:srgbClr val="003857"/>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36" name="Oval 289">
              <a:extLst>
                <a:ext uri="{FF2B5EF4-FFF2-40B4-BE49-F238E27FC236}">
                  <a16:creationId xmlns:a16="http://schemas.microsoft.com/office/drawing/2014/main" id="{E88FE023-6170-4315-B8F9-EA66A774E8A3}"/>
                </a:ext>
              </a:extLst>
            </p:cNvPr>
            <p:cNvSpPr>
              <a:spLocks noChangeArrowheads="1"/>
            </p:cNvSpPr>
            <p:nvPr/>
          </p:nvSpPr>
          <p:spPr bwMode="auto">
            <a:xfrm>
              <a:off x="3411538" y="3854450"/>
              <a:ext cx="90488" cy="114300"/>
            </a:xfrm>
            <a:prstGeom prst="ellipse">
              <a:avLst/>
            </a:prstGeom>
            <a:solidFill>
              <a:schemeClr val="bg1"/>
            </a:solidFill>
            <a:ln w="9525" cap="flat" cmpd="sng" algn="ctr">
              <a:solidFill>
                <a:srgbClr val="003857"/>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37" name="Freeform 290">
              <a:extLst>
                <a:ext uri="{FF2B5EF4-FFF2-40B4-BE49-F238E27FC236}">
                  <a16:creationId xmlns:a16="http://schemas.microsoft.com/office/drawing/2014/main" id="{C8C39566-6B54-439D-8CD5-B7C4A64B76F6}"/>
                </a:ext>
              </a:extLst>
            </p:cNvPr>
            <p:cNvSpPr>
              <a:spLocks/>
            </p:cNvSpPr>
            <p:nvPr/>
          </p:nvSpPr>
          <p:spPr bwMode="auto">
            <a:xfrm>
              <a:off x="3205163" y="4013200"/>
              <a:ext cx="225425" cy="168275"/>
            </a:xfrm>
            <a:custGeom>
              <a:avLst/>
              <a:gdLst>
                <a:gd name="T0" fmla="*/ 39 w 60"/>
                <a:gd name="T1" fmla="*/ 0 h 45"/>
                <a:gd name="T2" fmla="*/ 56 w 60"/>
                <a:gd name="T3" fmla="*/ 16 h 45"/>
                <a:gd name="T4" fmla="*/ 53 w 60"/>
                <a:gd name="T5" fmla="*/ 39 h 45"/>
                <a:gd name="T6" fmla="*/ 40 w 60"/>
                <a:gd name="T7" fmla="*/ 44 h 45"/>
                <a:gd name="T8" fmla="*/ 15 w 60"/>
                <a:gd name="T9" fmla="*/ 43 h 45"/>
                <a:gd name="T10" fmla="*/ 0 w 60"/>
                <a:gd name="T11" fmla="*/ 41 h 45"/>
                <a:gd name="T12" fmla="*/ 0 w 60"/>
                <a:gd name="T13" fmla="*/ 39 h 45"/>
                <a:gd name="T14" fmla="*/ 0 w 60"/>
                <a:gd name="T15" fmla="*/ 29 h 45"/>
                <a:gd name="T16" fmla="*/ 19 w 60"/>
                <a:gd name="T17"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5">
                  <a:moveTo>
                    <a:pt x="39" y="0"/>
                  </a:moveTo>
                  <a:cubicBezTo>
                    <a:pt x="46" y="3"/>
                    <a:pt x="53" y="9"/>
                    <a:pt x="56" y="16"/>
                  </a:cubicBezTo>
                  <a:cubicBezTo>
                    <a:pt x="59" y="24"/>
                    <a:pt x="60" y="34"/>
                    <a:pt x="53" y="39"/>
                  </a:cubicBezTo>
                  <a:cubicBezTo>
                    <a:pt x="50" y="42"/>
                    <a:pt x="45" y="44"/>
                    <a:pt x="40" y="44"/>
                  </a:cubicBezTo>
                  <a:cubicBezTo>
                    <a:pt x="32" y="45"/>
                    <a:pt x="23" y="44"/>
                    <a:pt x="15" y="43"/>
                  </a:cubicBezTo>
                  <a:cubicBezTo>
                    <a:pt x="12" y="42"/>
                    <a:pt x="2" y="40"/>
                    <a:pt x="0" y="41"/>
                  </a:cubicBezTo>
                  <a:cubicBezTo>
                    <a:pt x="0" y="40"/>
                    <a:pt x="0" y="39"/>
                    <a:pt x="0" y="39"/>
                  </a:cubicBezTo>
                  <a:cubicBezTo>
                    <a:pt x="0" y="29"/>
                    <a:pt x="0" y="29"/>
                    <a:pt x="0" y="29"/>
                  </a:cubicBezTo>
                  <a:cubicBezTo>
                    <a:pt x="0" y="17"/>
                    <a:pt x="7" y="5"/>
                    <a:pt x="19" y="1"/>
                  </a:cubicBezTo>
                </a:path>
              </a:pathLst>
            </a:custGeom>
            <a:solidFill>
              <a:schemeClr val="bg1"/>
            </a:solidFill>
            <a:ln w="9525" cap="flat" cmpd="sng" algn="ctr">
              <a:solidFill>
                <a:srgbClr val="003857"/>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38" name="Freeform 291">
              <a:extLst>
                <a:ext uri="{FF2B5EF4-FFF2-40B4-BE49-F238E27FC236}">
                  <a16:creationId xmlns:a16="http://schemas.microsoft.com/office/drawing/2014/main" id="{5D124358-6257-48DA-98EF-7C1106609CF7}"/>
                </a:ext>
              </a:extLst>
            </p:cNvPr>
            <p:cNvSpPr>
              <a:spLocks/>
            </p:cNvSpPr>
            <p:nvPr/>
          </p:nvSpPr>
          <p:spPr bwMode="auto">
            <a:xfrm>
              <a:off x="3254376" y="3878263"/>
              <a:ext cx="119063" cy="149225"/>
            </a:xfrm>
            <a:custGeom>
              <a:avLst/>
              <a:gdLst>
                <a:gd name="T0" fmla="*/ 32 w 32"/>
                <a:gd name="T1" fmla="*/ 20 h 40"/>
                <a:gd name="T2" fmla="*/ 16 w 32"/>
                <a:gd name="T3" fmla="*/ 40 h 40"/>
                <a:gd name="T4" fmla="*/ 0 w 32"/>
                <a:gd name="T5" fmla="*/ 20 h 40"/>
                <a:gd name="T6" fmla="*/ 16 w 32"/>
                <a:gd name="T7" fmla="*/ 0 h 40"/>
                <a:gd name="T8" fmla="*/ 32 w 32"/>
                <a:gd name="T9" fmla="*/ 20 h 40"/>
              </a:gdLst>
              <a:ahLst/>
              <a:cxnLst>
                <a:cxn ang="0">
                  <a:pos x="T0" y="T1"/>
                </a:cxn>
                <a:cxn ang="0">
                  <a:pos x="T2" y="T3"/>
                </a:cxn>
                <a:cxn ang="0">
                  <a:pos x="T4" y="T5"/>
                </a:cxn>
                <a:cxn ang="0">
                  <a:pos x="T6" y="T7"/>
                </a:cxn>
                <a:cxn ang="0">
                  <a:pos x="T8" y="T9"/>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solidFill>
              <a:schemeClr val="bg1"/>
            </a:solidFill>
            <a:ln w="9525" cap="flat" cmpd="sng" algn="ctr">
              <a:solidFill>
                <a:srgbClr val="003857"/>
              </a:solidFill>
              <a:prstDash val="solid"/>
              <a:round/>
              <a:headEnd type="none" w="med" len="med"/>
              <a:tailEnd type="none" w="med" len="me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39" name="Group 1175">
            <a:extLst>
              <a:ext uri="{FF2B5EF4-FFF2-40B4-BE49-F238E27FC236}">
                <a16:creationId xmlns:a16="http://schemas.microsoft.com/office/drawing/2014/main" id="{63F2E8BE-1AF6-4ECE-8462-E2ABF4D5E019}"/>
              </a:ext>
            </a:extLst>
          </p:cNvPr>
          <p:cNvGrpSpPr/>
          <p:nvPr/>
        </p:nvGrpSpPr>
        <p:grpSpPr>
          <a:xfrm>
            <a:off x="9231594" y="1207248"/>
            <a:ext cx="409031" cy="491943"/>
            <a:chOff x="508000" y="1611313"/>
            <a:chExt cx="469900" cy="565150"/>
          </a:xfrm>
          <a:solidFill>
            <a:schemeClr val="bg1"/>
          </a:solidFill>
        </p:grpSpPr>
        <p:sp>
          <p:nvSpPr>
            <p:cNvPr id="40" name="Freeform 29">
              <a:extLst>
                <a:ext uri="{FF2B5EF4-FFF2-40B4-BE49-F238E27FC236}">
                  <a16:creationId xmlns:a16="http://schemas.microsoft.com/office/drawing/2014/main" id="{D2843449-032E-4EB4-BD69-2FDC580AD3A8}"/>
                </a:ext>
              </a:extLst>
            </p:cNvPr>
            <p:cNvSpPr>
              <a:spLocks noEditPoints="1"/>
            </p:cNvSpPr>
            <p:nvPr/>
          </p:nvSpPr>
          <p:spPr bwMode="auto">
            <a:xfrm>
              <a:off x="508000" y="1611313"/>
              <a:ext cx="469900" cy="565150"/>
            </a:xfrm>
            <a:custGeom>
              <a:avLst/>
              <a:gdLst>
                <a:gd name="T0" fmla="*/ 169 w 296"/>
                <a:gd name="T1" fmla="*/ 0 h 356"/>
                <a:gd name="T2" fmla="*/ 84 w 296"/>
                <a:gd name="T3" fmla="*/ 22 h 356"/>
                <a:gd name="T4" fmla="*/ 48 w 296"/>
                <a:gd name="T5" fmla="*/ 71 h 356"/>
                <a:gd name="T6" fmla="*/ 40 w 296"/>
                <a:gd name="T7" fmla="*/ 122 h 356"/>
                <a:gd name="T8" fmla="*/ 24 w 296"/>
                <a:gd name="T9" fmla="*/ 143 h 356"/>
                <a:gd name="T10" fmla="*/ 2 w 296"/>
                <a:gd name="T11" fmla="*/ 168 h 356"/>
                <a:gd name="T12" fmla="*/ 17 w 296"/>
                <a:gd name="T13" fmla="*/ 189 h 356"/>
                <a:gd name="T14" fmla="*/ 9 w 296"/>
                <a:gd name="T15" fmla="*/ 205 h 356"/>
                <a:gd name="T16" fmla="*/ 28 w 296"/>
                <a:gd name="T17" fmla="*/ 214 h 356"/>
                <a:gd name="T18" fmla="*/ 7 w 296"/>
                <a:gd name="T19" fmla="*/ 220 h 356"/>
                <a:gd name="T20" fmla="*/ 17 w 296"/>
                <a:gd name="T21" fmla="*/ 233 h 356"/>
                <a:gd name="T22" fmla="*/ 18 w 296"/>
                <a:gd name="T23" fmla="*/ 247 h 356"/>
                <a:gd name="T24" fmla="*/ 13 w 296"/>
                <a:gd name="T25" fmla="*/ 277 h 356"/>
                <a:gd name="T26" fmla="*/ 48 w 296"/>
                <a:gd name="T27" fmla="*/ 291 h 356"/>
                <a:gd name="T28" fmla="*/ 86 w 296"/>
                <a:gd name="T29" fmla="*/ 306 h 356"/>
                <a:gd name="T30" fmla="*/ 105 w 296"/>
                <a:gd name="T31" fmla="*/ 354 h 356"/>
                <a:gd name="T32" fmla="*/ 174 w 296"/>
                <a:gd name="T33" fmla="*/ 354 h 356"/>
                <a:gd name="T34" fmla="*/ 237 w 296"/>
                <a:gd name="T35" fmla="*/ 308 h 356"/>
                <a:gd name="T36" fmla="*/ 281 w 296"/>
                <a:gd name="T37" fmla="*/ 200 h 356"/>
                <a:gd name="T38" fmla="*/ 296 w 296"/>
                <a:gd name="T39" fmla="*/ 122 h 356"/>
                <a:gd name="T40" fmla="*/ 272 w 296"/>
                <a:gd name="T41" fmla="*/ 53 h 356"/>
                <a:gd name="T42" fmla="*/ 224 w 296"/>
                <a:gd name="T43" fmla="*/ 16 h 356"/>
                <a:gd name="T44" fmla="*/ 156 w 296"/>
                <a:gd name="T45" fmla="*/ 159 h 356"/>
                <a:gd name="T46" fmla="*/ 134 w 296"/>
                <a:gd name="T47" fmla="*/ 161 h 356"/>
                <a:gd name="T48" fmla="*/ 105 w 296"/>
                <a:gd name="T49" fmla="*/ 165 h 356"/>
                <a:gd name="T50" fmla="*/ 84 w 296"/>
                <a:gd name="T51" fmla="*/ 150 h 356"/>
                <a:gd name="T52" fmla="*/ 84 w 296"/>
                <a:gd name="T53" fmla="*/ 126 h 356"/>
                <a:gd name="T54" fmla="*/ 64 w 296"/>
                <a:gd name="T55" fmla="*/ 99 h 356"/>
                <a:gd name="T56" fmla="*/ 72 w 296"/>
                <a:gd name="T57" fmla="*/ 73 h 356"/>
                <a:gd name="T58" fmla="*/ 97 w 296"/>
                <a:gd name="T59" fmla="*/ 56 h 356"/>
                <a:gd name="T60" fmla="*/ 116 w 296"/>
                <a:gd name="T61" fmla="*/ 44 h 356"/>
                <a:gd name="T62" fmla="*/ 138 w 296"/>
                <a:gd name="T63" fmla="*/ 25 h 356"/>
                <a:gd name="T64" fmla="*/ 162 w 296"/>
                <a:gd name="T65" fmla="*/ 29 h 356"/>
                <a:gd name="T66" fmla="*/ 176 w 296"/>
                <a:gd name="T67" fmla="*/ 51 h 356"/>
                <a:gd name="T68" fmla="*/ 206 w 296"/>
                <a:gd name="T69" fmla="*/ 64 h 356"/>
                <a:gd name="T70" fmla="*/ 213 w 296"/>
                <a:gd name="T71" fmla="*/ 88 h 356"/>
                <a:gd name="T72" fmla="*/ 200 w 296"/>
                <a:gd name="T73" fmla="*/ 115 h 356"/>
                <a:gd name="T74" fmla="*/ 189 w 296"/>
                <a:gd name="T75" fmla="*/ 135 h 356"/>
                <a:gd name="T76" fmla="*/ 178 w 296"/>
                <a:gd name="T77" fmla="*/ 163 h 356"/>
                <a:gd name="T78" fmla="*/ 248 w 296"/>
                <a:gd name="T79" fmla="*/ 192 h 356"/>
                <a:gd name="T80" fmla="*/ 253 w 296"/>
                <a:gd name="T81" fmla="*/ 203 h 356"/>
                <a:gd name="T82" fmla="*/ 235 w 296"/>
                <a:gd name="T83" fmla="*/ 203 h 356"/>
                <a:gd name="T84" fmla="*/ 224 w 296"/>
                <a:gd name="T85" fmla="*/ 205 h 356"/>
                <a:gd name="T86" fmla="*/ 217 w 296"/>
                <a:gd name="T87" fmla="*/ 216 h 356"/>
                <a:gd name="T88" fmla="*/ 207 w 296"/>
                <a:gd name="T89" fmla="*/ 200 h 356"/>
                <a:gd name="T90" fmla="*/ 191 w 296"/>
                <a:gd name="T91" fmla="*/ 192 h 356"/>
                <a:gd name="T92" fmla="*/ 187 w 296"/>
                <a:gd name="T93" fmla="*/ 179 h 356"/>
                <a:gd name="T94" fmla="*/ 202 w 296"/>
                <a:gd name="T95" fmla="*/ 165 h 356"/>
                <a:gd name="T96" fmla="*/ 195 w 296"/>
                <a:gd name="T97" fmla="*/ 156 h 356"/>
                <a:gd name="T98" fmla="*/ 209 w 296"/>
                <a:gd name="T99" fmla="*/ 146 h 356"/>
                <a:gd name="T100" fmla="*/ 226 w 296"/>
                <a:gd name="T101" fmla="*/ 152 h 356"/>
                <a:gd name="T102" fmla="*/ 229 w 296"/>
                <a:gd name="T103" fmla="*/ 141 h 356"/>
                <a:gd name="T104" fmla="*/ 244 w 296"/>
                <a:gd name="T105" fmla="*/ 150 h 356"/>
                <a:gd name="T106" fmla="*/ 248 w 296"/>
                <a:gd name="T107" fmla="*/ 165 h 356"/>
                <a:gd name="T108" fmla="*/ 263 w 296"/>
                <a:gd name="T109" fmla="*/ 178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6" h="356">
                  <a:moveTo>
                    <a:pt x="224" y="16"/>
                  </a:moveTo>
                  <a:lnTo>
                    <a:pt x="224" y="16"/>
                  </a:lnTo>
                  <a:lnTo>
                    <a:pt x="206" y="9"/>
                  </a:lnTo>
                  <a:lnTo>
                    <a:pt x="187" y="3"/>
                  </a:lnTo>
                  <a:lnTo>
                    <a:pt x="169" y="0"/>
                  </a:lnTo>
                  <a:lnTo>
                    <a:pt x="152" y="0"/>
                  </a:lnTo>
                  <a:lnTo>
                    <a:pt x="136" y="1"/>
                  </a:lnTo>
                  <a:lnTo>
                    <a:pt x="119" y="5"/>
                  </a:lnTo>
                  <a:lnTo>
                    <a:pt x="101" y="12"/>
                  </a:lnTo>
                  <a:lnTo>
                    <a:pt x="84" y="22"/>
                  </a:lnTo>
                  <a:lnTo>
                    <a:pt x="84" y="22"/>
                  </a:lnTo>
                  <a:lnTo>
                    <a:pt x="73" y="33"/>
                  </a:lnTo>
                  <a:lnTo>
                    <a:pt x="62" y="44"/>
                  </a:lnTo>
                  <a:lnTo>
                    <a:pt x="55" y="58"/>
                  </a:lnTo>
                  <a:lnTo>
                    <a:pt x="48" y="71"/>
                  </a:lnTo>
                  <a:lnTo>
                    <a:pt x="40" y="97"/>
                  </a:lnTo>
                  <a:lnTo>
                    <a:pt x="39" y="110"/>
                  </a:lnTo>
                  <a:lnTo>
                    <a:pt x="39" y="110"/>
                  </a:lnTo>
                  <a:lnTo>
                    <a:pt x="39" y="115"/>
                  </a:lnTo>
                  <a:lnTo>
                    <a:pt x="40" y="122"/>
                  </a:lnTo>
                  <a:lnTo>
                    <a:pt x="39" y="126"/>
                  </a:lnTo>
                  <a:lnTo>
                    <a:pt x="35" y="132"/>
                  </a:lnTo>
                  <a:lnTo>
                    <a:pt x="31" y="137"/>
                  </a:lnTo>
                  <a:lnTo>
                    <a:pt x="24" y="143"/>
                  </a:lnTo>
                  <a:lnTo>
                    <a:pt x="24" y="143"/>
                  </a:lnTo>
                  <a:lnTo>
                    <a:pt x="4" y="156"/>
                  </a:lnTo>
                  <a:lnTo>
                    <a:pt x="0" y="157"/>
                  </a:lnTo>
                  <a:lnTo>
                    <a:pt x="0" y="163"/>
                  </a:lnTo>
                  <a:lnTo>
                    <a:pt x="0" y="163"/>
                  </a:lnTo>
                  <a:lnTo>
                    <a:pt x="2" y="168"/>
                  </a:lnTo>
                  <a:lnTo>
                    <a:pt x="6" y="172"/>
                  </a:lnTo>
                  <a:lnTo>
                    <a:pt x="13" y="179"/>
                  </a:lnTo>
                  <a:lnTo>
                    <a:pt x="13" y="179"/>
                  </a:lnTo>
                  <a:lnTo>
                    <a:pt x="17" y="185"/>
                  </a:lnTo>
                  <a:lnTo>
                    <a:pt x="17" y="189"/>
                  </a:lnTo>
                  <a:lnTo>
                    <a:pt x="15" y="192"/>
                  </a:lnTo>
                  <a:lnTo>
                    <a:pt x="15" y="192"/>
                  </a:lnTo>
                  <a:lnTo>
                    <a:pt x="9" y="196"/>
                  </a:lnTo>
                  <a:lnTo>
                    <a:pt x="7" y="200"/>
                  </a:lnTo>
                  <a:lnTo>
                    <a:pt x="9" y="205"/>
                  </a:lnTo>
                  <a:lnTo>
                    <a:pt x="9" y="205"/>
                  </a:lnTo>
                  <a:lnTo>
                    <a:pt x="13" y="209"/>
                  </a:lnTo>
                  <a:lnTo>
                    <a:pt x="18" y="212"/>
                  </a:lnTo>
                  <a:lnTo>
                    <a:pt x="28" y="214"/>
                  </a:lnTo>
                  <a:lnTo>
                    <a:pt x="28" y="214"/>
                  </a:lnTo>
                  <a:lnTo>
                    <a:pt x="22" y="214"/>
                  </a:lnTo>
                  <a:lnTo>
                    <a:pt x="17" y="214"/>
                  </a:lnTo>
                  <a:lnTo>
                    <a:pt x="13" y="214"/>
                  </a:lnTo>
                  <a:lnTo>
                    <a:pt x="13" y="214"/>
                  </a:lnTo>
                  <a:lnTo>
                    <a:pt x="7" y="220"/>
                  </a:lnTo>
                  <a:lnTo>
                    <a:pt x="7" y="222"/>
                  </a:lnTo>
                  <a:lnTo>
                    <a:pt x="7" y="225"/>
                  </a:lnTo>
                  <a:lnTo>
                    <a:pt x="7" y="225"/>
                  </a:lnTo>
                  <a:lnTo>
                    <a:pt x="13" y="229"/>
                  </a:lnTo>
                  <a:lnTo>
                    <a:pt x="17" y="233"/>
                  </a:lnTo>
                  <a:lnTo>
                    <a:pt x="17" y="233"/>
                  </a:lnTo>
                  <a:lnTo>
                    <a:pt x="18" y="236"/>
                  </a:lnTo>
                  <a:lnTo>
                    <a:pt x="18" y="242"/>
                  </a:lnTo>
                  <a:lnTo>
                    <a:pt x="18" y="242"/>
                  </a:lnTo>
                  <a:lnTo>
                    <a:pt x="18" y="247"/>
                  </a:lnTo>
                  <a:lnTo>
                    <a:pt x="17" y="253"/>
                  </a:lnTo>
                  <a:lnTo>
                    <a:pt x="11" y="262"/>
                  </a:lnTo>
                  <a:lnTo>
                    <a:pt x="11" y="262"/>
                  </a:lnTo>
                  <a:lnTo>
                    <a:pt x="9" y="269"/>
                  </a:lnTo>
                  <a:lnTo>
                    <a:pt x="13" y="277"/>
                  </a:lnTo>
                  <a:lnTo>
                    <a:pt x="18" y="284"/>
                  </a:lnTo>
                  <a:lnTo>
                    <a:pt x="24" y="288"/>
                  </a:lnTo>
                  <a:lnTo>
                    <a:pt x="29" y="290"/>
                  </a:lnTo>
                  <a:lnTo>
                    <a:pt x="29" y="290"/>
                  </a:lnTo>
                  <a:lnTo>
                    <a:pt x="48" y="291"/>
                  </a:lnTo>
                  <a:lnTo>
                    <a:pt x="64" y="293"/>
                  </a:lnTo>
                  <a:lnTo>
                    <a:pt x="64" y="293"/>
                  </a:lnTo>
                  <a:lnTo>
                    <a:pt x="72" y="295"/>
                  </a:lnTo>
                  <a:lnTo>
                    <a:pt x="79" y="301"/>
                  </a:lnTo>
                  <a:lnTo>
                    <a:pt x="86" y="306"/>
                  </a:lnTo>
                  <a:lnTo>
                    <a:pt x="92" y="315"/>
                  </a:lnTo>
                  <a:lnTo>
                    <a:pt x="97" y="324"/>
                  </a:lnTo>
                  <a:lnTo>
                    <a:pt x="101" y="334"/>
                  </a:lnTo>
                  <a:lnTo>
                    <a:pt x="103" y="345"/>
                  </a:lnTo>
                  <a:lnTo>
                    <a:pt x="105" y="354"/>
                  </a:lnTo>
                  <a:lnTo>
                    <a:pt x="105" y="354"/>
                  </a:lnTo>
                  <a:lnTo>
                    <a:pt x="129" y="356"/>
                  </a:lnTo>
                  <a:lnTo>
                    <a:pt x="151" y="356"/>
                  </a:lnTo>
                  <a:lnTo>
                    <a:pt x="151" y="356"/>
                  </a:lnTo>
                  <a:lnTo>
                    <a:pt x="174" y="354"/>
                  </a:lnTo>
                  <a:lnTo>
                    <a:pt x="196" y="350"/>
                  </a:lnTo>
                  <a:lnTo>
                    <a:pt x="218" y="343"/>
                  </a:lnTo>
                  <a:lnTo>
                    <a:pt x="239" y="334"/>
                  </a:lnTo>
                  <a:lnTo>
                    <a:pt x="239" y="334"/>
                  </a:lnTo>
                  <a:lnTo>
                    <a:pt x="237" y="308"/>
                  </a:lnTo>
                  <a:lnTo>
                    <a:pt x="239" y="288"/>
                  </a:lnTo>
                  <a:lnTo>
                    <a:pt x="244" y="269"/>
                  </a:lnTo>
                  <a:lnTo>
                    <a:pt x="252" y="253"/>
                  </a:lnTo>
                  <a:lnTo>
                    <a:pt x="272" y="220"/>
                  </a:lnTo>
                  <a:lnTo>
                    <a:pt x="281" y="200"/>
                  </a:lnTo>
                  <a:lnTo>
                    <a:pt x="290" y="176"/>
                  </a:lnTo>
                  <a:lnTo>
                    <a:pt x="290" y="176"/>
                  </a:lnTo>
                  <a:lnTo>
                    <a:pt x="294" y="161"/>
                  </a:lnTo>
                  <a:lnTo>
                    <a:pt x="296" y="143"/>
                  </a:lnTo>
                  <a:lnTo>
                    <a:pt x="296" y="122"/>
                  </a:lnTo>
                  <a:lnTo>
                    <a:pt x="294" y="99"/>
                  </a:lnTo>
                  <a:lnTo>
                    <a:pt x="290" y="88"/>
                  </a:lnTo>
                  <a:lnTo>
                    <a:pt x="286" y="77"/>
                  </a:lnTo>
                  <a:lnTo>
                    <a:pt x="281" y="64"/>
                  </a:lnTo>
                  <a:lnTo>
                    <a:pt x="272" y="53"/>
                  </a:lnTo>
                  <a:lnTo>
                    <a:pt x="263" y="44"/>
                  </a:lnTo>
                  <a:lnTo>
                    <a:pt x="252" y="33"/>
                  </a:lnTo>
                  <a:lnTo>
                    <a:pt x="239" y="23"/>
                  </a:lnTo>
                  <a:lnTo>
                    <a:pt x="224" y="16"/>
                  </a:lnTo>
                  <a:lnTo>
                    <a:pt x="224" y="16"/>
                  </a:lnTo>
                  <a:close/>
                  <a:moveTo>
                    <a:pt x="178" y="163"/>
                  </a:moveTo>
                  <a:lnTo>
                    <a:pt x="176" y="167"/>
                  </a:lnTo>
                  <a:lnTo>
                    <a:pt x="165" y="156"/>
                  </a:lnTo>
                  <a:lnTo>
                    <a:pt x="165" y="156"/>
                  </a:lnTo>
                  <a:lnTo>
                    <a:pt x="156" y="159"/>
                  </a:lnTo>
                  <a:lnTo>
                    <a:pt x="156" y="172"/>
                  </a:lnTo>
                  <a:lnTo>
                    <a:pt x="152" y="172"/>
                  </a:lnTo>
                  <a:lnTo>
                    <a:pt x="141" y="174"/>
                  </a:lnTo>
                  <a:lnTo>
                    <a:pt x="138" y="174"/>
                  </a:lnTo>
                  <a:lnTo>
                    <a:pt x="134" y="161"/>
                  </a:lnTo>
                  <a:lnTo>
                    <a:pt x="134" y="161"/>
                  </a:lnTo>
                  <a:lnTo>
                    <a:pt x="125" y="159"/>
                  </a:lnTo>
                  <a:lnTo>
                    <a:pt x="118" y="170"/>
                  </a:lnTo>
                  <a:lnTo>
                    <a:pt x="114" y="168"/>
                  </a:lnTo>
                  <a:lnTo>
                    <a:pt x="105" y="165"/>
                  </a:lnTo>
                  <a:lnTo>
                    <a:pt x="101" y="163"/>
                  </a:lnTo>
                  <a:lnTo>
                    <a:pt x="105" y="150"/>
                  </a:lnTo>
                  <a:lnTo>
                    <a:pt x="105" y="150"/>
                  </a:lnTo>
                  <a:lnTo>
                    <a:pt x="97" y="143"/>
                  </a:lnTo>
                  <a:lnTo>
                    <a:pt x="84" y="150"/>
                  </a:lnTo>
                  <a:lnTo>
                    <a:pt x="83" y="146"/>
                  </a:lnTo>
                  <a:lnTo>
                    <a:pt x="77" y="139"/>
                  </a:lnTo>
                  <a:lnTo>
                    <a:pt x="73" y="135"/>
                  </a:lnTo>
                  <a:lnTo>
                    <a:pt x="84" y="126"/>
                  </a:lnTo>
                  <a:lnTo>
                    <a:pt x="84" y="126"/>
                  </a:lnTo>
                  <a:lnTo>
                    <a:pt x="81" y="117"/>
                  </a:lnTo>
                  <a:lnTo>
                    <a:pt x="68" y="115"/>
                  </a:lnTo>
                  <a:lnTo>
                    <a:pt x="66" y="111"/>
                  </a:lnTo>
                  <a:lnTo>
                    <a:pt x="66" y="102"/>
                  </a:lnTo>
                  <a:lnTo>
                    <a:pt x="64" y="99"/>
                  </a:lnTo>
                  <a:lnTo>
                    <a:pt x="79" y="93"/>
                  </a:lnTo>
                  <a:lnTo>
                    <a:pt x="79" y="93"/>
                  </a:lnTo>
                  <a:lnTo>
                    <a:pt x="81" y="84"/>
                  </a:lnTo>
                  <a:lnTo>
                    <a:pt x="70" y="77"/>
                  </a:lnTo>
                  <a:lnTo>
                    <a:pt x="72" y="73"/>
                  </a:lnTo>
                  <a:lnTo>
                    <a:pt x="75" y="64"/>
                  </a:lnTo>
                  <a:lnTo>
                    <a:pt x="77" y="60"/>
                  </a:lnTo>
                  <a:lnTo>
                    <a:pt x="90" y="64"/>
                  </a:lnTo>
                  <a:lnTo>
                    <a:pt x="90" y="64"/>
                  </a:lnTo>
                  <a:lnTo>
                    <a:pt x="97" y="56"/>
                  </a:lnTo>
                  <a:lnTo>
                    <a:pt x="90" y="45"/>
                  </a:lnTo>
                  <a:lnTo>
                    <a:pt x="94" y="44"/>
                  </a:lnTo>
                  <a:lnTo>
                    <a:pt x="101" y="36"/>
                  </a:lnTo>
                  <a:lnTo>
                    <a:pt x="105" y="34"/>
                  </a:lnTo>
                  <a:lnTo>
                    <a:pt x="116" y="44"/>
                  </a:lnTo>
                  <a:lnTo>
                    <a:pt x="116" y="44"/>
                  </a:lnTo>
                  <a:lnTo>
                    <a:pt x="123" y="42"/>
                  </a:lnTo>
                  <a:lnTo>
                    <a:pt x="125" y="27"/>
                  </a:lnTo>
                  <a:lnTo>
                    <a:pt x="129" y="27"/>
                  </a:lnTo>
                  <a:lnTo>
                    <a:pt x="138" y="25"/>
                  </a:lnTo>
                  <a:lnTo>
                    <a:pt x="141" y="25"/>
                  </a:lnTo>
                  <a:lnTo>
                    <a:pt x="147" y="40"/>
                  </a:lnTo>
                  <a:lnTo>
                    <a:pt x="147" y="40"/>
                  </a:lnTo>
                  <a:lnTo>
                    <a:pt x="156" y="40"/>
                  </a:lnTo>
                  <a:lnTo>
                    <a:pt x="162" y="29"/>
                  </a:lnTo>
                  <a:lnTo>
                    <a:pt x="165" y="31"/>
                  </a:lnTo>
                  <a:lnTo>
                    <a:pt x="176" y="34"/>
                  </a:lnTo>
                  <a:lnTo>
                    <a:pt x="180" y="36"/>
                  </a:lnTo>
                  <a:lnTo>
                    <a:pt x="176" y="51"/>
                  </a:lnTo>
                  <a:lnTo>
                    <a:pt x="176" y="51"/>
                  </a:lnTo>
                  <a:lnTo>
                    <a:pt x="184" y="56"/>
                  </a:lnTo>
                  <a:lnTo>
                    <a:pt x="195" y="49"/>
                  </a:lnTo>
                  <a:lnTo>
                    <a:pt x="196" y="53"/>
                  </a:lnTo>
                  <a:lnTo>
                    <a:pt x="204" y="62"/>
                  </a:lnTo>
                  <a:lnTo>
                    <a:pt x="206" y="64"/>
                  </a:lnTo>
                  <a:lnTo>
                    <a:pt x="196" y="75"/>
                  </a:lnTo>
                  <a:lnTo>
                    <a:pt x="196" y="75"/>
                  </a:lnTo>
                  <a:lnTo>
                    <a:pt x="200" y="84"/>
                  </a:lnTo>
                  <a:lnTo>
                    <a:pt x="213" y="84"/>
                  </a:lnTo>
                  <a:lnTo>
                    <a:pt x="213" y="88"/>
                  </a:lnTo>
                  <a:lnTo>
                    <a:pt x="215" y="99"/>
                  </a:lnTo>
                  <a:lnTo>
                    <a:pt x="215" y="102"/>
                  </a:lnTo>
                  <a:lnTo>
                    <a:pt x="202" y="106"/>
                  </a:lnTo>
                  <a:lnTo>
                    <a:pt x="202" y="106"/>
                  </a:lnTo>
                  <a:lnTo>
                    <a:pt x="200" y="115"/>
                  </a:lnTo>
                  <a:lnTo>
                    <a:pt x="211" y="122"/>
                  </a:lnTo>
                  <a:lnTo>
                    <a:pt x="209" y="126"/>
                  </a:lnTo>
                  <a:lnTo>
                    <a:pt x="206" y="135"/>
                  </a:lnTo>
                  <a:lnTo>
                    <a:pt x="204" y="139"/>
                  </a:lnTo>
                  <a:lnTo>
                    <a:pt x="189" y="135"/>
                  </a:lnTo>
                  <a:lnTo>
                    <a:pt x="189" y="135"/>
                  </a:lnTo>
                  <a:lnTo>
                    <a:pt x="184" y="143"/>
                  </a:lnTo>
                  <a:lnTo>
                    <a:pt x="189" y="156"/>
                  </a:lnTo>
                  <a:lnTo>
                    <a:pt x="187" y="157"/>
                  </a:lnTo>
                  <a:lnTo>
                    <a:pt x="178" y="163"/>
                  </a:lnTo>
                  <a:close/>
                  <a:moveTo>
                    <a:pt x="259" y="181"/>
                  </a:moveTo>
                  <a:lnTo>
                    <a:pt x="252" y="183"/>
                  </a:lnTo>
                  <a:lnTo>
                    <a:pt x="252" y="183"/>
                  </a:lnTo>
                  <a:lnTo>
                    <a:pt x="248" y="192"/>
                  </a:lnTo>
                  <a:lnTo>
                    <a:pt x="248" y="192"/>
                  </a:lnTo>
                  <a:lnTo>
                    <a:pt x="248" y="192"/>
                  </a:lnTo>
                  <a:lnTo>
                    <a:pt x="253" y="200"/>
                  </a:lnTo>
                  <a:lnTo>
                    <a:pt x="253" y="200"/>
                  </a:lnTo>
                  <a:lnTo>
                    <a:pt x="253" y="201"/>
                  </a:lnTo>
                  <a:lnTo>
                    <a:pt x="253" y="203"/>
                  </a:lnTo>
                  <a:lnTo>
                    <a:pt x="244" y="211"/>
                  </a:lnTo>
                  <a:lnTo>
                    <a:pt x="244" y="211"/>
                  </a:lnTo>
                  <a:lnTo>
                    <a:pt x="242" y="211"/>
                  </a:lnTo>
                  <a:lnTo>
                    <a:pt x="239" y="211"/>
                  </a:lnTo>
                  <a:lnTo>
                    <a:pt x="235" y="203"/>
                  </a:lnTo>
                  <a:lnTo>
                    <a:pt x="235" y="203"/>
                  </a:lnTo>
                  <a:lnTo>
                    <a:pt x="228" y="205"/>
                  </a:lnTo>
                  <a:lnTo>
                    <a:pt x="228" y="205"/>
                  </a:lnTo>
                  <a:lnTo>
                    <a:pt x="224" y="205"/>
                  </a:lnTo>
                  <a:lnTo>
                    <a:pt x="224" y="205"/>
                  </a:lnTo>
                  <a:lnTo>
                    <a:pt x="224" y="205"/>
                  </a:lnTo>
                  <a:lnTo>
                    <a:pt x="220" y="214"/>
                  </a:lnTo>
                  <a:lnTo>
                    <a:pt x="220" y="214"/>
                  </a:lnTo>
                  <a:lnTo>
                    <a:pt x="218" y="216"/>
                  </a:lnTo>
                  <a:lnTo>
                    <a:pt x="217" y="216"/>
                  </a:lnTo>
                  <a:lnTo>
                    <a:pt x="206" y="211"/>
                  </a:lnTo>
                  <a:lnTo>
                    <a:pt x="206" y="211"/>
                  </a:lnTo>
                  <a:lnTo>
                    <a:pt x="204" y="209"/>
                  </a:lnTo>
                  <a:lnTo>
                    <a:pt x="204" y="207"/>
                  </a:lnTo>
                  <a:lnTo>
                    <a:pt x="207" y="200"/>
                  </a:lnTo>
                  <a:lnTo>
                    <a:pt x="207" y="200"/>
                  </a:lnTo>
                  <a:lnTo>
                    <a:pt x="200" y="190"/>
                  </a:lnTo>
                  <a:lnTo>
                    <a:pt x="200" y="190"/>
                  </a:lnTo>
                  <a:lnTo>
                    <a:pt x="200" y="192"/>
                  </a:lnTo>
                  <a:lnTo>
                    <a:pt x="191" y="192"/>
                  </a:lnTo>
                  <a:lnTo>
                    <a:pt x="191" y="192"/>
                  </a:lnTo>
                  <a:lnTo>
                    <a:pt x="189" y="192"/>
                  </a:lnTo>
                  <a:lnTo>
                    <a:pt x="189" y="190"/>
                  </a:lnTo>
                  <a:lnTo>
                    <a:pt x="187" y="179"/>
                  </a:lnTo>
                  <a:lnTo>
                    <a:pt x="187" y="179"/>
                  </a:lnTo>
                  <a:lnTo>
                    <a:pt x="187" y="176"/>
                  </a:lnTo>
                  <a:lnTo>
                    <a:pt x="189" y="176"/>
                  </a:lnTo>
                  <a:lnTo>
                    <a:pt x="198" y="174"/>
                  </a:lnTo>
                  <a:lnTo>
                    <a:pt x="198" y="174"/>
                  </a:lnTo>
                  <a:lnTo>
                    <a:pt x="202" y="165"/>
                  </a:lnTo>
                  <a:lnTo>
                    <a:pt x="202" y="165"/>
                  </a:lnTo>
                  <a:lnTo>
                    <a:pt x="202" y="165"/>
                  </a:lnTo>
                  <a:lnTo>
                    <a:pt x="196" y="157"/>
                  </a:lnTo>
                  <a:lnTo>
                    <a:pt x="196" y="157"/>
                  </a:lnTo>
                  <a:lnTo>
                    <a:pt x="195" y="156"/>
                  </a:lnTo>
                  <a:lnTo>
                    <a:pt x="196" y="154"/>
                  </a:lnTo>
                  <a:lnTo>
                    <a:pt x="206" y="146"/>
                  </a:lnTo>
                  <a:lnTo>
                    <a:pt x="206" y="146"/>
                  </a:lnTo>
                  <a:lnTo>
                    <a:pt x="207" y="145"/>
                  </a:lnTo>
                  <a:lnTo>
                    <a:pt x="209" y="146"/>
                  </a:lnTo>
                  <a:lnTo>
                    <a:pt x="215" y="154"/>
                  </a:lnTo>
                  <a:lnTo>
                    <a:pt x="215" y="154"/>
                  </a:lnTo>
                  <a:lnTo>
                    <a:pt x="220" y="152"/>
                  </a:lnTo>
                  <a:lnTo>
                    <a:pt x="220" y="152"/>
                  </a:lnTo>
                  <a:lnTo>
                    <a:pt x="226" y="152"/>
                  </a:lnTo>
                  <a:lnTo>
                    <a:pt x="226" y="152"/>
                  </a:lnTo>
                  <a:lnTo>
                    <a:pt x="226" y="152"/>
                  </a:lnTo>
                  <a:lnTo>
                    <a:pt x="229" y="143"/>
                  </a:lnTo>
                  <a:lnTo>
                    <a:pt x="229" y="143"/>
                  </a:lnTo>
                  <a:lnTo>
                    <a:pt x="229" y="141"/>
                  </a:lnTo>
                  <a:lnTo>
                    <a:pt x="233" y="141"/>
                  </a:lnTo>
                  <a:lnTo>
                    <a:pt x="242" y="146"/>
                  </a:lnTo>
                  <a:lnTo>
                    <a:pt x="242" y="146"/>
                  </a:lnTo>
                  <a:lnTo>
                    <a:pt x="244" y="146"/>
                  </a:lnTo>
                  <a:lnTo>
                    <a:pt x="244" y="150"/>
                  </a:lnTo>
                  <a:lnTo>
                    <a:pt x="241" y="157"/>
                  </a:lnTo>
                  <a:lnTo>
                    <a:pt x="241" y="157"/>
                  </a:lnTo>
                  <a:lnTo>
                    <a:pt x="248" y="165"/>
                  </a:lnTo>
                  <a:lnTo>
                    <a:pt x="248" y="165"/>
                  </a:lnTo>
                  <a:lnTo>
                    <a:pt x="248" y="165"/>
                  </a:lnTo>
                  <a:lnTo>
                    <a:pt x="257" y="165"/>
                  </a:lnTo>
                  <a:lnTo>
                    <a:pt x="257" y="165"/>
                  </a:lnTo>
                  <a:lnTo>
                    <a:pt x="259" y="165"/>
                  </a:lnTo>
                  <a:lnTo>
                    <a:pt x="261" y="167"/>
                  </a:lnTo>
                  <a:lnTo>
                    <a:pt x="263" y="178"/>
                  </a:lnTo>
                  <a:lnTo>
                    <a:pt x="263" y="178"/>
                  </a:lnTo>
                  <a:lnTo>
                    <a:pt x="261" y="179"/>
                  </a:lnTo>
                  <a:lnTo>
                    <a:pt x="259" y="181"/>
                  </a:lnTo>
                  <a:lnTo>
                    <a:pt x="259"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1" name="Freeform 30">
              <a:extLst>
                <a:ext uri="{FF2B5EF4-FFF2-40B4-BE49-F238E27FC236}">
                  <a16:creationId xmlns:a16="http://schemas.microsoft.com/office/drawing/2014/main" id="{A472D35B-CD51-4D75-A4DB-04EBBA3853E2}"/>
                </a:ext>
              </a:extLst>
            </p:cNvPr>
            <p:cNvSpPr>
              <a:spLocks/>
            </p:cNvSpPr>
            <p:nvPr/>
          </p:nvSpPr>
          <p:spPr bwMode="auto">
            <a:xfrm>
              <a:off x="842963" y="1876425"/>
              <a:ext cx="41275" cy="36512"/>
            </a:xfrm>
            <a:custGeom>
              <a:avLst/>
              <a:gdLst>
                <a:gd name="T0" fmla="*/ 0 w 26"/>
                <a:gd name="T1" fmla="*/ 12 h 23"/>
                <a:gd name="T2" fmla="*/ 0 w 26"/>
                <a:gd name="T3" fmla="*/ 12 h 23"/>
                <a:gd name="T4" fmla="*/ 2 w 26"/>
                <a:gd name="T5" fmla="*/ 9 h 23"/>
                <a:gd name="T6" fmla="*/ 4 w 26"/>
                <a:gd name="T7" fmla="*/ 3 h 23"/>
                <a:gd name="T8" fmla="*/ 7 w 26"/>
                <a:gd name="T9" fmla="*/ 0 h 23"/>
                <a:gd name="T10" fmla="*/ 11 w 26"/>
                <a:gd name="T11" fmla="*/ 0 h 23"/>
                <a:gd name="T12" fmla="*/ 11 w 26"/>
                <a:gd name="T13" fmla="*/ 0 h 23"/>
                <a:gd name="T14" fmla="*/ 17 w 26"/>
                <a:gd name="T15" fmla="*/ 0 h 23"/>
                <a:gd name="T16" fmla="*/ 22 w 26"/>
                <a:gd name="T17" fmla="*/ 1 h 23"/>
                <a:gd name="T18" fmla="*/ 24 w 26"/>
                <a:gd name="T19" fmla="*/ 5 h 23"/>
                <a:gd name="T20" fmla="*/ 26 w 26"/>
                <a:gd name="T21" fmla="*/ 11 h 23"/>
                <a:gd name="T22" fmla="*/ 26 w 26"/>
                <a:gd name="T23" fmla="*/ 11 h 23"/>
                <a:gd name="T24" fmla="*/ 26 w 26"/>
                <a:gd name="T25" fmla="*/ 14 h 23"/>
                <a:gd name="T26" fmla="*/ 24 w 26"/>
                <a:gd name="T27" fmla="*/ 20 h 23"/>
                <a:gd name="T28" fmla="*/ 20 w 26"/>
                <a:gd name="T29" fmla="*/ 22 h 23"/>
                <a:gd name="T30" fmla="*/ 15 w 26"/>
                <a:gd name="T31" fmla="*/ 23 h 23"/>
                <a:gd name="T32" fmla="*/ 15 w 26"/>
                <a:gd name="T33" fmla="*/ 23 h 23"/>
                <a:gd name="T34" fmla="*/ 9 w 26"/>
                <a:gd name="T35" fmla="*/ 23 h 23"/>
                <a:gd name="T36" fmla="*/ 6 w 26"/>
                <a:gd name="T37" fmla="*/ 22 h 23"/>
                <a:gd name="T38" fmla="*/ 2 w 26"/>
                <a:gd name="T39" fmla="*/ 18 h 23"/>
                <a:gd name="T40" fmla="*/ 0 w 26"/>
                <a:gd name="T41" fmla="*/ 12 h 23"/>
                <a:gd name="T42" fmla="*/ 0 w 26"/>
                <a:gd name="T43" fmla="*/ 1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 h="23">
                  <a:moveTo>
                    <a:pt x="0" y="12"/>
                  </a:moveTo>
                  <a:lnTo>
                    <a:pt x="0" y="12"/>
                  </a:lnTo>
                  <a:lnTo>
                    <a:pt x="2" y="9"/>
                  </a:lnTo>
                  <a:lnTo>
                    <a:pt x="4" y="3"/>
                  </a:lnTo>
                  <a:lnTo>
                    <a:pt x="7" y="0"/>
                  </a:lnTo>
                  <a:lnTo>
                    <a:pt x="11" y="0"/>
                  </a:lnTo>
                  <a:lnTo>
                    <a:pt x="11" y="0"/>
                  </a:lnTo>
                  <a:lnTo>
                    <a:pt x="17" y="0"/>
                  </a:lnTo>
                  <a:lnTo>
                    <a:pt x="22" y="1"/>
                  </a:lnTo>
                  <a:lnTo>
                    <a:pt x="24" y="5"/>
                  </a:lnTo>
                  <a:lnTo>
                    <a:pt x="26" y="11"/>
                  </a:lnTo>
                  <a:lnTo>
                    <a:pt x="26" y="11"/>
                  </a:lnTo>
                  <a:lnTo>
                    <a:pt x="26" y="14"/>
                  </a:lnTo>
                  <a:lnTo>
                    <a:pt x="24" y="20"/>
                  </a:lnTo>
                  <a:lnTo>
                    <a:pt x="20" y="22"/>
                  </a:lnTo>
                  <a:lnTo>
                    <a:pt x="15" y="23"/>
                  </a:lnTo>
                  <a:lnTo>
                    <a:pt x="15" y="23"/>
                  </a:lnTo>
                  <a:lnTo>
                    <a:pt x="9" y="23"/>
                  </a:lnTo>
                  <a:lnTo>
                    <a:pt x="6" y="22"/>
                  </a:lnTo>
                  <a:lnTo>
                    <a:pt x="2" y="18"/>
                  </a:lnTo>
                  <a:lnTo>
                    <a:pt x="0" y="12"/>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2" name="Freeform 31">
              <a:extLst>
                <a:ext uri="{FF2B5EF4-FFF2-40B4-BE49-F238E27FC236}">
                  <a16:creationId xmlns:a16="http://schemas.microsoft.com/office/drawing/2014/main" id="{DCDF6FE7-028B-4CDF-A93F-3C727A4FE4BC}"/>
                </a:ext>
              </a:extLst>
            </p:cNvPr>
            <p:cNvSpPr>
              <a:spLocks noEditPoints="1"/>
            </p:cNvSpPr>
            <p:nvPr/>
          </p:nvSpPr>
          <p:spPr bwMode="auto">
            <a:xfrm>
              <a:off x="650875" y="1689100"/>
              <a:ext cx="160337" cy="160337"/>
            </a:xfrm>
            <a:custGeom>
              <a:avLst/>
              <a:gdLst>
                <a:gd name="T0" fmla="*/ 50 w 101"/>
                <a:gd name="T1" fmla="*/ 0 h 101"/>
                <a:gd name="T2" fmla="*/ 50 w 101"/>
                <a:gd name="T3" fmla="*/ 0 h 101"/>
                <a:gd name="T4" fmla="*/ 40 w 101"/>
                <a:gd name="T5" fmla="*/ 2 h 101"/>
                <a:gd name="T6" fmla="*/ 31 w 101"/>
                <a:gd name="T7" fmla="*/ 6 h 101"/>
                <a:gd name="T8" fmla="*/ 22 w 101"/>
                <a:gd name="T9" fmla="*/ 9 h 101"/>
                <a:gd name="T10" fmla="*/ 15 w 101"/>
                <a:gd name="T11" fmla="*/ 15 h 101"/>
                <a:gd name="T12" fmla="*/ 9 w 101"/>
                <a:gd name="T13" fmla="*/ 22 h 101"/>
                <a:gd name="T14" fmla="*/ 4 w 101"/>
                <a:gd name="T15" fmla="*/ 31 h 101"/>
                <a:gd name="T16" fmla="*/ 0 w 101"/>
                <a:gd name="T17" fmla="*/ 40 h 101"/>
                <a:gd name="T18" fmla="*/ 0 w 101"/>
                <a:gd name="T19" fmla="*/ 51 h 101"/>
                <a:gd name="T20" fmla="*/ 0 w 101"/>
                <a:gd name="T21" fmla="*/ 51 h 101"/>
                <a:gd name="T22" fmla="*/ 0 w 101"/>
                <a:gd name="T23" fmla="*/ 61 h 101"/>
                <a:gd name="T24" fmla="*/ 4 w 101"/>
                <a:gd name="T25" fmla="*/ 70 h 101"/>
                <a:gd name="T26" fmla="*/ 9 w 101"/>
                <a:gd name="T27" fmla="*/ 79 h 101"/>
                <a:gd name="T28" fmla="*/ 15 w 101"/>
                <a:gd name="T29" fmla="*/ 86 h 101"/>
                <a:gd name="T30" fmla="*/ 22 w 101"/>
                <a:gd name="T31" fmla="*/ 92 h 101"/>
                <a:gd name="T32" fmla="*/ 31 w 101"/>
                <a:gd name="T33" fmla="*/ 97 h 101"/>
                <a:gd name="T34" fmla="*/ 40 w 101"/>
                <a:gd name="T35" fmla="*/ 99 h 101"/>
                <a:gd name="T36" fmla="*/ 50 w 101"/>
                <a:gd name="T37" fmla="*/ 101 h 101"/>
                <a:gd name="T38" fmla="*/ 50 w 101"/>
                <a:gd name="T39" fmla="*/ 101 h 101"/>
                <a:gd name="T40" fmla="*/ 61 w 101"/>
                <a:gd name="T41" fmla="*/ 99 h 101"/>
                <a:gd name="T42" fmla="*/ 70 w 101"/>
                <a:gd name="T43" fmla="*/ 97 h 101"/>
                <a:gd name="T44" fmla="*/ 79 w 101"/>
                <a:gd name="T45" fmla="*/ 92 h 101"/>
                <a:gd name="T46" fmla="*/ 86 w 101"/>
                <a:gd name="T47" fmla="*/ 86 h 101"/>
                <a:gd name="T48" fmla="*/ 92 w 101"/>
                <a:gd name="T49" fmla="*/ 79 h 101"/>
                <a:gd name="T50" fmla="*/ 95 w 101"/>
                <a:gd name="T51" fmla="*/ 70 h 101"/>
                <a:gd name="T52" fmla="*/ 99 w 101"/>
                <a:gd name="T53" fmla="*/ 61 h 101"/>
                <a:gd name="T54" fmla="*/ 101 w 101"/>
                <a:gd name="T55" fmla="*/ 51 h 101"/>
                <a:gd name="T56" fmla="*/ 101 w 101"/>
                <a:gd name="T57" fmla="*/ 51 h 101"/>
                <a:gd name="T58" fmla="*/ 99 w 101"/>
                <a:gd name="T59" fmla="*/ 40 h 101"/>
                <a:gd name="T60" fmla="*/ 95 w 101"/>
                <a:gd name="T61" fmla="*/ 31 h 101"/>
                <a:gd name="T62" fmla="*/ 92 w 101"/>
                <a:gd name="T63" fmla="*/ 22 h 101"/>
                <a:gd name="T64" fmla="*/ 86 w 101"/>
                <a:gd name="T65" fmla="*/ 15 h 101"/>
                <a:gd name="T66" fmla="*/ 79 w 101"/>
                <a:gd name="T67" fmla="*/ 9 h 101"/>
                <a:gd name="T68" fmla="*/ 70 w 101"/>
                <a:gd name="T69" fmla="*/ 6 h 101"/>
                <a:gd name="T70" fmla="*/ 61 w 101"/>
                <a:gd name="T71" fmla="*/ 2 h 101"/>
                <a:gd name="T72" fmla="*/ 50 w 101"/>
                <a:gd name="T73" fmla="*/ 0 h 101"/>
                <a:gd name="T74" fmla="*/ 50 w 101"/>
                <a:gd name="T75" fmla="*/ 0 h 101"/>
                <a:gd name="T76" fmla="*/ 50 w 101"/>
                <a:gd name="T77" fmla="*/ 73 h 101"/>
                <a:gd name="T78" fmla="*/ 50 w 101"/>
                <a:gd name="T79" fmla="*/ 73 h 101"/>
                <a:gd name="T80" fmla="*/ 40 w 101"/>
                <a:gd name="T81" fmla="*/ 72 h 101"/>
                <a:gd name="T82" fmla="*/ 35 w 101"/>
                <a:gd name="T83" fmla="*/ 66 h 101"/>
                <a:gd name="T84" fmla="*/ 29 w 101"/>
                <a:gd name="T85" fmla="*/ 61 h 101"/>
                <a:gd name="T86" fmla="*/ 28 w 101"/>
                <a:gd name="T87" fmla="*/ 51 h 101"/>
                <a:gd name="T88" fmla="*/ 28 w 101"/>
                <a:gd name="T89" fmla="*/ 51 h 101"/>
                <a:gd name="T90" fmla="*/ 29 w 101"/>
                <a:gd name="T91" fmla="*/ 42 h 101"/>
                <a:gd name="T92" fmla="*/ 35 w 101"/>
                <a:gd name="T93" fmla="*/ 35 h 101"/>
                <a:gd name="T94" fmla="*/ 40 w 101"/>
                <a:gd name="T95" fmla="*/ 29 h 101"/>
                <a:gd name="T96" fmla="*/ 50 w 101"/>
                <a:gd name="T97" fmla="*/ 28 h 101"/>
                <a:gd name="T98" fmla="*/ 50 w 101"/>
                <a:gd name="T99" fmla="*/ 28 h 101"/>
                <a:gd name="T100" fmla="*/ 59 w 101"/>
                <a:gd name="T101" fmla="*/ 29 h 101"/>
                <a:gd name="T102" fmla="*/ 66 w 101"/>
                <a:gd name="T103" fmla="*/ 35 h 101"/>
                <a:gd name="T104" fmla="*/ 72 w 101"/>
                <a:gd name="T105" fmla="*/ 42 h 101"/>
                <a:gd name="T106" fmla="*/ 73 w 101"/>
                <a:gd name="T107" fmla="*/ 51 h 101"/>
                <a:gd name="T108" fmla="*/ 73 w 101"/>
                <a:gd name="T109" fmla="*/ 51 h 101"/>
                <a:gd name="T110" fmla="*/ 72 w 101"/>
                <a:gd name="T111" fmla="*/ 61 h 101"/>
                <a:gd name="T112" fmla="*/ 66 w 101"/>
                <a:gd name="T113" fmla="*/ 66 h 101"/>
                <a:gd name="T114" fmla="*/ 59 w 101"/>
                <a:gd name="T115" fmla="*/ 72 h 101"/>
                <a:gd name="T116" fmla="*/ 50 w 101"/>
                <a:gd name="T117" fmla="*/ 73 h 101"/>
                <a:gd name="T118" fmla="*/ 50 w 101"/>
                <a:gd name="T119" fmla="*/ 73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1" h="101">
                  <a:moveTo>
                    <a:pt x="50" y="0"/>
                  </a:moveTo>
                  <a:lnTo>
                    <a:pt x="50" y="0"/>
                  </a:lnTo>
                  <a:lnTo>
                    <a:pt x="40" y="2"/>
                  </a:lnTo>
                  <a:lnTo>
                    <a:pt x="31" y="6"/>
                  </a:lnTo>
                  <a:lnTo>
                    <a:pt x="22" y="9"/>
                  </a:lnTo>
                  <a:lnTo>
                    <a:pt x="15" y="15"/>
                  </a:lnTo>
                  <a:lnTo>
                    <a:pt x="9" y="22"/>
                  </a:lnTo>
                  <a:lnTo>
                    <a:pt x="4" y="31"/>
                  </a:lnTo>
                  <a:lnTo>
                    <a:pt x="0" y="40"/>
                  </a:lnTo>
                  <a:lnTo>
                    <a:pt x="0" y="51"/>
                  </a:lnTo>
                  <a:lnTo>
                    <a:pt x="0" y="51"/>
                  </a:lnTo>
                  <a:lnTo>
                    <a:pt x="0" y="61"/>
                  </a:lnTo>
                  <a:lnTo>
                    <a:pt x="4" y="70"/>
                  </a:lnTo>
                  <a:lnTo>
                    <a:pt x="9" y="79"/>
                  </a:lnTo>
                  <a:lnTo>
                    <a:pt x="15" y="86"/>
                  </a:lnTo>
                  <a:lnTo>
                    <a:pt x="22" y="92"/>
                  </a:lnTo>
                  <a:lnTo>
                    <a:pt x="31" y="97"/>
                  </a:lnTo>
                  <a:lnTo>
                    <a:pt x="40" y="99"/>
                  </a:lnTo>
                  <a:lnTo>
                    <a:pt x="50" y="101"/>
                  </a:lnTo>
                  <a:lnTo>
                    <a:pt x="50" y="101"/>
                  </a:lnTo>
                  <a:lnTo>
                    <a:pt x="61" y="99"/>
                  </a:lnTo>
                  <a:lnTo>
                    <a:pt x="70" y="97"/>
                  </a:lnTo>
                  <a:lnTo>
                    <a:pt x="79" y="92"/>
                  </a:lnTo>
                  <a:lnTo>
                    <a:pt x="86" y="86"/>
                  </a:lnTo>
                  <a:lnTo>
                    <a:pt x="92" y="79"/>
                  </a:lnTo>
                  <a:lnTo>
                    <a:pt x="95" y="70"/>
                  </a:lnTo>
                  <a:lnTo>
                    <a:pt x="99" y="61"/>
                  </a:lnTo>
                  <a:lnTo>
                    <a:pt x="101" y="51"/>
                  </a:lnTo>
                  <a:lnTo>
                    <a:pt x="101" y="51"/>
                  </a:lnTo>
                  <a:lnTo>
                    <a:pt x="99" y="40"/>
                  </a:lnTo>
                  <a:lnTo>
                    <a:pt x="95" y="31"/>
                  </a:lnTo>
                  <a:lnTo>
                    <a:pt x="92" y="22"/>
                  </a:lnTo>
                  <a:lnTo>
                    <a:pt x="86" y="15"/>
                  </a:lnTo>
                  <a:lnTo>
                    <a:pt x="79" y="9"/>
                  </a:lnTo>
                  <a:lnTo>
                    <a:pt x="70" y="6"/>
                  </a:lnTo>
                  <a:lnTo>
                    <a:pt x="61" y="2"/>
                  </a:lnTo>
                  <a:lnTo>
                    <a:pt x="50" y="0"/>
                  </a:lnTo>
                  <a:lnTo>
                    <a:pt x="50" y="0"/>
                  </a:lnTo>
                  <a:close/>
                  <a:moveTo>
                    <a:pt x="50" y="73"/>
                  </a:moveTo>
                  <a:lnTo>
                    <a:pt x="50" y="73"/>
                  </a:lnTo>
                  <a:lnTo>
                    <a:pt x="40" y="72"/>
                  </a:lnTo>
                  <a:lnTo>
                    <a:pt x="35" y="66"/>
                  </a:lnTo>
                  <a:lnTo>
                    <a:pt x="29" y="61"/>
                  </a:lnTo>
                  <a:lnTo>
                    <a:pt x="28" y="51"/>
                  </a:lnTo>
                  <a:lnTo>
                    <a:pt x="28" y="51"/>
                  </a:lnTo>
                  <a:lnTo>
                    <a:pt x="29" y="42"/>
                  </a:lnTo>
                  <a:lnTo>
                    <a:pt x="35" y="35"/>
                  </a:lnTo>
                  <a:lnTo>
                    <a:pt x="40" y="29"/>
                  </a:lnTo>
                  <a:lnTo>
                    <a:pt x="50" y="28"/>
                  </a:lnTo>
                  <a:lnTo>
                    <a:pt x="50" y="28"/>
                  </a:lnTo>
                  <a:lnTo>
                    <a:pt x="59" y="29"/>
                  </a:lnTo>
                  <a:lnTo>
                    <a:pt x="66" y="35"/>
                  </a:lnTo>
                  <a:lnTo>
                    <a:pt x="72" y="42"/>
                  </a:lnTo>
                  <a:lnTo>
                    <a:pt x="73" y="51"/>
                  </a:lnTo>
                  <a:lnTo>
                    <a:pt x="73" y="51"/>
                  </a:lnTo>
                  <a:lnTo>
                    <a:pt x="72" y="61"/>
                  </a:lnTo>
                  <a:lnTo>
                    <a:pt x="66" y="66"/>
                  </a:lnTo>
                  <a:lnTo>
                    <a:pt x="59" y="72"/>
                  </a:lnTo>
                  <a:lnTo>
                    <a:pt x="50" y="73"/>
                  </a:lnTo>
                  <a:lnTo>
                    <a:pt x="50" y="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grpSp>
      <p:grpSp>
        <p:nvGrpSpPr>
          <p:cNvPr id="43" name="Group 42">
            <a:extLst>
              <a:ext uri="{FF2B5EF4-FFF2-40B4-BE49-F238E27FC236}">
                <a16:creationId xmlns:a16="http://schemas.microsoft.com/office/drawing/2014/main" id="{01EFD5D0-003E-42D0-AA2B-A59DA1C0AF50}"/>
              </a:ext>
            </a:extLst>
          </p:cNvPr>
          <p:cNvGrpSpPr/>
          <p:nvPr/>
        </p:nvGrpSpPr>
        <p:grpSpPr>
          <a:xfrm>
            <a:off x="6324600" y="3962400"/>
            <a:ext cx="430834" cy="428158"/>
            <a:chOff x="3262145" y="2713637"/>
            <a:chExt cx="493839" cy="490772"/>
          </a:xfrm>
        </p:grpSpPr>
        <p:sp>
          <p:nvSpPr>
            <p:cNvPr id="44" name="Freeform 204">
              <a:extLst>
                <a:ext uri="{FF2B5EF4-FFF2-40B4-BE49-F238E27FC236}">
                  <a16:creationId xmlns:a16="http://schemas.microsoft.com/office/drawing/2014/main" id="{F823E3F0-EC0D-4895-94E9-EFF93CF5EE4F}"/>
                </a:ext>
              </a:extLst>
            </p:cNvPr>
            <p:cNvSpPr>
              <a:spLocks/>
            </p:cNvSpPr>
            <p:nvPr/>
          </p:nvSpPr>
          <p:spPr bwMode="auto">
            <a:xfrm>
              <a:off x="3262145" y="2713637"/>
              <a:ext cx="480037" cy="478503"/>
            </a:xfrm>
            <a:custGeom>
              <a:avLst/>
              <a:gdLst>
                <a:gd name="T0" fmla="*/ 171 w 313"/>
                <a:gd name="T1" fmla="*/ 245 h 312"/>
                <a:gd name="T2" fmla="*/ 161 w 313"/>
                <a:gd name="T3" fmla="*/ 247 h 312"/>
                <a:gd name="T4" fmla="*/ 125 w 313"/>
                <a:gd name="T5" fmla="*/ 241 h 312"/>
                <a:gd name="T6" fmla="*/ 96 w 313"/>
                <a:gd name="T7" fmla="*/ 224 h 312"/>
                <a:gd name="T8" fmla="*/ 75 w 313"/>
                <a:gd name="T9" fmla="*/ 195 h 312"/>
                <a:gd name="T10" fmla="*/ 67 w 313"/>
                <a:gd name="T11" fmla="*/ 161 h 312"/>
                <a:gd name="T12" fmla="*/ 67 w 313"/>
                <a:gd name="T13" fmla="*/ 141 h 312"/>
                <a:gd name="T14" fmla="*/ 79 w 313"/>
                <a:gd name="T15" fmla="*/ 109 h 312"/>
                <a:gd name="T16" fmla="*/ 88 w 313"/>
                <a:gd name="T17" fmla="*/ 95 h 312"/>
                <a:gd name="T18" fmla="*/ 117 w 313"/>
                <a:gd name="T19" fmla="*/ 74 h 312"/>
                <a:gd name="T20" fmla="*/ 152 w 313"/>
                <a:gd name="T21" fmla="*/ 65 h 312"/>
                <a:gd name="T22" fmla="*/ 155 w 313"/>
                <a:gd name="T23" fmla="*/ 65 h 312"/>
                <a:gd name="T24" fmla="*/ 173 w 313"/>
                <a:gd name="T25" fmla="*/ 67 h 312"/>
                <a:gd name="T26" fmla="*/ 203 w 313"/>
                <a:gd name="T27" fmla="*/ 80 h 312"/>
                <a:gd name="T28" fmla="*/ 228 w 313"/>
                <a:gd name="T29" fmla="*/ 103 h 312"/>
                <a:gd name="T30" fmla="*/ 242 w 313"/>
                <a:gd name="T31" fmla="*/ 134 h 312"/>
                <a:gd name="T32" fmla="*/ 246 w 313"/>
                <a:gd name="T33" fmla="*/ 151 h 312"/>
                <a:gd name="T34" fmla="*/ 276 w 313"/>
                <a:gd name="T35" fmla="*/ 201 h 312"/>
                <a:gd name="T36" fmla="*/ 282 w 313"/>
                <a:gd name="T37" fmla="*/ 180 h 312"/>
                <a:gd name="T38" fmla="*/ 311 w 313"/>
                <a:gd name="T39" fmla="*/ 164 h 312"/>
                <a:gd name="T40" fmla="*/ 311 w 313"/>
                <a:gd name="T41" fmla="*/ 134 h 312"/>
                <a:gd name="T42" fmla="*/ 282 w 313"/>
                <a:gd name="T43" fmla="*/ 132 h 312"/>
                <a:gd name="T44" fmla="*/ 299 w 313"/>
                <a:gd name="T45" fmla="*/ 92 h 312"/>
                <a:gd name="T46" fmla="*/ 284 w 313"/>
                <a:gd name="T47" fmla="*/ 67 h 312"/>
                <a:gd name="T48" fmla="*/ 253 w 313"/>
                <a:gd name="T49" fmla="*/ 72 h 312"/>
                <a:gd name="T50" fmla="*/ 240 w 313"/>
                <a:gd name="T51" fmla="*/ 57 h 312"/>
                <a:gd name="T52" fmla="*/ 242 w 313"/>
                <a:gd name="T53" fmla="*/ 24 h 312"/>
                <a:gd name="T54" fmla="*/ 215 w 313"/>
                <a:gd name="T55" fmla="*/ 11 h 312"/>
                <a:gd name="T56" fmla="*/ 200 w 313"/>
                <a:gd name="T57" fmla="*/ 34 h 312"/>
                <a:gd name="T58" fmla="*/ 173 w 313"/>
                <a:gd name="T59" fmla="*/ 0 h 312"/>
                <a:gd name="T60" fmla="*/ 144 w 313"/>
                <a:gd name="T61" fmla="*/ 1 h 312"/>
                <a:gd name="T62" fmla="*/ 132 w 313"/>
                <a:gd name="T63" fmla="*/ 28 h 312"/>
                <a:gd name="T64" fmla="*/ 111 w 313"/>
                <a:gd name="T65" fmla="*/ 34 h 312"/>
                <a:gd name="T66" fmla="*/ 85 w 313"/>
                <a:gd name="T67" fmla="*/ 17 h 312"/>
                <a:gd name="T68" fmla="*/ 60 w 313"/>
                <a:gd name="T69" fmla="*/ 32 h 312"/>
                <a:gd name="T70" fmla="*/ 71 w 313"/>
                <a:gd name="T71" fmla="*/ 57 h 312"/>
                <a:gd name="T72" fmla="*/ 60 w 313"/>
                <a:gd name="T73" fmla="*/ 69 h 312"/>
                <a:gd name="T74" fmla="*/ 29 w 313"/>
                <a:gd name="T75" fmla="*/ 63 h 312"/>
                <a:gd name="T76" fmla="*/ 15 w 313"/>
                <a:gd name="T77" fmla="*/ 90 h 312"/>
                <a:gd name="T78" fmla="*/ 35 w 313"/>
                <a:gd name="T79" fmla="*/ 113 h 312"/>
                <a:gd name="T80" fmla="*/ 29 w 313"/>
                <a:gd name="T81" fmla="*/ 132 h 312"/>
                <a:gd name="T82" fmla="*/ 0 w 313"/>
                <a:gd name="T83" fmla="*/ 147 h 312"/>
                <a:gd name="T84" fmla="*/ 2 w 313"/>
                <a:gd name="T85" fmla="*/ 176 h 312"/>
                <a:gd name="T86" fmla="*/ 29 w 313"/>
                <a:gd name="T87" fmla="*/ 180 h 312"/>
                <a:gd name="T88" fmla="*/ 12 w 313"/>
                <a:gd name="T89" fmla="*/ 218 h 312"/>
                <a:gd name="T90" fmla="*/ 29 w 313"/>
                <a:gd name="T91" fmla="*/ 243 h 312"/>
                <a:gd name="T92" fmla="*/ 58 w 313"/>
                <a:gd name="T93" fmla="*/ 239 h 312"/>
                <a:gd name="T94" fmla="*/ 73 w 313"/>
                <a:gd name="T95" fmla="*/ 255 h 312"/>
                <a:gd name="T96" fmla="*/ 71 w 313"/>
                <a:gd name="T97" fmla="*/ 287 h 312"/>
                <a:gd name="T98" fmla="*/ 98 w 313"/>
                <a:gd name="T99" fmla="*/ 301 h 312"/>
                <a:gd name="T100" fmla="*/ 113 w 313"/>
                <a:gd name="T101" fmla="*/ 278 h 312"/>
                <a:gd name="T102" fmla="*/ 138 w 313"/>
                <a:gd name="T103" fmla="*/ 312 h 312"/>
                <a:gd name="T104" fmla="*/ 169 w 313"/>
                <a:gd name="T105" fmla="*/ 310 h 312"/>
                <a:gd name="T106" fmla="*/ 180 w 313"/>
                <a:gd name="T107" fmla="*/ 283 h 312"/>
                <a:gd name="T108" fmla="*/ 202 w 313"/>
                <a:gd name="T109" fmla="*/ 27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3" h="312">
                  <a:moveTo>
                    <a:pt x="171" y="245"/>
                  </a:moveTo>
                  <a:lnTo>
                    <a:pt x="171" y="245"/>
                  </a:lnTo>
                  <a:lnTo>
                    <a:pt x="161" y="247"/>
                  </a:lnTo>
                  <a:lnTo>
                    <a:pt x="161" y="247"/>
                  </a:lnTo>
                  <a:lnTo>
                    <a:pt x="142" y="245"/>
                  </a:lnTo>
                  <a:lnTo>
                    <a:pt x="125" y="241"/>
                  </a:lnTo>
                  <a:lnTo>
                    <a:pt x="109" y="234"/>
                  </a:lnTo>
                  <a:lnTo>
                    <a:pt x="96" y="224"/>
                  </a:lnTo>
                  <a:lnTo>
                    <a:pt x="85" y="210"/>
                  </a:lnTo>
                  <a:lnTo>
                    <a:pt x="75" y="195"/>
                  </a:lnTo>
                  <a:lnTo>
                    <a:pt x="69" y="178"/>
                  </a:lnTo>
                  <a:lnTo>
                    <a:pt x="67" y="161"/>
                  </a:lnTo>
                  <a:lnTo>
                    <a:pt x="67" y="161"/>
                  </a:lnTo>
                  <a:lnTo>
                    <a:pt x="67" y="141"/>
                  </a:lnTo>
                  <a:lnTo>
                    <a:pt x="71" y="126"/>
                  </a:lnTo>
                  <a:lnTo>
                    <a:pt x="79" y="109"/>
                  </a:lnTo>
                  <a:lnTo>
                    <a:pt x="88" y="95"/>
                  </a:lnTo>
                  <a:lnTo>
                    <a:pt x="88" y="95"/>
                  </a:lnTo>
                  <a:lnTo>
                    <a:pt x="102" y="82"/>
                  </a:lnTo>
                  <a:lnTo>
                    <a:pt x="117" y="74"/>
                  </a:lnTo>
                  <a:lnTo>
                    <a:pt x="134" y="67"/>
                  </a:lnTo>
                  <a:lnTo>
                    <a:pt x="152" y="65"/>
                  </a:lnTo>
                  <a:lnTo>
                    <a:pt x="152" y="65"/>
                  </a:lnTo>
                  <a:lnTo>
                    <a:pt x="155" y="65"/>
                  </a:lnTo>
                  <a:lnTo>
                    <a:pt x="155" y="65"/>
                  </a:lnTo>
                  <a:lnTo>
                    <a:pt x="173" y="67"/>
                  </a:lnTo>
                  <a:lnTo>
                    <a:pt x="190" y="70"/>
                  </a:lnTo>
                  <a:lnTo>
                    <a:pt x="203" y="80"/>
                  </a:lnTo>
                  <a:lnTo>
                    <a:pt x="217" y="90"/>
                  </a:lnTo>
                  <a:lnTo>
                    <a:pt x="228" y="103"/>
                  </a:lnTo>
                  <a:lnTo>
                    <a:pt x="236" y="117"/>
                  </a:lnTo>
                  <a:lnTo>
                    <a:pt x="242" y="134"/>
                  </a:lnTo>
                  <a:lnTo>
                    <a:pt x="246" y="151"/>
                  </a:lnTo>
                  <a:lnTo>
                    <a:pt x="246" y="151"/>
                  </a:lnTo>
                  <a:lnTo>
                    <a:pt x="244" y="170"/>
                  </a:lnTo>
                  <a:lnTo>
                    <a:pt x="276" y="201"/>
                  </a:lnTo>
                  <a:lnTo>
                    <a:pt x="276" y="201"/>
                  </a:lnTo>
                  <a:lnTo>
                    <a:pt x="282" y="180"/>
                  </a:lnTo>
                  <a:lnTo>
                    <a:pt x="313" y="172"/>
                  </a:lnTo>
                  <a:lnTo>
                    <a:pt x="311" y="164"/>
                  </a:lnTo>
                  <a:lnTo>
                    <a:pt x="311" y="143"/>
                  </a:lnTo>
                  <a:lnTo>
                    <a:pt x="311" y="134"/>
                  </a:lnTo>
                  <a:lnTo>
                    <a:pt x="282" y="132"/>
                  </a:lnTo>
                  <a:lnTo>
                    <a:pt x="282" y="132"/>
                  </a:lnTo>
                  <a:lnTo>
                    <a:pt x="276" y="113"/>
                  </a:lnTo>
                  <a:lnTo>
                    <a:pt x="299" y="92"/>
                  </a:lnTo>
                  <a:lnTo>
                    <a:pt x="295" y="86"/>
                  </a:lnTo>
                  <a:lnTo>
                    <a:pt x="284" y="67"/>
                  </a:lnTo>
                  <a:lnTo>
                    <a:pt x="278" y="61"/>
                  </a:lnTo>
                  <a:lnTo>
                    <a:pt x="253" y="72"/>
                  </a:lnTo>
                  <a:lnTo>
                    <a:pt x="253" y="72"/>
                  </a:lnTo>
                  <a:lnTo>
                    <a:pt x="240" y="57"/>
                  </a:lnTo>
                  <a:lnTo>
                    <a:pt x="249" y="28"/>
                  </a:lnTo>
                  <a:lnTo>
                    <a:pt x="242" y="24"/>
                  </a:lnTo>
                  <a:lnTo>
                    <a:pt x="223" y="15"/>
                  </a:lnTo>
                  <a:lnTo>
                    <a:pt x="215" y="11"/>
                  </a:lnTo>
                  <a:lnTo>
                    <a:pt x="200" y="34"/>
                  </a:lnTo>
                  <a:lnTo>
                    <a:pt x="200" y="34"/>
                  </a:lnTo>
                  <a:lnTo>
                    <a:pt x="178" y="28"/>
                  </a:lnTo>
                  <a:lnTo>
                    <a:pt x="173" y="0"/>
                  </a:lnTo>
                  <a:lnTo>
                    <a:pt x="165" y="0"/>
                  </a:lnTo>
                  <a:lnTo>
                    <a:pt x="144" y="1"/>
                  </a:lnTo>
                  <a:lnTo>
                    <a:pt x="134" y="1"/>
                  </a:lnTo>
                  <a:lnTo>
                    <a:pt x="132" y="28"/>
                  </a:lnTo>
                  <a:lnTo>
                    <a:pt x="132" y="28"/>
                  </a:lnTo>
                  <a:lnTo>
                    <a:pt x="111" y="34"/>
                  </a:lnTo>
                  <a:lnTo>
                    <a:pt x="92" y="11"/>
                  </a:lnTo>
                  <a:lnTo>
                    <a:pt x="85" y="17"/>
                  </a:lnTo>
                  <a:lnTo>
                    <a:pt x="67" y="28"/>
                  </a:lnTo>
                  <a:lnTo>
                    <a:pt x="60" y="32"/>
                  </a:lnTo>
                  <a:lnTo>
                    <a:pt x="71" y="57"/>
                  </a:lnTo>
                  <a:lnTo>
                    <a:pt x="71" y="57"/>
                  </a:lnTo>
                  <a:lnTo>
                    <a:pt x="60" y="69"/>
                  </a:lnTo>
                  <a:lnTo>
                    <a:pt x="60" y="69"/>
                  </a:lnTo>
                  <a:lnTo>
                    <a:pt x="58" y="72"/>
                  </a:lnTo>
                  <a:lnTo>
                    <a:pt x="29" y="63"/>
                  </a:lnTo>
                  <a:lnTo>
                    <a:pt x="25" y="70"/>
                  </a:lnTo>
                  <a:lnTo>
                    <a:pt x="15" y="90"/>
                  </a:lnTo>
                  <a:lnTo>
                    <a:pt x="12" y="97"/>
                  </a:lnTo>
                  <a:lnTo>
                    <a:pt x="35" y="113"/>
                  </a:lnTo>
                  <a:lnTo>
                    <a:pt x="35" y="113"/>
                  </a:lnTo>
                  <a:lnTo>
                    <a:pt x="29" y="132"/>
                  </a:lnTo>
                  <a:lnTo>
                    <a:pt x="0" y="140"/>
                  </a:lnTo>
                  <a:lnTo>
                    <a:pt x="0" y="147"/>
                  </a:lnTo>
                  <a:lnTo>
                    <a:pt x="0" y="168"/>
                  </a:lnTo>
                  <a:lnTo>
                    <a:pt x="2" y="176"/>
                  </a:lnTo>
                  <a:lnTo>
                    <a:pt x="29" y="180"/>
                  </a:lnTo>
                  <a:lnTo>
                    <a:pt x="29" y="180"/>
                  </a:lnTo>
                  <a:lnTo>
                    <a:pt x="35" y="199"/>
                  </a:lnTo>
                  <a:lnTo>
                    <a:pt x="12" y="218"/>
                  </a:lnTo>
                  <a:lnTo>
                    <a:pt x="17" y="226"/>
                  </a:lnTo>
                  <a:lnTo>
                    <a:pt x="29" y="243"/>
                  </a:lnTo>
                  <a:lnTo>
                    <a:pt x="33" y="251"/>
                  </a:lnTo>
                  <a:lnTo>
                    <a:pt x="58" y="239"/>
                  </a:lnTo>
                  <a:lnTo>
                    <a:pt x="58" y="239"/>
                  </a:lnTo>
                  <a:lnTo>
                    <a:pt x="73" y="255"/>
                  </a:lnTo>
                  <a:lnTo>
                    <a:pt x="63" y="283"/>
                  </a:lnTo>
                  <a:lnTo>
                    <a:pt x="71" y="287"/>
                  </a:lnTo>
                  <a:lnTo>
                    <a:pt x="90" y="297"/>
                  </a:lnTo>
                  <a:lnTo>
                    <a:pt x="98" y="301"/>
                  </a:lnTo>
                  <a:lnTo>
                    <a:pt x="113" y="278"/>
                  </a:lnTo>
                  <a:lnTo>
                    <a:pt x="113" y="278"/>
                  </a:lnTo>
                  <a:lnTo>
                    <a:pt x="132" y="283"/>
                  </a:lnTo>
                  <a:lnTo>
                    <a:pt x="138" y="312"/>
                  </a:lnTo>
                  <a:lnTo>
                    <a:pt x="148" y="312"/>
                  </a:lnTo>
                  <a:lnTo>
                    <a:pt x="169" y="310"/>
                  </a:lnTo>
                  <a:lnTo>
                    <a:pt x="177" y="310"/>
                  </a:lnTo>
                  <a:lnTo>
                    <a:pt x="180" y="283"/>
                  </a:lnTo>
                  <a:lnTo>
                    <a:pt x="180" y="283"/>
                  </a:lnTo>
                  <a:lnTo>
                    <a:pt x="202" y="276"/>
                  </a:lnTo>
                  <a:lnTo>
                    <a:pt x="171" y="2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45" name="Freeform 205">
              <a:extLst>
                <a:ext uri="{FF2B5EF4-FFF2-40B4-BE49-F238E27FC236}">
                  <a16:creationId xmlns:a16="http://schemas.microsoft.com/office/drawing/2014/main" id="{C7D0B175-2C89-4CED-AF83-CE1984444D00}"/>
                </a:ext>
              </a:extLst>
            </p:cNvPr>
            <p:cNvSpPr>
              <a:spLocks/>
            </p:cNvSpPr>
            <p:nvPr/>
          </p:nvSpPr>
          <p:spPr bwMode="auto">
            <a:xfrm>
              <a:off x="3406309" y="2854734"/>
              <a:ext cx="349675" cy="349675"/>
            </a:xfrm>
            <a:custGeom>
              <a:avLst/>
              <a:gdLst>
                <a:gd name="T0" fmla="*/ 228 w 228"/>
                <a:gd name="T1" fmla="*/ 188 h 228"/>
                <a:gd name="T2" fmla="*/ 228 w 228"/>
                <a:gd name="T3" fmla="*/ 188 h 228"/>
                <a:gd name="T4" fmla="*/ 226 w 228"/>
                <a:gd name="T5" fmla="*/ 180 h 228"/>
                <a:gd name="T6" fmla="*/ 223 w 228"/>
                <a:gd name="T7" fmla="*/ 174 h 228"/>
                <a:gd name="T8" fmla="*/ 223 w 228"/>
                <a:gd name="T9" fmla="*/ 174 h 228"/>
                <a:gd name="T10" fmla="*/ 123 w 228"/>
                <a:gd name="T11" fmla="*/ 76 h 228"/>
                <a:gd name="T12" fmla="*/ 123 w 228"/>
                <a:gd name="T13" fmla="*/ 76 h 228"/>
                <a:gd name="T14" fmla="*/ 125 w 228"/>
                <a:gd name="T15" fmla="*/ 61 h 228"/>
                <a:gd name="T16" fmla="*/ 123 w 228"/>
                <a:gd name="T17" fmla="*/ 46 h 228"/>
                <a:gd name="T18" fmla="*/ 115 w 228"/>
                <a:gd name="T19" fmla="*/ 30 h 228"/>
                <a:gd name="T20" fmla="*/ 106 w 228"/>
                <a:gd name="T21" fmla="*/ 17 h 228"/>
                <a:gd name="T22" fmla="*/ 106 w 228"/>
                <a:gd name="T23" fmla="*/ 17 h 228"/>
                <a:gd name="T24" fmla="*/ 98 w 228"/>
                <a:gd name="T25" fmla="*/ 11 h 228"/>
                <a:gd name="T26" fmla="*/ 90 w 228"/>
                <a:gd name="T27" fmla="*/ 5 h 228"/>
                <a:gd name="T28" fmla="*/ 83 w 228"/>
                <a:gd name="T29" fmla="*/ 3 h 228"/>
                <a:gd name="T30" fmla="*/ 73 w 228"/>
                <a:gd name="T31" fmla="*/ 0 h 228"/>
                <a:gd name="T32" fmla="*/ 65 w 228"/>
                <a:gd name="T33" fmla="*/ 0 h 228"/>
                <a:gd name="T34" fmla="*/ 56 w 228"/>
                <a:gd name="T35" fmla="*/ 0 h 228"/>
                <a:gd name="T36" fmla="*/ 46 w 228"/>
                <a:gd name="T37" fmla="*/ 2 h 228"/>
                <a:gd name="T38" fmla="*/ 38 w 228"/>
                <a:gd name="T39" fmla="*/ 3 h 228"/>
                <a:gd name="T40" fmla="*/ 73 w 228"/>
                <a:gd name="T41" fmla="*/ 38 h 228"/>
                <a:gd name="T42" fmla="*/ 73 w 228"/>
                <a:gd name="T43" fmla="*/ 38 h 228"/>
                <a:gd name="T44" fmla="*/ 75 w 228"/>
                <a:gd name="T45" fmla="*/ 40 h 228"/>
                <a:gd name="T46" fmla="*/ 75 w 228"/>
                <a:gd name="T47" fmla="*/ 44 h 228"/>
                <a:gd name="T48" fmla="*/ 75 w 228"/>
                <a:gd name="T49" fmla="*/ 46 h 228"/>
                <a:gd name="T50" fmla="*/ 73 w 228"/>
                <a:gd name="T51" fmla="*/ 49 h 228"/>
                <a:gd name="T52" fmla="*/ 50 w 228"/>
                <a:gd name="T53" fmla="*/ 72 h 228"/>
                <a:gd name="T54" fmla="*/ 50 w 228"/>
                <a:gd name="T55" fmla="*/ 72 h 228"/>
                <a:gd name="T56" fmla="*/ 46 w 228"/>
                <a:gd name="T57" fmla="*/ 74 h 228"/>
                <a:gd name="T58" fmla="*/ 44 w 228"/>
                <a:gd name="T59" fmla="*/ 74 h 228"/>
                <a:gd name="T60" fmla="*/ 40 w 228"/>
                <a:gd name="T61" fmla="*/ 74 h 228"/>
                <a:gd name="T62" fmla="*/ 38 w 228"/>
                <a:gd name="T63" fmla="*/ 72 h 228"/>
                <a:gd name="T64" fmla="*/ 4 w 228"/>
                <a:gd name="T65" fmla="*/ 38 h 228"/>
                <a:gd name="T66" fmla="*/ 4 w 228"/>
                <a:gd name="T67" fmla="*/ 38 h 228"/>
                <a:gd name="T68" fmla="*/ 2 w 228"/>
                <a:gd name="T69" fmla="*/ 46 h 228"/>
                <a:gd name="T70" fmla="*/ 0 w 228"/>
                <a:gd name="T71" fmla="*/ 55 h 228"/>
                <a:gd name="T72" fmla="*/ 0 w 228"/>
                <a:gd name="T73" fmla="*/ 65 h 228"/>
                <a:gd name="T74" fmla="*/ 0 w 228"/>
                <a:gd name="T75" fmla="*/ 72 h 228"/>
                <a:gd name="T76" fmla="*/ 4 w 228"/>
                <a:gd name="T77" fmla="*/ 82 h 228"/>
                <a:gd name="T78" fmla="*/ 6 w 228"/>
                <a:gd name="T79" fmla="*/ 90 h 228"/>
                <a:gd name="T80" fmla="*/ 12 w 228"/>
                <a:gd name="T81" fmla="*/ 97 h 228"/>
                <a:gd name="T82" fmla="*/ 17 w 228"/>
                <a:gd name="T83" fmla="*/ 105 h 228"/>
                <a:gd name="T84" fmla="*/ 17 w 228"/>
                <a:gd name="T85" fmla="*/ 105 h 228"/>
                <a:gd name="T86" fmla="*/ 31 w 228"/>
                <a:gd name="T87" fmla="*/ 115 h 228"/>
                <a:gd name="T88" fmla="*/ 46 w 228"/>
                <a:gd name="T89" fmla="*/ 122 h 228"/>
                <a:gd name="T90" fmla="*/ 61 w 228"/>
                <a:gd name="T91" fmla="*/ 124 h 228"/>
                <a:gd name="T92" fmla="*/ 77 w 228"/>
                <a:gd name="T93" fmla="*/ 122 h 228"/>
                <a:gd name="T94" fmla="*/ 77 w 228"/>
                <a:gd name="T95" fmla="*/ 122 h 228"/>
                <a:gd name="T96" fmla="*/ 175 w 228"/>
                <a:gd name="T97" fmla="*/ 222 h 228"/>
                <a:gd name="T98" fmla="*/ 175 w 228"/>
                <a:gd name="T99" fmla="*/ 222 h 228"/>
                <a:gd name="T100" fmla="*/ 180 w 228"/>
                <a:gd name="T101" fmla="*/ 226 h 228"/>
                <a:gd name="T102" fmla="*/ 188 w 228"/>
                <a:gd name="T103" fmla="*/ 228 h 228"/>
                <a:gd name="T104" fmla="*/ 188 w 228"/>
                <a:gd name="T105" fmla="*/ 228 h 228"/>
                <a:gd name="T106" fmla="*/ 196 w 228"/>
                <a:gd name="T107" fmla="*/ 226 h 228"/>
                <a:gd name="T108" fmla="*/ 203 w 228"/>
                <a:gd name="T109" fmla="*/ 222 h 228"/>
                <a:gd name="T110" fmla="*/ 215 w 228"/>
                <a:gd name="T111" fmla="*/ 214 h 228"/>
                <a:gd name="T112" fmla="*/ 223 w 228"/>
                <a:gd name="T113" fmla="*/ 203 h 228"/>
                <a:gd name="T114" fmla="*/ 226 w 228"/>
                <a:gd name="T115" fmla="*/ 195 h 228"/>
                <a:gd name="T116" fmla="*/ 228 w 228"/>
                <a:gd name="T117" fmla="*/ 188 h 228"/>
                <a:gd name="T118" fmla="*/ 228 w 228"/>
                <a:gd name="T119" fmla="*/ 18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8" h="228">
                  <a:moveTo>
                    <a:pt x="228" y="188"/>
                  </a:moveTo>
                  <a:lnTo>
                    <a:pt x="228" y="188"/>
                  </a:lnTo>
                  <a:lnTo>
                    <a:pt x="226" y="180"/>
                  </a:lnTo>
                  <a:lnTo>
                    <a:pt x="223" y="174"/>
                  </a:lnTo>
                  <a:lnTo>
                    <a:pt x="223" y="174"/>
                  </a:lnTo>
                  <a:lnTo>
                    <a:pt x="123" y="76"/>
                  </a:lnTo>
                  <a:lnTo>
                    <a:pt x="123" y="76"/>
                  </a:lnTo>
                  <a:lnTo>
                    <a:pt x="125" y="61"/>
                  </a:lnTo>
                  <a:lnTo>
                    <a:pt x="123" y="46"/>
                  </a:lnTo>
                  <a:lnTo>
                    <a:pt x="115" y="30"/>
                  </a:lnTo>
                  <a:lnTo>
                    <a:pt x="106" y="17"/>
                  </a:lnTo>
                  <a:lnTo>
                    <a:pt x="106" y="17"/>
                  </a:lnTo>
                  <a:lnTo>
                    <a:pt x="98" y="11"/>
                  </a:lnTo>
                  <a:lnTo>
                    <a:pt x="90" y="5"/>
                  </a:lnTo>
                  <a:lnTo>
                    <a:pt x="83" y="3"/>
                  </a:lnTo>
                  <a:lnTo>
                    <a:pt x="73" y="0"/>
                  </a:lnTo>
                  <a:lnTo>
                    <a:pt x="65" y="0"/>
                  </a:lnTo>
                  <a:lnTo>
                    <a:pt x="56" y="0"/>
                  </a:lnTo>
                  <a:lnTo>
                    <a:pt x="46" y="2"/>
                  </a:lnTo>
                  <a:lnTo>
                    <a:pt x="38" y="3"/>
                  </a:lnTo>
                  <a:lnTo>
                    <a:pt x="73" y="38"/>
                  </a:lnTo>
                  <a:lnTo>
                    <a:pt x="73" y="38"/>
                  </a:lnTo>
                  <a:lnTo>
                    <a:pt x="75" y="40"/>
                  </a:lnTo>
                  <a:lnTo>
                    <a:pt x="75" y="44"/>
                  </a:lnTo>
                  <a:lnTo>
                    <a:pt x="75" y="46"/>
                  </a:lnTo>
                  <a:lnTo>
                    <a:pt x="73" y="49"/>
                  </a:lnTo>
                  <a:lnTo>
                    <a:pt x="50" y="72"/>
                  </a:lnTo>
                  <a:lnTo>
                    <a:pt x="50" y="72"/>
                  </a:lnTo>
                  <a:lnTo>
                    <a:pt x="46" y="74"/>
                  </a:lnTo>
                  <a:lnTo>
                    <a:pt x="44" y="74"/>
                  </a:lnTo>
                  <a:lnTo>
                    <a:pt x="40" y="74"/>
                  </a:lnTo>
                  <a:lnTo>
                    <a:pt x="38" y="72"/>
                  </a:lnTo>
                  <a:lnTo>
                    <a:pt x="4" y="38"/>
                  </a:lnTo>
                  <a:lnTo>
                    <a:pt x="4" y="38"/>
                  </a:lnTo>
                  <a:lnTo>
                    <a:pt x="2" y="46"/>
                  </a:lnTo>
                  <a:lnTo>
                    <a:pt x="0" y="55"/>
                  </a:lnTo>
                  <a:lnTo>
                    <a:pt x="0" y="65"/>
                  </a:lnTo>
                  <a:lnTo>
                    <a:pt x="0" y="72"/>
                  </a:lnTo>
                  <a:lnTo>
                    <a:pt x="4" y="82"/>
                  </a:lnTo>
                  <a:lnTo>
                    <a:pt x="6" y="90"/>
                  </a:lnTo>
                  <a:lnTo>
                    <a:pt x="12" y="97"/>
                  </a:lnTo>
                  <a:lnTo>
                    <a:pt x="17" y="105"/>
                  </a:lnTo>
                  <a:lnTo>
                    <a:pt x="17" y="105"/>
                  </a:lnTo>
                  <a:lnTo>
                    <a:pt x="31" y="115"/>
                  </a:lnTo>
                  <a:lnTo>
                    <a:pt x="46" y="122"/>
                  </a:lnTo>
                  <a:lnTo>
                    <a:pt x="61" y="124"/>
                  </a:lnTo>
                  <a:lnTo>
                    <a:pt x="77" y="122"/>
                  </a:lnTo>
                  <a:lnTo>
                    <a:pt x="77" y="122"/>
                  </a:lnTo>
                  <a:lnTo>
                    <a:pt x="175" y="222"/>
                  </a:lnTo>
                  <a:lnTo>
                    <a:pt x="175" y="222"/>
                  </a:lnTo>
                  <a:lnTo>
                    <a:pt x="180" y="226"/>
                  </a:lnTo>
                  <a:lnTo>
                    <a:pt x="188" y="228"/>
                  </a:lnTo>
                  <a:lnTo>
                    <a:pt x="188" y="228"/>
                  </a:lnTo>
                  <a:lnTo>
                    <a:pt x="196" y="226"/>
                  </a:lnTo>
                  <a:lnTo>
                    <a:pt x="203" y="222"/>
                  </a:lnTo>
                  <a:lnTo>
                    <a:pt x="215" y="214"/>
                  </a:lnTo>
                  <a:lnTo>
                    <a:pt x="223" y="203"/>
                  </a:lnTo>
                  <a:lnTo>
                    <a:pt x="226" y="195"/>
                  </a:lnTo>
                  <a:lnTo>
                    <a:pt x="228" y="188"/>
                  </a:lnTo>
                  <a:lnTo>
                    <a:pt x="228" y="18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grpSp>
      <p:grpSp>
        <p:nvGrpSpPr>
          <p:cNvPr id="46" name="Groupe 618">
            <a:extLst>
              <a:ext uri="{FF2B5EF4-FFF2-40B4-BE49-F238E27FC236}">
                <a16:creationId xmlns:a16="http://schemas.microsoft.com/office/drawing/2014/main" id="{D7D885A5-7A24-4AC6-99BC-18EB8AA70AB2}"/>
              </a:ext>
            </a:extLst>
          </p:cNvPr>
          <p:cNvGrpSpPr/>
          <p:nvPr/>
        </p:nvGrpSpPr>
        <p:grpSpPr>
          <a:xfrm>
            <a:off x="9210210" y="3970534"/>
            <a:ext cx="418532" cy="429023"/>
            <a:chOff x="815975" y="3544887"/>
            <a:chExt cx="633412" cy="649288"/>
          </a:xfrm>
        </p:grpSpPr>
        <p:sp>
          <p:nvSpPr>
            <p:cNvPr id="47" name="Freeform 223">
              <a:extLst>
                <a:ext uri="{FF2B5EF4-FFF2-40B4-BE49-F238E27FC236}">
                  <a16:creationId xmlns:a16="http://schemas.microsoft.com/office/drawing/2014/main" id="{0A4D5345-6C32-458B-B754-B6F848407599}"/>
                </a:ext>
              </a:extLst>
            </p:cNvPr>
            <p:cNvSpPr>
              <a:spLocks/>
            </p:cNvSpPr>
            <p:nvPr/>
          </p:nvSpPr>
          <p:spPr bwMode="auto">
            <a:xfrm>
              <a:off x="860425" y="3600450"/>
              <a:ext cx="588962" cy="593725"/>
            </a:xfrm>
            <a:custGeom>
              <a:avLst/>
              <a:gdLst>
                <a:gd name="T0" fmla="*/ 140 w 157"/>
                <a:gd name="T1" fmla="*/ 85 h 158"/>
                <a:gd name="T2" fmla="*/ 4 w 157"/>
                <a:gd name="T3" fmla="*/ 58 h 158"/>
                <a:gd name="T4" fmla="*/ 59 w 157"/>
                <a:gd name="T5" fmla="*/ 137 h 158"/>
                <a:gd name="T6" fmla="*/ 148 w 157"/>
                <a:gd name="T7" fmla="*/ 84 h 158"/>
                <a:gd name="T8" fmla="*/ 108 w 157"/>
                <a:gd name="T9" fmla="*/ 0 h 158"/>
                <a:gd name="T10" fmla="*/ 140 w 157"/>
                <a:gd name="T11" fmla="*/ 85 h 158"/>
              </a:gdLst>
              <a:ahLst/>
              <a:cxnLst>
                <a:cxn ang="0">
                  <a:pos x="T0" y="T1"/>
                </a:cxn>
                <a:cxn ang="0">
                  <a:pos x="T2" y="T3"/>
                </a:cxn>
                <a:cxn ang="0">
                  <a:pos x="T4" y="T5"/>
                </a:cxn>
                <a:cxn ang="0">
                  <a:pos x="T6" y="T7"/>
                </a:cxn>
                <a:cxn ang="0">
                  <a:pos x="T8" y="T9"/>
                </a:cxn>
                <a:cxn ang="0">
                  <a:pos x="T10" y="T11"/>
                </a:cxn>
              </a:cxnLst>
              <a:rect l="0" t="0" r="r" b="b"/>
              <a:pathLst>
                <a:path w="157" h="158">
                  <a:moveTo>
                    <a:pt x="140" y="85"/>
                  </a:moveTo>
                  <a:cubicBezTo>
                    <a:pt x="112" y="158"/>
                    <a:pt x="1" y="136"/>
                    <a:pt x="4" y="58"/>
                  </a:cubicBezTo>
                  <a:cubicBezTo>
                    <a:pt x="0" y="94"/>
                    <a:pt x="23" y="128"/>
                    <a:pt x="59" y="137"/>
                  </a:cubicBezTo>
                  <a:cubicBezTo>
                    <a:pt x="98" y="147"/>
                    <a:pt x="138" y="123"/>
                    <a:pt x="148" y="84"/>
                  </a:cubicBezTo>
                  <a:cubicBezTo>
                    <a:pt x="157" y="50"/>
                    <a:pt x="139" y="15"/>
                    <a:pt x="108" y="0"/>
                  </a:cubicBezTo>
                  <a:cubicBezTo>
                    <a:pt x="138" y="16"/>
                    <a:pt x="152" y="52"/>
                    <a:pt x="140" y="8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8" name="Freeform 224">
              <a:extLst>
                <a:ext uri="{FF2B5EF4-FFF2-40B4-BE49-F238E27FC236}">
                  <a16:creationId xmlns:a16="http://schemas.microsoft.com/office/drawing/2014/main" id="{FCB828DC-1FDD-4A6F-83AD-A73291A9F646}"/>
                </a:ext>
              </a:extLst>
            </p:cNvPr>
            <p:cNvSpPr>
              <a:spLocks/>
            </p:cNvSpPr>
            <p:nvPr/>
          </p:nvSpPr>
          <p:spPr bwMode="auto">
            <a:xfrm>
              <a:off x="927100" y="3586162"/>
              <a:ext cx="139700" cy="71438"/>
            </a:xfrm>
            <a:custGeom>
              <a:avLst/>
              <a:gdLst>
                <a:gd name="T0" fmla="*/ 0 w 37"/>
                <a:gd name="T1" fmla="*/ 6 h 19"/>
                <a:gd name="T2" fmla="*/ 24 w 37"/>
                <a:gd name="T3" fmla="*/ 4 h 19"/>
                <a:gd name="T4" fmla="*/ 37 w 37"/>
                <a:gd name="T5" fmla="*/ 7 h 19"/>
                <a:gd name="T6" fmla="*/ 0 w 37"/>
                <a:gd name="T7" fmla="*/ 6 h 19"/>
              </a:gdLst>
              <a:ahLst/>
              <a:cxnLst>
                <a:cxn ang="0">
                  <a:pos x="T0" y="T1"/>
                </a:cxn>
                <a:cxn ang="0">
                  <a:pos x="T2" y="T3"/>
                </a:cxn>
                <a:cxn ang="0">
                  <a:pos x="T4" y="T5"/>
                </a:cxn>
                <a:cxn ang="0">
                  <a:pos x="T6" y="T7"/>
                </a:cxn>
              </a:cxnLst>
              <a:rect l="0" t="0" r="r" b="b"/>
              <a:pathLst>
                <a:path w="37" h="19">
                  <a:moveTo>
                    <a:pt x="0" y="6"/>
                  </a:moveTo>
                  <a:cubicBezTo>
                    <a:pt x="9" y="0"/>
                    <a:pt x="13" y="2"/>
                    <a:pt x="24" y="4"/>
                  </a:cubicBezTo>
                  <a:cubicBezTo>
                    <a:pt x="26" y="4"/>
                    <a:pt x="36" y="5"/>
                    <a:pt x="37" y="7"/>
                  </a:cubicBezTo>
                  <a:cubicBezTo>
                    <a:pt x="17" y="18"/>
                    <a:pt x="26" y="19"/>
                    <a:pt x="0"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49" name="Freeform 225">
              <a:extLst>
                <a:ext uri="{FF2B5EF4-FFF2-40B4-BE49-F238E27FC236}">
                  <a16:creationId xmlns:a16="http://schemas.microsoft.com/office/drawing/2014/main" id="{C06B8F73-F6D4-4FF2-AA58-C299E770B532}"/>
                </a:ext>
              </a:extLst>
            </p:cNvPr>
            <p:cNvSpPr>
              <a:spLocks/>
            </p:cNvSpPr>
            <p:nvPr/>
          </p:nvSpPr>
          <p:spPr bwMode="auto">
            <a:xfrm>
              <a:off x="815975" y="3544887"/>
              <a:ext cx="449262" cy="330200"/>
            </a:xfrm>
            <a:custGeom>
              <a:avLst/>
              <a:gdLst>
                <a:gd name="T0" fmla="*/ 26 w 120"/>
                <a:gd name="T1" fmla="*/ 46 h 88"/>
                <a:gd name="T2" fmla="*/ 103 w 120"/>
                <a:gd name="T3" fmla="*/ 1 h 88"/>
                <a:gd name="T4" fmla="*/ 120 w 120"/>
                <a:gd name="T5" fmla="*/ 6 h 88"/>
                <a:gd name="T6" fmla="*/ 101 w 120"/>
                <a:gd name="T7" fmla="*/ 22 h 88"/>
                <a:gd name="T8" fmla="*/ 78 w 120"/>
                <a:gd name="T9" fmla="*/ 65 h 88"/>
                <a:gd name="T10" fmla="*/ 64 w 120"/>
                <a:gd name="T11" fmla="*/ 83 h 88"/>
                <a:gd name="T12" fmla="*/ 66 w 120"/>
                <a:gd name="T13" fmla="*/ 44 h 88"/>
                <a:gd name="T14" fmla="*/ 25 w 120"/>
                <a:gd name="T15" fmla="*/ 64 h 88"/>
                <a:gd name="T16" fmla="*/ 13 w 120"/>
                <a:gd name="T17" fmla="*/ 56 h 88"/>
                <a:gd name="T18" fmla="*/ 9 w 120"/>
                <a:gd name="T19" fmla="*/ 38 h 88"/>
                <a:gd name="T20" fmla="*/ 26 w 120"/>
                <a:gd name="T21" fmla="*/ 4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0" h="88">
                  <a:moveTo>
                    <a:pt x="26" y="46"/>
                  </a:moveTo>
                  <a:cubicBezTo>
                    <a:pt x="32" y="45"/>
                    <a:pt x="92" y="3"/>
                    <a:pt x="103" y="1"/>
                  </a:cubicBezTo>
                  <a:cubicBezTo>
                    <a:pt x="109" y="1"/>
                    <a:pt x="118" y="0"/>
                    <a:pt x="120" y="6"/>
                  </a:cubicBezTo>
                  <a:cubicBezTo>
                    <a:pt x="118" y="11"/>
                    <a:pt x="107" y="18"/>
                    <a:pt x="101" y="22"/>
                  </a:cubicBezTo>
                  <a:cubicBezTo>
                    <a:pt x="83" y="35"/>
                    <a:pt x="90" y="24"/>
                    <a:pt x="78" y="65"/>
                  </a:cubicBezTo>
                  <a:cubicBezTo>
                    <a:pt x="71" y="88"/>
                    <a:pt x="64" y="84"/>
                    <a:pt x="64" y="83"/>
                  </a:cubicBezTo>
                  <a:cubicBezTo>
                    <a:pt x="66" y="44"/>
                    <a:pt x="66" y="44"/>
                    <a:pt x="66" y="44"/>
                  </a:cubicBezTo>
                  <a:cubicBezTo>
                    <a:pt x="57" y="51"/>
                    <a:pt x="36" y="63"/>
                    <a:pt x="25" y="64"/>
                  </a:cubicBezTo>
                  <a:cubicBezTo>
                    <a:pt x="17" y="65"/>
                    <a:pt x="16" y="62"/>
                    <a:pt x="13" y="56"/>
                  </a:cubicBezTo>
                  <a:cubicBezTo>
                    <a:pt x="5" y="43"/>
                    <a:pt x="0" y="40"/>
                    <a:pt x="9" y="38"/>
                  </a:cubicBezTo>
                  <a:cubicBezTo>
                    <a:pt x="13" y="38"/>
                    <a:pt x="22" y="47"/>
                    <a:pt x="26" y="4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0" name="Freeform 226">
              <a:extLst>
                <a:ext uri="{FF2B5EF4-FFF2-40B4-BE49-F238E27FC236}">
                  <a16:creationId xmlns:a16="http://schemas.microsoft.com/office/drawing/2014/main" id="{41032C36-2846-4DDF-8CD7-A4FDFC31D23A}"/>
                </a:ext>
              </a:extLst>
            </p:cNvPr>
            <p:cNvSpPr>
              <a:spLocks/>
            </p:cNvSpPr>
            <p:nvPr/>
          </p:nvSpPr>
          <p:spPr bwMode="auto">
            <a:xfrm>
              <a:off x="931863" y="3646487"/>
              <a:ext cx="446087" cy="423863"/>
            </a:xfrm>
            <a:custGeom>
              <a:avLst/>
              <a:gdLst>
                <a:gd name="T0" fmla="*/ 61 w 119"/>
                <a:gd name="T1" fmla="*/ 76 h 113"/>
                <a:gd name="T2" fmla="*/ 59 w 119"/>
                <a:gd name="T3" fmla="*/ 81 h 113"/>
                <a:gd name="T4" fmla="*/ 62 w 119"/>
                <a:gd name="T5" fmla="*/ 91 h 113"/>
                <a:gd name="T6" fmla="*/ 76 w 119"/>
                <a:gd name="T7" fmla="*/ 67 h 113"/>
                <a:gd name="T8" fmla="*/ 54 w 119"/>
                <a:gd name="T9" fmla="*/ 53 h 113"/>
                <a:gd name="T10" fmla="*/ 60 w 119"/>
                <a:gd name="T11" fmla="*/ 31 h 113"/>
                <a:gd name="T12" fmla="*/ 53 w 119"/>
                <a:gd name="T13" fmla="*/ 30 h 113"/>
                <a:gd name="T14" fmla="*/ 63 w 119"/>
                <a:gd name="T15" fmla="*/ 26 h 113"/>
                <a:gd name="T16" fmla="*/ 55 w 119"/>
                <a:gd name="T17" fmla="*/ 22 h 113"/>
                <a:gd name="T18" fmla="*/ 57 w 119"/>
                <a:gd name="T19" fmla="*/ 14 h 113"/>
                <a:gd name="T20" fmla="*/ 75 w 119"/>
                <a:gd name="T21" fmla="*/ 0 h 113"/>
                <a:gd name="T22" fmla="*/ 111 w 119"/>
                <a:gd name="T23" fmla="*/ 67 h 113"/>
                <a:gd name="T24" fmla="*/ 45 w 119"/>
                <a:gd name="T25" fmla="*/ 105 h 113"/>
                <a:gd name="T26" fmla="*/ 8 w 119"/>
                <a:gd name="T27" fmla="*/ 39 h 113"/>
                <a:gd name="T28" fmla="*/ 17 w 119"/>
                <a:gd name="T29" fmla="*/ 34 h 113"/>
                <a:gd name="T30" fmla="*/ 32 w 119"/>
                <a:gd name="T31" fmla="*/ 63 h 113"/>
                <a:gd name="T32" fmla="*/ 40 w 119"/>
                <a:gd name="T33" fmla="*/ 62 h 113"/>
                <a:gd name="T34" fmla="*/ 55 w 119"/>
                <a:gd name="T35" fmla="*/ 71 h 113"/>
                <a:gd name="T36" fmla="*/ 61 w 119"/>
                <a:gd name="T37" fmla="*/ 7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113">
                  <a:moveTo>
                    <a:pt x="61" y="76"/>
                  </a:moveTo>
                  <a:cubicBezTo>
                    <a:pt x="61" y="77"/>
                    <a:pt x="60" y="79"/>
                    <a:pt x="59" y="81"/>
                  </a:cubicBezTo>
                  <a:cubicBezTo>
                    <a:pt x="54" y="92"/>
                    <a:pt x="58" y="101"/>
                    <a:pt x="62" y="91"/>
                  </a:cubicBezTo>
                  <a:cubicBezTo>
                    <a:pt x="65" y="84"/>
                    <a:pt x="83" y="73"/>
                    <a:pt x="76" y="67"/>
                  </a:cubicBezTo>
                  <a:cubicBezTo>
                    <a:pt x="55" y="52"/>
                    <a:pt x="49" y="61"/>
                    <a:pt x="54" y="53"/>
                  </a:cubicBezTo>
                  <a:cubicBezTo>
                    <a:pt x="66" y="36"/>
                    <a:pt x="72" y="40"/>
                    <a:pt x="60" y="31"/>
                  </a:cubicBezTo>
                  <a:cubicBezTo>
                    <a:pt x="58" y="29"/>
                    <a:pt x="53" y="31"/>
                    <a:pt x="53" y="30"/>
                  </a:cubicBezTo>
                  <a:cubicBezTo>
                    <a:pt x="52" y="18"/>
                    <a:pt x="64" y="32"/>
                    <a:pt x="63" y="26"/>
                  </a:cubicBezTo>
                  <a:cubicBezTo>
                    <a:pt x="63" y="25"/>
                    <a:pt x="56" y="24"/>
                    <a:pt x="55" y="22"/>
                  </a:cubicBezTo>
                  <a:cubicBezTo>
                    <a:pt x="55" y="22"/>
                    <a:pt x="56" y="15"/>
                    <a:pt x="57" y="14"/>
                  </a:cubicBezTo>
                  <a:cubicBezTo>
                    <a:pt x="61" y="8"/>
                    <a:pt x="69" y="4"/>
                    <a:pt x="75" y="0"/>
                  </a:cubicBezTo>
                  <a:cubicBezTo>
                    <a:pt x="103" y="9"/>
                    <a:pt x="119" y="38"/>
                    <a:pt x="111" y="67"/>
                  </a:cubicBezTo>
                  <a:cubicBezTo>
                    <a:pt x="103" y="96"/>
                    <a:pt x="73" y="113"/>
                    <a:pt x="45" y="105"/>
                  </a:cubicBezTo>
                  <a:cubicBezTo>
                    <a:pt x="17" y="97"/>
                    <a:pt x="0" y="68"/>
                    <a:pt x="8" y="39"/>
                  </a:cubicBezTo>
                  <a:cubicBezTo>
                    <a:pt x="11" y="37"/>
                    <a:pt x="14" y="35"/>
                    <a:pt x="17" y="34"/>
                  </a:cubicBezTo>
                  <a:cubicBezTo>
                    <a:pt x="39" y="23"/>
                    <a:pt x="26" y="52"/>
                    <a:pt x="32" y="63"/>
                  </a:cubicBezTo>
                  <a:cubicBezTo>
                    <a:pt x="33" y="65"/>
                    <a:pt x="38" y="64"/>
                    <a:pt x="40" y="62"/>
                  </a:cubicBezTo>
                  <a:cubicBezTo>
                    <a:pt x="48" y="54"/>
                    <a:pt x="49" y="45"/>
                    <a:pt x="55" y="71"/>
                  </a:cubicBezTo>
                  <a:cubicBezTo>
                    <a:pt x="57" y="77"/>
                    <a:pt x="60" y="75"/>
                    <a:pt x="61" y="7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1" name="Freeform 227">
              <a:extLst>
                <a:ext uri="{FF2B5EF4-FFF2-40B4-BE49-F238E27FC236}">
                  <a16:creationId xmlns:a16="http://schemas.microsoft.com/office/drawing/2014/main" id="{76DABC5B-F72A-4FCD-9895-05E1E1E3044D}"/>
                </a:ext>
              </a:extLst>
            </p:cNvPr>
            <p:cNvSpPr>
              <a:spLocks/>
            </p:cNvSpPr>
            <p:nvPr/>
          </p:nvSpPr>
          <p:spPr bwMode="auto">
            <a:xfrm>
              <a:off x="1254125" y="3724275"/>
              <a:ext cx="101600" cy="200025"/>
            </a:xfrm>
            <a:custGeom>
              <a:avLst/>
              <a:gdLst>
                <a:gd name="T0" fmla="*/ 17 w 27"/>
                <a:gd name="T1" fmla="*/ 53 h 53"/>
                <a:gd name="T2" fmla="*/ 10 w 27"/>
                <a:gd name="T3" fmla="*/ 43 h 53"/>
                <a:gd name="T4" fmla="*/ 0 w 27"/>
                <a:gd name="T5" fmla="*/ 35 h 53"/>
                <a:gd name="T6" fmla="*/ 4 w 27"/>
                <a:gd name="T7" fmla="*/ 28 h 53"/>
                <a:gd name="T8" fmla="*/ 7 w 27"/>
                <a:gd name="T9" fmla="*/ 21 h 53"/>
                <a:gd name="T10" fmla="*/ 4 w 27"/>
                <a:gd name="T11" fmla="*/ 13 h 53"/>
                <a:gd name="T12" fmla="*/ 13 w 27"/>
                <a:gd name="T13" fmla="*/ 8 h 53"/>
                <a:gd name="T14" fmla="*/ 18 w 27"/>
                <a:gd name="T15" fmla="*/ 9 h 53"/>
                <a:gd name="T16" fmla="*/ 23 w 27"/>
                <a:gd name="T17" fmla="*/ 23 h 53"/>
                <a:gd name="T18" fmla="*/ 10 w 27"/>
                <a:gd name="T19" fmla="*/ 20 h 53"/>
                <a:gd name="T20" fmla="*/ 22 w 27"/>
                <a:gd name="T21" fmla="*/ 28 h 53"/>
                <a:gd name="T22" fmla="*/ 17 w 27"/>
                <a:gd name="T23"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53">
                  <a:moveTo>
                    <a:pt x="17" y="53"/>
                  </a:moveTo>
                  <a:cubicBezTo>
                    <a:pt x="14" y="53"/>
                    <a:pt x="17" y="43"/>
                    <a:pt x="10" y="43"/>
                  </a:cubicBezTo>
                  <a:cubicBezTo>
                    <a:pt x="6" y="43"/>
                    <a:pt x="0" y="45"/>
                    <a:pt x="0" y="35"/>
                  </a:cubicBezTo>
                  <a:cubicBezTo>
                    <a:pt x="0" y="30"/>
                    <a:pt x="4" y="30"/>
                    <a:pt x="4" y="28"/>
                  </a:cubicBezTo>
                  <a:cubicBezTo>
                    <a:pt x="5" y="21"/>
                    <a:pt x="0" y="26"/>
                    <a:pt x="7" y="21"/>
                  </a:cubicBezTo>
                  <a:cubicBezTo>
                    <a:pt x="11" y="18"/>
                    <a:pt x="0" y="17"/>
                    <a:pt x="4" y="13"/>
                  </a:cubicBezTo>
                  <a:cubicBezTo>
                    <a:pt x="7" y="8"/>
                    <a:pt x="11" y="25"/>
                    <a:pt x="13" y="8"/>
                  </a:cubicBezTo>
                  <a:cubicBezTo>
                    <a:pt x="13" y="4"/>
                    <a:pt x="17" y="0"/>
                    <a:pt x="18" y="9"/>
                  </a:cubicBezTo>
                  <a:cubicBezTo>
                    <a:pt x="18" y="11"/>
                    <a:pt x="25" y="17"/>
                    <a:pt x="23" y="23"/>
                  </a:cubicBezTo>
                  <a:cubicBezTo>
                    <a:pt x="21" y="29"/>
                    <a:pt x="14" y="17"/>
                    <a:pt x="10" y="20"/>
                  </a:cubicBezTo>
                  <a:cubicBezTo>
                    <a:pt x="3" y="27"/>
                    <a:pt x="22" y="28"/>
                    <a:pt x="22" y="28"/>
                  </a:cubicBezTo>
                  <a:cubicBezTo>
                    <a:pt x="27" y="29"/>
                    <a:pt x="23" y="53"/>
                    <a:pt x="17" y="53"/>
                  </a:cubicBez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52" name="Group 51">
            <a:extLst>
              <a:ext uri="{FF2B5EF4-FFF2-40B4-BE49-F238E27FC236}">
                <a16:creationId xmlns:a16="http://schemas.microsoft.com/office/drawing/2014/main" id="{2377EE2F-CF65-43D0-A460-84B8F18C00F7}"/>
              </a:ext>
            </a:extLst>
          </p:cNvPr>
          <p:cNvGrpSpPr/>
          <p:nvPr/>
        </p:nvGrpSpPr>
        <p:grpSpPr>
          <a:xfrm>
            <a:off x="539468" y="2797371"/>
            <a:ext cx="339458" cy="498474"/>
            <a:chOff x="3941344" y="232202"/>
            <a:chExt cx="935456" cy="1431001"/>
          </a:xfrm>
          <a:solidFill>
            <a:schemeClr val="bg1"/>
          </a:solidFill>
        </p:grpSpPr>
        <p:grpSp>
          <p:nvGrpSpPr>
            <p:cNvPr id="53" name="Groupe 228">
              <a:extLst>
                <a:ext uri="{FF2B5EF4-FFF2-40B4-BE49-F238E27FC236}">
                  <a16:creationId xmlns:a16="http://schemas.microsoft.com/office/drawing/2014/main" id="{ECE05576-74C3-4CFE-9752-F89C0B7F4CE3}"/>
                </a:ext>
              </a:extLst>
            </p:cNvPr>
            <p:cNvGrpSpPr/>
            <p:nvPr/>
          </p:nvGrpSpPr>
          <p:grpSpPr>
            <a:xfrm>
              <a:off x="4041801" y="625301"/>
              <a:ext cx="808606" cy="1037902"/>
              <a:chOff x="6207126" y="2290763"/>
              <a:chExt cx="319088" cy="409575"/>
            </a:xfrm>
            <a:grpFill/>
          </p:grpSpPr>
          <p:sp>
            <p:nvSpPr>
              <p:cNvPr id="57" name="Freeform 126">
                <a:extLst>
                  <a:ext uri="{FF2B5EF4-FFF2-40B4-BE49-F238E27FC236}">
                    <a16:creationId xmlns:a16="http://schemas.microsoft.com/office/drawing/2014/main" id="{E670EC98-67B1-4599-8C97-7C72ADE480E1}"/>
                  </a:ext>
                </a:extLst>
              </p:cNvPr>
              <p:cNvSpPr>
                <a:spLocks/>
              </p:cNvSpPr>
              <p:nvPr/>
            </p:nvSpPr>
            <p:spPr bwMode="auto">
              <a:xfrm>
                <a:off x="6281738" y="2290763"/>
                <a:ext cx="169863" cy="180975"/>
              </a:xfrm>
              <a:custGeom>
                <a:avLst/>
                <a:gdLst>
                  <a:gd name="T0" fmla="*/ 24 w 45"/>
                  <a:gd name="T1" fmla="*/ 47 h 48"/>
                  <a:gd name="T2" fmla="*/ 45 w 45"/>
                  <a:gd name="T3" fmla="*/ 22 h 48"/>
                  <a:gd name="T4" fmla="*/ 23 w 45"/>
                  <a:gd name="T5" fmla="*/ 0 h 48"/>
                  <a:gd name="T6" fmla="*/ 1 w 45"/>
                  <a:gd name="T7" fmla="*/ 25 h 48"/>
                  <a:gd name="T8" fmla="*/ 24 w 45"/>
                  <a:gd name="T9" fmla="*/ 47 h 48"/>
                </a:gdLst>
                <a:ahLst/>
                <a:cxnLst>
                  <a:cxn ang="0">
                    <a:pos x="T0" y="T1"/>
                  </a:cxn>
                  <a:cxn ang="0">
                    <a:pos x="T2" y="T3"/>
                  </a:cxn>
                  <a:cxn ang="0">
                    <a:pos x="T4" y="T5"/>
                  </a:cxn>
                  <a:cxn ang="0">
                    <a:pos x="T6" y="T7"/>
                  </a:cxn>
                  <a:cxn ang="0">
                    <a:pos x="T8" y="T9"/>
                  </a:cxn>
                </a:cxnLst>
                <a:rect l="0" t="0" r="r" b="b"/>
                <a:pathLst>
                  <a:path w="45" h="48">
                    <a:moveTo>
                      <a:pt x="24" y="47"/>
                    </a:moveTo>
                    <a:cubicBezTo>
                      <a:pt x="37" y="46"/>
                      <a:pt x="45" y="35"/>
                      <a:pt x="45" y="22"/>
                    </a:cubicBezTo>
                    <a:cubicBezTo>
                      <a:pt x="45" y="10"/>
                      <a:pt x="36" y="0"/>
                      <a:pt x="23" y="0"/>
                    </a:cubicBezTo>
                    <a:cubicBezTo>
                      <a:pt x="10" y="1"/>
                      <a:pt x="0" y="12"/>
                      <a:pt x="1" y="25"/>
                    </a:cubicBezTo>
                    <a:cubicBezTo>
                      <a:pt x="1" y="38"/>
                      <a:pt x="11" y="48"/>
                      <a:pt x="24" y="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Verdana"/>
                  <a:ea typeface="+mn-ea"/>
                  <a:cs typeface="+mn-cs"/>
                </a:endParaRPr>
              </a:p>
            </p:txBody>
          </p:sp>
          <p:sp>
            <p:nvSpPr>
              <p:cNvPr id="58" name="Freeform 127">
                <a:extLst>
                  <a:ext uri="{FF2B5EF4-FFF2-40B4-BE49-F238E27FC236}">
                    <a16:creationId xmlns:a16="http://schemas.microsoft.com/office/drawing/2014/main" id="{09EE94BE-91B5-4929-9646-ECC857864458}"/>
                  </a:ext>
                </a:extLst>
              </p:cNvPr>
              <p:cNvSpPr>
                <a:spLocks/>
              </p:cNvSpPr>
              <p:nvPr/>
            </p:nvSpPr>
            <p:spPr bwMode="auto">
              <a:xfrm>
                <a:off x="6207126" y="2493963"/>
                <a:ext cx="319088" cy="206375"/>
              </a:xfrm>
              <a:custGeom>
                <a:avLst/>
                <a:gdLst>
                  <a:gd name="T0" fmla="*/ 0 w 85"/>
                  <a:gd name="T1" fmla="*/ 47 h 55"/>
                  <a:gd name="T2" fmla="*/ 1 w 85"/>
                  <a:gd name="T3" fmla="*/ 37 h 55"/>
                  <a:gd name="T4" fmla="*/ 32 w 85"/>
                  <a:gd name="T5" fmla="*/ 6 h 55"/>
                  <a:gd name="T6" fmla="*/ 82 w 85"/>
                  <a:gd name="T7" fmla="*/ 30 h 55"/>
                  <a:gd name="T8" fmla="*/ 70 w 85"/>
                  <a:gd name="T9" fmla="*/ 50 h 55"/>
                  <a:gd name="T10" fmla="*/ 0 w 85"/>
                  <a:gd name="T11" fmla="*/ 47 h 55"/>
                </a:gdLst>
                <a:ahLst/>
                <a:cxnLst>
                  <a:cxn ang="0">
                    <a:pos x="T0" y="T1"/>
                  </a:cxn>
                  <a:cxn ang="0">
                    <a:pos x="T2" y="T3"/>
                  </a:cxn>
                  <a:cxn ang="0">
                    <a:pos x="T4" y="T5"/>
                  </a:cxn>
                  <a:cxn ang="0">
                    <a:pos x="T6" y="T7"/>
                  </a:cxn>
                  <a:cxn ang="0">
                    <a:pos x="T8" y="T9"/>
                  </a:cxn>
                  <a:cxn ang="0">
                    <a:pos x="T10" y="T11"/>
                  </a:cxn>
                </a:cxnLst>
                <a:rect l="0" t="0" r="r" b="b"/>
                <a:pathLst>
                  <a:path w="85" h="55">
                    <a:moveTo>
                      <a:pt x="0" y="47"/>
                    </a:moveTo>
                    <a:cubicBezTo>
                      <a:pt x="0" y="44"/>
                      <a:pt x="0" y="41"/>
                      <a:pt x="1" y="37"/>
                    </a:cubicBezTo>
                    <a:cubicBezTo>
                      <a:pt x="5" y="22"/>
                      <a:pt x="17" y="10"/>
                      <a:pt x="32" y="6"/>
                    </a:cubicBezTo>
                    <a:cubicBezTo>
                      <a:pt x="60" y="0"/>
                      <a:pt x="77" y="14"/>
                      <a:pt x="82" y="30"/>
                    </a:cubicBezTo>
                    <a:cubicBezTo>
                      <a:pt x="85" y="39"/>
                      <a:pt x="79" y="49"/>
                      <a:pt x="70" y="50"/>
                    </a:cubicBezTo>
                    <a:cubicBezTo>
                      <a:pt x="38" y="55"/>
                      <a:pt x="20" y="46"/>
                      <a:pt x="0" y="4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54" name="Freeform 56">
              <a:extLst>
                <a:ext uri="{FF2B5EF4-FFF2-40B4-BE49-F238E27FC236}">
                  <a16:creationId xmlns:a16="http://schemas.microsoft.com/office/drawing/2014/main" id="{CA96D6DB-6AC6-495A-9BFB-83DE3F0DBDA9}"/>
                </a:ext>
              </a:extLst>
            </p:cNvPr>
            <p:cNvSpPr>
              <a:spLocks/>
            </p:cNvSpPr>
            <p:nvPr/>
          </p:nvSpPr>
          <p:spPr bwMode="auto">
            <a:xfrm>
              <a:off x="4251730" y="232202"/>
              <a:ext cx="314683" cy="303440"/>
            </a:xfrm>
            <a:custGeom>
              <a:avLst/>
              <a:gdLst>
                <a:gd name="T0" fmla="*/ 6 w 28"/>
                <a:gd name="T1" fmla="*/ 27 h 27"/>
                <a:gd name="T2" fmla="*/ 15 w 28"/>
                <a:gd name="T3" fmla="*/ 23 h 27"/>
                <a:gd name="T4" fmla="*/ 24 w 28"/>
                <a:gd name="T5" fmla="*/ 27 h 27"/>
                <a:gd name="T6" fmla="*/ 21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1" y="18"/>
                  </a:lnTo>
                  <a:lnTo>
                    <a:pt x="28" y="11"/>
                  </a:lnTo>
                  <a:lnTo>
                    <a:pt x="19" y="9"/>
                  </a:lnTo>
                  <a:lnTo>
                    <a:pt x="15" y="0"/>
                  </a:lnTo>
                  <a:lnTo>
                    <a:pt x="10" y="9"/>
                  </a:lnTo>
                  <a:lnTo>
                    <a:pt x="0" y="11"/>
                  </a:lnTo>
                  <a:lnTo>
                    <a:pt x="8"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5" name="Freeform 56">
              <a:extLst>
                <a:ext uri="{FF2B5EF4-FFF2-40B4-BE49-F238E27FC236}">
                  <a16:creationId xmlns:a16="http://schemas.microsoft.com/office/drawing/2014/main" id="{AF30E77D-803E-49EC-BFBD-15E105DBB4E7}"/>
                </a:ext>
              </a:extLst>
            </p:cNvPr>
            <p:cNvSpPr>
              <a:spLocks/>
            </p:cNvSpPr>
            <p:nvPr/>
          </p:nvSpPr>
          <p:spPr bwMode="auto">
            <a:xfrm>
              <a:off x="4661434" y="379146"/>
              <a:ext cx="215366" cy="207672"/>
            </a:xfrm>
            <a:custGeom>
              <a:avLst/>
              <a:gdLst>
                <a:gd name="T0" fmla="*/ 6 w 28"/>
                <a:gd name="T1" fmla="*/ 27 h 27"/>
                <a:gd name="T2" fmla="*/ 15 w 28"/>
                <a:gd name="T3" fmla="*/ 23 h 27"/>
                <a:gd name="T4" fmla="*/ 24 w 28"/>
                <a:gd name="T5" fmla="*/ 27 h 27"/>
                <a:gd name="T6" fmla="*/ 21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1" y="18"/>
                  </a:lnTo>
                  <a:lnTo>
                    <a:pt x="28" y="11"/>
                  </a:lnTo>
                  <a:lnTo>
                    <a:pt x="19" y="9"/>
                  </a:lnTo>
                  <a:lnTo>
                    <a:pt x="15" y="0"/>
                  </a:lnTo>
                  <a:lnTo>
                    <a:pt x="10" y="9"/>
                  </a:lnTo>
                  <a:lnTo>
                    <a:pt x="0" y="11"/>
                  </a:lnTo>
                  <a:lnTo>
                    <a:pt x="8"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56" name="Freeform 56">
              <a:extLst>
                <a:ext uri="{FF2B5EF4-FFF2-40B4-BE49-F238E27FC236}">
                  <a16:creationId xmlns:a16="http://schemas.microsoft.com/office/drawing/2014/main" id="{6C0BA3FF-6F66-423D-A88A-8054E12EC34F}"/>
                </a:ext>
              </a:extLst>
            </p:cNvPr>
            <p:cNvSpPr>
              <a:spLocks/>
            </p:cNvSpPr>
            <p:nvPr/>
          </p:nvSpPr>
          <p:spPr bwMode="auto">
            <a:xfrm>
              <a:off x="3941344" y="379146"/>
              <a:ext cx="215366" cy="207672"/>
            </a:xfrm>
            <a:custGeom>
              <a:avLst/>
              <a:gdLst>
                <a:gd name="T0" fmla="*/ 6 w 28"/>
                <a:gd name="T1" fmla="*/ 27 h 27"/>
                <a:gd name="T2" fmla="*/ 15 w 28"/>
                <a:gd name="T3" fmla="*/ 23 h 27"/>
                <a:gd name="T4" fmla="*/ 24 w 28"/>
                <a:gd name="T5" fmla="*/ 27 h 27"/>
                <a:gd name="T6" fmla="*/ 21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1" y="18"/>
                  </a:lnTo>
                  <a:lnTo>
                    <a:pt x="28" y="11"/>
                  </a:lnTo>
                  <a:lnTo>
                    <a:pt x="19" y="9"/>
                  </a:lnTo>
                  <a:lnTo>
                    <a:pt x="15" y="0"/>
                  </a:lnTo>
                  <a:lnTo>
                    <a:pt x="10" y="9"/>
                  </a:lnTo>
                  <a:lnTo>
                    <a:pt x="0" y="11"/>
                  </a:lnTo>
                  <a:lnTo>
                    <a:pt x="8"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59" name="Groupe 310">
            <a:extLst>
              <a:ext uri="{FF2B5EF4-FFF2-40B4-BE49-F238E27FC236}">
                <a16:creationId xmlns:a16="http://schemas.microsoft.com/office/drawing/2014/main" id="{DD8E5BF9-3A99-49C9-8684-2E780C43CB30}"/>
              </a:ext>
            </a:extLst>
          </p:cNvPr>
          <p:cNvGrpSpPr/>
          <p:nvPr/>
        </p:nvGrpSpPr>
        <p:grpSpPr>
          <a:xfrm>
            <a:off x="570626" y="5370440"/>
            <a:ext cx="305476" cy="397964"/>
            <a:chOff x="7900988" y="4246563"/>
            <a:chExt cx="355600" cy="482600"/>
          </a:xfrm>
          <a:solidFill>
            <a:schemeClr val="bg1"/>
          </a:solidFill>
        </p:grpSpPr>
        <p:sp>
          <p:nvSpPr>
            <p:cNvPr id="60" name="Freeform 290">
              <a:extLst>
                <a:ext uri="{FF2B5EF4-FFF2-40B4-BE49-F238E27FC236}">
                  <a16:creationId xmlns:a16="http://schemas.microsoft.com/office/drawing/2014/main" id="{6ECD10E0-AADF-4BBA-B2E9-68D3DE37607D}"/>
                </a:ext>
              </a:extLst>
            </p:cNvPr>
            <p:cNvSpPr>
              <a:spLocks noEditPoints="1"/>
            </p:cNvSpPr>
            <p:nvPr/>
          </p:nvSpPr>
          <p:spPr bwMode="auto">
            <a:xfrm>
              <a:off x="7900988" y="4246563"/>
              <a:ext cx="355600" cy="346075"/>
            </a:xfrm>
            <a:custGeom>
              <a:avLst/>
              <a:gdLst>
                <a:gd name="T0" fmla="*/ 102 w 105"/>
                <a:gd name="T1" fmla="*/ 43 h 102"/>
                <a:gd name="T2" fmla="*/ 97 w 105"/>
                <a:gd name="T3" fmla="*/ 28 h 102"/>
                <a:gd name="T4" fmla="*/ 87 w 105"/>
                <a:gd name="T5" fmla="*/ 16 h 102"/>
                <a:gd name="T6" fmla="*/ 75 w 105"/>
                <a:gd name="T7" fmla="*/ 7 h 102"/>
                <a:gd name="T8" fmla="*/ 59 w 105"/>
                <a:gd name="T9" fmla="*/ 2 h 102"/>
                <a:gd name="T10" fmla="*/ 45 w 105"/>
                <a:gd name="T11" fmla="*/ 2 h 102"/>
                <a:gd name="T12" fmla="*/ 29 w 105"/>
                <a:gd name="T13" fmla="*/ 7 h 102"/>
                <a:gd name="T14" fmla="*/ 17 w 105"/>
                <a:gd name="T15" fmla="*/ 16 h 102"/>
                <a:gd name="T16" fmla="*/ 8 w 105"/>
                <a:gd name="T17" fmla="*/ 28 h 102"/>
                <a:gd name="T18" fmla="*/ 3 w 105"/>
                <a:gd name="T19" fmla="*/ 44 h 102"/>
                <a:gd name="T20" fmla="*/ 2 w 105"/>
                <a:gd name="T21" fmla="*/ 45 h 102"/>
                <a:gd name="T22" fmla="*/ 2 w 105"/>
                <a:gd name="T23" fmla="*/ 57 h 102"/>
                <a:gd name="T24" fmla="*/ 4 w 105"/>
                <a:gd name="T25" fmla="*/ 60 h 102"/>
                <a:gd name="T26" fmla="*/ 8 w 105"/>
                <a:gd name="T27" fmla="*/ 73 h 102"/>
                <a:gd name="T28" fmla="*/ 18 w 105"/>
                <a:gd name="T29" fmla="*/ 86 h 102"/>
                <a:gd name="T30" fmla="*/ 30 w 105"/>
                <a:gd name="T31" fmla="*/ 95 h 102"/>
                <a:gd name="T32" fmla="*/ 45 w 105"/>
                <a:gd name="T33" fmla="*/ 100 h 102"/>
                <a:gd name="T34" fmla="*/ 60 w 105"/>
                <a:gd name="T35" fmla="*/ 100 h 102"/>
                <a:gd name="T36" fmla="*/ 75 w 105"/>
                <a:gd name="T37" fmla="*/ 95 h 102"/>
                <a:gd name="T38" fmla="*/ 88 w 105"/>
                <a:gd name="T39" fmla="*/ 86 h 102"/>
                <a:gd name="T40" fmla="*/ 97 w 105"/>
                <a:gd name="T41" fmla="*/ 75 h 102"/>
                <a:gd name="T42" fmla="*/ 97 w 105"/>
                <a:gd name="T43" fmla="*/ 71 h 102"/>
                <a:gd name="T44" fmla="*/ 100 w 105"/>
                <a:gd name="T45" fmla="*/ 61 h 102"/>
                <a:gd name="T46" fmla="*/ 103 w 105"/>
                <a:gd name="T47" fmla="*/ 56 h 102"/>
                <a:gd name="T48" fmla="*/ 105 w 105"/>
                <a:gd name="T49" fmla="*/ 51 h 102"/>
                <a:gd name="T50" fmla="*/ 102 w 105"/>
                <a:gd name="T51" fmla="*/ 43 h 102"/>
                <a:gd name="T52" fmla="*/ 75 w 105"/>
                <a:gd name="T53" fmla="*/ 80 h 102"/>
                <a:gd name="T54" fmla="*/ 21 w 105"/>
                <a:gd name="T55" fmla="*/ 74 h 102"/>
                <a:gd name="T56" fmla="*/ 29 w 105"/>
                <a:gd name="T57" fmla="*/ 21 h 102"/>
                <a:gd name="T58" fmla="*/ 85 w 105"/>
                <a:gd name="T59" fmla="*/ 29 h 102"/>
                <a:gd name="T60" fmla="*/ 75 w 105"/>
                <a:gd name="T61" fmla="*/ 8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5" h="102">
                  <a:moveTo>
                    <a:pt x="102" y="43"/>
                  </a:moveTo>
                  <a:cubicBezTo>
                    <a:pt x="98" y="39"/>
                    <a:pt x="96" y="34"/>
                    <a:pt x="97" y="28"/>
                  </a:cubicBezTo>
                  <a:cubicBezTo>
                    <a:pt x="97" y="22"/>
                    <a:pt x="93" y="17"/>
                    <a:pt x="87" y="16"/>
                  </a:cubicBezTo>
                  <a:cubicBezTo>
                    <a:pt x="82" y="14"/>
                    <a:pt x="78" y="11"/>
                    <a:pt x="75" y="7"/>
                  </a:cubicBezTo>
                  <a:cubicBezTo>
                    <a:pt x="71" y="1"/>
                    <a:pt x="66" y="0"/>
                    <a:pt x="59" y="2"/>
                  </a:cubicBezTo>
                  <a:cubicBezTo>
                    <a:pt x="54" y="4"/>
                    <a:pt x="50" y="3"/>
                    <a:pt x="45" y="2"/>
                  </a:cubicBezTo>
                  <a:cubicBezTo>
                    <a:pt x="38" y="0"/>
                    <a:pt x="33" y="1"/>
                    <a:pt x="29" y="7"/>
                  </a:cubicBezTo>
                  <a:cubicBezTo>
                    <a:pt x="26" y="11"/>
                    <a:pt x="22" y="14"/>
                    <a:pt x="17" y="16"/>
                  </a:cubicBezTo>
                  <a:cubicBezTo>
                    <a:pt x="11" y="18"/>
                    <a:pt x="8" y="22"/>
                    <a:pt x="8" y="28"/>
                  </a:cubicBezTo>
                  <a:cubicBezTo>
                    <a:pt x="8" y="34"/>
                    <a:pt x="6" y="39"/>
                    <a:pt x="3" y="44"/>
                  </a:cubicBezTo>
                  <a:cubicBezTo>
                    <a:pt x="3" y="44"/>
                    <a:pt x="2" y="44"/>
                    <a:pt x="2" y="45"/>
                  </a:cubicBezTo>
                  <a:cubicBezTo>
                    <a:pt x="0" y="49"/>
                    <a:pt x="0" y="53"/>
                    <a:pt x="2" y="57"/>
                  </a:cubicBezTo>
                  <a:cubicBezTo>
                    <a:pt x="3" y="58"/>
                    <a:pt x="3" y="59"/>
                    <a:pt x="4" y="60"/>
                  </a:cubicBezTo>
                  <a:cubicBezTo>
                    <a:pt x="7" y="64"/>
                    <a:pt x="8" y="68"/>
                    <a:pt x="8" y="73"/>
                  </a:cubicBezTo>
                  <a:cubicBezTo>
                    <a:pt x="8" y="81"/>
                    <a:pt x="10" y="84"/>
                    <a:pt x="18" y="86"/>
                  </a:cubicBezTo>
                  <a:cubicBezTo>
                    <a:pt x="23" y="88"/>
                    <a:pt x="27" y="91"/>
                    <a:pt x="30" y="95"/>
                  </a:cubicBezTo>
                  <a:cubicBezTo>
                    <a:pt x="34" y="101"/>
                    <a:pt x="39" y="102"/>
                    <a:pt x="45" y="100"/>
                  </a:cubicBezTo>
                  <a:cubicBezTo>
                    <a:pt x="50" y="98"/>
                    <a:pt x="55" y="98"/>
                    <a:pt x="60" y="100"/>
                  </a:cubicBezTo>
                  <a:cubicBezTo>
                    <a:pt x="66" y="102"/>
                    <a:pt x="71" y="101"/>
                    <a:pt x="75" y="95"/>
                  </a:cubicBezTo>
                  <a:cubicBezTo>
                    <a:pt x="78" y="90"/>
                    <a:pt x="83" y="87"/>
                    <a:pt x="88" y="86"/>
                  </a:cubicBezTo>
                  <a:cubicBezTo>
                    <a:pt x="93" y="84"/>
                    <a:pt x="96" y="80"/>
                    <a:pt x="97" y="75"/>
                  </a:cubicBezTo>
                  <a:cubicBezTo>
                    <a:pt x="97" y="73"/>
                    <a:pt x="97" y="72"/>
                    <a:pt x="97" y="71"/>
                  </a:cubicBezTo>
                  <a:cubicBezTo>
                    <a:pt x="97" y="67"/>
                    <a:pt x="98" y="64"/>
                    <a:pt x="100" y="61"/>
                  </a:cubicBezTo>
                  <a:cubicBezTo>
                    <a:pt x="101" y="59"/>
                    <a:pt x="102" y="58"/>
                    <a:pt x="103" y="56"/>
                  </a:cubicBezTo>
                  <a:cubicBezTo>
                    <a:pt x="104" y="54"/>
                    <a:pt x="104" y="52"/>
                    <a:pt x="105" y="51"/>
                  </a:cubicBezTo>
                  <a:cubicBezTo>
                    <a:pt x="104" y="48"/>
                    <a:pt x="103" y="46"/>
                    <a:pt x="102" y="43"/>
                  </a:cubicBezTo>
                  <a:close/>
                  <a:moveTo>
                    <a:pt x="75" y="80"/>
                  </a:moveTo>
                  <a:cubicBezTo>
                    <a:pt x="57" y="93"/>
                    <a:pt x="34" y="91"/>
                    <a:pt x="21" y="74"/>
                  </a:cubicBezTo>
                  <a:cubicBezTo>
                    <a:pt x="8" y="58"/>
                    <a:pt x="11" y="34"/>
                    <a:pt x="29" y="21"/>
                  </a:cubicBezTo>
                  <a:cubicBezTo>
                    <a:pt x="47" y="9"/>
                    <a:pt x="72" y="12"/>
                    <a:pt x="85" y="29"/>
                  </a:cubicBezTo>
                  <a:cubicBezTo>
                    <a:pt x="98" y="46"/>
                    <a:pt x="92" y="68"/>
                    <a:pt x="75"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1" name="Freeform 291">
              <a:extLst>
                <a:ext uri="{FF2B5EF4-FFF2-40B4-BE49-F238E27FC236}">
                  <a16:creationId xmlns:a16="http://schemas.microsoft.com/office/drawing/2014/main" id="{71CAC287-0A05-475B-A016-A93FBDA099FD}"/>
                </a:ext>
              </a:extLst>
            </p:cNvPr>
            <p:cNvSpPr>
              <a:spLocks/>
            </p:cNvSpPr>
            <p:nvPr/>
          </p:nvSpPr>
          <p:spPr bwMode="auto">
            <a:xfrm>
              <a:off x="8094663" y="4589463"/>
              <a:ext cx="128588" cy="139700"/>
            </a:xfrm>
            <a:custGeom>
              <a:avLst/>
              <a:gdLst>
                <a:gd name="T0" fmla="*/ 13 w 38"/>
                <a:gd name="T1" fmla="*/ 40 h 41"/>
                <a:gd name="T2" fmla="*/ 15 w 38"/>
                <a:gd name="T3" fmla="*/ 40 h 41"/>
                <a:gd name="T4" fmla="*/ 15 w 38"/>
                <a:gd name="T5" fmla="*/ 40 h 41"/>
                <a:gd name="T6" fmla="*/ 22 w 38"/>
                <a:gd name="T7" fmla="*/ 30 h 41"/>
                <a:gd name="T8" fmla="*/ 25 w 38"/>
                <a:gd name="T9" fmla="*/ 29 h 41"/>
                <a:gd name="T10" fmla="*/ 38 w 38"/>
                <a:gd name="T11" fmla="*/ 28 h 41"/>
                <a:gd name="T12" fmla="*/ 38 w 38"/>
                <a:gd name="T13" fmla="*/ 28 h 41"/>
                <a:gd name="T14" fmla="*/ 25 w 38"/>
                <a:gd name="T15" fmla="*/ 2 h 41"/>
                <a:gd name="T16" fmla="*/ 25 w 38"/>
                <a:gd name="T17" fmla="*/ 2 h 41"/>
                <a:gd name="T18" fmla="*/ 20 w 38"/>
                <a:gd name="T19" fmla="*/ 0 h 41"/>
                <a:gd name="T20" fmla="*/ 16 w 38"/>
                <a:gd name="T21" fmla="*/ 1 h 41"/>
                <a:gd name="T22" fmla="*/ 13 w 38"/>
                <a:gd name="T23" fmla="*/ 3 h 41"/>
                <a:gd name="T24" fmla="*/ 12 w 38"/>
                <a:gd name="T25" fmla="*/ 3 h 41"/>
                <a:gd name="T26" fmla="*/ 11 w 38"/>
                <a:gd name="T27" fmla="*/ 4 h 41"/>
                <a:gd name="T28" fmla="*/ 10 w 38"/>
                <a:gd name="T29" fmla="*/ 4 h 41"/>
                <a:gd name="T30" fmla="*/ 6 w 38"/>
                <a:gd name="T31" fmla="*/ 7 h 41"/>
                <a:gd name="T32" fmla="*/ 0 w 38"/>
                <a:gd name="T33" fmla="*/ 10 h 41"/>
                <a:gd name="T34" fmla="*/ 12 w 38"/>
                <a:gd name="T35" fmla="*/ 38 h 41"/>
                <a:gd name="T36" fmla="*/ 13 w 38"/>
                <a:gd name="T37" fmla="*/ 4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 h="41">
                  <a:moveTo>
                    <a:pt x="13" y="40"/>
                  </a:moveTo>
                  <a:cubicBezTo>
                    <a:pt x="13" y="41"/>
                    <a:pt x="14" y="41"/>
                    <a:pt x="15" y="40"/>
                  </a:cubicBezTo>
                  <a:cubicBezTo>
                    <a:pt x="15" y="40"/>
                    <a:pt x="15" y="40"/>
                    <a:pt x="15" y="40"/>
                  </a:cubicBezTo>
                  <a:cubicBezTo>
                    <a:pt x="17" y="37"/>
                    <a:pt x="20" y="33"/>
                    <a:pt x="22" y="30"/>
                  </a:cubicBezTo>
                  <a:cubicBezTo>
                    <a:pt x="23" y="29"/>
                    <a:pt x="24" y="29"/>
                    <a:pt x="25" y="29"/>
                  </a:cubicBezTo>
                  <a:cubicBezTo>
                    <a:pt x="29" y="29"/>
                    <a:pt x="33" y="28"/>
                    <a:pt x="38" y="28"/>
                  </a:cubicBezTo>
                  <a:cubicBezTo>
                    <a:pt x="38" y="28"/>
                    <a:pt x="38" y="28"/>
                    <a:pt x="38" y="28"/>
                  </a:cubicBezTo>
                  <a:cubicBezTo>
                    <a:pt x="33" y="20"/>
                    <a:pt x="29" y="11"/>
                    <a:pt x="25" y="2"/>
                  </a:cubicBezTo>
                  <a:cubicBezTo>
                    <a:pt x="25" y="2"/>
                    <a:pt x="25" y="2"/>
                    <a:pt x="25" y="2"/>
                  </a:cubicBezTo>
                  <a:cubicBezTo>
                    <a:pt x="24" y="1"/>
                    <a:pt x="22" y="0"/>
                    <a:pt x="20" y="0"/>
                  </a:cubicBezTo>
                  <a:cubicBezTo>
                    <a:pt x="19" y="1"/>
                    <a:pt x="17" y="1"/>
                    <a:pt x="16" y="1"/>
                  </a:cubicBezTo>
                  <a:cubicBezTo>
                    <a:pt x="15" y="2"/>
                    <a:pt x="14" y="2"/>
                    <a:pt x="13" y="3"/>
                  </a:cubicBezTo>
                  <a:cubicBezTo>
                    <a:pt x="13" y="3"/>
                    <a:pt x="12" y="3"/>
                    <a:pt x="12" y="3"/>
                  </a:cubicBezTo>
                  <a:cubicBezTo>
                    <a:pt x="11" y="3"/>
                    <a:pt x="11" y="4"/>
                    <a:pt x="11" y="4"/>
                  </a:cubicBezTo>
                  <a:cubicBezTo>
                    <a:pt x="11" y="4"/>
                    <a:pt x="10" y="4"/>
                    <a:pt x="10" y="4"/>
                  </a:cubicBezTo>
                  <a:cubicBezTo>
                    <a:pt x="8" y="5"/>
                    <a:pt x="7" y="6"/>
                    <a:pt x="6" y="7"/>
                  </a:cubicBezTo>
                  <a:cubicBezTo>
                    <a:pt x="4" y="8"/>
                    <a:pt x="2" y="9"/>
                    <a:pt x="0" y="10"/>
                  </a:cubicBezTo>
                  <a:cubicBezTo>
                    <a:pt x="0" y="11"/>
                    <a:pt x="8" y="29"/>
                    <a:pt x="12" y="38"/>
                  </a:cubicBezTo>
                  <a:cubicBezTo>
                    <a:pt x="12" y="39"/>
                    <a:pt x="12" y="39"/>
                    <a:pt x="13"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2" name="Freeform 292">
              <a:extLst>
                <a:ext uri="{FF2B5EF4-FFF2-40B4-BE49-F238E27FC236}">
                  <a16:creationId xmlns:a16="http://schemas.microsoft.com/office/drawing/2014/main" id="{FAE6B715-E3AD-4326-8818-636AEAB11727}"/>
                </a:ext>
              </a:extLst>
            </p:cNvPr>
            <p:cNvSpPr>
              <a:spLocks/>
            </p:cNvSpPr>
            <p:nvPr/>
          </p:nvSpPr>
          <p:spPr bwMode="auto">
            <a:xfrm>
              <a:off x="7948613" y="4589463"/>
              <a:ext cx="125413" cy="139700"/>
            </a:xfrm>
            <a:custGeom>
              <a:avLst/>
              <a:gdLst>
                <a:gd name="T0" fmla="*/ 24 w 37"/>
                <a:gd name="T1" fmla="*/ 41 h 41"/>
                <a:gd name="T2" fmla="*/ 23 w 37"/>
                <a:gd name="T3" fmla="*/ 41 h 41"/>
                <a:gd name="T4" fmla="*/ 23 w 37"/>
                <a:gd name="T5" fmla="*/ 41 h 41"/>
                <a:gd name="T6" fmla="*/ 15 w 37"/>
                <a:gd name="T7" fmla="*/ 30 h 41"/>
                <a:gd name="T8" fmla="*/ 12 w 37"/>
                <a:gd name="T9" fmla="*/ 29 h 41"/>
                <a:gd name="T10" fmla="*/ 0 w 37"/>
                <a:gd name="T11" fmla="*/ 29 h 41"/>
                <a:gd name="T12" fmla="*/ 0 w 37"/>
                <a:gd name="T13" fmla="*/ 29 h 41"/>
                <a:gd name="T14" fmla="*/ 12 w 37"/>
                <a:gd name="T15" fmla="*/ 3 h 41"/>
                <a:gd name="T16" fmla="*/ 12 w 37"/>
                <a:gd name="T17" fmla="*/ 3 h 41"/>
                <a:gd name="T18" fmla="*/ 17 w 37"/>
                <a:gd name="T19" fmla="*/ 1 h 41"/>
                <a:gd name="T20" fmla="*/ 21 w 37"/>
                <a:gd name="T21" fmla="*/ 2 h 41"/>
                <a:gd name="T22" fmla="*/ 24 w 37"/>
                <a:gd name="T23" fmla="*/ 3 h 41"/>
                <a:gd name="T24" fmla="*/ 25 w 37"/>
                <a:gd name="T25" fmla="*/ 4 h 41"/>
                <a:gd name="T26" fmla="*/ 26 w 37"/>
                <a:gd name="T27" fmla="*/ 4 h 41"/>
                <a:gd name="T28" fmla="*/ 27 w 37"/>
                <a:gd name="T29" fmla="*/ 5 h 41"/>
                <a:gd name="T30" fmla="*/ 31 w 37"/>
                <a:gd name="T31" fmla="*/ 7 h 41"/>
                <a:gd name="T32" fmla="*/ 37 w 37"/>
                <a:gd name="T33" fmla="*/ 11 h 41"/>
                <a:gd name="T34" fmla="*/ 25 w 37"/>
                <a:gd name="T35" fmla="*/ 38 h 41"/>
                <a:gd name="T36" fmla="*/ 24 w 37"/>
                <a:gd name="T3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1">
                  <a:moveTo>
                    <a:pt x="24" y="41"/>
                  </a:moveTo>
                  <a:cubicBezTo>
                    <a:pt x="24" y="41"/>
                    <a:pt x="23" y="41"/>
                    <a:pt x="23" y="41"/>
                  </a:cubicBezTo>
                  <a:cubicBezTo>
                    <a:pt x="23" y="41"/>
                    <a:pt x="23" y="41"/>
                    <a:pt x="23" y="41"/>
                  </a:cubicBezTo>
                  <a:cubicBezTo>
                    <a:pt x="20" y="37"/>
                    <a:pt x="17" y="34"/>
                    <a:pt x="15" y="30"/>
                  </a:cubicBezTo>
                  <a:cubicBezTo>
                    <a:pt x="14" y="29"/>
                    <a:pt x="14" y="29"/>
                    <a:pt x="12" y="29"/>
                  </a:cubicBezTo>
                  <a:cubicBezTo>
                    <a:pt x="8" y="29"/>
                    <a:pt x="4" y="29"/>
                    <a:pt x="0" y="29"/>
                  </a:cubicBezTo>
                  <a:cubicBezTo>
                    <a:pt x="0" y="29"/>
                    <a:pt x="0" y="29"/>
                    <a:pt x="0" y="29"/>
                  </a:cubicBezTo>
                  <a:cubicBezTo>
                    <a:pt x="4" y="20"/>
                    <a:pt x="8" y="12"/>
                    <a:pt x="12" y="3"/>
                  </a:cubicBezTo>
                  <a:cubicBezTo>
                    <a:pt x="12" y="3"/>
                    <a:pt x="12" y="3"/>
                    <a:pt x="12" y="3"/>
                  </a:cubicBezTo>
                  <a:cubicBezTo>
                    <a:pt x="13" y="1"/>
                    <a:pt x="15" y="0"/>
                    <a:pt x="17" y="1"/>
                  </a:cubicBezTo>
                  <a:cubicBezTo>
                    <a:pt x="19" y="1"/>
                    <a:pt x="20" y="1"/>
                    <a:pt x="21" y="2"/>
                  </a:cubicBezTo>
                  <a:cubicBezTo>
                    <a:pt x="22" y="2"/>
                    <a:pt x="23" y="3"/>
                    <a:pt x="24" y="3"/>
                  </a:cubicBezTo>
                  <a:cubicBezTo>
                    <a:pt x="24" y="3"/>
                    <a:pt x="25" y="3"/>
                    <a:pt x="25" y="4"/>
                  </a:cubicBezTo>
                  <a:cubicBezTo>
                    <a:pt x="26" y="4"/>
                    <a:pt x="26" y="4"/>
                    <a:pt x="26" y="4"/>
                  </a:cubicBezTo>
                  <a:cubicBezTo>
                    <a:pt x="27" y="4"/>
                    <a:pt x="27" y="5"/>
                    <a:pt x="27" y="5"/>
                  </a:cubicBezTo>
                  <a:cubicBezTo>
                    <a:pt x="29" y="6"/>
                    <a:pt x="30" y="6"/>
                    <a:pt x="31" y="7"/>
                  </a:cubicBezTo>
                  <a:cubicBezTo>
                    <a:pt x="33" y="9"/>
                    <a:pt x="35" y="10"/>
                    <a:pt x="37" y="11"/>
                  </a:cubicBezTo>
                  <a:cubicBezTo>
                    <a:pt x="37" y="12"/>
                    <a:pt x="29" y="30"/>
                    <a:pt x="25" y="38"/>
                  </a:cubicBezTo>
                  <a:cubicBezTo>
                    <a:pt x="25" y="39"/>
                    <a:pt x="25" y="40"/>
                    <a:pt x="24"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63" name="Freeform 293">
              <a:extLst>
                <a:ext uri="{FF2B5EF4-FFF2-40B4-BE49-F238E27FC236}">
                  <a16:creationId xmlns:a16="http://schemas.microsoft.com/office/drawing/2014/main" id="{16CD7311-4844-49CF-8660-7756C050A932}"/>
                </a:ext>
              </a:extLst>
            </p:cNvPr>
            <p:cNvSpPr>
              <a:spLocks/>
            </p:cNvSpPr>
            <p:nvPr/>
          </p:nvSpPr>
          <p:spPr bwMode="auto">
            <a:xfrm>
              <a:off x="7958138" y="4303713"/>
              <a:ext cx="244475" cy="228600"/>
            </a:xfrm>
            <a:custGeom>
              <a:avLst/>
              <a:gdLst>
                <a:gd name="T0" fmla="*/ 10 w 72"/>
                <a:gd name="T1" fmla="*/ 53 h 67"/>
                <a:gd name="T2" fmla="*/ 17 w 72"/>
                <a:gd name="T3" fmla="*/ 10 h 67"/>
                <a:gd name="T4" fmla="*/ 61 w 72"/>
                <a:gd name="T5" fmla="*/ 16 h 67"/>
                <a:gd name="T6" fmla="*/ 53 w 72"/>
                <a:gd name="T7" fmla="*/ 57 h 67"/>
                <a:gd name="T8" fmla="*/ 10 w 72"/>
                <a:gd name="T9" fmla="*/ 53 h 67"/>
              </a:gdLst>
              <a:ahLst/>
              <a:cxnLst>
                <a:cxn ang="0">
                  <a:pos x="T0" y="T1"/>
                </a:cxn>
                <a:cxn ang="0">
                  <a:pos x="T2" y="T3"/>
                </a:cxn>
                <a:cxn ang="0">
                  <a:pos x="T4" y="T5"/>
                </a:cxn>
                <a:cxn ang="0">
                  <a:pos x="T6" y="T7"/>
                </a:cxn>
                <a:cxn ang="0">
                  <a:pos x="T8" y="T9"/>
                </a:cxn>
              </a:cxnLst>
              <a:rect l="0" t="0" r="r" b="b"/>
              <a:pathLst>
                <a:path w="72" h="67">
                  <a:moveTo>
                    <a:pt x="10" y="53"/>
                  </a:moveTo>
                  <a:cubicBezTo>
                    <a:pt x="0" y="39"/>
                    <a:pt x="3" y="20"/>
                    <a:pt x="17" y="10"/>
                  </a:cubicBezTo>
                  <a:cubicBezTo>
                    <a:pt x="31" y="0"/>
                    <a:pt x="51" y="3"/>
                    <a:pt x="61" y="16"/>
                  </a:cubicBezTo>
                  <a:cubicBezTo>
                    <a:pt x="72" y="30"/>
                    <a:pt x="67" y="47"/>
                    <a:pt x="53" y="57"/>
                  </a:cubicBezTo>
                  <a:cubicBezTo>
                    <a:pt x="39" y="67"/>
                    <a:pt x="20" y="66"/>
                    <a:pt x="10" y="5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64" name="Rectangle 63">
            <a:extLst>
              <a:ext uri="{FF2B5EF4-FFF2-40B4-BE49-F238E27FC236}">
                <a16:creationId xmlns:a16="http://schemas.microsoft.com/office/drawing/2014/main" id="{13677EC4-8A47-497C-8095-805B85957188}"/>
              </a:ext>
            </a:extLst>
          </p:cNvPr>
          <p:cNvSpPr/>
          <p:nvPr/>
        </p:nvSpPr>
        <p:spPr>
          <a:xfrm>
            <a:off x="1178561" y="2517174"/>
            <a:ext cx="4671058" cy="1343874"/>
          </a:xfrm>
          <a:prstGeom prst="rect">
            <a:avLst/>
          </a:prstGeom>
        </p:spPr>
        <p:txBody>
          <a:bodyPr lIns="0" tIns="0" rIns="0" bIns="0" numCol="2">
            <a:noAutofit/>
          </a:bodyPr>
          <a:lstStyle/>
          <a:p>
            <a:pPr marL="171450" marR="0" lvl="0" indent="-171450" algn="l" defTabSz="914400" rtl="0" eaLnBrk="1" fontAlgn="auto" latinLnBrk="0" hangingPunct="1">
              <a:lnSpc>
                <a:spcPct val="100000"/>
              </a:lnSpc>
              <a:spcBef>
                <a:spcPts val="600"/>
              </a:spcBef>
              <a:spcAft>
                <a:spcPts val="0"/>
              </a:spcAft>
              <a:buClr>
                <a:srgbClr val="00BFBF"/>
              </a:buClr>
              <a:buSzTx/>
              <a:buFont typeface="Wingdings" panose="05000000000000000000" pitchFamily="2" charset="2"/>
              <a:buChar char="§"/>
              <a:tabLst/>
              <a:defRPr/>
            </a:pPr>
            <a:r>
              <a:rPr kumimoji="0" lang="en-IN" sz="1400" b="0" i="0" u="none" strike="noStrike" kern="1200" cap="none" spc="0" normalizeH="0" baseline="0" noProof="0" dirty="0">
                <a:ln>
                  <a:noFill/>
                </a:ln>
                <a:solidFill>
                  <a:srgbClr val="FFFFFF"/>
                </a:solidFill>
                <a:effectLst/>
                <a:uLnTx/>
                <a:uFillTx/>
                <a:latin typeface="Ubuntu"/>
                <a:ea typeface="+mn-ea"/>
                <a:cs typeface="+mn-cs"/>
              </a:rPr>
              <a:t>Financial Services</a:t>
            </a:r>
          </a:p>
          <a:p>
            <a:pPr marL="171450" marR="0" lvl="0" indent="-171450" algn="l" defTabSz="914400" rtl="0" eaLnBrk="1" fontAlgn="auto" latinLnBrk="0" hangingPunct="1">
              <a:lnSpc>
                <a:spcPct val="100000"/>
              </a:lnSpc>
              <a:spcBef>
                <a:spcPts val="600"/>
              </a:spcBef>
              <a:spcAft>
                <a:spcPts val="0"/>
              </a:spcAft>
              <a:buClr>
                <a:srgbClr val="00BFBF"/>
              </a:buClr>
              <a:buSzTx/>
              <a:buFont typeface="Wingdings" panose="05000000000000000000" pitchFamily="2" charset="2"/>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Manufacturing, Auto &amp; Life Sciences</a:t>
            </a:r>
          </a:p>
          <a:p>
            <a:pPr marL="171450" marR="0" lvl="0" indent="-171450" algn="l" defTabSz="914400" rtl="0" eaLnBrk="1" fontAlgn="auto" latinLnBrk="0" hangingPunct="1">
              <a:lnSpc>
                <a:spcPct val="100000"/>
              </a:lnSpc>
              <a:spcBef>
                <a:spcPts val="600"/>
              </a:spcBef>
              <a:spcAft>
                <a:spcPts val="0"/>
              </a:spcAft>
              <a:buClr>
                <a:srgbClr val="00BFBF"/>
              </a:buClr>
              <a:buSzTx/>
              <a:buFont typeface="Wingdings" panose="05000000000000000000" pitchFamily="2" charset="2"/>
              <a:buChar char="§"/>
              <a:tabLst/>
              <a:defRPr/>
            </a:pPr>
            <a:r>
              <a:rPr kumimoji="0" lang="en-IN" sz="1400" b="0" i="0" u="none" strike="noStrike" kern="1200" cap="none" spc="0" normalizeH="0" baseline="0" noProof="0" dirty="0">
                <a:ln>
                  <a:noFill/>
                </a:ln>
                <a:solidFill>
                  <a:srgbClr val="FFFFFF"/>
                </a:solidFill>
                <a:effectLst/>
                <a:uLnTx/>
                <a:uFillTx/>
                <a:latin typeface="Ubuntu"/>
                <a:ea typeface="+mn-ea"/>
                <a:cs typeface="+mn-cs"/>
              </a:rPr>
              <a:t>Telecom Media and Technology</a:t>
            </a:r>
          </a:p>
          <a:p>
            <a:pPr marL="171450" marR="0" lvl="0" indent="-171450" algn="l" defTabSz="914400" rtl="0" eaLnBrk="1" fontAlgn="auto" latinLnBrk="0" hangingPunct="1">
              <a:lnSpc>
                <a:spcPct val="100000"/>
              </a:lnSpc>
              <a:spcBef>
                <a:spcPts val="600"/>
              </a:spcBef>
              <a:spcAft>
                <a:spcPts val="0"/>
              </a:spcAft>
              <a:buClr>
                <a:srgbClr val="00BFBF"/>
              </a:buClr>
              <a:buSzTx/>
              <a:buFont typeface="Wingdings" panose="05000000000000000000" pitchFamily="2" charset="2"/>
              <a:buChar char="§"/>
              <a:tabLst/>
              <a:defRPr/>
            </a:pPr>
            <a:r>
              <a:rPr kumimoji="0" lang="en-IN" sz="1400" b="0" i="0" u="none" strike="noStrike" kern="1200" cap="none" spc="0" normalizeH="0" baseline="0" noProof="0" dirty="0">
                <a:ln>
                  <a:noFill/>
                </a:ln>
                <a:solidFill>
                  <a:srgbClr val="FFFFFF"/>
                </a:solidFill>
                <a:effectLst/>
                <a:uLnTx/>
                <a:uFillTx/>
                <a:latin typeface="Ubuntu"/>
                <a:ea typeface="+mn-ea"/>
                <a:cs typeface="+mn-cs"/>
              </a:rPr>
              <a:t>Consumer  Products, Retail &amp; Distribution</a:t>
            </a:r>
          </a:p>
          <a:p>
            <a:pPr marL="171450" marR="0" lvl="0" indent="-171450" algn="l" defTabSz="914400" rtl="0" eaLnBrk="1" fontAlgn="auto" latinLnBrk="0" hangingPunct="1">
              <a:lnSpc>
                <a:spcPct val="100000"/>
              </a:lnSpc>
              <a:spcBef>
                <a:spcPts val="600"/>
              </a:spcBef>
              <a:spcAft>
                <a:spcPts val="0"/>
              </a:spcAft>
              <a:buClr>
                <a:srgbClr val="00BFBF"/>
              </a:buClr>
              <a:buSzTx/>
              <a:buFont typeface="Wingdings" panose="05000000000000000000" pitchFamily="2" charset="2"/>
              <a:buChar char="§"/>
              <a:tabLst/>
              <a:defRPr/>
            </a:pPr>
            <a:r>
              <a:rPr kumimoji="0" lang="en-IN" sz="1400" b="0" i="0" u="none" strike="noStrike" kern="1200" cap="none" spc="0" normalizeH="0" baseline="0" noProof="0" dirty="0">
                <a:ln>
                  <a:noFill/>
                </a:ln>
                <a:solidFill>
                  <a:srgbClr val="FFFFFF"/>
                </a:solidFill>
                <a:effectLst/>
                <a:uLnTx/>
                <a:uFillTx/>
                <a:latin typeface="Ubuntu"/>
                <a:ea typeface="+mn-ea"/>
                <a:cs typeface="+mn-cs"/>
              </a:rPr>
              <a:t>Energy, Utilities &amp; Chemicals</a:t>
            </a:r>
          </a:p>
          <a:p>
            <a:pPr marL="171450" marR="0" lvl="0" indent="-171450" algn="l" defTabSz="914400" rtl="0" eaLnBrk="1" fontAlgn="auto" latinLnBrk="0" hangingPunct="1">
              <a:lnSpc>
                <a:spcPct val="100000"/>
              </a:lnSpc>
              <a:spcBef>
                <a:spcPts val="600"/>
              </a:spcBef>
              <a:spcAft>
                <a:spcPts val="0"/>
              </a:spcAft>
              <a:buClr>
                <a:srgbClr val="00BFBF"/>
              </a:buClr>
              <a:buSzTx/>
              <a:buFont typeface="Wingdings" panose="05000000000000000000" pitchFamily="2" charset="2"/>
              <a:buChar char="§"/>
              <a:tabLst/>
              <a:defRPr/>
            </a:pPr>
            <a:r>
              <a:rPr kumimoji="0" lang="en-IN" sz="1400" b="0" i="0" u="none" strike="noStrike" kern="1200" cap="none" spc="0" normalizeH="0" baseline="0" noProof="0" dirty="0">
                <a:ln>
                  <a:noFill/>
                </a:ln>
                <a:solidFill>
                  <a:srgbClr val="FFFFFF"/>
                </a:solidFill>
                <a:effectLst/>
                <a:uLnTx/>
                <a:uFillTx/>
                <a:latin typeface="Ubuntu"/>
                <a:ea typeface="+mn-ea"/>
                <a:cs typeface="+mn-cs"/>
              </a:rPr>
              <a:t>Public Services</a:t>
            </a:r>
          </a:p>
        </p:txBody>
      </p:sp>
      <p:sp>
        <p:nvSpPr>
          <p:cNvPr id="65" name="Rectangle 64">
            <a:extLst>
              <a:ext uri="{FF2B5EF4-FFF2-40B4-BE49-F238E27FC236}">
                <a16:creationId xmlns:a16="http://schemas.microsoft.com/office/drawing/2014/main" id="{0CED58B2-4D82-4431-BD1B-4DC03C5007D4}"/>
              </a:ext>
            </a:extLst>
          </p:cNvPr>
          <p:cNvSpPr/>
          <p:nvPr/>
        </p:nvSpPr>
        <p:spPr>
          <a:xfrm>
            <a:off x="1286183" y="5105400"/>
            <a:ext cx="4671059" cy="1059904"/>
          </a:xfrm>
          <a:prstGeom prst="rect">
            <a:avLst/>
          </a:prstGeom>
        </p:spPr>
        <p:txBody>
          <a:bodyPr lIns="0" tIns="0" rIns="0" bIns="0" numCol="2">
            <a:noAutofit/>
          </a:bodyPr>
          <a:lstStyle/>
          <a:p>
            <a:pPr marL="171450" indent="-171450">
              <a:spcBef>
                <a:spcPts val="600"/>
              </a:spcBef>
              <a:buClr>
                <a:srgbClr val="00BFBF"/>
              </a:buClr>
              <a:buFont typeface="Wingdings" panose="05000000000000000000" pitchFamily="2" charset="2"/>
              <a:buChar char="§"/>
            </a:pPr>
            <a:r>
              <a:rPr lang="en-IN" sz="1400" dirty="0">
                <a:solidFill>
                  <a:srgbClr val="FFFFFF"/>
                </a:solidFill>
                <a:latin typeface="Ubuntu"/>
              </a:rPr>
              <a:t>Consumer Behaviour</a:t>
            </a:r>
          </a:p>
          <a:p>
            <a:pPr marL="171450" indent="-171450">
              <a:spcBef>
                <a:spcPts val="600"/>
              </a:spcBef>
              <a:buClr>
                <a:srgbClr val="00BFBF"/>
              </a:buClr>
              <a:buFont typeface="Wingdings" panose="05000000000000000000" pitchFamily="2" charset="2"/>
              <a:buChar char="§"/>
            </a:pPr>
            <a:r>
              <a:rPr lang="en-US" sz="1400" dirty="0">
                <a:solidFill>
                  <a:srgbClr val="FFFFFF"/>
                </a:solidFill>
                <a:latin typeface="Ubuntu"/>
              </a:rPr>
              <a:t>Technology</a:t>
            </a:r>
          </a:p>
          <a:p>
            <a:pPr marL="171450" indent="-171450">
              <a:spcBef>
                <a:spcPts val="600"/>
              </a:spcBef>
              <a:buClr>
                <a:srgbClr val="00BFBF"/>
              </a:buClr>
              <a:buFont typeface="Wingdings" panose="05000000000000000000" pitchFamily="2" charset="2"/>
              <a:buChar char="§"/>
            </a:pPr>
            <a:r>
              <a:rPr lang="en-US" sz="1400" dirty="0">
                <a:solidFill>
                  <a:srgbClr val="FFFFFF"/>
                </a:solidFill>
                <a:latin typeface="Ubuntu"/>
              </a:rPr>
              <a:t>Operations / Processes</a:t>
            </a:r>
          </a:p>
          <a:p>
            <a:pPr marL="171450" indent="-171450">
              <a:spcBef>
                <a:spcPts val="600"/>
              </a:spcBef>
              <a:buClr>
                <a:srgbClr val="00BFBF"/>
              </a:buClr>
              <a:buFont typeface="Wingdings" panose="05000000000000000000" pitchFamily="2" charset="2"/>
              <a:buChar char="§"/>
            </a:pPr>
            <a:r>
              <a:rPr lang="en-IN" sz="1400" dirty="0">
                <a:solidFill>
                  <a:srgbClr val="FFFFFF"/>
                </a:solidFill>
                <a:latin typeface="Ubuntu"/>
              </a:rPr>
              <a:t>Digital Customer Experience</a:t>
            </a:r>
          </a:p>
          <a:p>
            <a:pPr marL="171450" indent="-171450">
              <a:spcBef>
                <a:spcPts val="600"/>
              </a:spcBef>
              <a:buClr>
                <a:srgbClr val="00BFBF"/>
              </a:buClr>
              <a:buFont typeface="Wingdings" panose="05000000000000000000" pitchFamily="2" charset="2"/>
              <a:buChar char="§"/>
            </a:pPr>
            <a:r>
              <a:rPr lang="en-IN" sz="1400" dirty="0">
                <a:solidFill>
                  <a:srgbClr val="FFFFFF"/>
                </a:solidFill>
                <a:latin typeface="Ubuntu"/>
              </a:rPr>
              <a:t>Financial Benchmarking</a:t>
            </a:r>
          </a:p>
          <a:p>
            <a:pPr marL="171450" indent="-171450">
              <a:spcBef>
                <a:spcPts val="600"/>
              </a:spcBef>
              <a:buClr>
                <a:srgbClr val="00BFBF"/>
              </a:buClr>
              <a:buFont typeface="Wingdings" panose="05000000000000000000" pitchFamily="2" charset="2"/>
              <a:buChar char="§"/>
            </a:pPr>
            <a:r>
              <a:rPr lang="en-IN" sz="1400" dirty="0">
                <a:solidFill>
                  <a:srgbClr val="FFFFFF"/>
                </a:solidFill>
                <a:latin typeface="Ubuntu"/>
              </a:rPr>
              <a:t>Social Media</a:t>
            </a:r>
          </a:p>
        </p:txBody>
      </p:sp>
      <p:sp>
        <p:nvSpPr>
          <p:cNvPr id="66" name="TextBox 65">
            <a:extLst>
              <a:ext uri="{FF2B5EF4-FFF2-40B4-BE49-F238E27FC236}">
                <a16:creationId xmlns:a16="http://schemas.microsoft.com/office/drawing/2014/main" id="{6EE060BB-E31A-40A7-BA83-1B8D3441BCAF}"/>
              </a:ext>
            </a:extLst>
          </p:cNvPr>
          <p:cNvSpPr txBox="1"/>
          <p:nvPr/>
        </p:nvSpPr>
        <p:spPr>
          <a:xfrm>
            <a:off x="6107647" y="6488668"/>
            <a:ext cx="251222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Ubuntu"/>
                <a:ea typeface="+mn-ea"/>
                <a:cs typeface="+mn-cs"/>
              </a:rPr>
              <a:t>Note: Specialists here refer to research </a:t>
            </a:r>
            <a:r>
              <a:rPr lang="en-US" sz="800" dirty="0">
                <a:solidFill>
                  <a:srgbClr val="FFFFFF"/>
                </a:solidFill>
                <a:latin typeface="Ubuntu"/>
              </a:rPr>
              <a:t>specialists</a:t>
            </a:r>
            <a:endParaRPr kumimoji="0" lang="en-US" sz="800" b="0" i="0" u="none" strike="noStrike" kern="1200" cap="none" spc="0" normalizeH="0" baseline="0" noProof="0" dirty="0">
              <a:ln>
                <a:noFill/>
              </a:ln>
              <a:solidFill>
                <a:srgbClr val="FFFFFF"/>
              </a:solidFill>
              <a:effectLst/>
              <a:uLnTx/>
              <a:uFillTx/>
              <a:latin typeface="Ubuntu"/>
              <a:ea typeface="+mn-ea"/>
              <a:cs typeface="+mn-cs"/>
            </a:endParaRPr>
          </a:p>
        </p:txBody>
      </p:sp>
      <p:sp>
        <p:nvSpPr>
          <p:cNvPr id="77" name="Rectangle 76">
            <a:extLst>
              <a:ext uri="{FF2B5EF4-FFF2-40B4-BE49-F238E27FC236}">
                <a16:creationId xmlns:a16="http://schemas.microsoft.com/office/drawing/2014/main" id="{28186BE4-3936-40F9-8745-D4A8E83FF916}"/>
              </a:ext>
            </a:extLst>
          </p:cNvPr>
          <p:cNvSpPr/>
          <p:nvPr/>
        </p:nvSpPr>
        <p:spPr>
          <a:xfrm>
            <a:off x="407368" y="290842"/>
            <a:ext cx="5732627" cy="1569660"/>
          </a:xfrm>
          <a:prstGeom prst="rect">
            <a:avLst/>
          </a:prstGeom>
        </p:spPr>
        <p:txBody>
          <a:bodyPr wrap="square">
            <a:spAutoFit/>
          </a:bodyPr>
          <a:lstStyle/>
          <a:p>
            <a:r>
              <a:rPr lang="en-IN" sz="2400" cap="all" dirty="0">
                <a:solidFill>
                  <a:srgbClr val="FFFFFF"/>
                </a:solidFill>
                <a:latin typeface="Ubuntu Medium"/>
                <a:ea typeface="+mj-ea"/>
                <a:cs typeface="+mj-cs"/>
              </a:rPr>
              <a:t>We are a specialized team equipped to deliver research solutions across sectors and functional areas</a:t>
            </a:r>
            <a:endParaRPr lang="en-US" dirty="0"/>
          </a:p>
        </p:txBody>
      </p:sp>
      <p:grpSp>
        <p:nvGrpSpPr>
          <p:cNvPr id="67" name="Groupe 1">
            <a:extLst>
              <a:ext uri="{FF2B5EF4-FFF2-40B4-BE49-F238E27FC236}">
                <a16:creationId xmlns:a16="http://schemas.microsoft.com/office/drawing/2014/main" id="{6669497A-9BC8-4AAC-A72E-2D0BD396650C}"/>
              </a:ext>
            </a:extLst>
          </p:cNvPr>
          <p:cNvGrpSpPr>
            <a:grpSpLocks noChangeAspect="1"/>
          </p:cNvGrpSpPr>
          <p:nvPr/>
        </p:nvGrpSpPr>
        <p:grpSpPr>
          <a:xfrm>
            <a:off x="11562163" y="205059"/>
            <a:ext cx="419436" cy="388988"/>
            <a:chOff x="11501102" y="171573"/>
            <a:chExt cx="419436" cy="388988"/>
          </a:xfrm>
        </p:grpSpPr>
        <p:sp>
          <p:nvSpPr>
            <p:cNvPr id="68" name="Freeform 13">
              <a:extLst>
                <a:ext uri="{FF2B5EF4-FFF2-40B4-BE49-F238E27FC236}">
                  <a16:creationId xmlns:a16="http://schemas.microsoft.com/office/drawing/2014/main" id="{85E97555-49BF-4438-B8AE-0DA87D7BBCA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69" name="Freeform 14">
              <a:extLst>
                <a:ext uri="{FF2B5EF4-FFF2-40B4-BE49-F238E27FC236}">
                  <a16:creationId xmlns:a16="http://schemas.microsoft.com/office/drawing/2014/main" id="{F0249DF1-44FE-46B0-8FE2-4CB5B2E089E1}"/>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223175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p:txBody>
          <a:bodyPr/>
          <a:lstStyle/>
          <a:p>
            <a:r>
              <a:rPr lang="en-IN" dirty="0"/>
              <a:t>We use multiple research techniques &amp; several enablers to cater to research needs &amp; decision making across all business aspects</a:t>
            </a:r>
            <a:endParaRPr lang="en-US" dirty="0"/>
          </a:p>
        </p:txBody>
      </p:sp>
      <p:sp>
        <p:nvSpPr>
          <p:cNvPr id="67" name="Freeform 10">
            <a:extLst>
              <a:ext uri="{FF2B5EF4-FFF2-40B4-BE49-F238E27FC236}">
                <a16:creationId xmlns:a16="http://schemas.microsoft.com/office/drawing/2014/main" id="{B29755E3-EA55-4048-AB4B-7DE6B74AD2D5}"/>
              </a:ext>
            </a:extLst>
          </p:cNvPr>
          <p:cNvSpPr>
            <a:spLocks/>
          </p:cNvSpPr>
          <p:nvPr/>
        </p:nvSpPr>
        <p:spPr bwMode="auto">
          <a:xfrm rot="16200000" flipV="1">
            <a:off x="4921343" y="2940713"/>
            <a:ext cx="2448089" cy="4246560"/>
          </a:xfrm>
          <a:custGeom>
            <a:avLst/>
            <a:gdLst>
              <a:gd name="T0" fmla="*/ 2268 w 2268"/>
              <a:gd name="T1" fmla="*/ 0 h 3368"/>
              <a:gd name="T2" fmla="*/ 2268 w 2268"/>
              <a:gd name="T3" fmla="*/ 3368 h 3368"/>
              <a:gd name="T4" fmla="*/ 0 w 2268"/>
              <a:gd name="T5" fmla="*/ 3368 h 3368"/>
              <a:gd name="T6" fmla="*/ 1582 w 2268"/>
              <a:gd name="T7" fmla="*/ 1304 h 3368"/>
              <a:gd name="T8" fmla="*/ 1226 w 2268"/>
              <a:gd name="T9" fmla="*/ 1304 h 3368"/>
              <a:gd name="T10" fmla="*/ 2268 w 2268"/>
              <a:gd name="T11" fmla="*/ 0 h 3368"/>
              <a:gd name="connsiteX0" fmla="*/ 10000 w 10000"/>
              <a:gd name="connsiteY0" fmla="*/ 0 h 10000"/>
              <a:gd name="connsiteX1" fmla="*/ 10000 w 10000"/>
              <a:gd name="connsiteY1" fmla="*/ 10000 h 10000"/>
              <a:gd name="connsiteX2" fmla="*/ 0 w 10000"/>
              <a:gd name="connsiteY2" fmla="*/ 10000 h 10000"/>
              <a:gd name="connsiteX3" fmla="*/ 6975 w 10000"/>
              <a:gd name="connsiteY3" fmla="*/ 3872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6975 w 10000"/>
              <a:gd name="connsiteY3" fmla="*/ 3872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6975 w 10000"/>
              <a:gd name="connsiteY3" fmla="*/ 3872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42 w 10000"/>
              <a:gd name="connsiteY4" fmla="*/ 3827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16 w 10000"/>
              <a:gd name="connsiteY4" fmla="*/ 386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29 w 10000"/>
              <a:gd name="connsiteY4" fmla="*/ 389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29 w 10000"/>
              <a:gd name="connsiteY4" fmla="*/ 389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29 w 10000"/>
              <a:gd name="connsiteY4" fmla="*/ 3894 h 10000"/>
              <a:gd name="connsiteX5" fmla="*/ 10000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0"/>
                </a:moveTo>
                <a:lnTo>
                  <a:pt x="10000" y="10000"/>
                </a:lnTo>
                <a:lnTo>
                  <a:pt x="0" y="10000"/>
                </a:lnTo>
                <a:cubicBezTo>
                  <a:pt x="5241" y="8213"/>
                  <a:pt x="5426" y="7199"/>
                  <a:pt x="5245" y="3895"/>
                </a:cubicBezTo>
                <a:lnTo>
                  <a:pt x="2129" y="3894"/>
                </a:lnTo>
                <a:lnTo>
                  <a:pt x="10000" y="0"/>
                </a:lnTo>
                <a:close/>
              </a:path>
            </a:pathLst>
          </a:custGeom>
          <a:gradFill flip="none" rotWithShape="1">
            <a:gsLst>
              <a:gs pos="0">
                <a:schemeClr val="accent4"/>
              </a:gs>
              <a:gs pos="100000">
                <a:schemeClr val="accent2"/>
              </a:gs>
            </a:gsLst>
            <a:lin ang="162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68" name="Rectangle 67">
            <a:extLst>
              <a:ext uri="{FF2B5EF4-FFF2-40B4-BE49-F238E27FC236}">
                <a16:creationId xmlns:a16="http://schemas.microsoft.com/office/drawing/2014/main" id="{F47CB30E-7776-461A-A431-5FE2ABB1C09D}"/>
              </a:ext>
            </a:extLst>
          </p:cNvPr>
          <p:cNvSpPr/>
          <p:nvPr/>
        </p:nvSpPr>
        <p:spPr>
          <a:xfrm>
            <a:off x="407368" y="1373852"/>
            <a:ext cx="3433620" cy="51158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69" name="Rectangle 68">
            <a:extLst>
              <a:ext uri="{FF2B5EF4-FFF2-40B4-BE49-F238E27FC236}">
                <a16:creationId xmlns:a16="http://schemas.microsoft.com/office/drawing/2014/main" id="{0FA16DEF-BDED-47CA-A060-0EAA88D879E3}"/>
              </a:ext>
            </a:extLst>
          </p:cNvPr>
          <p:cNvSpPr/>
          <p:nvPr/>
        </p:nvSpPr>
        <p:spPr>
          <a:xfrm>
            <a:off x="8351012" y="1511869"/>
            <a:ext cx="3433620" cy="4930811"/>
          </a:xfrm>
          <a:prstGeom prst="rect">
            <a:avLst/>
          </a:prstGeom>
          <a:solidFill>
            <a:srgbClr val="00BFB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70" name="Freeform 10">
            <a:extLst>
              <a:ext uri="{FF2B5EF4-FFF2-40B4-BE49-F238E27FC236}">
                <a16:creationId xmlns:a16="http://schemas.microsoft.com/office/drawing/2014/main" id="{FCA2E220-EDE4-4C70-BB4C-F231536238D0}"/>
              </a:ext>
            </a:extLst>
          </p:cNvPr>
          <p:cNvSpPr>
            <a:spLocks/>
          </p:cNvSpPr>
          <p:nvPr/>
        </p:nvSpPr>
        <p:spPr bwMode="auto">
          <a:xfrm rot="5400000">
            <a:off x="4921343" y="461917"/>
            <a:ext cx="2448089" cy="4246560"/>
          </a:xfrm>
          <a:custGeom>
            <a:avLst/>
            <a:gdLst>
              <a:gd name="T0" fmla="*/ 2268 w 2268"/>
              <a:gd name="T1" fmla="*/ 0 h 3368"/>
              <a:gd name="T2" fmla="*/ 2268 w 2268"/>
              <a:gd name="T3" fmla="*/ 3368 h 3368"/>
              <a:gd name="T4" fmla="*/ 0 w 2268"/>
              <a:gd name="T5" fmla="*/ 3368 h 3368"/>
              <a:gd name="T6" fmla="*/ 1582 w 2268"/>
              <a:gd name="T7" fmla="*/ 1304 h 3368"/>
              <a:gd name="T8" fmla="*/ 1226 w 2268"/>
              <a:gd name="T9" fmla="*/ 1304 h 3368"/>
              <a:gd name="T10" fmla="*/ 2268 w 2268"/>
              <a:gd name="T11" fmla="*/ 0 h 3368"/>
              <a:gd name="connsiteX0" fmla="*/ 10000 w 10000"/>
              <a:gd name="connsiteY0" fmla="*/ 0 h 10000"/>
              <a:gd name="connsiteX1" fmla="*/ 10000 w 10000"/>
              <a:gd name="connsiteY1" fmla="*/ 10000 h 10000"/>
              <a:gd name="connsiteX2" fmla="*/ 0 w 10000"/>
              <a:gd name="connsiteY2" fmla="*/ 10000 h 10000"/>
              <a:gd name="connsiteX3" fmla="*/ 6975 w 10000"/>
              <a:gd name="connsiteY3" fmla="*/ 3872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6975 w 10000"/>
              <a:gd name="connsiteY3" fmla="*/ 3872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6975 w 10000"/>
              <a:gd name="connsiteY3" fmla="*/ 3872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3086 w 10000"/>
              <a:gd name="connsiteY4" fmla="*/ 380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42 w 10000"/>
              <a:gd name="connsiteY4" fmla="*/ 3827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16 w 10000"/>
              <a:gd name="connsiteY4" fmla="*/ 386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29 w 10000"/>
              <a:gd name="connsiteY4" fmla="*/ 389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29 w 10000"/>
              <a:gd name="connsiteY4" fmla="*/ 3894 h 10000"/>
              <a:gd name="connsiteX5" fmla="*/ 10000 w 10000"/>
              <a:gd name="connsiteY5" fmla="*/ 0 h 10000"/>
              <a:gd name="connsiteX0" fmla="*/ 10000 w 10000"/>
              <a:gd name="connsiteY0" fmla="*/ 0 h 10000"/>
              <a:gd name="connsiteX1" fmla="*/ 10000 w 10000"/>
              <a:gd name="connsiteY1" fmla="*/ 10000 h 10000"/>
              <a:gd name="connsiteX2" fmla="*/ 0 w 10000"/>
              <a:gd name="connsiteY2" fmla="*/ 10000 h 10000"/>
              <a:gd name="connsiteX3" fmla="*/ 5245 w 10000"/>
              <a:gd name="connsiteY3" fmla="*/ 3895 h 10000"/>
              <a:gd name="connsiteX4" fmla="*/ 2129 w 10000"/>
              <a:gd name="connsiteY4" fmla="*/ 3894 h 10000"/>
              <a:gd name="connsiteX5" fmla="*/ 10000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10000" y="0"/>
                </a:moveTo>
                <a:lnTo>
                  <a:pt x="10000" y="10000"/>
                </a:lnTo>
                <a:lnTo>
                  <a:pt x="0" y="10000"/>
                </a:lnTo>
                <a:cubicBezTo>
                  <a:pt x="5241" y="8213"/>
                  <a:pt x="5426" y="7199"/>
                  <a:pt x="5245" y="3895"/>
                </a:cubicBezTo>
                <a:lnTo>
                  <a:pt x="2129" y="3894"/>
                </a:lnTo>
                <a:lnTo>
                  <a:pt x="10000" y="0"/>
                </a:lnTo>
                <a:close/>
              </a:path>
            </a:pathLst>
          </a:custGeom>
          <a:gradFill flip="none" rotWithShape="1">
            <a:gsLst>
              <a:gs pos="0">
                <a:schemeClr val="accent4"/>
              </a:gs>
              <a:gs pos="100000">
                <a:srgbClr val="01D1D0"/>
              </a:gs>
            </a:gsLst>
            <a:lin ang="162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71" name="Rectangle 70">
            <a:extLst>
              <a:ext uri="{FF2B5EF4-FFF2-40B4-BE49-F238E27FC236}">
                <a16:creationId xmlns:a16="http://schemas.microsoft.com/office/drawing/2014/main" id="{90BE0C07-A2C7-46E3-80D8-220580CB8FB4}"/>
              </a:ext>
            </a:extLst>
          </p:cNvPr>
          <p:cNvSpPr/>
          <p:nvPr/>
        </p:nvSpPr>
        <p:spPr>
          <a:xfrm rot="3005004">
            <a:off x="6851602" y="2649457"/>
            <a:ext cx="1659147" cy="27699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200" normalizeH="0" baseline="0" noProof="0" dirty="0">
                <a:ln>
                  <a:noFill/>
                </a:ln>
                <a:solidFill>
                  <a:srgbClr val="FFFFFF"/>
                </a:solidFill>
                <a:effectLst/>
                <a:uLnTx/>
                <a:uFillTx/>
                <a:latin typeface="Ubuntu"/>
                <a:ea typeface="+mn-ea"/>
                <a:cs typeface="+mn-cs"/>
              </a:rPr>
              <a:t>TECHNIQUES</a:t>
            </a:r>
          </a:p>
        </p:txBody>
      </p:sp>
      <p:sp>
        <p:nvSpPr>
          <p:cNvPr id="72" name="Rectangle 71">
            <a:extLst>
              <a:ext uri="{FF2B5EF4-FFF2-40B4-BE49-F238E27FC236}">
                <a16:creationId xmlns:a16="http://schemas.microsoft.com/office/drawing/2014/main" id="{33418894-58FF-4306-9B33-E1D0504799F6}"/>
              </a:ext>
            </a:extLst>
          </p:cNvPr>
          <p:cNvSpPr/>
          <p:nvPr/>
        </p:nvSpPr>
        <p:spPr>
          <a:xfrm rot="18450384">
            <a:off x="6914914" y="4639956"/>
            <a:ext cx="1659147" cy="276999"/>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200" normalizeH="0" baseline="0" noProof="0" dirty="0">
                <a:ln>
                  <a:noFill/>
                </a:ln>
                <a:solidFill>
                  <a:srgbClr val="FFFFFF"/>
                </a:solidFill>
                <a:effectLst/>
                <a:uLnTx/>
                <a:uFillTx/>
                <a:latin typeface="Ubuntu"/>
                <a:ea typeface="+mn-ea"/>
                <a:cs typeface="+mn-cs"/>
              </a:rPr>
              <a:t>ENABLERS</a:t>
            </a:r>
          </a:p>
        </p:txBody>
      </p:sp>
      <p:sp>
        <p:nvSpPr>
          <p:cNvPr id="74" name="Freeform 86">
            <a:extLst>
              <a:ext uri="{FF2B5EF4-FFF2-40B4-BE49-F238E27FC236}">
                <a16:creationId xmlns:a16="http://schemas.microsoft.com/office/drawing/2014/main" id="{9D7DE0B2-1F57-4068-BACB-786142B4983D}"/>
              </a:ext>
            </a:extLst>
          </p:cNvPr>
          <p:cNvSpPr>
            <a:spLocks/>
          </p:cNvSpPr>
          <p:nvPr/>
        </p:nvSpPr>
        <p:spPr bwMode="auto">
          <a:xfrm>
            <a:off x="6807500" y="2935327"/>
            <a:ext cx="607393" cy="573325"/>
          </a:xfrm>
          <a:custGeom>
            <a:avLst/>
            <a:gdLst>
              <a:gd name="T0" fmla="*/ 42 w 293"/>
              <a:gd name="T1" fmla="*/ 214 h 274"/>
              <a:gd name="T2" fmla="*/ 70 w 293"/>
              <a:gd name="T3" fmla="*/ 41 h 274"/>
              <a:gd name="T4" fmla="*/ 251 w 293"/>
              <a:gd name="T5" fmla="*/ 67 h 274"/>
              <a:gd name="T6" fmla="*/ 218 w 293"/>
              <a:gd name="T7" fmla="*/ 233 h 274"/>
              <a:gd name="T8" fmla="*/ 42 w 293"/>
              <a:gd name="T9" fmla="*/ 214 h 274"/>
            </a:gdLst>
            <a:ahLst/>
            <a:cxnLst>
              <a:cxn ang="0">
                <a:pos x="T0" y="T1"/>
              </a:cxn>
              <a:cxn ang="0">
                <a:pos x="T2" y="T3"/>
              </a:cxn>
              <a:cxn ang="0">
                <a:pos x="T4" y="T5"/>
              </a:cxn>
              <a:cxn ang="0">
                <a:pos x="T6" y="T7"/>
              </a:cxn>
              <a:cxn ang="0">
                <a:pos x="T8" y="T9"/>
              </a:cxn>
            </a:cxnLst>
            <a:rect l="0" t="0" r="r" b="b"/>
            <a:pathLst>
              <a:path w="293" h="274">
                <a:moveTo>
                  <a:pt x="42" y="214"/>
                </a:moveTo>
                <a:cubicBezTo>
                  <a:pt x="0" y="159"/>
                  <a:pt x="13" y="82"/>
                  <a:pt x="70" y="41"/>
                </a:cubicBezTo>
                <a:cubicBezTo>
                  <a:pt x="128" y="0"/>
                  <a:pt x="209" y="12"/>
                  <a:pt x="251" y="67"/>
                </a:cubicBezTo>
                <a:cubicBezTo>
                  <a:pt x="293" y="121"/>
                  <a:pt x="276" y="192"/>
                  <a:pt x="218" y="233"/>
                </a:cubicBezTo>
                <a:cubicBezTo>
                  <a:pt x="161" y="274"/>
                  <a:pt x="84" y="269"/>
                  <a:pt x="42" y="214"/>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75" name="Groupe 364">
            <a:extLst>
              <a:ext uri="{FF2B5EF4-FFF2-40B4-BE49-F238E27FC236}">
                <a16:creationId xmlns:a16="http://schemas.microsoft.com/office/drawing/2014/main" id="{30439070-8E93-4BF5-AD19-7651B36CB2CC}"/>
              </a:ext>
            </a:extLst>
          </p:cNvPr>
          <p:cNvGrpSpPr/>
          <p:nvPr/>
        </p:nvGrpSpPr>
        <p:grpSpPr>
          <a:xfrm>
            <a:off x="6979790" y="3044346"/>
            <a:ext cx="238480" cy="362100"/>
            <a:chOff x="5291138" y="730251"/>
            <a:chExt cx="388938" cy="590550"/>
          </a:xfrm>
        </p:grpSpPr>
        <p:sp>
          <p:nvSpPr>
            <p:cNvPr id="76" name="Rectangle 87">
              <a:extLst>
                <a:ext uri="{FF2B5EF4-FFF2-40B4-BE49-F238E27FC236}">
                  <a16:creationId xmlns:a16="http://schemas.microsoft.com/office/drawing/2014/main" id="{0870943B-5FBC-41B7-9EA0-65B5AAFE6073}"/>
                </a:ext>
              </a:extLst>
            </p:cNvPr>
            <p:cNvSpPr>
              <a:spLocks noChangeArrowheads="1"/>
            </p:cNvSpPr>
            <p:nvPr/>
          </p:nvSpPr>
          <p:spPr bwMode="auto">
            <a:xfrm>
              <a:off x="5411788" y="1208088"/>
              <a:ext cx="149225" cy="77788"/>
            </a:xfrm>
            <a:prstGeom prst="rect">
              <a:avLst/>
            </a:prstGeom>
            <a:solidFill>
              <a:srgbClr val="44AD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78" name="Freeform 88">
              <a:extLst>
                <a:ext uri="{FF2B5EF4-FFF2-40B4-BE49-F238E27FC236}">
                  <a16:creationId xmlns:a16="http://schemas.microsoft.com/office/drawing/2014/main" id="{33F4EC9D-5C98-4949-801F-BE40F435C5D6}"/>
                </a:ext>
              </a:extLst>
            </p:cNvPr>
            <p:cNvSpPr>
              <a:spLocks/>
            </p:cNvSpPr>
            <p:nvPr/>
          </p:nvSpPr>
          <p:spPr bwMode="auto">
            <a:xfrm>
              <a:off x="5291138" y="730251"/>
              <a:ext cx="388938" cy="481013"/>
            </a:xfrm>
            <a:custGeom>
              <a:avLst/>
              <a:gdLst>
                <a:gd name="T0" fmla="*/ 58 w 115"/>
                <a:gd name="T1" fmla="*/ 0 h 141"/>
                <a:gd name="T2" fmla="*/ 0 w 115"/>
                <a:gd name="T3" fmla="*/ 57 h 141"/>
                <a:gd name="T4" fmla="*/ 19 w 115"/>
                <a:gd name="T5" fmla="*/ 100 h 141"/>
                <a:gd name="T6" fmla="*/ 21 w 115"/>
                <a:gd name="T7" fmla="*/ 101 h 141"/>
                <a:gd name="T8" fmla="*/ 35 w 115"/>
                <a:gd name="T9" fmla="*/ 133 h 141"/>
                <a:gd name="T10" fmla="*/ 35 w 115"/>
                <a:gd name="T11" fmla="*/ 139 h 141"/>
                <a:gd name="T12" fmla="*/ 32 w 115"/>
                <a:gd name="T13" fmla="*/ 139 h 141"/>
                <a:gd name="T14" fmla="*/ 32 w 115"/>
                <a:gd name="T15" fmla="*/ 141 h 141"/>
                <a:gd name="T16" fmla="*/ 84 w 115"/>
                <a:gd name="T17" fmla="*/ 141 h 141"/>
                <a:gd name="T18" fmla="*/ 84 w 115"/>
                <a:gd name="T19" fmla="*/ 139 h 141"/>
                <a:gd name="T20" fmla="*/ 81 w 115"/>
                <a:gd name="T21" fmla="*/ 139 h 141"/>
                <a:gd name="T22" fmla="*/ 81 w 115"/>
                <a:gd name="T23" fmla="*/ 133 h 141"/>
                <a:gd name="T24" fmla="*/ 95 w 115"/>
                <a:gd name="T25" fmla="*/ 101 h 141"/>
                <a:gd name="T26" fmla="*/ 96 w 115"/>
                <a:gd name="T27" fmla="*/ 100 h 141"/>
                <a:gd name="T28" fmla="*/ 115 w 115"/>
                <a:gd name="T29" fmla="*/ 57 h 141"/>
                <a:gd name="T30" fmla="*/ 58 w 115"/>
                <a:gd name="T3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41">
                  <a:moveTo>
                    <a:pt x="58" y="0"/>
                  </a:moveTo>
                  <a:cubicBezTo>
                    <a:pt x="26" y="0"/>
                    <a:pt x="0" y="26"/>
                    <a:pt x="0" y="57"/>
                  </a:cubicBezTo>
                  <a:cubicBezTo>
                    <a:pt x="0" y="73"/>
                    <a:pt x="7" y="89"/>
                    <a:pt x="19" y="100"/>
                  </a:cubicBezTo>
                  <a:cubicBezTo>
                    <a:pt x="21" y="101"/>
                    <a:pt x="21" y="101"/>
                    <a:pt x="21" y="101"/>
                  </a:cubicBezTo>
                  <a:cubicBezTo>
                    <a:pt x="30" y="109"/>
                    <a:pt x="35" y="121"/>
                    <a:pt x="35" y="133"/>
                  </a:cubicBezTo>
                  <a:cubicBezTo>
                    <a:pt x="35" y="139"/>
                    <a:pt x="35" y="139"/>
                    <a:pt x="35" y="139"/>
                  </a:cubicBezTo>
                  <a:cubicBezTo>
                    <a:pt x="32" y="139"/>
                    <a:pt x="32" y="139"/>
                    <a:pt x="32" y="139"/>
                  </a:cubicBezTo>
                  <a:cubicBezTo>
                    <a:pt x="32" y="141"/>
                    <a:pt x="32" y="141"/>
                    <a:pt x="32" y="141"/>
                  </a:cubicBezTo>
                  <a:cubicBezTo>
                    <a:pt x="84" y="141"/>
                    <a:pt x="84" y="141"/>
                    <a:pt x="84" y="141"/>
                  </a:cubicBezTo>
                  <a:cubicBezTo>
                    <a:pt x="84" y="139"/>
                    <a:pt x="84" y="139"/>
                    <a:pt x="84" y="139"/>
                  </a:cubicBezTo>
                  <a:cubicBezTo>
                    <a:pt x="81" y="139"/>
                    <a:pt x="81" y="139"/>
                    <a:pt x="81" y="139"/>
                  </a:cubicBezTo>
                  <a:cubicBezTo>
                    <a:pt x="81" y="133"/>
                    <a:pt x="81" y="133"/>
                    <a:pt x="81" y="133"/>
                  </a:cubicBezTo>
                  <a:cubicBezTo>
                    <a:pt x="81" y="121"/>
                    <a:pt x="86" y="109"/>
                    <a:pt x="95" y="101"/>
                  </a:cubicBezTo>
                  <a:cubicBezTo>
                    <a:pt x="96" y="100"/>
                    <a:pt x="96" y="100"/>
                    <a:pt x="96" y="100"/>
                  </a:cubicBezTo>
                  <a:cubicBezTo>
                    <a:pt x="108" y="89"/>
                    <a:pt x="115" y="73"/>
                    <a:pt x="115" y="57"/>
                  </a:cubicBezTo>
                  <a:cubicBezTo>
                    <a:pt x="115" y="26"/>
                    <a:pt x="89" y="0"/>
                    <a:pt x="58" y="0"/>
                  </a:cubicBezTo>
                  <a:close/>
                </a:path>
              </a:pathLst>
            </a:custGeom>
            <a:solidFill>
              <a:srgbClr val="C4D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79" name="Rectangle 89">
              <a:extLst>
                <a:ext uri="{FF2B5EF4-FFF2-40B4-BE49-F238E27FC236}">
                  <a16:creationId xmlns:a16="http://schemas.microsoft.com/office/drawing/2014/main" id="{C397A03D-B81C-481E-8250-C17AFCD88657}"/>
                </a:ext>
              </a:extLst>
            </p:cNvPr>
            <p:cNvSpPr>
              <a:spLocks noChangeArrowheads="1"/>
            </p:cNvSpPr>
            <p:nvPr/>
          </p:nvSpPr>
          <p:spPr bwMode="auto">
            <a:xfrm>
              <a:off x="5399088" y="1220788"/>
              <a:ext cx="176213" cy="14288"/>
            </a:xfrm>
            <a:prstGeom prst="rect">
              <a:avLst/>
            </a:prstGeom>
            <a:solidFill>
              <a:srgbClr val="C4D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0" name="Rectangle 90">
              <a:extLst>
                <a:ext uri="{FF2B5EF4-FFF2-40B4-BE49-F238E27FC236}">
                  <a16:creationId xmlns:a16="http://schemas.microsoft.com/office/drawing/2014/main" id="{27849876-CD65-4C52-AC8D-3859D6E60B0B}"/>
                </a:ext>
              </a:extLst>
            </p:cNvPr>
            <p:cNvSpPr>
              <a:spLocks noChangeArrowheads="1"/>
            </p:cNvSpPr>
            <p:nvPr/>
          </p:nvSpPr>
          <p:spPr bwMode="auto">
            <a:xfrm>
              <a:off x="5399088" y="1244601"/>
              <a:ext cx="176213" cy="14288"/>
            </a:xfrm>
            <a:prstGeom prst="rect">
              <a:avLst/>
            </a:prstGeom>
            <a:solidFill>
              <a:srgbClr val="C4D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1" name="Freeform 91">
              <a:extLst>
                <a:ext uri="{FF2B5EF4-FFF2-40B4-BE49-F238E27FC236}">
                  <a16:creationId xmlns:a16="http://schemas.microsoft.com/office/drawing/2014/main" id="{D11EF193-B726-4A25-9DFB-826285DE5379}"/>
                </a:ext>
              </a:extLst>
            </p:cNvPr>
            <p:cNvSpPr>
              <a:spLocks/>
            </p:cNvSpPr>
            <p:nvPr/>
          </p:nvSpPr>
          <p:spPr bwMode="auto">
            <a:xfrm>
              <a:off x="5449888" y="1282701"/>
              <a:ext cx="71438" cy="38100"/>
            </a:xfrm>
            <a:custGeom>
              <a:avLst/>
              <a:gdLst>
                <a:gd name="T0" fmla="*/ 16 w 21"/>
                <a:gd name="T1" fmla="*/ 11 h 11"/>
                <a:gd name="T2" fmla="*/ 6 w 21"/>
                <a:gd name="T3" fmla="*/ 11 h 11"/>
                <a:gd name="T4" fmla="*/ 2 w 21"/>
                <a:gd name="T5" fmla="*/ 10 h 11"/>
                <a:gd name="T6" fmla="*/ 0 w 21"/>
                <a:gd name="T7" fmla="*/ 6 h 11"/>
                <a:gd name="T8" fmla="*/ 0 w 21"/>
                <a:gd name="T9" fmla="*/ 0 h 11"/>
                <a:gd name="T10" fmla="*/ 21 w 21"/>
                <a:gd name="T11" fmla="*/ 0 h 11"/>
                <a:gd name="T12" fmla="*/ 21 w 21"/>
                <a:gd name="T13" fmla="*/ 6 h 11"/>
                <a:gd name="T14" fmla="*/ 19 w 21"/>
                <a:gd name="T15" fmla="*/ 10 h 11"/>
                <a:gd name="T16" fmla="*/ 16 w 21"/>
                <a:gd name="T17"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1">
                  <a:moveTo>
                    <a:pt x="16" y="11"/>
                  </a:moveTo>
                  <a:cubicBezTo>
                    <a:pt x="6" y="11"/>
                    <a:pt x="6" y="11"/>
                    <a:pt x="6" y="11"/>
                  </a:cubicBezTo>
                  <a:cubicBezTo>
                    <a:pt x="4" y="11"/>
                    <a:pt x="3" y="11"/>
                    <a:pt x="2" y="10"/>
                  </a:cubicBezTo>
                  <a:cubicBezTo>
                    <a:pt x="1" y="8"/>
                    <a:pt x="0" y="7"/>
                    <a:pt x="0" y="6"/>
                  </a:cubicBezTo>
                  <a:cubicBezTo>
                    <a:pt x="0" y="0"/>
                    <a:pt x="0" y="0"/>
                    <a:pt x="0" y="0"/>
                  </a:cubicBezTo>
                  <a:cubicBezTo>
                    <a:pt x="21" y="0"/>
                    <a:pt x="21" y="0"/>
                    <a:pt x="21" y="0"/>
                  </a:cubicBezTo>
                  <a:cubicBezTo>
                    <a:pt x="21" y="6"/>
                    <a:pt x="21" y="6"/>
                    <a:pt x="21" y="6"/>
                  </a:cubicBezTo>
                  <a:cubicBezTo>
                    <a:pt x="21" y="7"/>
                    <a:pt x="20" y="8"/>
                    <a:pt x="19" y="10"/>
                  </a:cubicBezTo>
                  <a:cubicBezTo>
                    <a:pt x="18" y="11"/>
                    <a:pt x="17" y="11"/>
                    <a:pt x="16" y="11"/>
                  </a:cubicBezTo>
                  <a:close/>
                </a:path>
              </a:pathLst>
            </a:custGeom>
            <a:solidFill>
              <a:srgbClr val="44AD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2" name="Oval 92">
              <a:extLst>
                <a:ext uri="{FF2B5EF4-FFF2-40B4-BE49-F238E27FC236}">
                  <a16:creationId xmlns:a16="http://schemas.microsoft.com/office/drawing/2014/main" id="{790A2456-9E0D-44E1-A7D1-B84692B573A9}"/>
                </a:ext>
              </a:extLst>
            </p:cNvPr>
            <p:cNvSpPr>
              <a:spLocks noChangeArrowheads="1"/>
            </p:cNvSpPr>
            <p:nvPr/>
          </p:nvSpPr>
          <p:spPr bwMode="auto">
            <a:xfrm>
              <a:off x="5341938" y="781051"/>
              <a:ext cx="287338" cy="290513"/>
            </a:xfrm>
            <a:prstGeom prst="ellipse">
              <a:avLst/>
            </a:prstGeom>
            <a:solidFill>
              <a:srgbClr val="EC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3" name="Freeform 93">
              <a:extLst>
                <a:ext uri="{FF2B5EF4-FFF2-40B4-BE49-F238E27FC236}">
                  <a16:creationId xmlns:a16="http://schemas.microsoft.com/office/drawing/2014/main" id="{AB9906DC-BFF5-4334-A0C9-4EE90C65ED37}"/>
                </a:ext>
              </a:extLst>
            </p:cNvPr>
            <p:cNvSpPr>
              <a:spLocks/>
            </p:cNvSpPr>
            <p:nvPr/>
          </p:nvSpPr>
          <p:spPr bwMode="auto">
            <a:xfrm>
              <a:off x="5446713" y="876301"/>
              <a:ext cx="155575" cy="157163"/>
            </a:xfrm>
            <a:custGeom>
              <a:avLst/>
              <a:gdLst>
                <a:gd name="T0" fmla="*/ 22 w 46"/>
                <a:gd name="T1" fmla="*/ 46 h 46"/>
                <a:gd name="T2" fmla="*/ 31 w 46"/>
                <a:gd name="T3" fmla="*/ 44 h 46"/>
                <a:gd name="T4" fmla="*/ 32 w 46"/>
                <a:gd name="T5" fmla="*/ 43 h 46"/>
                <a:gd name="T6" fmla="*/ 32 w 46"/>
                <a:gd name="T7" fmla="*/ 39 h 46"/>
                <a:gd name="T8" fmla="*/ 33 w 46"/>
                <a:gd name="T9" fmla="*/ 38 h 46"/>
                <a:gd name="T10" fmla="*/ 33 w 46"/>
                <a:gd name="T11" fmla="*/ 38 h 46"/>
                <a:gd name="T12" fmla="*/ 35 w 46"/>
                <a:gd name="T13" fmla="*/ 36 h 46"/>
                <a:gd name="T14" fmla="*/ 35 w 46"/>
                <a:gd name="T15" fmla="*/ 36 h 46"/>
                <a:gd name="T16" fmla="*/ 37 w 46"/>
                <a:gd name="T17" fmla="*/ 35 h 46"/>
                <a:gd name="T18" fmla="*/ 40 w 46"/>
                <a:gd name="T19" fmla="*/ 36 h 46"/>
                <a:gd name="T20" fmla="*/ 43 w 46"/>
                <a:gd name="T21" fmla="*/ 35 h 46"/>
                <a:gd name="T22" fmla="*/ 46 w 46"/>
                <a:gd name="T23" fmla="*/ 27 h 46"/>
                <a:gd name="T24" fmla="*/ 45 w 46"/>
                <a:gd name="T25" fmla="*/ 25 h 46"/>
                <a:gd name="T26" fmla="*/ 42 w 46"/>
                <a:gd name="T27" fmla="*/ 23 h 46"/>
                <a:gd name="T28" fmla="*/ 41 w 46"/>
                <a:gd name="T29" fmla="*/ 21 h 46"/>
                <a:gd name="T30" fmla="*/ 41 w 46"/>
                <a:gd name="T31" fmla="*/ 19 h 46"/>
                <a:gd name="T32" fmla="*/ 41 w 46"/>
                <a:gd name="T33" fmla="*/ 17 h 46"/>
                <a:gd name="T34" fmla="*/ 43 w 46"/>
                <a:gd name="T35" fmla="*/ 14 h 46"/>
                <a:gd name="T36" fmla="*/ 43 w 46"/>
                <a:gd name="T37" fmla="*/ 12 h 46"/>
                <a:gd name="T38" fmla="*/ 38 w 46"/>
                <a:gd name="T39" fmla="*/ 5 h 46"/>
                <a:gd name="T40" fmla="*/ 36 w 46"/>
                <a:gd name="T41" fmla="*/ 5 h 46"/>
                <a:gd name="T42" fmla="*/ 32 w 46"/>
                <a:gd name="T43" fmla="*/ 7 h 46"/>
                <a:gd name="T44" fmla="*/ 31 w 46"/>
                <a:gd name="T45" fmla="*/ 6 h 46"/>
                <a:gd name="T46" fmla="*/ 28 w 46"/>
                <a:gd name="T47" fmla="*/ 5 h 46"/>
                <a:gd name="T48" fmla="*/ 27 w 46"/>
                <a:gd name="T49" fmla="*/ 5 h 46"/>
                <a:gd name="T50" fmla="*/ 26 w 46"/>
                <a:gd name="T51" fmla="*/ 1 h 46"/>
                <a:gd name="T52" fmla="*/ 24 w 46"/>
                <a:gd name="T53" fmla="*/ 0 h 46"/>
                <a:gd name="T54" fmla="*/ 15 w 46"/>
                <a:gd name="T55" fmla="*/ 1 h 46"/>
                <a:gd name="T56" fmla="*/ 14 w 46"/>
                <a:gd name="T57" fmla="*/ 3 h 46"/>
                <a:gd name="T58" fmla="*/ 14 w 46"/>
                <a:gd name="T59" fmla="*/ 7 h 46"/>
                <a:gd name="T60" fmla="*/ 13 w 46"/>
                <a:gd name="T61" fmla="*/ 8 h 46"/>
                <a:gd name="T62" fmla="*/ 13 w 46"/>
                <a:gd name="T63" fmla="*/ 8 h 46"/>
                <a:gd name="T64" fmla="*/ 11 w 46"/>
                <a:gd name="T65" fmla="*/ 9 h 46"/>
                <a:gd name="T66" fmla="*/ 11 w 46"/>
                <a:gd name="T67" fmla="*/ 9 h 46"/>
                <a:gd name="T68" fmla="*/ 9 w 46"/>
                <a:gd name="T69" fmla="*/ 10 h 46"/>
                <a:gd name="T70" fmla="*/ 6 w 46"/>
                <a:gd name="T71" fmla="*/ 10 h 46"/>
                <a:gd name="T72" fmla="*/ 4 w 46"/>
                <a:gd name="T73" fmla="*/ 10 h 46"/>
                <a:gd name="T74" fmla="*/ 1 w 46"/>
                <a:gd name="T75" fmla="*/ 18 h 46"/>
                <a:gd name="T76" fmla="*/ 1 w 46"/>
                <a:gd name="T77" fmla="*/ 21 h 46"/>
                <a:gd name="T78" fmla="*/ 5 w 46"/>
                <a:gd name="T79" fmla="*/ 23 h 46"/>
                <a:gd name="T80" fmla="*/ 5 w 46"/>
                <a:gd name="T81" fmla="*/ 24 h 46"/>
                <a:gd name="T82" fmla="*/ 6 w 46"/>
                <a:gd name="T83" fmla="*/ 27 h 46"/>
                <a:gd name="T84" fmla="*/ 5 w 46"/>
                <a:gd name="T85" fmla="*/ 28 h 46"/>
                <a:gd name="T86" fmla="*/ 3 w 46"/>
                <a:gd name="T87" fmla="*/ 31 h 46"/>
                <a:gd name="T88" fmla="*/ 3 w 46"/>
                <a:gd name="T89" fmla="*/ 33 h 46"/>
                <a:gd name="T90" fmla="*/ 8 w 46"/>
                <a:gd name="T91" fmla="*/ 40 h 46"/>
                <a:gd name="T92" fmla="*/ 10 w 46"/>
                <a:gd name="T93" fmla="*/ 40 h 46"/>
                <a:gd name="T94" fmla="*/ 14 w 46"/>
                <a:gd name="T95" fmla="*/ 39 h 46"/>
                <a:gd name="T96" fmla="*/ 15 w 46"/>
                <a:gd name="T97" fmla="*/ 39 h 46"/>
                <a:gd name="T98" fmla="*/ 18 w 46"/>
                <a:gd name="T99" fmla="*/ 40 h 46"/>
                <a:gd name="T100" fmla="*/ 19 w 46"/>
                <a:gd name="T101" fmla="*/ 41 h 46"/>
                <a:gd name="T102" fmla="*/ 20 w 46"/>
                <a:gd name="T103" fmla="*/ 44 h 46"/>
                <a:gd name="T104" fmla="*/ 22 w 46"/>
                <a:gd name="T105"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 h="46">
                  <a:moveTo>
                    <a:pt x="22" y="46"/>
                  </a:moveTo>
                  <a:cubicBezTo>
                    <a:pt x="25" y="45"/>
                    <a:pt x="28" y="45"/>
                    <a:pt x="31" y="44"/>
                  </a:cubicBezTo>
                  <a:cubicBezTo>
                    <a:pt x="32" y="44"/>
                    <a:pt x="32" y="43"/>
                    <a:pt x="32" y="43"/>
                  </a:cubicBezTo>
                  <a:cubicBezTo>
                    <a:pt x="32" y="41"/>
                    <a:pt x="32" y="39"/>
                    <a:pt x="32" y="39"/>
                  </a:cubicBezTo>
                  <a:cubicBezTo>
                    <a:pt x="32" y="38"/>
                    <a:pt x="33" y="38"/>
                    <a:pt x="33" y="38"/>
                  </a:cubicBezTo>
                  <a:cubicBezTo>
                    <a:pt x="33" y="38"/>
                    <a:pt x="33" y="38"/>
                    <a:pt x="33" y="38"/>
                  </a:cubicBezTo>
                  <a:cubicBezTo>
                    <a:pt x="34" y="37"/>
                    <a:pt x="35" y="37"/>
                    <a:pt x="35" y="36"/>
                  </a:cubicBezTo>
                  <a:cubicBezTo>
                    <a:pt x="35" y="36"/>
                    <a:pt x="35" y="36"/>
                    <a:pt x="35" y="36"/>
                  </a:cubicBezTo>
                  <a:cubicBezTo>
                    <a:pt x="36" y="35"/>
                    <a:pt x="36" y="35"/>
                    <a:pt x="37" y="35"/>
                  </a:cubicBezTo>
                  <a:cubicBezTo>
                    <a:pt x="38" y="35"/>
                    <a:pt x="39" y="35"/>
                    <a:pt x="40" y="36"/>
                  </a:cubicBezTo>
                  <a:cubicBezTo>
                    <a:pt x="41" y="36"/>
                    <a:pt x="42" y="36"/>
                    <a:pt x="43" y="35"/>
                  </a:cubicBezTo>
                  <a:cubicBezTo>
                    <a:pt x="44" y="32"/>
                    <a:pt x="45" y="30"/>
                    <a:pt x="46" y="27"/>
                  </a:cubicBezTo>
                  <a:cubicBezTo>
                    <a:pt x="46" y="26"/>
                    <a:pt x="46" y="25"/>
                    <a:pt x="45" y="25"/>
                  </a:cubicBezTo>
                  <a:cubicBezTo>
                    <a:pt x="43" y="24"/>
                    <a:pt x="42" y="23"/>
                    <a:pt x="42" y="23"/>
                  </a:cubicBezTo>
                  <a:cubicBezTo>
                    <a:pt x="41" y="23"/>
                    <a:pt x="41" y="22"/>
                    <a:pt x="41" y="21"/>
                  </a:cubicBezTo>
                  <a:cubicBezTo>
                    <a:pt x="41" y="20"/>
                    <a:pt x="41" y="20"/>
                    <a:pt x="41" y="19"/>
                  </a:cubicBezTo>
                  <a:cubicBezTo>
                    <a:pt x="41" y="18"/>
                    <a:pt x="40" y="17"/>
                    <a:pt x="41" y="17"/>
                  </a:cubicBezTo>
                  <a:cubicBezTo>
                    <a:pt x="41" y="17"/>
                    <a:pt x="42" y="16"/>
                    <a:pt x="43" y="14"/>
                  </a:cubicBezTo>
                  <a:cubicBezTo>
                    <a:pt x="44" y="14"/>
                    <a:pt x="44" y="13"/>
                    <a:pt x="43" y="12"/>
                  </a:cubicBezTo>
                  <a:cubicBezTo>
                    <a:pt x="38" y="5"/>
                    <a:pt x="38" y="5"/>
                    <a:pt x="38" y="5"/>
                  </a:cubicBezTo>
                  <a:cubicBezTo>
                    <a:pt x="38" y="5"/>
                    <a:pt x="37" y="5"/>
                    <a:pt x="36" y="5"/>
                  </a:cubicBezTo>
                  <a:cubicBezTo>
                    <a:pt x="34" y="6"/>
                    <a:pt x="33" y="6"/>
                    <a:pt x="32" y="7"/>
                  </a:cubicBezTo>
                  <a:cubicBezTo>
                    <a:pt x="32" y="7"/>
                    <a:pt x="31" y="7"/>
                    <a:pt x="31" y="6"/>
                  </a:cubicBezTo>
                  <a:cubicBezTo>
                    <a:pt x="30" y="6"/>
                    <a:pt x="29" y="6"/>
                    <a:pt x="28" y="5"/>
                  </a:cubicBezTo>
                  <a:cubicBezTo>
                    <a:pt x="28" y="5"/>
                    <a:pt x="27" y="5"/>
                    <a:pt x="27" y="5"/>
                  </a:cubicBezTo>
                  <a:cubicBezTo>
                    <a:pt x="27" y="4"/>
                    <a:pt x="26" y="3"/>
                    <a:pt x="26" y="1"/>
                  </a:cubicBezTo>
                  <a:cubicBezTo>
                    <a:pt x="26" y="0"/>
                    <a:pt x="25" y="0"/>
                    <a:pt x="24" y="0"/>
                  </a:cubicBezTo>
                  <a:cubicBezTo>
                    <a:pt x="21" y="0"/>
                    <a:pt x="18" y="1"/>
                    <a:pt x="15" y="1"/>
                  </a:cubicBezTo>
                  <a:cubicBezTo>
                    <a:pt x="15" y="1"/>
                    <a:pt x="14" y="2"/>
                    <a:pt x="14" y="3"/>
                  </a:cubicBezTo>
                  <a:cubicBezTo>
                    <a:pt x="14" y="4"/>
                    <a:pt x="14" y="6"/>
                    <a:pt x="14" y="7"/>
                  </a:cubicBezTo>
                  <a:cubicBezTo>
                    <a:pt x="14" y="7"/>
                    <a:pt x="13" y="7"/>
                    <a:pt x="13" y="8"/>
                  </a:cubicBezTo>
                  <a:cubicBezTo>
                    <a:pt x="13" y="8"/>
                    <a:pt x="13" y="8"/>
                    <a:pt x="13" y="8"/>
                  </a:cubicBezTo>
                  <a:cubicBezTo>
                    <a:pt x="12" y="8"/>
                    <a:pt x="12" y="9"/>
                    <a:pt x="11" y="9"/>
                  </a:cubicBezTo>
                  <a:cubicBezTo>
                    <a:pt x="11" y="9"/>
                    <a:pt x="11" y="9"/>
                    <a:pt x="11" y="9"/>
                  </a:cubicBezTo>
                  <a:cubicBezTo>
                    <a:pt x="10" y="10"/>
                    <a:pt x="10" y="10"/>
                    <a:pt x="9" y="10"/>
                  </a:cubicBezTo>
                  <a:cubicBezTo>
                    <a:pt x="9" y="10"/>
                    <a:pt x="7" y="10"/>
                    <a:pt x="6" y="10"/>
                  </a:cubicBezTo>
                  <a:cubicBezTo>
                    <a:pt x="5" y="9"/>
                    <a:pt x="4" y="10"/>
                    <a:pt x="4" y="10"/>
                  </a:cubicBezTo>
                  <a:cubicBezTo>
                    <a:pt x="3" y="13"/>
                    <a:pt x="2" y="16"/>
                    <a:pt x="1" y="18"/>
                  </a:cubicBezTo>
                  <a:cubicBezTo>
                    <a:pt x="0" y="19"/>
                    <a:pt x="1" y="20"/>
                    <a:pt x="1" y="21"/>
                  </a:cubicBezTo>
                  <a:cubicBezTo>
                    <a:pt x="3" y="21"/>
                    <a:pt x="4" y="22"/>
                    <a:pt x="5" y="23"/>
                  </a:cubicBezTo>
                  <a:cubicBezTo>
                    <a:pt x="5" y="23"/>
                    <a:pt x="5" y="23"/>
                    <a:pt x="5" y="24"/>
                  </a:cubicBezTo>
                  <a:cubicBezTo>
                    <a:pt x="5" y="25"/>
                    <a:pt x="5" y="26"/>
                    <a:pt x="6" y="27"/>
                  </a:cubicBezTo>
                  <a:cubicBezTo>
                    <a:pt x="6" y="27"/>
                    <a:pt x="6" y="28"/>
                    <a:pt x="5" y="28"/>
                  </a:cubicBezTo>
                  <a:cubicBezTo>
                    <a:pt x="5" y="29"/>
                    <a:pt x="4" y="30"/>
                    <a:pt x="3" y="31"/>
                  </a:cubicBezTo>
                  <a:cubicBezTo>
                    <a:pt x="3" y="32"/>
                    <a:pt x="2" y="33"/>
                    <a:pt x="3" y="33"/>
                  </a:cubicBezTo>
                  <a:cubicBezTo>
                    <a:pt x="8" y="40"/>
                    <a:pt x="8" y="40"/>
                    <a:pt x="8" y="40"/>
                  </a:cubicBezTo>
                  <a:cubicBezTo>
                    <a:pt x="9" y="41"/>
                    <a:pt x="10" y="41"/>
                    <a:pt x="10" y="40"/>
                  </a:cubicBezTo>
                  <a:cubicBezTo>
                    <a:pt x="12" y="40"/>
                    <a:pt x="13" y="39"/>
                    <a:pt x="14" y="39"/>
                  </a:cubicBezTo>
                  <a:cubicBezTo>
                    <a:pt x="14" y="38"/>
                    <a:pt x="15" y="39"/>
                    <a:pt x="15" y="39"/>
                  </a:cubicBezTo>
                  <a:cubicBezTo>
                    <a:pt x="16" y="39"/>
                    <a:pt x="17" y="40"/>
                    <a:pt x="18" y="40"/>
                  </a:cubicBezTo>
                  <a:cubicBezTo>
                    <a:pt x="18" y="40"/>
                    <a:pt x="19" y="40"/>
                    <a:pt x="19" y="41"/>
                  </a:cubicBezTo>
                  <a:cubicBezTo>
                    <a:pt x="19" y="41"/>
                    <a:pt x="20" y="43"/>
                    <a:pt x="20" y="44"/>
                  </a:cubicBezTo>
                  <a:cubicBezTo>
                    <a:pt x="21" y="45"/>
                    <a:pt x="21" y="46"/>
                    <a:pt x="22" y="46"/>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4" name="Freeform 94">
              <a:extLst>
                <a:ext uri="{FF2B5EF4-FFF2-40B4-BE49-F238E27FC236}">
                  <a16:creationId xmlns:a16="http://schemas.microsoft.com/office/drawing/2014/main" id="{A239CEA6-0AB2-4905-91E2-A8D930CD0E97}"/>
                </a:ext>
              </a:extLst>
            </p:cNvPr>
            <p:cNvSpPr>
              <a:spLocks/>
            </p:cNvSpPr>
            <p:nvPr/>
          </p:nvSpPr>
          <p:spPr bwMode="auto">
            <a:xfrm>
              <a:off x="5473700" y="903288"/>
              <a:ext cx="101600" cy="100013"/>
            </a:xfrm>
            <a:custGeom>
              <a:avLst/>
              <a:gdLst>
                <a:gd name="T0" fmla="*/ 22 w 30"/>
                <a:gd name="T1" fmla="*/ 28 h 29"/>
                <a:gd name="T2" fmla="*/ 29 w 30"/>
                <a:gd name="T3" fmla="*/ 17 h 29"/>
                <a:gd name="T4" fmla="*/ 26 w 30"/>
                <a:gd name="T5" fmla="*/ 5 h 29"/>
                <a:gd name="T6" fmla="*/ 25 w 30"/>
                <a:gd name="T7" fmla="*/ 4 h 29"/>
                <a:gd name="T8" fmla="*/ 25 w 30"/>
                <a:gd name="T9" fmla="*/ 4 h 29"/>
                <a:gd name="T10" fmla="*/ 17 w 30"/>
                <a:gd name="T11" fmla="*/ 1 h 29"/>
                <a:gd name="T12" fmla="*/ 1 w 30"/>
                <a:gd name="T13" fmla="*/ 13 h 29"/>
                <a:gd name="T14" fmla="*/ 14 w 30"/>
                <a:gd name="T15" fmla="*/ 29 h 29"/>
                <a:gd name="T16" fmla="*/ 22 w 30"/>
                <a:gd name="T17" fmla="*/ 28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9">
                  <a:moveTo>
                    <a:pt x="22" y="28"/>
                  </a:moveTo>
                  <a:cubicBezTo>
                    <a:pt x="26" y="25"/>
                    <a:pt x="26" y="18"/>
                    <a:pt x="29" y="17"/>
                  </a:cubicBezTo>
                  <a:cubicBezTo>
                    <a:pt x="29" y="17"/>
                    <a:pt x="30" y="11"/>
                    <a:pt x="26" y="5"/>
                  </a:cubicBezTo>
                  <a:cubicBezTo>
                    <a:pt x="26" y="5"/>
                    <a:pt x="25" y="4"/>
                    <a:pt x="25" y="4"/>
                  </a:cubicBezTo>
                  <a:cubicBezTo>
                    <a:pt x="25" y="4"/>
                    <a:pt x="25" y="4"/>
                    <a:pt x="25" y="4"/>
                  </a:cubicBezTo>
                  <a:cubicBezTo>
                    <a:pt x="22" y="2"/>
                    <a:pt x="20" y="1"/>
                    <a:pt x="17" y="1"/>
                  </a:cubicBezTo>
                  <a:cubicBezTo>
                    <a:pt x="9" y="0"/>
                    <a:pt x="2" y="5"/>
                    <a:pt x="1" y="13"/>
                  </a:cubicBezTo>
                  <a:cubicBezTo>
                    <a:pt x="0" y="21"/>
                    <a:pt x="6" y="28"/>
                    <a:pt x="14" y="29"/>
                  </a:cubicBezTo>
                  <a:cubicBezTo>
                    <a:pt x="17" y="29"/>
                    <a:pt x="19" y="29"/>
                    <a:pt x="22" y="28"/>
                  </a:cubicBezTo>
                  <a:close/>
                </a:path>
              </a:pathLst>
            </a:custGeom>
            <a:solidFill>
              <a:srgbClr val="EC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5" name="Freeform 95">
              <a:extLst>
                <a:ext uri="{FF2B5EF4-FFF2-40B4-BE49-F238E27FC236}">
                  <a16:creationId xmlns:a16="http://schemas.microsoft.com/office/drawing/2014/main" id="{BF1FC487-2A23-4AD4-BC10-F7109FBC2342}"/>
                </a:ext>
              </a:extLst>
            </p:cNvPr>
            <p:cNvSpPr>
              <a:spLocks/>
            </p:cNvSpPr>
            <p:nvPr/>
          </p:nvSpPr>
          <p:spPr bwMode="auto">
            <a:xfrm>
              <a:off x="5372100" y="814388"/>
              <a:ext cx="111125" cy="112713"/>
            </a:xfrm>
            <a:custGeom>
              <a:avLst/>
              <a:gdLst>
                <a:gd name="T0" fmla="*/ 16 w 33"/>
                <a:gd name="T1" fmla="*/ 33 h 33"/>
                <a:gd name="T2" fmla="*/ 22 w 33"/>
                <a:gd name="T3" fmla="*/ 32 h 33"/>
                <a:gd name="T4" fmla="*/ 23 w 33"/>
                <a:gd name="T5" fmla="*/ 31 h 33"/>
                <a:gd name="T6" fmla="*/ 23 w 33"/>
                <a:gd name="T7" fmla="*/ 28 h 33"/>
                <a:gd name="T8" fmla="*/ 24 w 33"/>
                <a:gd name="T9" fmla="*/ 28 h 33"/>
                <a:gd name="T10" fmla="*/ 24 w 33"/>
                <a:gd name="T11" fmla="*/ 28 h 33"/>
                <a:gd name="T12" fmla="*/ 26 w 33"/>
                <a:gd name="T13" fmla="*/ 26 h 33"/>
                <a:gd name="T14" fmla="*/ 26 w 33"/>
                <a:gd name="T15" fmla="*/ 26 h 33"/>
                <a:gd name="T16" fmla="*/ 27 w 33"/>
                <a:gd name="T17" fmla="*/ 26 h 33"/>
                <a:gd name="T18" fmla="*/ 29 w 33"/>
                <a:gd name="T19" fmla="*/ 26 h 33"/>
                <a:gd name="T20" fmla="*/ 31 w 33"/>
                <a:gd name="T21" fmla="*/ 26 h 33"/>
                <a:gd name="T22" fmla="*/ 33 w 33"/>
                <a:gd name="T23" fmla="*/ 20 h 33"/>
                <a:gd name="T24" fmla="*/ 32 w 33"/>
                <a:gd name="T25" fmla="*/ 18 h 33"/>
                <a:gd name="T26" fmla="*/ 30 w 33"/>
                <a:gd name="T27" fmla="*/ 17 h 33"/>
                <a:gd name="T28" fmla="*/ 30 w 33"/>
                <a:gd name="T29" fmla="*/ 16 h 33"/>
                <a:gd name="T30" fmla="*/ 29 w 33"/>
                <a:gd name="T31" fmla="*/ 14 h 33"/>
                <a:gd name="T32" fmla="*/ 29 w 33"/>
                <a:gd name="T33" fmla="*/ 13 h 33"/>
                <a:gd name="T34" fmla="*/ 31 w 33"/>
                <a:gd name="T35" fmla="*/ 11 h 33"/>
                <a:gd name="T36" fmla="*/ 31 w 33"/>
                <a:gd name="T37" fmla="*/ 9 h 33"/>
                <a:gd name="T38" fmla="*/ 27 w 33"/>
                <a:gd name="T39" fmla="*/ 4 h 33"/>
                <a:gd name="T40" fmla="*/ 26 w 33"/>
                <a:gd name="T41" fmla="*/ 4 h 33"/>
                <a:gd name="T42" fmla="*/ 23 w 33"/>
                <a:gd name="T43" fmla="*/ 5 h 33"/>
                <a:gd name="T44" fmla="*/ 22 w 33"/>
                <a:gd name="T45" fmla="*/ 5 h 33"/>
                <a:gd name="T46" fmla="*/ 21 w 33"/>
                <a:gd name="T47" fmla="*/ 4 h 33"/>
                <a:gd name="T48" fmla="*/ 19 w 33"/>
                <a:gd name="T49" fmla="*/ 4 h 33"/>
                <a:gd name="T50" fmla="*/ 19 w 33"/>
                <a:gd name="T51" fmla="*/ 1 h 33"/>
                <a:gd name="T52" fmla="*/ 17 w 33"/>
                <a:gd name="T53" fmla="*/ 0 h 33"/>
                <a:gd name="T54" fmla="*/ 11 w 33"/>
                <a:gd name="T55" fmla="*/ 1 h 33"/>
                <a:gd name="T56" fmla="*/ 10 w 33"/>
                <a:gd name="T57" fmla="*/ 2 h 33"/>
                <a:gd name="T58" fmla="*/ 10 w 33"/>
                <a:gd name="T59" fmla="*/ 5 h 33"/>
                <a:gd name="T60" fmla="*/ 9 w 33"/>
                <a:gd name="T61" fmla="*/ 6 h 33"/>
                <a:gd name="T62" fmla="*/ 9 w 33"/>
                <a:gd name="T63" fmla="*/ 6 h 33"/>
                <a:gd name="T64" fmla="*/ 8 w 33"/>
                <a:gd name="T65" fmla="*/ 7 h 33"/>
                <a:gd name="T66" fmla="*/ 8 w 33"/>
                <a:gd name="T67" fmla="*/ 7 h 33"/>
                <a:gd name="T68" fmla="*/ 7 w 33"/>
                <a:gd name="T69" fmla="*/ 8 h 33"/>
                <a:gd name="T70" fmla="*/ 4 w 33"/>
                <a:gd name="T71" fmla="*/ 7 h 33"/>
                <a:gd name="T72" fmla="*/ 3 w 33"/>
                <a:gd name="T73" fmla="*/ 8 h 33"/>
                <a:gd name="T74" fmla="*/ 0 w 33"/>
                <a:gd name="T75" fmla="*/ 14 h 33"/>
                <a:gd name="T76" fmla="*/ 1 w 33"/>
                <a:gd name="T77" fmla="*/ 15 h 33"/>
                <a:gd name="T78" fmla="*/ 3 w 33"/>
                <a:gd name="T79" fmla="*/ 17 h 33"/>
                <a:gd name="T80" fmla="*/ 4 w 33"/>
                <a:gd name="T81" fmla="*/ 18 h 33"/>
                <a:gd name="T82" fmla="*/ 4 w 33"/>
                <a:gd name="T83" fmla="*/ 20 h 33"/>
                <a:gd name="T84" fmla="*/ 4 w 33"/>
                <a:gd name="T85" fmla="*/ 21 h 33"/>
                <a:gd name="T86" fmla="*/ 2 w 33"/>
                <a:gd name="T87" fmla="*/ 23 h 33"/>
                <a:gd name="T88" fmla="*/ 2 w 33"/>
                <a:gd name="T89" fmla="*/ 24 h 33"/>
                <a:gd name="T90" fmla="*/ 6 w 33"/>
                <a:gd name="T91" fmla="*/ 29 h 33"/>
                <a:gd name="T92" fmla="*/ 8 w 33"/>
                <a:gd name="T93" fmla="*/ 30 h 33"/>
                <a:gd name="T94" fmla="*/ 10 w 33"/>
                <a:gd name="T95" fmla="*/ 28 h 33"/>
                <a:gd name="T96" fmla="*/ 11 w 33"/>
                <a:gd name="T97" fmla="*/ 28 h 33"/>
                <a:gd name="T98" fmla="*/ 13 w 33"/>
                <a:gd name="T99" fmla="*/ 29 h 33"/>
                <a:gd name="T100" fmla="*/ 14 w 33"/>
                <a:gd name="T101" fmla="*/ 30 h 33"/>
                <a:gd name="T102" fmla="*/ 15 w 33"/>
                <a:gd name="T103" fmla="*/ 32 h 33"/>
                <a:gd name="T104" fmla="*/ 16 w 33"/>
                <a:gd name="T10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 h="33">
                  <a:moveTo>
                    <a:pt x="16" y="33"/>
                  </a:moveTo>
                  <a:cubicBezTo>
                    <a:pt x="18" y="33"/>
                    <a:pt x="20" y="33"/>
                    <a:pt x="22" y="32"/>
                  </a:cubicBezTo>
                  <a:cubicBezTo>
                    <a:pt x="23" y="32"/>
                    <a:pt x="23" y="32"/>
                    <a:pt x="23" y="31"/>
                  </a:cubicBezTo>
                  <a:cubicBezTo>
                    <a:pt x="23" y="30"/>
                    <a:pt x="23" y="29"/>
                    <a:pt x="23" y="28"/>
                  </a:cubicBezTo>
                  <a:cubicBezTo>
                    <a:pt x="23" y="28"/>
                    <a:pt x="24" y="28"/>
                    <a:pt x="24" y="28"/>
                  </a:cubicBezTo>
                  <a:cubicBezTo>
                    <a:pt x="24" y="28"/>
                    <a:pt x="24" y="28"/>
                    <a:pt x="24" y="28"/>
                  </a:cubicBezTo>
                  <a:cubicBezTo>
                    <a:pt x="25" y="27"/>
                    <a:pt x="25" y="27"/>
                    <a:pt x="26" y="26"/>
                  </a:cubicBezTo>
                  <a:cubicBezTo>
                    <a:pt x="26" y="26"/>
                    <a:pt x="26" y="26"/>
                    <a:pt x="26" y="26"/>
                  </a:cubicBezTo>
                  <a:cubicBezTo>
                    <a:pt x="26" y="26"/>
                    <a:pt x="26" y="26"/>
                    <a:pt x="27" y="26"/>
                  </a:cubicBezTo>
                  <a:cubicBezTo>
                    <a:pt x="27" y="26"/>
                    <a:pt x="28" y="26"/>
                    <a:pt x="29" y="26"/>
                  </a:cubicBezTo>
                  <a:cubicBezTo>
                    <a:pt x="30" y="26"/>
                    <a:pt x="30" y="26"/>
                    <a:pt x="31" y="26"/>
                  </a:cubicBezTo>
                  <a:cubicBezTo>
                    <a:pt x="31" y="24"/>
                    <a:pt x="32" y="22"/>
                    <a:pt x="33" y="20"/>
                  </a:cubicBezTo>
                  <a:cubicBezTo>
                    <a:pt x="33" y="19"/>
                    <a:pt x="33" y="19"/>
                    <a:pt x="32" y="18"/>
                  </a:cubicBezTo>
                  <a:cubicBezTo>
                    <a:pt x="31" y="18"/>
                    <a:pt x="30" y="17"/>
                    <a:pt x="30" y="17"/>
                  </a:cubicBezTo>
                  <a:cubicBezTo>
                    <a:pt x="30" y="17"/>
                    <a:pt x="30" y="16"/>
                    <a:pt x="30" y="16"/>
                  </a:cubicBezTo>
                  <a:cubicBezTo>
                    <a:pt x="30" y="15"/>
                    <a:pt x="30" y="15"/>
                    <a:pt x="29" y="14"/>
                  </a:cubicBezTo>
                  <a:cubicBezTo>
                    <a:pt x="29" y="13"/>
                    <a:pt x="29" y="13"/>
                    <a:pt x="29" y="13"/>
                  </a:cubicBezTo>
                  <a:cubicBezTo>
                    <a:pt x="30" y="12"/>
                    <a:pt x="30" y="12"/>
                    <a:pt x="31" y="11"/>
                  </a:cubicBezTo>
                  <a:cubicBezTo>
                    <a:pt x="32" y="10"/>
                    <a:pt x="32" y="10"/>
                    <a:pt x="31" y="9"/>
                  </a:cubicBezTo>
                  <a:cubicBezTo>
                    <a:pt x="27" y="4"/>
                    <a:pt x="27" y="4"/>
                    <a:pt x="27" y="4"/>
                  </a:cubicBezTo>
                  <a:cubicBezTo>
                    <a:pt x="27" y="4"/>
                    <a:pt x="26" y="4"/>
                    <a:pt x="26" y="4"/>
                  </a:cubicBezTo>
                  <a:cubicBezTo>
                    <a:pt x="25" y="5"/>
                    <a:pt x="24" y="5"/>
                    <a:pt x="23" y="5"/>
                  </a:cubicBezTo>
                  <a:cubicBezTo>
                    <a:pt x="23" y="5"/>
                    <a:pt x="23" y="5"/>
                    <a:pt x="22" y="5"/>
                  </a:cubicBezTo>
                  <a:cubicBezTo>
                    <a:pt x="22" y="5"/>
                    <a:pt x="21" y="5"/>
                    <a:pt x="21" y="4"/>
                  </a:cubicBezTo>
                  <a:cubicBezTo>
                    <a:pt x="20" y="4"/>
                    <a:pt x="20" y="4"/>
                    <a:pt x="19" y="4"/>
                  </a:cubicBezTo>
                  <a:cubicBezTo>
                    <a:pt x="19" y="3"/>
                    <a:pt x="19" y="2"/>
                    <a:pt x="19" y="1"/>
                  </a:cubicBezTo>
                  <a:cubicBezTo>
                    <a:pt x="18" y="1"/>
                    <a:pt x="18" y="0"/>
                    <a:pt x="17" y="0"/>
                  </a:cubicBezTo>
                  <a:cubicBezTo>
                    <a:pt x="15" y="1"/>
                    <a:pt x="13" y="1"/>
                    <a:pt x="11" y="1"/>
                  </a:cubicBezTo>
                  <a:cubicBezTo>
                    <a:pt x="11" y="1"/>
                    <a:pt x="10" y="2"/>
                    <a:pt x="10" y="2"/>
                  </a:cubicBezTo>
                  <a:cubicBezTo>
                    <a:pt x="10" y="4"/>
                    <a:pt x="10" y="5"/>
                    <a:pt x="10" y="5"/>
                  </a:cubicBezTo>
                  <a:cubicBezTo>
                    <a:pt x="10" y="6"/>
                    <a:pt x="10" y="6"/>
                    <a:pt x="9" y="6"/>
                  </a:cubicBezTo>
                  <a:cubicBezTo>
                    <a:pt x="9" y="6"/>
                    <a:pt x="9" y="6"/>
                    <a:pt x="9" y="6"/>
                  </a:cubicBezTo>
                  <a:cubicBezTo>
                    <a:pt x="9" y="6"/>
                    <a:pt x="8" y="7"/>
                    <a:pt x="8" y="7"/>
                  </a:cubicBezTo>
                  <a:cubicBezTo>
                    <a:pt x="8" y="7"/>
                    <a:pt x="8" y="7"/>
                    <a:pt x="8" y="7"/>
                  </a:cubicBezTo>
                  <a:cubicBezTo>
                    <a:pt x="8" y="8"/>
                    <a:pt x="7" y="8"/>
                    <a:pt x="7" y="8"/>
                  </a:cubicBezTo>
                  <a:cubicBezTo>
                    <a:pt x="6" y="8"/>
                    <a:pt x="5" y="8"/>
                    <a:pt x="4" y="7"/>
                  </a:cubicBezTo>
                  <a:cubicBezTo>
                    <a:pt x="4" y="7"/>
                    <a:pt x="3" y="7"/>
                    <a:pt x="3" y="8"/>
                  </a:cubicBezTo>
                  <a:cubicBezTo>
                    <a:pt x="2" y="10"/>
                    <a:pt x="1" y="12"/>
                    <a:pt x="0" y="14"/>
                  </a:cubicBezTo>
                  <a:cubicBezTo>
                    <a:pt x="0" y="14"/>
                    <a:pt x="1" y="15"/>
                    <a:pt x="1" y="15"/>
                  </a:cubicBezTo>
                  <a:cubicBezTo>
                    <a:pt x="2" y="16"/>
                    <a:pt x="3" y="16"/>
                    <a:pt x="3" y="17"/>
                  </a:cubicBezTo>
                  <a:cubicBezTo>
                    <a:pt x="4" y="17"/>
                    <a:pt x="4" y="17"/>
                    <a:pt x="4" y="18"/>
                  </a:cubicBezTo>
                  <a:cubicBezTo>
                    <a:pt x="4" y="18"/>
                    <a:pt x="4" y="19"/>
                    <a:pt x="4" y="20"/>
                  </a:cubicBezTo>
                  <a:cubicBezTo>
                    <a:pt x="4" y="20"/>
                    <a:pt x="4" y="21"/>
                    <a:pt x="4" y="21"/>
                  </a:cubicBezTo>
                  <a:cubicBezTo>
                    <a:pt x="4" y="21"/>
                    <a:pt x="3" y="22"/>
                    <a:pt x="2" y="23"/>
                  </a:cubicBezTo>
                  <a:cubicBezTo>
                    <a:pt x="2" y="23"/>
                    <a:pt x="2" y="24"/>
                    <a:pt x="2" y="24"/>
                  </a:cubicBezTo>
                  <a:cubicBezTo>
                    <a:pt x="6" y="29"/>
                    <a:pt x="6" y="29"/>
                    <a:pt x="6" y="29"/>
                  </a:cubicBezTo>
                  <a:cubicBezTo>
                    <a:pt x="6" y="30"/>
                    <a:pt x="7" y="30"/>
                    <a:pt x="8" y="30"/>
                  </a:cubicBezTo>
                  <a:cubicBezTo>
                    <a:pt x="9" y="29"/>
                    <a:pt x="10" y="28"/>
                    <a:pt x="10" y="28"/>
                  </a:cubicBezTo>
                  <a:cubicBezTo>
                    <a:pt x="10" y="28"/>
                    <a:pt x="11" y="28"/>
                    <a:pt x="11" y="28"/>
                  </a:cubicBezTo>
                  <a:cubicBezTo>
                    <a:pt x="12" y="29"/>
                    <a:pt x="12" y="29"/>
                    <a:pt x="13" y="29"/>
                  </a:cubicBezTo>
                  <a:cubicBezTo>
                    <a:pt x="13" y="29"/>
                    <a:pt x="14" y="29"/>
                    <a:pt x="14" y="30"/>
                  </a:cubicBezTo>
                  <a:cubicBezTo>
                    <a:pt x="14" y="30"/>
                    <a:pt x="14" y="31"/>
                    <a:pt x="15" y="32"/>
                  </a:cubicBezTo>
                  <a:cubicBezTo>
                    <a:pt x="15" y="33"/>
                    <a:pt x="15" y="33"/>
                    <a:pt x="16" y="33"/>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6" name="Freeform 96">
              <a:extLst>
                <a:ext uri="{FF2B5EF4-FFF2-40B4-BE49-F238E27FC236}">
                  <a16:creationId xmlns:a16="http://schemas.microsoft.com/office/drawing/2014/main" id="{6D0B1492-A276-4B9A-93B5-AC22DB39706B}"/>
                </a:ext>
              </a:extLst>
            </p:cNvPr>
            <p:cNvSpPr>
              <a:spLocks/>
            </p:cNvSpPr>
            <p:nvPr/>
          </p:nvSpPr>
          <p:spPr bwMode="auto">
            <a:xfrm>
              <a:off x="5392738" y="835026"/>
              <a:ext cx="74613" cy="71438"/>
            </a:xfrm>
            <a:custGeom>
              <a:avLst/>
              <a:gdLst>
                <a:gd name="T0" fmla="*/ 16 w 22"/>
                <a:gd name="T1" fmla="*/ 20 h 21"/>
                <a:gd name="T2" fmla="*/ 21 w 22"/>
                <a:gd name="T3" fmla="*/ 13 h 21"/>
                <a:gd name="T4" fmla="*/ 18 w 22"/>
                <a:gd name="T5" fmla="*/ 4 h 21"/>
                <a:gd name="T6" fmla="*/ 18 w 22"/>
                <a:gd name="T7" fmla="*/ 3 h 21"/>
                <a:gd name="T8" fmla="*/ 18 w 22"/>
                <a:gd name="T9" fmla="*/ 3 h 21"/>
                <a:gd name="T10" fmla="*/ 12 w 22"/>
                <a:gd name="T11" fmla="*/ 1 h 21"/>
                <a:gd name="T12" fmla="*/ 1 w 22"/>
                <a:gd name="T13" fmla="*/ 10 h 21"/>
                <a:gd name="T14" fmla="*/ 10 w 22"/>
                <a:gd name="T15" fmla="*/ 21 h 21"/>
                <a:gd name="T16" fmla="*/ 16 w 22"/>
                <a:gd name="T17" fmla="*/ 2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21">
                  <a:moveTo>
                    <a:pt x="16" y="20"/>
                  </a:moveTo>
                  <a:cubicBezTo>
                    <a:pt x="19" y="18"/>
                    <a:pt x="19" y="13"/>
                    <a:pt x="21" y="13"/>
                  </a:cubicBezTo>
                  <a:cubicBezTo>
                    <a:pt x="21" y="13"/>
                    <a:pt x="22" y="8"/>
                    <a:pt x="18" y="4"/>
                  </a:cubicBezTo>
                  <a:cubicBezTo>
                    <a:pt x="18" y="4"/>
                    <a:pt x="18" y="3"/>
                    <a:pt x="18" y="3"/>
                  </a:cubicBezTo>
                  <a:cubicBezTo>
                    <a:pt x="18" y="3"/>
                    <a:pt x="18" y="3"/>
                    <a:pt x="18" y="3"/>
                  </a:cubicBezTo>
                  <a:cubicBezTo>
                    <a:pt x="16" y="1"/>
                    <a:pt x="14" y="1"/>
                    <a:pt x="12" y="1"/>
                  </a:cubicBezTo>
                  <a:cubicBezTo>
                    <a:pt x="6" y="0"/>
                    <a:pt x="1" y="4"/>
                    <a:pt x="1" y="10"/>
                  </a:cubicBezTo>
                  <a:cubicBezTo>
                    <a:pt x="0" y="15"/>
                    <a:pt x="4" y="20"/>
                    <a:pt x="10" y="21"/>
                  </a:cubicBezTo>
                  <a:cubicBezTo>
                    <a:pt x="12" y="21"/>
                    <a:pt x="14" y="21"/>
                    <a:pt x="16" y="20"/>
                  </a:cubicBezTo>
                  <a:close/>
                </a:path>
              </a:pathLst>
            </a:custGeom>
            <a:solidFill>
              <a:srgbClr val="EC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87" name="Freeform 86">
            <a:extLst>
              <a:ext uri="{FF2B5EF4-FFF2-40B4-BE49-F238E27FC236}">
                <a16:creationId xmlns:a16="http://schemas.microsoft.com/office/drawing/2014/main" id="{DB751841-2C12-4D77-AC59-FCC7760E5F13}"/>
              </a:ext>
            </a:extLst>
          </p:cNvPr>
          <p:cNvSpPr>
            <a:spLocks/>
          </p:cNvSpPr>
          <p:nvPr/>
        </p:nvSpPr>
        <p:spPr bwMode="auto">
          <a:xfrm>
            <a:off x="6873900" y="4116193"/>
            <a:ext cx="607393" cy="573325"/>
          </a:xfrm>
          <a:custGeom>
            <a:avLst/>
            <a:gdLst>
              <a:gd name="T0" fmla="*/ 42 w 293"/>
              <a:gd name="T1" fmla="*/ 214 h 274"/>
              <a:gd name="T2" fmla="*/ 70 w 293"/>
              <a:gd name="T3" fmla="*/ 41 h 274"/>
              <a:gd name="T4" fmla="*/ 251 w 293"/>
              <a:gd name="T5" fmla="*/ 67 h 274"/>
              <a:gd name="T6" fmla="*/ 218 w 293"/>
              <a:gd name="T7" fmla="*/ 233 h 274"/>
              <a:gd name="T8" fmla="*/ 42 w 293"/>
              <a:gd name="T9" fmla="*/ 214 h 274"/>
            </a:gdLst>
            <a:ahLst/>
            <a:cxnLst>
              <a:cxn ang="0">
                <a:pos x="T0" y="T1"/>
              </a:cxn>
              <a:cxn ang="0">
                <a:pos x="T2" y="T3"/>
              </a:cxn>
              <a:cxn ang="0">
                <a:pos x="T4" y="T5"/>
              </a:cxn>
              <a:cxn ang="0">
                <a:pos x="T6" y="T7"/>
              </a:cxn>
              <a:cxn ang="0">
                <a:pos x="T8" y="T9"/>
              </a:cxn>
            </a:cxnLst>
            <a:rect l="0" t="0" r="r" b="b"/>
            <a:pathLst>
              <a:path w="293" h="274">
                <a:moveTo>
                  <a:pt x="42" y="214"/>
                </a:moveTo>
                <a:cubicBezTo>
                  <a:pt x="0" y="159"/>
                  <a:pt x="13" y="82"/>
                  <a:pt x="70" y="41"/>
                </a:cubicBezTo>
                <a:cubicBezTo>
                  <a:pt x="128" y="0"/>
                  <a:pt x="209" y="12"/>
                  <a:pt x="251" y="67"/>
                </a:cubicBezTo>
                <a:cubicBezTo>
                  <a:pt x="293" y="121"/>
                  <a:pt x="276" y="192"/>
                  <a:pt x="218" y="233"/>
                </a:cubicBezTo>
                <a:cubicBezTo>
                  <a:pt x="161" y="274"/>
                  <a:pt x="84" y="269"/>
                  <a:pt x="42" y="214"/>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88" name="Group 87">
            <a:extLst>
              <a:ext uri="{FF2B5EF4-FFF2-40B4-BE49-F238E27FC236}">
                <a16:creationId xmlns:a16="http://schemas.microsoft.com/office/drawing/2014/main" id="{79CC4DA1-B7A1-42A0-838A-E5B2B8BEB54C}"/>
              </a:ext>
            </a:extLst>
          </p:cNvPr>
          <p:cNvGrpSpPr/>
          <p:nvPr/>
        </p:nvGrpSpPr>
        <p:grpSpPr>
          <a:xfrm>
            <a:off x="7002259" y="4266612"/>
            <a:ext cx="350676" cy="272486"/>
            <a:chOff x="7082915" y="4564785"/>
            <a:chExt cx="508122" cy="394825"/>
          </a:xfrm>
        </p:grpSpPr>
        <p:sp>
          <p:nvSpPr>
            <p:cNvPr id="89" name="Freeform 165">
              <a:extLst>
                <a:ext uri="{FF2B5EF4-FFF2-40B4-BE49-F238E27FC236}">
                  <a16:creationId xmlns:a16="http://schemas.microsoft.com/office/drawing/2014/main" id="{7CCAA658-A56E-4EB9-8F44-8F92FD824FE3}"/>
                </a:ext>
              </a:extLst>
            </p:cNvPr>
            <p:cNvSpPr>
              <a:spLocks noEditPoints="1"/>
            </p:cNvSpPr>
            <p:nvPr/>
          </p:nvSpPr>
          <p:spPr bwMode="auto">
            <a:xfrm>
              <a:off x="7385042" y="4791381"/>
              <a:ext cx="163079" cy="168229"/>
            </a:xfrm>
            <a:custGeom>
              <a:avLst/>
              <a:gdLst>
                <a:gd name="T0" fmla="*/ 74 w 79"/>
                <a:gd name="T1" fmla="*/ 45 h 80"/>
                <a:gd name="T2" fmla="*/ 72 w 79"/>
                <a:gd name="T3" fmla="*/ 37 h 80"/>
                <a:gd name="T4" fmla="*/ 77 w 79"/>
                <a:gd name="T5" fmla="*/ 33 h 80"/>
                <a:gd name="T6" fmla="*/ 75 w 79"/>
                <a:gd name="T7" fmla="*/ 20 h 80"/>
                <a:gd name="T8" fmla="*/ 68 w 79"/>
                <a:gd name="T9" fmla="*/ 19 h 80"/>
                <a:gd name="T10" fmla="*/ 60 w 79"/>
                <a:gd name="T11" fmla="*/ 15 h 80"/>
                <a:gd name="T12" fmla="*/ 61 w 79"/>
                <a:gd name="T13" fmla="*/ 9 h 80"/>
                <a:gd name="T14" fmla="*/ 50 w 79"/>
                <a:gd name="T15" fmla="*/ 1 h 80"/>
                <a:gd name="T16" fmla="*/ 45 w 79"/>
                <a:gd name="T17" fmla="*/ 5 h 80"/>
                <a:gd name="T18" fmla="*/ 37 w 79"/>
                <a:gd name="T19" fmla="*/ 8 h 80"/>
                <a:gd name="T20" fmla="*/ 32 w 79"/>
                <a:gd name="T21" fmla="*/ 3 h 80"/>
                <a:gd name="T22" fmla="*/ 19 w 79"/>
                <a:gd name="T23" fmla="*/ 5 h 80"/>
                <a:gd name="T24" fmla="*/ 19 w 79"/>
                <a:gd name="T25" fmla="*/ 12 h 80"/>
                <a:gd name="T26" fmla="*/ 14 w 79"/>
                <a:gd name="T27" fmla="*/ 19 h 80"/>
                <a:gd name="T28" fmla="*/ 8 w 79"/>
                <a:gd name="T29" fmla="*/ 19 h 80"/>
                <a:gd name="T30" fmla="*/ 0 w 79"/>
                <a:gd name="T31" fmla="*/ 30 h 80"/>
                <a:gd name="T32" fmla="*/ 5 w 79"/>
                <a:gd name="T33" fmla="*/ 35 h 80"/>
                <a:gd name="T34" fmla="*/ 7 w 79"/>
                <a:gd name="T35" fmla="*/ 43 h 80"/>
                <a:gd name="T36" fmla="*/ 2 w 79"/>
                <a:gd name="T37" fmla="*/ 48 h 80"/>
                <a:gd name="T38" fmla="*/ 4 w 79"/>
                <a:gd name="T39" fmla="*/ 61 h 80"/>
                <a:gd name="T40" fmla="*/ 12 w 79"/>
                <a:gd name="T41" fmla="*/ 61 h 80"/>
                <a:gd name="T42" fmla="*/ 19 w 79"/>
                <a:gd name="T43" fmla="*/ 65 h 80"/>
                <a:gd name="T44" fmla="*/ 18 w 79"/>
                <a:gd name="T45" fmla="*/ 72 h 80"/>
                <a:gd name="T46" fmla="*/ 29 w 79"/>
                <a:gd name="T47" fmla="*/ 79 h 80"/>
                <a:gd name="T48" fmla="*/ 35 w 79"/>
                <a:gd name="T49" fmla="*/ 75 h 80"/>
                <a:gd name="T50" fmla="*/ 42 w 79"/>
                <a:gd name="T51" fmla="*/ 73 h 80"/>
                <a:gd name="T52" fmla="*/ 47 w 79"/>
                <a:gd name="T53" fmla="*/ 77 h 80"/>
                <a:gd name="T54" fmla="*/ 60 w 79"/>
                <a:gd name="T55" fmla="*/ 75 h 80"/>
                <a:gd name="T56" fmla="*/ 60 w 79"/>
                <a:gd name="T57" fmla="*/ 68 h 80"/>
                <a:gd name="T58" fmla="*/ 65 w 79"/>
                <a:gd name="T59" fmla="*/ 61 h 80"/>
                <a:gd name="T60" fmla="*/ 71 w 79"/>
                <a:gd name="T61" fmla="*/ 61 h 80"/>
                <a:gd name="T62" fmla="*/ 79 w 79"/>
                <a:gd name="T63" fmla="*/ 51 h 80"/>
                <a:gd name="T64" fmla="*/ 61 w 79"/>
                <a:gd name="T65" fmla="*/ 49 h 80"/>
                <a:gd name="T66" fmla="*/ 18 w 79"/>
                <a:gd name="T67" fmla="*/ 32 h 80"/>
                <a:gd name="T68" fmla="*/ 61 w 79"/>
                <a:gd name="T69" fmla="*/ 4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80">
                  <a:moveTo>
                    <a:pt x="77" y="46"/>
                  </a:moveTo>
                  <a:cubicBezTo>
                    <a:pt x="74" y="45"/>
                    <a:pt x="74" y="45"/>
                    <a:pt x="74" y="45"/>
                  </a:cubicBezTo>
                  <a:cubicBezTo>
                    <a:pt x="73" y="45"/>
                    <a:pt x="72" y="43"/>
                    <a:pt x="72" y="42"/>
                  </a:cubicBezTo>
                  <a:cubicBezTo>
                    <a:pt x="72" y="40"/>
                    <a:pt x="72" y="39"/>
                    <a:pt x="72" y="37"/>
                  </a:cubicBezTo>
                  <a:cubicBezTo>
                    <a:pt x="72" y="36"/>
                    <a:pt x="73" y="34"/>
                    <a:pt x="74" y="34"/>
                  </a:cubicBezTo>
                  <a:cubicBezTo>
                    <a:pt x="77" y="33"/>
                    <a:pt x="77" y="33"/>
                    <a:pt x="77" y="33"/>
                  </a:cubicBezTo>
                  <a:cubicBezTo>
                    <a:pt x="78" y="32"/>
                    <a:pt x="79" y="30"/>
                    <a:pt x="78" y="29"/>
                  </a:cubicBezTo>
                  <a:cubicBezTo>
                    <a:pt x="75" y="20"/>
                    <a:pt x="75" y="20"/>
                    <a:pt x="75" y="20"/>
                  </a:cubicBezTo>
                  <a:cubicBezTo>
                    <a:pt x="74" y="18"/>
                    <a:pt x="72" y="17"/>
                    <a:pt x="70" y="18"/>
                  </a:cubicBezTo>
                  <a:cubicBezTo>
                    <a:pt x="68" y="19"/>
                    <a:pt x="68" y="19"/>
                    <a:pt x="68" y="19"/>
                  </a:cubicBezTo>
                  <a:cubicBezTo>
                    <a:pt x="66" y="20"/>
                    <a:pt x="65" y="19"/>
                    <a:pt x="64" y="18"/>
                  </a:cubicBezTo>
                  <a:cubicBezTo>
                    <a:pt x="63" y="17"/>
                    <a:pt x="62" y="16"/>
                    <a:pt x="60" y="15"/>
                  </a:cubicBezTo>
                  <a:cubicBezTo>
                    <a:pt x="59" y="14"/>
                    <a:pt x="59" y="13"/>
                    <a:pt x="60" y="11"/>
                  </a:cubicBezTo>
                  <a:cubicBezTo>
                    <a:pt x="61" y="9"/>
                    <a:pt x="61" y="9"/>
                    <a:pt x="61" y="9"/>
                  </a:cubicBezTo>
                  <a:cubicBezTo>
                    <a:pt x="61" y="7"/>
                    <a:pt x="60" y="5"/>
                    <a:pt x="59" y="4"/>
                  </a:cubicBezTo>
                  <a:cubicBezTo>
                    <a:pt x="50" y="1"/>
                    <a:pt x="50" y="1"/>
                    <a:pt x="50" y="1"/>
                  </a:cubicBezTo>
                  <a:cubicBezTo>
                    <a:pt x="48" y="0"/>
                    <a:pt x="46" y="1"/>
                    <a:pt x="46" y="3"/>
                  </a:cubicBezTo>
                  <a:cubicBezTo>
                    <a:pt x="45" y="5"/>
                    <a:pt x="45" y="5"/>
                    <a:pt x="45" y="5"/>
                  </a:cubicBezTo>
                  <a:cubicBezTo>
                    <a:pt x="44" y="7"/>
                    <a:pt x="43" y="8"/>
                    <a:pt x="41" y="8"/>
                  </a:cubicBezTo>
                  <a:cubicBezTo>
                    <a:pt x="40" y="7"/>
                    <a:pt x="38" y="7"/>
                    <a:pt x="37" y="8"/>
                  </a:cubicBezTo>
                  <a:cubicBezTo>
                    <a:pt x="35" y="8"/>
                    <a:pt x="34" y="7"/>
                    <a:pt x="33" y="6"/>
                  </a:cubicBezTo>
                  <a:cubicBezTo>
                    <a:pt x="32" y="3"/>
                    <a:pt x="32" y="3"/>
                    <a:pt x="32" y="3"/>
                  </a:cubicBezTo>
                  <a:cubicBezTo>
                    <a:pt x="31" y="1"/>
                    <a:pt x="30" y="1"/>
                    <a:pt x="28" y="1"/>
                  </a:cubicBezTo>
                  <a:cubicBezTo>
                    <a:pt x="19" y="5"/>
                    <a:pt x="19" y="5"/>
                    <a:pt x="19" y="5"/>
                  </a:cubicBezTo>
                  <a:cubicBezTo>
                    <a:pt x="17" y="6"/>
                    <a:pt x="17" y="8"/>
                    <a:pt x="17" y="9"/>
                  </a:cubicBezTo>
                  <a:cubicBezTo>
                    <a:pt x="19" y="12"/>
                    <a:pt x="19" y="12"/>
                    <a:pt x="19" y="12"/>
                  </a:cubicBezTo>
                  <a:cubicBezTo>
                    <a:pt x="19" y="13"/>
                    <a:pt x="19" y="15"/>
                    <a:pt x="18" y="16"/>
                  </a:cubicBezTo>
                  <a:cubicBezTo>
                    <a:pt x="17" y="17"/>
                    <a:pt x="16" y="18"/>
                    <a:pt x="14" y="19"/>
                  </a:cubicBezTo>
                  <a:cubicBezTo>
                    <a:pt x="14" y="20"/>
                    <a:pt x="12" y="21"/>
                    <a:pt x="11" y="20"/>
                  </a:cubicBezTo>
                  <a:cubicBezTo>
                    <a:pt x="8" y="19"/>
                    <a:pt x="8" y="19"/>
                    <a:pt x="8" y="19"/>
                  </a:cubicBezTo>
                  <a:cubicBezTo>
                    <a:pt x="6" y="18"/>
                    <a:pt x="4" y="19"/>
                    <a:pt x="4" y="21"/>
                  </a:cubicBezTo>
                  <a:cubicBezTo>
                    <a:pt x="0" y="30"/>
                    <a:pt x="0" y="30"/>
                    <a:pt x="0" y="30"/>
                  </a:cubicBezTo>
                  <a:cubicBezTo>
                    <a:pt x="0" y="31"/>
                    <a:pt x="0" y="33"/>
                    <a:pt x="2" y="34"/>
                  </a:cubicBezTo>
                  <a:cubicBezTo>
                    <a:pt x="5" y="35"/>
                    <a:pt x="5" y="35"/>
                    <a:pt x="5" y="35"/>
                  </a:cubicBezTo>
                  <a:cubicBezTo>
                    <a:pt x="6" y="36"/>
                    <a:pt x="7" y="37"/>
                    <a:pt x="7" y="38"/>
                  </a:cubicBezTo>
                  <a:cubicBezTo>
                    <a:pt x="7" y="40"/>
                    <a:pt x="7" y="42"/>
                    <a:pt x="7" y="43"/>
                  </a:cubicBezTo>
                  <a:cubicBezTo>
                    <a:pt x="7" y="44"/>
                    <a:pt x="6" y="46"/>
                    <a:pt x="5" y="46"/>
                  </a:cubicBezTo>
                  <a:cubicBezTo>
                    <a:pt x="2" y="48"/>
                    <a:pt x="2" y="48"/>
                    <a:pt x="2" y="48"/>
                  </a:cubicBezTo>
                  <a:cubicBezTo>
                    <a:pt x="1" y="48"/>
                    <a:pt x="0" y="50"/>
                    <a:pt x="1" y="52"/>
                  </a:cubicBezTo>
                  <a:cubicBezTo>
                    <a:pt x="4" y="61"/>
                    <a:pt x="4" y="61"/>
                    <a:pt x="4" y="61"/>
                  </a:cubicBezTo>
                  <a:cubicBezTo>
                    <a:pt x="5" y="62"/>
                    <a:pt x="7" y="63"/>
                    <a:pt x="9" y="62"/>
                  </a:cubicBezTo>
                  <a:cubicBezTo>
                    <a:pt x="12" y="61"/>
                    <a:pt x="12" y="61"/>
                    <a:pt x="12" y="61"/>
                  </a:cubicBezTo>
                  <a:cubicBezTo>
                    <a:pt x="13" y="60"/>
                    <a:pt x="14" y="61"/>
                    <a:pt x="15" y="62"/>
                  </a:cubicBezTo>
                  <a:cubicBezTo>
                    <a:pt x="16" y="63"/>
                    <a:pt x="17" y="64"/>
                    <a:pt x="19" y="65"/>
                  </a:cubicBezTo>
                  <a:cubicBezTo>
                    <a:pt x="20" y="66"/>
                    <a:pt x="20" y="68"/>
                    <a:pt x="20" y="69"/>
                  </a:cubicBezTo>
                  <a:cubicBezTo>
                    <a:pt x="18" y="72"/>
                    <a:pt x="18" y="72"/>
                    <a:pt x="18" y="72"/>
                  </a:cubicBezTo>
                  <a:cubicBezTo>
                    <a:pt x="18" y="73"/>
                    <a:pt x="19" y="75"/>
                    <a:pt x="20" y="76"/>
                  </a:cubicBezTo>
                  <a:cubicBezTo>
                    <a:pt x="29" y="79"/>
                    <a:pt x="29" y="79"/>
                    <a:pt x="29" y="79"/>
                  </a:cubicBezTo>
                  <a:cubicBezTo>
                    <a:pt x="31" y="80"/>
                    <a:pt x="33" y="79"/>
                    <a:pt x="33" y="78"/>
                  </a:cubicBezTo>
                  <a:cubicBezTo>
                    <a:pt x="35" y="75"/>
                    <a:pt x="35" y="75"/>
                    <a:pt x="35" y="75"/>
                  </a:cubicBezTo>
                  <a:cubicBezTo>
                    <a:pt x="35" y="73"/>
                    <a:pt x="36" y="73"/>
                    <a:pt x="38" y="73"/>
                  </a:cubicBezTo>
                  <a:cubicBezTo>
                    <a:pt x="39" y="73"/>
                    <a:pt x="41" y="73"/>
                    <a:pt x="42" y="73"/>
                  </a:cubicBezTo>
                  <a:cubicBezTo>
                    <a:pt x="44" y="73"/>
                    <a:pt x="45" y="73"/>
                    <a:pt x="46" y="75"/>
                  </a:cubicBezTo>
                  <a:cubicBezTo>
                    <a:pt x="47" y="77"/>
                    <a:pt x="47" y="77"/>
                    <a:pt x="47" y="77"/>
                  </a:cubicBezTo>
                  <a:cubicBezTo>
                    <a:pt x="48" y="79"/>
                    <a:pt x="50" y="80"/>
                    <a:pt x="51" y="79"/>
                  </a:cubicBezTo>
                  <a:cubicBezTo>
                    <a:pt x="60" y="75"/>
                    <a:pt x="60" y="75"/>
                    <a:pt x="60" y="75"/>
                  </a:cubicBezTo>
                  <a:cubicBezTo>
                    <a:pt x="62" y="74"/>
                    <a:pt x="62" y="73"/>
                    <a:pt x="62" y="71"/>
                  </a:cubicBezTo>
                  <a:cubicBezTo>
                    <a:pt x="60" y="68"/>
                    <a:pt x="60" y="68"/>
                    <a:pt x="60" y="68"/>
                  </a:cubicBezTo>
                  <a:cubicBezTo>
                    <a:pt x="60" y="67"/>
                    <a:pt x="60" y="65"/>
                    <a:pt x="61" y="64"/>
                  </a:cubicBezTo>
                  <a:cubicBezTo>
                    <a:pt x="62" y="63"/>
                    <a:pt x="64" y="62"/>
                    <a:pt x="65" y="61"/>
                  </a:cubicBezTo>
                  <a:cubicBezTo>
                    <a:pt x="65" y="60"/>
                    <a:pt x="67" y="60"/>
                    <a:pt x="68" y="60"/>
                  </a:cubicBezTo>
                  <a:cubicBezTo>
                    <a:pt x="71" y="61"/>
                    <a:pt x="71" y="61"/>
                    <a:pt x="71" y="61"/>
                  </a:cubicBezTo>
                  <a:cubicBezTo>
                    <a:pt x="73" y="62"/>
                    <a:pt x="75" y="61"/>
                    <a:pt x="75" y="59"/>
                  </a:cubicBezTo>
                  <a:cubicBezTo>
                    <a:pt x="79" y="51"/>
                    <a:pt x="79" y="51"/>
                    <a:pt x="79" y="51"/>
                  </a:cubicBezTo>
                  <a:cubicBezTo>
                    <a:pt x="79" y="49"/>
                    <a:pt x="79" y="47"/>
                    <a:pt x="77" y="46"/>
                  </a:cubicBezTo>
                  <a:close/>
                  <a:moveTo>
                    <a:pt x="61" y="49"/>
                  </a:moveTo>
                  <a:cubicBezTo>
                    <a:pt x="56" y="60"/>
                    <a:pt x="43" y="66"/>
                    <a:pt x="31" y="61"/>
                  </a:cubicBezTo>
                  <a:cubicBezTo>
                    <a:pt x="19" y="57"/>
                    <a:pt x="14" y="43"/>
                    <a:pt x="18" y="32"/>
                  </a:cubicBezTo>
                  <a:cubicBezTo>
                    <a:pt x="23" y="20"/>
                    <a:pt x="36" y="14"/>
                    <a:pt x="48" y="19"/>
                  </a:cubicBezTo>
                  <a:cubicBezTo>
                    <a:pt x="60" y="23"/>
                    <a:pt x="65" y="37"/>
                    <a:pt x="61" y="49"/>
                  </a:cubicBezTo>
                  <a:close/>
                </a:path>
              </a:pathLst>
            </a:custGeom>
            <a:solidFill>
              <a:schemeClr val="accent2"/>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0" name="Freeform 166">
              <a:extLst>
                <a:ext uri="{FF2B5EF4-FFF2-40B4-BE49-F238E27FC236}">
                  <a16:creationId xmlns:a16="http://schemas.microsoft.com/office/drawing/2014/main" id="{0E190834-1BA1-4257-AEB6-09300F5A3477}"/>
                </a:ext>
              </a:extLst>
            </p:cNvPr>
            <p:cNvSpPr>
              <a:spLocks/>
            </p:cNvSpPr>
            <p:nvPr/>
          </p:nvSpPr>
          <p:spPr bwMode="auto">
            <a:xfrm>
              <a:off x="7443407" y="4851462"/>
              <a:ext cx="48066" cy="48066"/>
            </a:xfrm>
            <a:custGeom>
              <a:avLst/>
              <a:gdLst>
                <a:gd name="T0" fmla="*/ 21 w 23"/>
                <a:gd name="T1" fmla="*/ 15 h 23"/>
                <a:gd name="T2" fmla="*/ 8 w 23"/>
                <a:gd name="T3" fmla="*/ 21 h 23"/>
                <a:gd name="T4" fmla="*/ 2 w 23"/>
                <a:gd name="T5" fmla="*/ 7 h 23"/>
                <a:gd name="T6" fmla="*/ 15 w 23"/>
                <a:gd name="T7" fmla="*/ 2 h 23"/>
                <a:gd name="T8" fmla="*/ 21 w 23"/>
                <a:gd name="T9" fmla="*/ 15 h 23"/>
              </a:gdLst>
              <a:ahLst/>
              <a:cxnLst>
                <a:cxn ang="0">
                  <a:pos x="T0" y="T1"/>
                </a:cxn>
                <a:cxn ang="0">
                  <a:pos x="T2" y="T3"/>
                </a:cxn>
                <a:cxn ang="0">
                  <a:pos x="T4" y="T5"/>
                </a:cxn>
                <a:cxn ang="0">
                  <a:pos x="T6" y="T7"/>
                </a:cxn>
                <a:cxn ang="0">
                  <a:pos x="T8" y="T9"/>
                </a:cxn>
              </a:cxnLst>
              <a:rect l="0" t="0" r="r" b="b"/>
              <a:pathLst>
                <a:path w="23" h="23">
                  <a:moveTo>
                    <a:pt x="21" y="15"/>
                  </a:moveTo>
                  <a:cubicBezTo>
                    <a:pt x="19" y="20"/>
                    <a:pt x="13" y="23"/>
                    <a:pt x="8" y="21"/>
                  </a:cubicBezTo>
                  <a:cubicBezTo>
                    <a:pt x="3" y="18"/>
                    <a:pt x="0" y="13"/>
                    <a:pt x="2" y="7"/>
                  </a:cubicBezTo>
                  <a:cubicBezTo>
                    <a:pt x="4" y="2"/>
                    <a:pt x="10" y="0"/>
                    <a:pt x="15" y="2"/>
                  </a:cubicBezTo>
                  <a:cubicBezTo>
                    <a:pt x="20" y="4"/>
                    <a:pt x="23" y="10"/>
                    <a:pt x="21" y="15"/>
                  </a:cubicBezTo>
                  <a:close/>
                </a:path>
              </a:pathLst>
            </a:custGeom>
            <a:solidFill>
              <a:schemeClr val="accent2"/>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1" name="Freeform 167">
              <a:extLst>
                <a:ext uri="{FF2B5EF4-FFF2-40B4-BE49-F238E27FC236}">
                  <a16:creationId xmlns:a16="http://schemas.microsoft.com/office/drawing/2014/main" id="{AD2EB163-47ED-4427-A9DD-1068D785D975}"/>
                </a:ext>
              </a:extLst>
            </p:cNvPr>
            <p:cNvSpPr>
              <a:spLocks noEditPoints="1"/>
            </p:cNvSpPr>
            <p:nvPr/>
          </p:nvSpPr>
          <p:spPr bwMode="auto">
            <a:xfrm>
              <a:off x="7378175" y="4564785"/>
              <a:ext cx="212862" cy="214579"/>
            </a:xfrm>
            <a:custGeom>
              <a:avLst/>
              <a:gdLst>
                <a:gd name="T0" fmla="*/ 95 w 102"/>
                <a:gd name="T1" fmla="*/ 58 h 102"/>
                <a:gd name="T2" fmla="*/ 93 w 102"/>
                <a:gd name="T3" fmla="*/ 47 h 102"/>
                <a:gd name="T4" fmla="*/ 99 w 102"/>
                <a:gd name="T5" fmla="*/ 42 h 102"/>
                <a:gd name="T6" fmla="*/ 96 w 102"/>
                <a:gd name="T7" fmla="*/ 25 h 102"/>
                <a:gd name="T8" fmla="*/ 87 w 102"/>
                <a:gd name="T9" fmla="*/ 24 h 102"/>
                <a:gd name="T10" fmla="*/ 78 w 102"/>
                <a:gd name="T11" fmla="*/ 19 h 102"/>
                <a:gd name="T12" fmla="*/ 78 w 102"/>
                <a:gd name="T13" fmla="*/ 11 h 102"/>
                <a:gd name="T14" fmla="*/ 64 w 102"/>
                <a:gd name="T15" fmla="*/ 1 h 102"/>
                <a:gd name="T16" fmla="*/ 58 w 102"/>
                <a:gd name="T17" fmla="*/ 7 h 102"/>
                <a:gd name="T18" fmla="*/ 47 w 102"/>
                <a:gd name="T19" fmla="*/ 10 h 102"/>
                <a:gd name="T20" fmla="*/ 42 w 102"/>
                <a:gd name="T21" fmla="*/ 4 h 102"/>
                <a:gd name="T22" fmla="*/ 25 w 102"/>
                <a:gd name="T23" fmla="*/ 6 h 102"/>
                <a:gd name="T24" fmla="*/ 24 w 102"/>
                <a:gd name="T25" fmla="*/ 15 h 102"/>
                <a:gd name="T26" fmla="*/ 19 w 102"/>
                <a:gd name="T27" fmla="*/ 24 h 102"/>
                <a:gd name="T28" fmla="*/ 11 w 102"/>
                <a:gd name="T29" fmla="*/ 24 h 102"/>
                <a:gd name="T30" fmla="*/ 1 w 102"/>
                <a:gd name="T31" fmla="*/ 38 h 102"/>
                <a:gd name="T32" fmla="*/ 7 w 102"/>
                <a:gd name="T33" fmla="*/ 45 h 102"/>
                <a:gd name="T34" fmla="*/ 10 w 102"/>
                <a:gd name="T35" fmla="*/ 55 h 102"/>
                <a:gd name="T36" fmla="*/ 3 w 102"/>
                <a:gd name="T37" fmla="*/ 61 h 102"/>
                <a:gd name="T38" fmla="*/ 6 w 102"/>
                <a:gd name="T39" fmla="*/ 77 h 102"/>
                <a:gd name="T40" fmla="*/ 15 w 102"/>
                <a:gd name="T41" fmla="*/ 78 h 102"/>
                <a:gd name="T42" fmla="*/ 24 w 102"/>
                <a:gd name="T43" fmla="*/ 83 h 102"/>
                <a:gd name="T44" fmla="*/ 24 w 102"/>
                <a:gd name="T45" fmla="*/ 91 h 102"/>
                <a:gd name="T46" fmla="*/ 38 w 102"/>
                <a:gd name="T47" fmla="*/ 101 h 102"/>
                <a:gd name="T48" fmla="*/ 45 w 102"/>
                <a:gd name="T49" fmla="*/ 95 h 102"/>
                <a:gd name="T50" fmla="*/ 55 w 102"/>
                <a:gd name="T51" fmla="*/ 93 h 102"/>
                <a:gd name="T52" fmla="*/ 61 w 102"/>
                <a:gd name="T53" fmla="*/ 99 h 102"/>
                <a:gd name="T54" fmla="*/ 77 w 102"/>
                <a:gd name="T55" fmla="*/ 96 h 102"/>
                <a:gd name="T56" fmla="*/ 78 w 102"/>
                <a:gd name="T57" fmla="*/ 87 h 102"/>
                <a:gd name="T58" fmla="*/ 83 w 102"/>
                <a:gd name="T59" fmla="*/ 78 h 102"/>
                <a:gd name="T60" fmla="*/ 91 w 102"/>
                <a:gd name="T61" fmla="*/ 78 h 102"/>
                <a:gd name="T62" fmla="*/ 101 w 102"/>
                <a:gd name="T63" fmla="*/ 64 h 102"/>
                <a:gd name="T64" fmla="*/ 78 w 102"/>
                <a:gd name="T65" fmla="*/ 62 h 102"/>
                <a:gd name="T66" fmla="*/ 24 w 102"/>
                <a:gd name="T67" fmla="*/ 40 h 102"/>
                <a:gd name="T68" fmla="*/ 78 w 102"/>
                <a:gd name="T69" fmla="*/ 6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2" h="102">
                  <a:moveTo>
                    <a:pt x="99" y="59"/>
                  </a:moveTo>
                  <a:cubicBezTo>
                    <a:pt x="95" y="58"/>
                    <a:pt x="95" y="58"/>
                    <a:pt x="95" y="58"/>
                  </a:cubicBezTo>
                  <a:cubicBezTo>
                    <a:pt x="94" y="57"/>
                    <a:pt x="93" y="55"/>
                    <a:pt x="93" y="54"/>
                  </a:cubicBezTo>
                  <a:cubicBezTo>
                    <a:pt x="93" y="51"/>
                    <a:pt x="93" y="49"/>
                    <a:pt x="93" y="47"/>
                  </a:cubicBezTo>
                  <a:cubicBezTo>
                    <a:pt x="92" y="46"/>
                    <a:pt x="93" y="44"/>
                    <a:pt x="95" y="43"/>
                  </a:cubicBezTo>
                  <a:cubicBezTo>
                    <a:pt x="99" y="42"/>
                    <a:pt x="99" y="42"/>
                    <a:pt x="99" y="42"/>
                  </a:cubicBezTo>
                  <a:cubicBezTo>
                    <a:pt x="101" y="41"/>
                    <a:pt x="102" y="38"/>
                    <a:pt x="101" y="36"/>
                  </a:cubicBezTo>
                  <a:cubicBezTo>
                    <a:pt x="96" y="25"/>
                    <a:pt x="96" y="25"/>
                    <a:pt x="96" y="25"/>
                  </a:cubicBezTo>
                  <a:cubicBezTo>
                    <a:pt x="95" y="23"/>
                    <a:pt x="92" y="22"/>
                    <a:pt x="90" y="23"/>
                  </a:cubicBezTo>
                  <a:cubicBezTo>
                    <a:pt x="87" y="24"/>
                    <a:pt x="87" y="24"/>
                    <a:pt x="87" y="24"/>
                  </a:cubicBezTo>
                  <a:cubicBezTo>
                    <a:pt x="85" y="25"/>
                    <a:pt x="83" y="25"/>
                    <a:pt x="82" y="23"/>
                  </a:cubicBezTo>
                  <a:cubicBezTo>
                    <a:pt x="81" y="22"/>
                    <a:pt x="79" y="20"/>
                    <a:pt x="78" y="19"/>
                  </a:cubicBezTo>
                  <a:cubicBezTo>
                    <a:pt x="76" y="18"/>
                    <a:pt x="76" y="16"/>
                    <a:pt x="77" y="14"/>
                  </a:cubicBezTo>
                  <a:cubicBezTo>
                    <a:pt x="78" y="11"/>
                    <a:pt x="78" y="11"/>
                    <a:pt x="78" y="11"/>
                  </a:cubicBezTo>
                  <a:cubicBezTo>
                    <a:pt x="79" y="9"/>
                    <a:pt x="78" y="6"/>
                    <a:pt x="76" y="5"/>
                  </a:cubicBezTo>
                  <a:cubicBezTo>
                    <a:pt x="64" y="1"/>
                    <a:pt x="64" y="1"/>
                    <a:pt x="64" y="1"/>
                  </a:cubicBezTo>
                  <a:cubicBezTo>
                    <a:pt x="62" y="0"/>
                    <a:pt x="60" y="1"/>
                    <a:pt x="59" y="3"/>
                  </a:cubicBezTo>
                  <a:cubicBezTo>
                    <a:pt x="58" y="7"/>
                    <a:pt x="58" y="7"/>
                    <a:pt x="58" y="7"/>
                  </a:cubicBezTo>
                  <a:cubicBezTo>
                    <a:pt x="57" y="9"/>
                    <a:pt x="55" y="10"/>
                    <a:pt x="53" y="9"/>
                  </a:cubicBezTo>
                  <a:cubicBezTo>
                    <a:pt x="51" y="9"/>
                    <a:pt x="49" y="9"/>
                    <a:pt x="47" y="10"/>
                  </a:cubicBezTo>
                  <a:cubicBezTo>
                    <a:pt x="46" y="10"/>
                    <a:pt x="44" y="9"/>
                    <a:pt x="43" y="7"/>
                  </a:cubicBezTo>
                  <a:cubicBezTo>
                    <a:pt x="42" y="4"/>
                    <a:pt x="42" y="4"/>
                    <a:pt x="42" y="4"/>
                  </a:cubicBezTo>
                  <a:cubicBezTo>
                    <a:pt x="41" y="1"/>
                    <a:pt x="38" y="1"/>
                    <a:pt x="36" y="1"/>
                  </a:cubicBezTo>
                  <a:cubicBezTo>
                    <a:pt x="25" y="6"/>
                    <a:pt x="25" y="6"/>
                    <a:pt x="25" y="6"/>
                  </a:cubicBezTo>
                  <a:cubicBezTo>
                    <a:pt x="23" y="7"/>
                    <a:pt x="22" y="10"/>
                    <a:pt x="23" y="12"/>
                  </a:cubicBezTo>
                  <a:cubicBezTo>
                    <a:pt x="24" y="15"/>
                    <a:pt x="24" y="15"/>
                    <a:pt x="24" y="15"/>
                  </a:cubicBezTo>
                  <a:cubicBezTo>
                    <a:pt x="25" y="17"/>
                    <a:pt x="25" y="19"/>
                    <a:pt x="23" y="20"/>
                  </a:cubicBezTo>
                  <a:cubicBezTo>
                    <a:pt x="22" y="21"/>
                    <a:pt x="20" y="23"/>
                    <a:pt x="19" y="24"/>
                  </a:cubicBezTo>
                  <a:cubicBezTo>
                    <a:pt x="18" y="26"/>
                    <a:pt x="16" y="26"/>
                    <a:pt x="14" y="26"/>
                  </a:cubicBezTo>
                  <a:cubicBezTo>
                    <a:pt x="11" y="24"/>
                    <a:pt x="11" y="24"/>
                    <a:pt x="11" y="24"/>
                  </a:cubicBezTo>
                  <a:cubicBezTo>
                    <a:pt x="9" y="23"/>
                    <a:pt x="6" y="24"/>
                    <a:pt x="5" y="27"/>
                  </a:cubicBezTo>
                  <a:cubicBezTo>
                    <a:pt x="1" y="38"/>
                    <a:pt x="1" y="38"/>
                    <a:pt x="1" y="38"/>
                  </a:cubicBezTo>
                  <a:cubicBezTo>
                    <a:pt x="0" y="40"/>
                    <a:pt x="1" y="43"/>
                    <a:pt x="3" y="43"/>
                  </a:cubicBezTo>
                  <a:cubicBezTo>
                    <a:pt x="7" y="45"/>
                    <a:pt x="7" y="45"/>
                    <a:pt x="7" y="45"/>
                  </a:cubicBezTo>
                  <a:cubicBezTo>
                    <a:pt x="8" y="45"/>
                    <a:pt x="9" y="47"/>
                    <a:pt x="9" y="49"/>
                  </a:cubicBezTo>
                  <a:cubicBezTo>
                    <a:pt x="9" y="51"/>
                    <a:pt x="9" y="53"/>
                    <a:pt x="10" y="55"/>
                  </a:cubicBezTo>
                  <a:cubicBezTo>
                    <a:pt x="10" y="57"/>
                    <a:pt x="9" y="58"/>
                    <a:pt x="7" y="59"/>
                  </a:cubicBezTo>
                  <a:cubicBezTo>
                    <a:pt x="3" y="61"/>
                    <a:pt x="3" y="61"/>
                    <a:pt x="3" y="61"/>
                  </a:cubicBezTo>
                  <a:cubicBezTo>
                    <a:pt x="1" y="62"/>
                    <a:pt x="0" y="64"/>
                    <a:pt x="1" y="66"/>
                  </a:cubicBezTo>
                  <a:cubicBezTo>
                    <a:pt x="6" y="77"/>
                    <a:pt x="6" y="77"/>
                    <a:pt x="6" y="77"/>
                  </a:cubicBezTo>
                  <a:cubicBezTo>
                    <a:pt x="7" y="79"/>
                    <a:pt x="9" y="80"/>
                    <a:pt x="12" y="79"/>
                  </a:cubicBezTo>
                  <a:cubicBezTo>
                    <a:pt x="15" y="78"/>
                    <a:pt x="15" y="78"/>
                    <a:pt x="15" y="78"/>
                  </a:cubicBezTo>
                  <a:cubicBezTo>
                    <a:pt x="17" y="77"/>
                    <a:pt x="19" y="78"/>
                    <a:pt x="20" y="79"/>
                  </a:cubicBezTo>
                  <a:cubicBezTo>
                    <a:pt x="21" y="80"/>
                    <a:pt x="23" y="82"/>
                    <a:pt x="24" y="83"/>
                  </a:cubicBezTo>
                  <a:cubicBezTo>
                    <a:pt x="26" y="84"/>
                    <a:pt x="26" y="86"/>
                    <a:pt x="26" y="88"/>
                  </a:cubicBezTo>
                  <a:cubicBezTo>
                    <a:pt x="24" y="91"/>
                    <a:pt x="24" y="91"/>
                    <a:pt x="24" y="91"/>
                  </a:cubicBezTo>
                  <a:cubicBezTo>
                    <a:pt x="23" y="94"/>
                    <a:pt x="24" y="96"/>
                    <a:pt x="26" y="97"/>
                  </a:cubicBezTo>
                  <a:cubicBezTo>
                    <a:pt x="38" y="101"/>
                    <a:pt x="38" y="101"/>
                    <a:pt x="38" y="101"/>
                  </a:cubicBezTo>
                  <a:cubicBezTo>
                    <a:pt x="40" y="102"/>
                    <a:pt x="42" y="101"/>
                    <a:pt x="43" y="99"/>
                  </a:cubicBezTo>
                  <a:cubicBezTo>
                    <a:pt x="45" y="95"/>
                    <a:pt x="45" y="95"/>
                    <a:pt x="45" y="95"/>
                  </a:cubicBezTo>
                  <a:cubicBezTo>
                    <a:pt x="45" y="94"/>
                    <a:pt x="47" y="93"/>
                    <a:pt x="49" y="93"/>
                  </a:cubicBezTo>
                  <a:cubicBezTo>
                    <a:pt x="51" y="93"/>
                    <a:pt x="53" y="93"/>
                    <a:pt x="55" y="93"/>
                  </a:cubicBezTo>
                  <a:cubicBezTo>
                    <a:pt x="57" y="93"/>
                    <a:pt x="58" y="94"/>
                    <a:pt x="59" y="95"/>
                  </a:cubicBezTo>
                  <a:cubicBezTo>
                    <a:pt x="61" y="99"/>
                    <a:pt x="61" y="99"/>
                    <a:pt x="61" y="99"/>
                  </a:cubicBezTo>
                  <a:cubicBezTo>
                    <a:pt x="61" y="101"/>
                    <a:pt x="64" y="102"/>
                    <a:pt x="66" y="101"/>
                  </a:cubicBezTo>
                  <a:cubicBezTo>
                    <a:pt x="77" y="96"/>
                    <a:pt x="77" y="96"/>
                    <a:pt x="77" y="96"/>
                  </a:cubicBezTo>
                  <a:cubicBezTo>
                    <a:pt x="79" y="95"/>
                    <a:pt x="80" y="93"/>
                    <a:pt x="79" y="91"/>
                  </a:cubicBezTo>
                  <a:cubicBezTo>
                    <a:pt x="78" y="87"/>
                    <a:pt x="78" y="87"/>
                    <a:pt x="78" y="87"/>
                  </a:cubicBezTo>
                  <a:cubicBezTo>
                    <a:pt x="77" y="85"/>
                    <a:pt x="78" y="83"/>
                    <a:pt x="79" y="82"/>
                  </a:cubicBezTo>
                  <a:cubicBezTo>
                    <a:pt x="80" y="81"/>
                    <a:pt x="82" y="80"/>
                    <a:pt x="83" y="78"/>
                  </a:cubicBezTo>
                  <a:cubicBezTo>
                    <a:pt x="84" y="77"/>
                    <a:pt x="86" y="76"/>
                    <a:pt x="88" y="77"/>
                  </a:cubicBezTo>
                  <a:cubicBezTo>
                    <a:pt x="91" y="78"/>
                    <a:pt x="91" y="78"/>
                    <a:pt x="91" y="78"/>
                  </a:cubicBezTo>
                  <a:cubicBezTo>
                    <a:pt x="93" y="79"/>
                    <a:pt x="96" y="78"/>
                    <a:pt x="97" y="76"/>
                  </a:cubicBezTo>
                  <a:cubicBezTo>
                    <a:pt x="101" y="64"/>
                    <a:pt x="101" y="64"/>
                    <a:pt x="101" y="64"/>
                  </a:cubicBezTo>
                  <a:cubicBezTo>
                    <a:pt x="102" y="62"/>
                    <a:pt x="101" y="60"/>
                    <a:pt x="99" y="59"/>
                  </a:cubicBezTo>
                  <a:close/>
                  <a:moveTo>
                    <a:pt x="78" y="62"/>
                  </a:moveTo>
                  <a:cubicBezTo>
                    <a:pt x="72" y="77"/>
                    <a:pt x="55" y="84"/>
                    <a:pt x="40" y="78"/>
                  </a:cubicBezTo>
                  <a:cubicBezTo>
                    <a:pt x="25" y="72"/>
                    <a:pt x="18" y="55"/>
                    <a:pt x="24" y="40"/>
                  </a:cubicBezTo>
                  <a:cubicBezTo>
                    <a:pt x="30" y="25"/>
                    <a:pt x="47" y="18"/>
                    <a:pt x="62" y="24"/>
                  </a:cubicBezTo>
                  <a:cubicBezTo>
                    <a:pt x="77" y="30"/>
                    <a:pt x="84" y="47"/>
                    <a:pt x="78" y="62"/>
                  </a:cubicBezTo>
                  <a:close/>
                </a:path>
              </a:pathLst>
            </a:custGeom>
            <a:solidFill>
              <a:schemeClr val="accent5"/>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2" name="Freeform 168">
              <a:extLst>
                <a:ext uri="{FF2B5EF4-FFF2-40B4-BE49-F238E27FC236}">
                  <a16:creationId xmlns:a16="http://schemas.microsoft.com/office/drawing/2014/main" id="{FA592C7B-F463-4716-B649-95260787DCB6}"/>
                </a:ext>
              </a:extLst>
            </p:cNvPr>
            <p:cNvSpPr>
              <a:spLocks/>
            </p:cNvSpPr>
            <p:nvPr/>
          </p:nvSpPr>
          <p:spPr bwMode="auto">
            <a:xfrm>
              <a:off x="7453707" y="4640316"/>
              <a:ext cx="61799" cy="63516"/>
            </a:xfrm>
            <a:custGeom>
              <a:avLst/>
              <a:gdLst>
                <a:gd name="T0" fmla="*/ 27 w 30"/>
                <a:gd name="T1" fmla="*/ 20 h 30"/>
                <a:gd name="T2" fmla="*/ 10 w 30"/>
                <a:gd name="T3" fmla="*/ 27 h 30"/>
                <a:gd name="T4" fmla="*/ 3 w 30"/>
                <a:gd name="T5" fmla="*/ 10 h 30"/>
                <a:gd name="T6" fmla="*/ 20 w 30"/>
                <a:gd name="T7" fmla="*/ 3 h 30"/>
                <a:gd name="T8" fmla="*/ 27 w 30"/>
                <a:gd name="T9" fmla="*/ 20 h 30"/>
              </a:gdLst>
              <a:ahLst/>
              <a:cxnLst>
                <a:cxn ang="0">
                  <a:pos x="T0" y="T1"/>
                </a:cxn>
                <a:cxn ang="0">
                  <a:pos x="T2" y="T3"/>
                </a:cxn>
                <a:cxn ang="0">
                  <a:pos x="T4" y="T5"/>
                </a:cxn>
                <a:cxn ang="0">
                  <a:pos x="T6" y="T7"/>
                </a:cxn>
                <a:cxn ang="0">
                  <a:pos x="T8" y="T9"/>
                </a:cxn>
              </a:cxnLst>
              <a:rect l="0" t="0" r="r" b="b"/>
              <a:pathLst>
                <a:path w="30" h="30">
                  <a:moveTo>
                    <a:pt x="27" y="20"/>
                  </a:moveTo>
                  <a:cubicBezTo>
                    <a:pt x="24" y="27"/>
                    <a:pt x="17" y="30"/>
                    <a:pt x="10" y="27"/>
                  </a:cubicBezTo>
                  <a:cubicBezTo>
                    <a:pt x="4" y="25"/>
                    <a:pt x="0" y="17"/>
                    <a:pt x="3" y="10"/>
                  </a:cubicBezTo>
                  <a:cubicBezTo>
                    <a:pt x="6" y="4"/>
                    <a:pt x="13" y="0"/>
                    <a:pt x="20" y="3"/>
                  </a:cubicBezTo>
                  <a:cubicBezTo>
                    <a:pt x="26" y="6"/>
                    <a:pt x="30" y="13"/>
                    <a:pt x="27" y="20"/>
                  </a:cubicBezTo>
                  <a:close/>
                </a:path>
              </a:pathLst>
            </a:custGeom>
            <a:solidFill>
              <a:schemeClr val="accent5"/>
            </a:solidFill>
            <a:ln>
              <a:no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3" name="Freeform 169">
              <a:extLst>
                <a:ext uri="{FF2B5EF4-FFF2-40B4-BE49-F238E27FC236}">
                  <a16:creationId xmlns:a16="http://schemas.microsoft.com/office/drawing/2014/main" id="{0B151708-4F31-412D-9FC7-AECE915ABFF8}"/>
                </a:ext>
              </a:extLst>
            </p:cNvPr>
            <p:cNvSpPr>
              <a:spLocks noEditPoints="1"/>
            </p:cNvSpPr>
            <p:nvPr/>
          </p:nvSpPr>
          <p:spPr bwMode="auto">
            <a:xfrm>
              <a:off x="7082915" y="4605984"/>
              <a:ext cx="319293" cy="326159"/>
            </a:xfrm>
            <a:custGeom>
              <a:avLst/>
              <a:gdLst>
                <a:gd name="T0" fmla="*/ 141 w 153"/>
                <a:gd name="T1" fmla="*/ 62 h 156"/>
                <a:gd name="T2" fmla="*/ 132 w 153"/>
                <a:gd name="T3" fmla="*/ 49 h 156"/>
                <a:gd name="T4" fmla="*/ 137 w 153"/>
                <a:gd name="T5" fmla="*/ 38 h 156"/>
                <a:gd name="T6" fmla="*/ 124 w 153"/>
                <a:gd name="T7" fmla="*/ 16 h 156"/>
                <a:gd name="T8" fmla="*/ 111 w 153"/>
                <a:gd name="T9" fmla="*/ 20 h 156"/>
                <a:gd name="T10" fmla="*/ 96 w 153"/>
                <a:gd name="T11" fmla="*/ 18 h 156"/>
                <a:gd name="T12" fmla="*/ 92 w 153"/>
                <a:gd name="T13" fmla="*/ 6 h 156"/>
                <a:gd name="T14" fmla="*/ 67 w 153"/>
                <a:gd name="T15" fmla="*/ 0 h 156"/>
                <a:gd name="T16" fmla="*/ 61 w 153"/>
                <a:gd name="T17" fmla="*/ 12 h 156"/>
                <a:gd name="T18" fmla="*/ 49 w 153"/>
                <a:gd name="T19" fmla="*/ 21 h 156"/>
                <a:gd name="T20" fmla="*/ 37 w 153"/>
                <a:gd name="T21" fmla="*/ 16 h 156"/>
                <a:gd name="T22" fmla="*/ 16 w 153"/>
                <a:gd name="T23" fmla="*/ 29 h 156"/>
                <a:gd name="T24" fmla="*/ 20 w 153"/>
                <a:gd name="T25" fmla="*/ 42 h 156"/>
                <a:gd name="T26" fmla="*/ 18 w 153"/>
                <a:gd name="T27" fmla="*/ 58 h 156"/>
                <a:gd name="T28" fmla="*/ 6 w 153"/>
                <a:gd name="T29" fmla="*/ 62 h 156"/>
                <a:gd name="T30" fmla="*/ 0 w 153"/>
                <a:gd name="T31" fmla="*/ 87 h 156"/>
                <a:gd name="T32" fmla="*/ 12 w 153"/>
                <a:gd name="T33" fmla="*/ 93 h 156"/>
                <a:gd name="T34" fmla="*/ 21 w 153"/>
                <a:gd name="T35" fmla="*/ 106 h 156"/>
                <a:gd name="T36" fmla="*/ 16 w 153"/>
                <a:gd name="T37" fmla="*/ 118 h 156"/>
                <a:gd name="T38" fmla="*/ 29 w 153"/>
                <a:gd name="T39" fmla="*/ 140 h 156"/>
                <a:gd name="T40" fmla="*/ 42 w 153"/>
                <a:gd name="T41" fmla="*/ 135 h 156"/>
                <a:gd name="T42" fmla="*/ 57 w 153"/>
                <a:gd name="T43" fmla="*/ 138 h 156"/>
                <a:gd name="T44" fmla="*/ 61 w 153"/>
                <a:gd name="T45" fmla="*/ 150 h 156"/>
                <a:gd name="T46" fmla="*/ 86 w 153"/>
                <a:gd name="T47" fmla="*/ 156 h 156"/>
                <a:gd name="T48" fmla="*/ 92 w 153"/>
                <a:gd name="T49" fmla="*/ 144 h 156"/>
                <a:gd name="T50" fmla="*/ 104 w 153"/>
                <a:gd name="T51" fmla="*/ 134 h 156"/>
                <a:gd name="T52" fmla="*/ 115 w 153"/>
                <a:gd name="T53" fmla="*/ 139 h 156"/>
                <a:gd name="T54" fmla="*/ 137 w 153"/>
                <a:gd name="T55" fmla="*/ 126 h 156"/>
                <a:gd name="T56" fmla="*/ 133 w 153"/>
                <a:gd name="T57" fmla="*/ 113 h 156"/>
                <a:gd name="T58" fmla="*/ 135 w 153"/>
                <a:gd name="T59" fmla="*/ 98 h 156"/>
                <a:gd name="T60" fmla="*/ 147 w 153"/>
                <a:gd name="T61" fmla="*/ 93 h 156"/>
                <a:gd name="T62" fmla="*/ 153 w 153"/>
                <a:gd name="T63" fmla="*/ 69 h 156"/>
                <a:gd name="T64" fmla="*/ 76 w 153"/>
                <a:gd name="T65" fmla="*/ 126 h 156"/>
                <a:gd name="T66" fmla="*/ 76 w 153"/>
                <a:gd name="T67" fmla="*/ 29 h 156"/>
                <a:gd name="T68" fmla="*/ 76 w 153"/>
                <a:gd name="T69" fmla="*/ 126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3" h="156">
                  <a:moveTo>
                    <a:pt x="147" y="62"/>
                  </a:moveTo>
                  <a:cubicBezTo>
                    <a:pt x="141" y="62"/>
                    <a:pt x="141" y="62"/>
                    <a:pt x="141" y="62"/>
                  </a:cubicBezTo>
                  <a:cubicBezTo>
                    <a:pt x="138" y="62"/>
                    <a:pt x="136" y="61"/>
                    <a:pt x="135" y="58"/>
                  </a:cubicBezTo>
                  <a:cubicBezTo>
                    <a:pt x="134" y="55"/>
                    <a:pt x="133" y="52"/>
                    <a:pt x="132" y="49"/>
                  </a:cubicBezTo>
                  <a:cubicBezTo>
                    <a:pt x="131" y="47"/>
                    <a:pt x="131" y="44"/>
                    <a:pt x="133" y="42"/>
                  </a:cubicBezTo>
                  <a:cubicBezTo>
                    <a:pt x="137" y="38"/>
                    <a:pt x="137" y="38"/>
                    <a:pt x="137" y="38"/>
                  </a:cubicBezTo>
                  <a:cubicBezTo>
                    <a:pt x="139" y="36"/>
                    <a:pt x="139" y="32"/>
                    <a:pt x="137" y="29"/>
                  </a:cubicBezTo>
                  <a:cubicBezTo>
                    <a:pt x="124" y="16"/>
                    <a:pt x="124" y="16"/>
                    <a:pt x="124" y="16"/>
                  </a:cubicBezTo>
                  <a:cubicBezTo>
                    <a:pt x="122" y="14"/>
                    <a:pt x="118" y="14"/>
                    <a:pt x="115" y="16"/>
                  </a:cubicBezTo>
                  <a:cubicBezTo>
                    <a:pt x="111" y="20"/>
                    <a:pt x="111" y="20"/>
                    <a:pt x="111" y="20"/>
                  </a:cubicBezTo>
                  <a:cubicBezTo>
                    <a:pt x="110" y="22"/>
                    <a:pt x="107" y="23"/>
                    <a:pt x="104" y="21"/>
                  </a:cubicBezTo>
                  <a:cubicBezTo>
                    <a:pt x="102" y="20"/>
                    <a:pt x="99" y="19"/>
                    <a:pt x="96" y="18"/>
                  </a:cubicBezTo>
                  <a:cubicBezTo>
                    <a:pt x="93" y="17"/>
                    <a:pt x="92" y="15"/>
                    <a:pt x="92" y="12"/>
                  </a:cubicBezTo>
                  <a:cubicBezTo>
                    <a:pt x="92" y="6"/>
                    <a:pt x="92" y="6"/>
                    <a:pt x="92" y="6"/>
                  </a:cubicBezTo>
                  <a:cubicBezTo>
                    <a:pt x="92" y="3"/>
                    <a:pt x="89" y="0"/>
                    <a:pt x="86" y="0"/>
                  </a:cubicBezTo>
                  <a:cubicBezTo>
                    <a:pt x="67" y="0"/>
                    <a:pt x="67" y="0"/>
                    <a:pt x="67" y="0"/>
                  </a:cubicBezTo>
                  <a:cubicBezTo>
                    <a:pt x="64" y="0"/>
                    <a:pt x="61" y="3"/>
                    <a:pt x="61" y="6"/>
                  </a:cubicBezTo>
                  <a:cubicBezTo>
                    <a:pt x="61" y="12"/>
                    <a:pt x="61" y="12"/>
                    <a:pt x="61" y="12"/>
                  </a:cubicBezTo>
                  <a:cubicBezTo>
                    <a:pt x="61" y="15"/>
                    <a:pt x="59" y="17"/>
                    <a:pt x="57" y="18"/>
                  </a:cubicBezTo>
                  <a:cubicBezTo>
                    <a:pt x="54" y="19"/>
                    <a:pt x="51" y="20"/>
                    <a:pt x="49" y="21"/>
                  </a:cubicBezTo>
                  <a:cubicBezTo>
                    <a:pt x="46" y="23"/>
                    <a:pt x="43" y="22"/>
                    <a:pt x="42" y="20"/>
                  </a:cubicBezTo>
                  <a:cubicBezTo>
                    <a:pt x="37" y="16"/>
                    <a:pt x="37" y="16"/>
                    <a:pt x="37" y="16"/>
                  </a:cubicBezTo>
                  <a:cubicBezTo>
                    <a:pt x="35" y="14"/>
                    <a:pt x="31" y="14"/>
                    <a:pt x="29" y="16"/>
                  </a:cubicBezTo>
                  <a:cubicBezTo>
                    <a:pt x="16" y="29"/>
                    <a:pt x="16" y="29"/>
                    <a:pt x="16" y="29"/>
                  </a:cubicBezTo>
                  <a:cubicBezTo>
                    <a:pt x="14" y="32"/>
                    <a:pt x="14" y="36"/>
                    <a:pt x="16" y="38"/>
                  </a:cubicBezTo>
                  <a:cubicBezTo>
                    <a:pt x="20" y="42"/>
                    <a:pt x="20" y="42"/>
                    <a:pt x="20" y="42"/>
                  </a:cubicBezTo>
                  <a:cubicBezTo>
                    <a:pt x="22" y="44"/>
                    <a:pt x="22" y="47"/>
                    <a:pt x="21" y="49"/>
                  </a:cubicBezTo>
                  <a:cubicBezTo>
                    <a:pt x="20" y="52"/>
                    <a:pt x="19" y="55"/>
                    <a:pt x="18" y="58"/>
                  </a:cubicBezTo>
                  <a:cubicBezTo>
                    <a:pt x="17" y="61"/>
                    <a:pt x="14" y="62"/>
                    <a:pt x="12" y="62"/>
                  </a:cubicBezTo>
                  <a:cubicBezTo>
                    <a:pt x="6" y="62"/>
                    <a:pt x="6" y="62"/>
                    <a:pt x="6" y="62"/>
                  </a:cubicBezTo>
                  <a:cubicBezTo>
                    <a:pt x="3" y="62"/>
                    <a:pt x="0" y="65"/>
                    <a:pt x="0" y="69"/>
                  </a:cubicBezTo>
                  <a:cubicBezTo>
                    <a:pt x="0" y="87"/>
                    <a:pt x="0" y="87"/>
                    <a:pt x="0" y="87"/>
                  </a:cubicBezTo>
                  <a:cubicBezTo>
                    <a:pt x="0" y="91"/>
                    <a:pt x="3" y="93"/>
                    <a:pt x="6" y="93"/>
                  </a:cubicBezTo>
                  <a:cubicBezTo>
                    <a:pt x="12" y="93"/>
                    <a:pt x="12" y="93"/>
                    <a:pt x="12" y="93"/>
                  </a:cubicBezTo>
                  <a:cubicBezTo>
                    <a:pt x="14" y="93"/>
                    <a:pt x="17" y="95"/>
                    <a:pt x="18" y="98"/>
                  </a:cubicBezTo>
                  <a:cubicBezTo>
                    <a:pt x="19" y="101"/>
                    <a:pt x="20" y="104"/>
                    <a:pt x="21" y="106"/>
                  </a:cubicBezTo>
                  <a:cubicBezTo>
                    <a:pt x="22" y="109"/>
                    <a:pt x="22" y="111"/>
                    <a:pt x="20" y="113"/>
                  </a:cubicBezTo>
                  <a:cubicBezTo>
                    <a:pt x="16" y="118"/>
                    <a:pt x="16" y="118"/>
                    <a:pt x="16" y="118"/>
                  </a:cubicBezTo>
                  <a:cubicBezTo>
                    <a:pt x="13" y="120"/>
                    <a:pt x="13" y="124"/>
                    <a:pt x="16" y="127"/>
                  </a:cubicBezTo>
                  <a:cubicBezTo>
                    <a:pt x="29" y="140"/>
                    <a:pt x="29" y="140"/>
                    <a:pt x="29" y="140"/>
                  </a:cubicBezTo>
                  <a:cubicBezTo>
                    <a:pt x="31" y="142"/>
                    <a:pt x="35" y="142"/>
                    <a:pt x="37" y="140"/>
                  </a:cubicBezTo>
                  <a:cubicBezTo>
                    <a:pt x="42" y="135"/>
                    <a:pt x="42" y="135"/>
                    <a:pt x="42" y="135"/>
                  </a:cubicBezTo>
                  <a:cubicBezTo>
                    <a:pt x="43" y="133"/>
                    <a:pt x="46" y="133"/>
                    <a:pt x="49" y="134"/>
                  </a:cubicBezTo>
                  <a:cubicBezTo>
                    <a:pt x="51" y="136"/>
                    <a:pt x="54" y="137"/>
                    <a:pt x="57" y="138"/>
                  </a:cubicBezTo>
                  <a:cubicBezTo>
                    <a:pt x="59" y="139"/>
                    <a:pt x="61" y="141"/>
                    <a:pt x="61" y="144"/>
                  </a:cubicBezTo>
                  <a:cubicBezTo>
                    <a:pt x="61" y="150"/>
                    <a:pt x="61" y="150"/>
                    <a:pt x="61" y="150"/>
                  </a:cubicBezTo>
                  <a:cubicBezTo>
                    <a:pt x="61" y="153"/>
                    <a:pt x="64" y="156"/>
                    <a:pt x="67" y="156"/>
                  </a:cubicBezTo>
                  <a:cubicBezTo>
                    <a:pt x="86" y="156"/>
                    <a:pt x="86" y="156"/>
                    <a:pt x="86" y="156"/>
                  </a:cubicBezTo>
                  <a:cubicBezTo>
                    <a:pt x="89" y="156"/>
                    <a:pt x="92" y="153"/>
                    <a:pt x="92" y="150"/>
                  </a:cubicBezTo>
                  <a:cubicBezTo>
                    <a:pt x="92" y="144"/>
                    <a:pt x="92" y="144"/>
                    <a:pt x="92" y="144"/>
                  </a:cubicBezTo>
                  <a:cubicBezTo>
                    <a:pt x="92" y="141"/>
                    <a:pt x="93" y="139"/>
                    <a:pt x="96" y="138"/>
                  </a:cubicBezTo>
                  <a:cubicBezTo>
                    <a:pt x="99" y="137"/>
                    <a:pt x="102" y="136"/>
                    <a:pt x="104" y="134"/>
                  </a:cubicBezTo>
                  <a:cubicBezTo>
                    <a:pt x="107" y="133"/>
                    <a:pt x="109" y="133"/>
                    <a:pt x="111" y="135"/>
                  </a:cubicBezTo>
                  <a:cubicBezTo>
                    <a:pt x="115" y="139"/>
                    <a:pt x="115" y="139"/>
                    <a:pt x="115" y="139"/>
                  </a:cubicBezTo>
                  <a:cubicBezTo>
                    <a:pt x="118" y="142"/>
                    <a:pt x="122" y="142"/>
                    <a:pt x="124" y="139"/>
                  </a:cubicBezTo>
                  <a:cubicBezTo>
                    <a:pt x="137" y="126"/>
                    <a:pt x="137" y="126"/>
                    <a:pt x="137" y="126"/>
                  </a:cubicBezTo>
                  <a:cubicBezTo>
                    <a:pt x="139" y="124"/>
                    <a:pt x="139" y="120"/>
                    <a:pt x="137" y="118"/>
                  </a:cubicBezTo>
                  <a:cubicBezTo>
                    <a:pt x="133" y="113"/>
                    <a:pt x="133" y="113"/>
                    <a:pt x="133" y="113"/>
                  </a:cubicBezTo>
                  <a:cubicBezTo>
                    <a:pt x="131" y="111"/>
                    <a:pt x="131" y="109"/>
                    <a:pt x="132" y="106"/>
                  </a:cubicBezTo>
                  <a:cubicBezTo>
                    <a:pt x="133" y="103"/>
                    <a:pt x="134" y="101"/>
                    <a:pt x="135" y="98"/>
                  </a:cubicBezTo>
                  <a:cubicBezTo>
                    <a:pt x="136" y="95"/>
                    <a:pt x="138" y="93"/>
                    <a:pt x="141" y="93"/>
                  </a:cubicBezTo>
                  <a:cubicBezTo>
                    <a:pt x="147" y="93"/>
                    <a:pt x="147" y="93"/>
                    <a:pt x="147" y="93"/>
                  </a:cubicBezTo>
                  <a:cubicBezTo>
                    <a:pt x="150" y="93"/>
                    <a:pt x="153" y="91"/>
                    <a:pt x="153" y="87"/>
                  </a:cubicBezTo>
                  <a:cubicBezTo>
                    <a:pt x="153" y="69"/>
                    <a:pt x="153" y="69"/>
                    <a:pt x="153" y="69"/>
                  </a:cubicBezTo>
                  <a:cubicBezTo>
                    <a:pt x="153" y="65"/>
                    <a:pt x="150" y="62"/>
                    <a:pt x="147" y="62"/>
                  </a:cubicBezTo>
                  <a:close/>
                  <a:moveTo>
                    <a:pt x="76" y="126"/>
                  </a:moveTo>
                  <a:cubicBezTo>
                    <a:pt x="50" y="126"/>
                    <a:pt x="28" y="105"/>
                    <a:pt x="28" y="78"/>
                  </a:cubicBezTo>
                  <a:cubicBezTo>
                    <a:pt x="28" y="51"/>
                    <a:pt x="50" y="29"/>
                    <a:pt x="76" y="29"/>
                  </a:cubicBezTo>
                  <a:cubicBezTo>
                    <a:pt x="103" y="29"/>
                    <a:pt x="125" y="51"/>
                    <a:pt x="125" y="78"/>
                  </a:cubicBezTo>
                  <a:cubicBezTo>
                    <a:pt x="125" y="105"/>
                    <a:pt x="103" y="126"/>
                    <a:pt x="76" y="126"/>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sp>
          <p:nvSpPr>
            <p:cNvPr id="94" name="Oval 170">
              <a:extLst>
                <a:ext uri="{FF2B5EF4-FFF2-40B4-BE49-F238E27FC236}">
                  <a16:creationId xmlns:a16="http://schemas.microsoft.com/office/drawing/2014/main" id="{16DA395C-FB3B-4510-B6B6-2475E1B9597F}"/>
                </a:ext>
              </a:extLst>
            </p:cNvPr>
            <p:cNvSpPr>
              <a:spLocks noChangeArrowheads="1"/>
            </p:cNvSpPr>
            <p:nvPr/>
          </p:nvSpPr>
          <p:spPr bwMode="auto">
            <a:xfrm>
              <a:off x="7177330" y="4703832"/>
              <a:ext cx="128747" cy="128747"/>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Verdana"/>
                <a:ea typeface="+mn-ea"/>
                <a:cs typeface="+mn-cs"/>
              </a:endParaRPr>
            </a:p>
          </p:txBody>
        </p:sp>
      </p:grpSp>
      <p:sp>
        <p:nvSpPr>
          <p:cNvPr id="95" name="Rectangle 94">
            <a:extLst>
              <a:ext uri="{FF2B5EF4-FFF2-40B4-BE49-F238E27FC236}">
                <a16:creationId xmlns:a16="http://schemas.microsoft.com/office/drawing/2014/main" id="{167FDD92-B7E8-4D43-ACE0-3A8CF94F6274}"/>
              </a:ext>
            </a:extLst>
          </p:cNvPr>
          <p:cNvSpPr/>
          <p:nvPr/>
        </p:nvSpPr>
        <p:spPr>
          <a:xfrm>
            <a:off x="475631" y="1438533"/>
            <a:ext cx="3433620" cy="50511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96" name="Rectangle 95">
            <a:extLst>
              <a:ext uri="{FF2B5EF4-FFF2-40B4-BE49-F238E27FC236}">
                <a16:creationId xmlns:a16="http://schemas.microsoft.com/office/drawing/2014/main" id="{2211A46A-B21D-40DB-B416-A73BF4FEE0D7}"/>
              </a:ext>
            </a:extLst>
          </p:cNvPr>
          <p:cNvSpPr/>
          <p:nvPr/>
        </p:nvSpPr>
        <p:spPr>
          <a:xfrm>
            <a:off x="8282941" y="1449550"/>
            <a:ext cx="3433620" cy="4930811"/>
          </a:xfrm>
          <a:prstGeom prst="rect">
            <a:avLst/>
          </a:prstGeom>
          <a:solidFill>
            <a:schemeClr val="accent4"/>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97" name="TextBox 96">
            <a:extLst>
              <a:ext uri="{FF2B5EF4-FFF2-40B4-BE49-F238E27FC236}">
                <a16:creationId xmlns:a16="http://schemas.microsoft.com/office/drawing/2014/main" id="{848445BB-6243-4D29-8B2A-03A296F1A920}"/>
              </a:ext>
            </a:extLst>
          </p:cNvPr>
          <p:cNvSpPr txBox="1"/>
          <p:nvPr/>
        </p:nvSpPr>
        <p:spPr>
          <a:xfrm>
            <a:off x="607835" y="1958600"/>
            <a:ext cx="3090988" cy="279590"/>
          </a:xfrm>
          <a:prstGeom prst="rect">
            <a:avLst/>
          </a:prstGeom>
          <a:solidFill>
            <a:schemeClr val="accent1"/>
          </a:solidFill>
          <a:ln>
            <a:noFill/>
          </a:ln>
        </p:spPr>
        <p:txBody>
          <a:bodyPr wrap="square" lIns="45720" tIns="45720" rIns="45720" bIns="45720" rtlCol="0" anchor="ctr">
            <a:noAutofit/>
          </a:bodyPr>
          <a:lstStyle/>
          <a:p>
            <a:pPr marL="0" marR="0" lvl="0" indent="0" algn="ctr" defTabSz="914400" rtl="0" eaLnBrk="1" fontAlgn="auto" latinLnBrk="0" hangingPunct="1">
              <a:lnSpc>
                <a:spcPct val="100000"/>
              </a:lnSpc>
              <a:spcBef>
                <a:spcPts val="0"/>
              </a:spcBef>
              <a:spcAft>
                <a:spcPts val="100"/>
              </a:spcAft>
              <a:buClr>
                <a:srgbClr val="0070AD"/>
              </a:buClr>
              <a:buSzTx/>
              <a:buFontTx/>
              <a:buNone/>
              <a:tabLst/>
              <a:defRPr/>
            </a:pPr>
            <a:r>
              <a:rPr kumimoji="0" lang="en-US" sz="1000" b="0" i="0" u="none" strike="noStrike" kern="1200" cap="none" spc="150" normalizeH="0" baseline="0" noProof="0" dirty="0">
                <a:ln>
                  <a:noFill/>
                </a:ln>
                <a:solidFill>
                  <a:srgbClr val="FFFFFF"/>
                </a:solidFill>
                <a:effectLst/>
                <a:uLnTx/>
                <a:uFillTx/>
                <a:latin typeface="Ubuntu"/>
                <a:ea typeface="+mn-ea"/>
                <a:cs typeface="+mn-cs"/>
              </a:rPr>
              <a:t>RESEARCH ON CORPORATE STRATEGY</a:t>
            </a:r>
          </a:p>
        </p:txBody>
      </p:sp>
      <p:sp>
        <p:nvSpPr>
          <p:cNvPr id="98" name="TextBox 97">
            <a:extLst>
              <a:ext uri="{FF2B5EF4-FFF2-40B4-BE49-F238E27FC236}">
                <a16:creationId xmlns:a16="http://schemas.microsoft.com/office/drawing/2014/main" id="{3A0AACAB-5263-4AB8-AC7E-59F759A21499}"/>
              </a:ext>
            </a:extLst>
          </p:cNvPr>
          <p:cNvSpPr txBox="1"/>
          <p:nvPr/>
        </p:nvSpPr>
        <p:spPr>
          <a:xfrm>
            <a:off x="607835" y="2289573"/>
            <a:ext cx="3090988" cy="472425"/>
          </a:xfrm>
          <a:prstGeom prst="rect">
            <a:avLst/>
          </a:prstGeom>
          <a:noFill/>
          <a:ln>
            <a:noFill/>
          </a:ln>
        </p:spPr>
        <p:txBody>
          <a:bodyPr wrap="square" lIns="0" tIns="0" rIns="0" bIns="0" numCol="2" rtlCol="0">
            <a:noAutofit/>
          </a:bodyPr>
          <a:lstStyle/>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Industry trends and innovations</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Regulatory scanning</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Scenario Planning</a:t>
            </a:r>
          </a:p>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Business risk assessment</a:t>
            </a:r>
          </a:p>
        </p:txBody>
      </p:sp>
      <p:sp>
        <p:nvSpPr>
          <p:cNvPr id="99" name="TextBox 98">
            <a:extLst>
              <a:ext uri="{FF2B5EF4-FFF2-40B4-BE49-F238E27FC236}">
                <a16:creationId xmlns:a16="http://schemas.microsoft.com/office/drawing/2014/main" id="{96B9699C-19E4-4295-9C30-F0DD18B2275C}"/>
              </a:ext>
            </a:extLst>
          </p:cNvPr>
          <p:cNvSpPr txBox="1"/>
          <p:nvPr/>
        </p:nvSpPr>
        <p:spPr>
          <a:xfrm>
            <a:off x="607835" y="2901517"/>
            <a:ext cx="3090988" cy="279590"/>
          </a:xfrm>
          <a:prstGeom prst="rect">
            <a:avLst/>
          </a:prstGeom>
          <a:solidFill>
            <a:schemeClr val="accent1"/>
          </a:solidFill>
          <a:ln>
            <a:noFill/>
          </a:ln>
        </p:spPr>
        <p:txBody>
          <a:bodyPr wrap="square" lIns="45720" tIns="45720" rIns="45720" bIns="45720" rtlCol="0" anchor="ctr">
            <a:noAutofit/>
          </a:bodyPr>
          <a:lstStyle/>
          <a:p>
            <a:pPr marL="0" marR="0" lvl="0" indent="0" algn="ctr" defTabSz="914400" rtl="0" eaLnBrk="1" fontAlgn="auto" latinLnBrk="0" hangingPunct="1">
              <a:lnSpc>
                <a:spcPct val="100000"/>
              </a:lnSpc>
              <a:spcBef>
                <a:spcPts val="0"/>
              </a:spcBef>
              <a:spcAft>
                <a:spcPts val="100"/>
              </a:spcAft>
              <a:buClr>
                <a:srgbClr val="0070AD"/>
              </a:buClr>
              <a:buSzTx/>
              <a:buFontTx/>
              <a:buNone/>
              <a:tabLst/>
              <a:defRPr/>
            </a:pPr>
            <a:r>
              <a:rPr kumimoji="0" lang="en-US" sz="1000" b="0" i="0" u="none" strike="noStrike" kern="1200" cap="none" spc="150" normalizeH="0" baseline="0" noProof="0" dirty="0">
                <a:ln>
                  <a:noFill/>
                </a:ln>
                <a:solidFill>
                  <a:srgbClr val="FFFFFF"/>
                </a:solidFill>
                <a:effectLst/>
                <a:uLnTx/>
                <a:uFillTx/>
                <a:latin typeface="Ubuntu"/>
                <a:ea typeface="+mn-ea"/>
                <a:cs typeface="+mn-cs"/>
              </a:rPr>
              <a:t>RESEARCH ON MARKETS</a:t>
            </a:r>
          </a:p>
        </p:txBody>
      </p:sp>
      <p:sp>
        <p:nvSpPr>
          <p:cNvPr id="100" name="TextBox 99">
            <a:extLst>
              <a:ext uri="{FF2B5EF4-FFF2-40B4-BE49-F238E27FC236}">
                <a16:creationId xmlns:a16="http://schemas.microsoft.com/office/drawing/2014/main" id="{D36CAD75-387D-4F6B-8330-56B317368446}"/>
              </a:ext>
            </a:extLst>
          </p:cNvPr>
          <p:cNvSpPr txBox="1"/>
          <p:nvPr/>
        </p:nvSpPr>
        <p:spPr>
          <a:xfrm>
            <a:off x="607835" y="3232490"/>
            <a:ext cx="3090988" cy="487313"/>
          </a:xfrm>
          <a:prstGeom prst="rect">
            <a:avLst/>
          </a:prstGeom>
          <a:noFill/>
          <a:ln>
            <a:noFill/>
          </a:ln>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Market sizing and growth</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Market characteristics and dynamics</a:t>
            </a:r>
          </a:p>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Market and competitor intelligence</a:t>
            </a:r>
          </a:p>
        </p:txBody>
      </p:sp>
      <p:sp>
        <p:nvSpPr>
          <p:cNvPr id="101" name="TextBox 100">
            <a:extLst>
              <a:ext uri="{FF2B5EF4-FFF2-40B4-BE49-F238E27FC236}">
                <a16:creationId xmlns:a16="http://schemas.microsoft.com/office/drawing/2014/main" id="{422CA40C-AF61-4A9D-B876-5D2F5B97E25F}"/>
              </a:ext>
            </a:extLst>
          </p:cNvPr>
          <p:cNvSpPr txBox="1"/>
          <p:nvPr/>
        </p:nvSpPr>
        <p:spPr>
          <a:xfrm>
            <a:off x="607835" y="3859322"/>
            <a:ext cx="3090988" cy="279590"/>
          </a:xfrm>
          <a:prstGeom prst="rect">
            <a:avLst/>
          </a:prstGeom>
          <a:solidFill>
            <a:schemeClr val="accent1"/>
          </a:solidFill>
          <a:ln>
            <a:noFill/>
          </a:ln>
        </p:spPr>
        <p:txBody>
          <a:bodyPr wrap="square" lIns="45720" tIns="45720" rIns="45720" bIns="45720" rtlCol="0" anchor="ctr">
            <a:noAutofit/>
          </a:bodyPr>
          <a:lstStyle/>
          <a:p>
            <a:pPr marL="0" marR="0" lvl="0" indent="0" algn="ctr" defTabSz="914400" rtl="0" eaLnBrk="1" fontAlgn="auto" latinLnBrk="0" hangingPunct="1">
              <a:lnSpc>
                <a:spcPct val="100000"/>
              </a:lnSpc>
              <a:spcBef>
                <a:spcPts val="0"/>
              </a:spcBef>
              <a:spcAft>
                <a:spcPts val="100"/>
              </a:spcAft>
              <a:buClr>
                <a:srgbClr val="0070AD"/>
              </a:buClr>
              <a:buSzTx/>
              <a:buFontTx/>
              <a:buNone/>
              <a:tabLst/>
              <a:defRPr/>
            </a:pPr>
            <a:r>
              <a:rPr kumimoji="0" lang="en-US" sz="1000" b="0" i="0" u="none" strike="noStrike" kern="1200" cap="none" spc="150" normalizeH="0" baseline="0" noProof="0" dirty="0">
                <a:ln>
                  <a:noFill/>
                </a:ln>
                <a:solidFill>
                  <a:srgbClr val="FFFFFF"/>
                </a:solidFill>
                <a:effectLst/>
                <a:uLnTx/>
                <a:uFillTx/>
                <a:latin typeface="Ubuntu"/>
                <a:ea typeface="+mn-ea"/>
                <a:cs typeface="+mn-cs"/>
              </a:rPr>
              <a:t>RESEARCH ON CONSUMERS</a:t>
            </a:r>
          </a:p>
        </p:txBody>
      </p:sp>
      <p:sp>
        <p:nvSpPr>
          <p:cNvPr id="102" name="TextBox 101">
            <a:extLst>
              <a:ext uri="{FF2B5EF4-FFF2-40B4-BE49-F238E27FC236}">
                <a16:creationId xmlns:a16="http://schemas.microsoft.com/office/drawing/2014/main" id="{193C411B-D0E4-40F3-AB42-53E69651251D}"/>
              </a:ext>
            </a:extLst>
          </p:cNvPr>
          <p:cNvSpPr txBox="1"/>
          <p:nvPr/>
        </p:nvSpPr>
        <p:spPr>
          <a:xfrm>
            <a:off x="607835" y="4190295"/>
            <a:ext cx="3090988" cy="323743"/>
          </a:xfrm>
          <a:prstGeom prst="rect">
            <a:avLst/>
          </a:prstGeom>
          <a:noFill/>
          <a:ln>
            <a:noFill/>
          </a:ln>
        </p:spPr>
        <p:txBody>
          <a:bodyPr wrap="square" lIns="0" tIns="0" rIns="0" bIns="0" numCol="2" rtlCol="0">
            <a:spAutoFit/>
          </a:bodyPr>
          <a:lstStyle/>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Usage &amp; attitude</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Customer satisfaction</a:t>
            </a:r>
          </a:p>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Shopper research</a:t>
            </a:r>
          </a:p>
        </p:txBody>
      </p:sp>
      <p:sp>
        <p:nvSpPr>
          <p:cNvPr id="103" name="TextBox 102">
            <a:extLst>
              <a:ext uri="{FF2B5EF4-FFF2-40B4-BE49-F238E27FC236}">
                <a16:creationId xmlns:a16="http://schemas.microsoft.com/office/drawing/2014/main" id="{6A9B231A-FCC1-4BB9-BA5F-D36E564C3E09}"/>
              </a:ext>
            </a:extLst>
          </p:cNvPr>
          <p:cNvSpPr txBox="1"/>
          <p:nvPr/>
        </p:nvSpPr>
        <p:spPr>
          <a:xfrm>
            <a:off x="607835" y="4650415"/>
            <a:ext cx="3090988" cy="279590"/>
          </a:xfrm>
          <a:prstGeom prst="rect">
            <a:avLst/>
          </a:prstGeom>
          <a:solidFill>
            <a:schemeClr val="accent1"/>
          </a:solidFill>
          <a:ln>
            <a:noFill/>
          </a:ln>
        </p:spPr>
        <p:txBody>
          <a:bodyPr wrap="square" lIns="45720" tIns="45720" rIns="45720" bIns="45720" rtlCol="0" anchor="ctr">
            <a:noAutofit/>
          </a:bodyPr>
          <a:lstStyle/>
          <a:p>
            <a:pPr marL="0" marR="0" lvl="0" indent="0" algn="ctr" defTabSz="914400" rtl="0" eaLnBrk="1" fontAlgn="auto" latinLnBrk="0" hangingPunct="1">
              <a:lnSpc>
                <a:spcPct val="100000"/>
              </a:lnSpc>
              <a:spcBef>
                <a:spcPts val="0"/>
              </a:spcBef>
              <a:spcAft>
                <a:spcPts val="100"/>
              </a:spcAft>
              <a:buClr>
                <a:srgbClr val="0070AD"/>
              </a:buClr>
              <a:buSzTx/>
              <a:buFontTx/>
              <a:buNone/>
              <a:tabLst/>
              <a:defRPr/>
            </a:pPr>
            <a:r>
              <a:rPr kumimoji="0" lang="en-US" sz="1000" b="0" i="0" u="none" strike="noStrike" kern="1200" cap="none" spc="150" normalizeH="0" baseline="0" noProof="0" dirty="0">
                <a:ln>
                  <a:noFill/>
                </a:ln>
                <a:solidFill>
                  <a:srgbClr val="FFFFFF"/>
                </a:solidFill>
                <a:effectLst/>
                <a:uLnTx/>
                <a:uFillTx/>
                <a:latin typeface="Ubuntu"/>
                <a:ea typeface="+mn-ea"/>
                <a:cs typeface="+mn-cs"/>
              </a:rPr>
              <a:t>RESEARCH ON PRODUCTS/BRANDS</a:t>
            </a:r>
          </a:p>
        </p:txBody>
      </p:sp>
      <p:sp>
        <p:nvSpPr>
          <p:cNvPr id="104" name="TextBox 103">
            <a:extLst>
              <a:ext uri="{FF2B5EF4-FFF2-40B4-BE49-F238E27FC236}">
                <a16:creationId xmlns:a16="http://schemas.microsoft.com/office/drawing/2014/main" id="{1DADD472-E2A8-4E2D-B253-ED8F7534DB0E}"/>
              </a:ext>
            </a:extLst>
          </p:cNvPr>
          <p:cNvSpPr txBox="1"/>
          <p:nvPr/>
        </p:nvSpPr>
        <p:spPr>
          <a:xfrm>
            <a:off x="607835" y="4981388"/>
            <a:ext cx="3090988" cy="666914"/>
          </a:xfrm>
          <a:prstGeom prst="rect">
            <a:avLst/>
          </a:prstGeom>
          <a:noFill/>
          <a:ln>
            <a:noFill/>
          </a:ln>
        </p:spPr>
        <p:txBody>
          <a:bodyPr wrap="square" lIns="0" tIns="0" rIns="0" bIns="0" numCol="2" rtlCol="0">
            <a:spAutoFit/>
          </a:bodyPr>
          <a:lstStyle/>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New product launch</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Concept testing</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Product testing</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Pricing research</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Positioning research</a:t>
            </a:r>
          </a:p>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Packaging testing</a:t>
            </a:r>
          </a:p>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Brand health and equity</a:t>
            </a:r>
          </a:p>
        </p:txBody>
      </p:sp>
      <p:sp>
        <p:nvSpPr>
          <p:cNvPr id="105" name="TextBox 104">
            <a:extLst>
              <a:ext uri="{FF2B5EF4-FFF2-40B4-BE49-F238E27FC236}">
                <a16:creationId xmlns:a16="http://schemas.microsoft.com/office/drawing/2014/main" id="{3B006966-813D-4EA3-9243-D895D6D0021F}"/>
              </a:ext>
            </a:extLst>
          </p:cNvPr>
          <p:cNvSpPr txBox="1"/>
          <p:nvPr/>
        </p:nvSpPr>
        <p:spPr>
          <a:xfrm>
            <a:off x="607835" y="5774932"/>
            <a:ext cx="3090988" cy="279590"/>
          </a:xfrm>
          <a:prstGeom prst="rect">
            <a:avLst/>
          </a:prstGeom>
          <a:solidFill>
            <a:schemeClr val="accent1"/>
          </a:solidFill>
          <a:ln>
            <a:noFill/>
          </a:ln>
        </p:spPr>
        <p:txBody>
          <a:bodyPr wrap="square" lIns="45720" tIns="45720" rIns="45720" bIns="45720" rtlCol="0" anchor="ctr">
            <a:noAutofit/>
          </a:bodyPr>
          <a:lstStyle/>
          <a:p>
            <a:pPr marL="0" marR="0" lvl="0" indent="0" algn="ctr" defTabSz="914400" rtl="0" eaLnBrk="1" fontAlgn="auto" latinLnBrk="0" hangingPunct="1">
              <a:lnSpc>
                <a:spcPct val="100000"/>
              </a:lnSpc>
              <a:spcBef>
                <a:spcPts val="0"/>
              </a:spcBef>
              <a:spcAft>
                <a:spcPts val="100"/>
              </a:spcAft>
              <a:buClr>
                <a:srgbClr val="0070AD"/>
              </a:buClr>
              <a:buSzTx/>
              <a:buFontTx/>
              <a:buNone/>
              <a:tabLst/>
              <a:defRPr/>
            </a:pPr>
            <a:r>
              <a:rPr kumimoji="0" lang="en-US" sz="1000" b="0" i="0" u="none" strike="noStrike" kern="1200" cap="none" spc="150" normalizeH="0" baseline="0" noProof="0" dirty="0">
                <a:ln>
                  <a:noFill/>
                </a:ln>
                <a:solidFill>
                  <a:srgbClr val="FFFFFF"/>
                </a:solidFill>
                <a:effectLst/>
                <a:uLnTx/>
                <a:uFillTx/>
                <a:latin typeface="Ubuntu"/>
                <a:ea typeface="+mn-ea"/>
                <a:cs typeface="+mn-cs"/>
              </a:rPr>
              <a:t>RESEARCH ON SALES &amp; OPERATIONS</a:t>
            </a:r>
          </a:p>
        </p:txBody>
      </p:sp>
      <p:sp>
        <p:nvSpPr>
          <p:cNvPr id="106" name="TextBox 105">
            <a:extLst>
              <a:ext uri="{FF2B5EF4-FFF2-40B4-BE49-F238E27FC236}">
                <a16:creationId xmlns:a16="http://schemas.microsoft.com/office/drawing/2014/main" id="{79ACC0C4-29F4-4A62-BD3B-9D61DD02038E}"/>
              </a:ext>
            </a:extLst>
          </p:cNvPr>
          <p:cNvSpPr txBox="1"/>
          <p:nvPr/>
        </p:nvSpPr>
        <p:spPr>
          <a:xfrm>
            <a:off x="607835" y="6105904"/>
            <a:ext cx="3090988" cy="320601"/>
          </a:xfrm>
          <a:prstGeom prst="rect">
            <a:avLst/>
          </a:prstGeom>
          <a:noFill/>
          <a:ln>
            <a:noFill/>
          </a:ln>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1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Sales forecasting</a:t>
            </a:r>
          </a:p>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mn-cs"/>
              </a:rPr>
              <a:t>Processes and sales  performance benchmarking</a:t>
            </a:r>
          </a:p>
        </p:txBody>
      </p:sp>
      <p:sp>
        <p:nvSpPr>
          <p:cNvPr id="107" name="TextBox 106">
            <a:extLst>
              <a:ext uri="{FF2B5EF4-FFF2-40B4-BE49-F238E27FC236}">
                <a16:creationId xmlns:a16="http://schemas.microsoft.com/office/drawing/2014/main" id="{46C264F1-CF53-4AE5-BDFB-344AB4535D4F}"/>
              </a:ext>
            </a:extLst>
          </p:cNvPr>
          <p:cNvSpPr txBox="1"/>
          <p:nvPr/>
        </p:nvSpPr>
        <p:spPr>
          <a:xfrm>
            <a:off x="8800714" y="1973486"/>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Identify right industry trends and technologies</a:t>
            </a:r>
          </a:p>
        </p:txBody>
      </p:sp>
      <p:sp>
        <p:nvSpPr>
          <p:cNvPr id="108" name="TextBox 107">
            <a:extLst>
              <a:ext uri="{FF2B5EF4-FFF2-40B4-BE49-F238E27FC236}">
                <a16:creationId xmlns:a16="http://schemas.microsoft.com/office/drawing/2014/main" id="{1626DF62-43EF-4A21-AC52-45590E49B4CB}"/>
              </a:ext>
            </a:extLst>
          </p:cNvPr>
          <p:cNvSpPr txBox="1"/>
          <p:nvPr/>
        </p:nvSpPr>
        <p:spPr>
          <a:xfrm>
            <a:off x="8800714" y="2253296"/>
            <a:ext cx="2905548" cy="30777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Regularly study markets to generate</a:t>
            </a:r>
            <a:br>
              <a:rPr kumimoji="0" lang="en-IN" sz="1000" b="0" i="0" u="none" strike="noStrike" kern="1200" cap="none" spc="0" normalizeH="0" baseline="0" noProof="0" dirty="0">
                <a:ln>
                  <a:noFill/>
                </a:ln>
                <a:solidFill>
                  <a:srgbClr val="FFFFFF"/>
                </a:solidFill>
                <a:effectLst/>
                <a:uLnTx/>
                <a:uFillTx/>
                <a:latin typeface="Ubuntu"/>
                <a:ea typeface="+mn-ea"/>
                <a:cs typeface="+mn-cs"/>
              </a:rPr>
            </a:br>
            <a:r>
              <a:rPr kumimoji="0" lang="en-IN" sz="1000" b="0" i="0" u="none" strike="noStrike" kern="1200" cap="none" spc="0" normalizeH="0" baseline="0" noProof="0" dirty="0">
                <a:ln>
                  <a:noFill/>
                </a:ln>
                <a:solidFill>
                  <a:srgbClr val="FFFFFF"/>
                </a:solidFill>
                <a:effectLst/>
                <a:uLnTx/>
                <a:uFillTx/>
                <a:latin typeface="Ubuntu"/>
                <a:ea typeface="+mn-ea"/>
                <a:cs typeface="+mn-cs"/>
              </a:rPr>
              <a:t>periodic insights</a:t>
            </a:r>
          </a:p>
        </p:txBody>
      </p:sp>
      <p:sp>
        <p:nvSpPr>
          <p:cNvPr id="109" name="TextBox 108">
            <a:extLst>
              <a:ext uri="{FF2B5EF4-FFF2-40B4-BE49-F238E27FC236}">
                <a16:creationId xmlns:a16="http://schemas.microsoft.com/office/drawing/2014/main" id="{C2FA7694-7B45-4DB9-807E-00CDA930DE41}"/>
              </a:ext>
            </a:extLst>
          </p:cNvPr>
          <p:cNvSpPr txBox="1"/>
          <p:nvPr/>
        </p:nvSpPr>
        <p:spPr>
          <a:xfrm>
            <a:off x="8800714" y="2736980"/>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Create detailed playbooks for account intelligence</a:t>
            </a:r>
          </a:p>
        </p:txBody>
      </p:sp>
      <p:sp>
        <p:nvSpPr>
          <p:cNvPr id="110" name="TextBox 109">
            <a:extLst>
              <a:ext uri="{FF2B5EF4-FFF2-40B4-BE49-F238E27FC236}">
                <a16:creationId xmlns:a16="http://schemas.microsoft.com/office/drawing/2014/main" id="{60B730AF-4410-4C4E-AD50-6A9F791B5AC5}"/>
              </a:ext>
            </a:extLst>
          </p:cNvPr>
          <p:cNvSpPr txBox="1"/>
          <p:nvPr/>
        </p:nvSpPr>
        <p:spPr>
          <a:xfrm>
            <a:off x="8800714" y="3143721"/>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Analyze consumer behaviour</a:t>
            </a:r>
          </a:p>
        </p:txBody>
      </p:sp>
      <p:sp>
        <p:nvSpPr>
          <p:cNvPr id="111" name="TextBox 110">
            <a:extLst>
              <a:ext uri="{FF2B5EF4-FFF2-40B4-BE49-F238E27FC236}">
                <a16:creationId xmlns:a16="http://schemas.microsoft.com/office/drawing/2014/main" id="{FB9F5AE7-1C29-4821-9F53-7526BFED7FEA}"/>
              </a:ext>
            </a:extLst>
          </p:cNvPr>
          <p:cNvSpPr txBox="1"/>
          <p:nvPr/>
        </p:nvSpPr>
        <p:spPr>
          <a:xfrm>
            <a:off x="8800714" y="3550461"/>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Create the right brand strategy</a:t>
            </a:r>
          </a:p>
        </p:txBody>
      </p:sp>
      <p:sp>
        <p:nvSpPr>
          <p:cNvPr id="112" name="TextBox 111">
            <a:extLst>
              <a:ext uri="{FF2B5EF4-FFF2-40B4-BE49-F238E27FC236}">
                <a16:creationId xmlns:a16="http://schemas.microsoft.com/office/drawing/2014/main" id="{4EE97AD8-8BB0-4824-83EE-479FFEE738A3}"/>
              </a:ext>
            </a:extLst>
          </p:cNvPr>
          <p:cNvSpPr txBox="1"/>
          <p:nvPr/>
        </p:nvSpPr>
        <p:spPr>
          <a:xfrm>
            <a:off x="8800714" y="3957200"/>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Construct a social media strategy</a:t>
            </a:r>
          </a:p>
        </p:txBody>
      </p:sp>
      <p:sp>
        <p:nvSpPr>
          <p:cNvPr id="113" name="TextBox 112">
            <a:extLst>
              <a:ext uri="{FF2B5EF4-FFF2-40B4-BE49-F238E27FC236}">
                <a16:creationId xmlns:a16="http://schemas.microsoft.com/office/drawing/2014/main" id="{C992B9B9-BCCC-4608-AEA8-5139A9DA9D48}"/>
              </a:ext>
            </a:extLst>
          </p:cNvPr>
          <p:cNvSpPr txBox="1"/>
          <p:nvPr/>
        </p:nvSpPr>
        <p:spPr>
          <a:xfrm>
            <a:off x="8800714" y="4286996"/>
            <a:ext cx="2905548" cy="307777"/>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Identify operational and business position as compared to peers</a:t>
            </a:r>
          </a:p>
        </p:txBody>
      </p:sp>
      <p:sp>
        <p:nvSpPr>
          <p:cNvPr id="114" name="TextBox 113">
            <a:extLst>
              <a:ext uri="{FF2B5EF4-FFF2-40B4-BE49-F238E27FC236}">
                <a16:creationId xmlns:a16="http://schemas.microsoft.com/office/drawing/2014/main" id="{F9E9EF6E-41FF-401E-BA37-50EC018C4170}"/>
              </a:ext>
            </a:extLst>
          </p:cNvPr>
          <p:cNvSpPr txBox="1"/>
          <p:nvPr/>
        </p:nvSpPr>
        <p:spPr>
          <a:xfrm>
            <a:off x="8800714" y="4693736"/>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Establish leading practices for processes and functions</a:t>
            </a:r>
          </a:p>
        </p:txBody>
      </p:sp>
      <p:sp>
        <p:nvSpPr>
          <p:cNvPr id="115" name="TextBox 114">
            <a:extLst>
              <a:ext uri="{FF2B5EF4-FFF2-40B4-BE49-F238E27FC236}">
                <a16:creationId xmlns:a16="http://schemas.microsoft.com/office/drawing/2014/main" id="{AD4692B3-B0A9-45E3-8D75-653C7AC93C1F}"/>
              </a:ext>
            </a:extLst>
          </p:cNvPr>
          <p:cNvSpPr txBox="1"/>
          <p:nvPr/>
        </p:nvSpPr>
        <p:spPr>
          <a:xfrm>
            <a:off x="8800714" y="5177420"/>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Benchmark and select the right vendor / supplier</a:t>
            </a:r>
          </a:p>
        </p:txBody>
      </p:sp>
      <p:sp>
        <p:nvSpPr>
          <p:cNvPr id="116" name="TextBox 115">
            <a:extLst>
              <a:ext uri="{FF2B5EF4-FFF2-40B4-BE49-F238E27FC236}">
                <a16:creationId xmlns:a16="http://schemas.microsoft.com/office/drawing/2014/main" id="{E36BBF94-86CB-47B4-A22F-FC06818ED930}"/>
              </a:ext>
            </a:extLst>
          </p:cNvPr>
          <p:cNvSpPr txBox="1"/>
          <p:nvPr/>
        </p:nvSpPr>
        <p:spPr>
          <a:xfrm>
            <a:off x="8800714" y="5584161"/>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Evaluate business cases and projects</a:t>
            </a:r>
          </a:p>
        </p:txBody>
      </p:sp>
      <p:sp>
        <p:nvSpPr>
          <p:cNvPr id="117" name="TextBox 116">
            <a:extLst>
              <a:ext uri="{FF2B5EF4-FFF2-40B4-BE49-F238E27FC236}">
                <a16:creationId xmlns:a16="http://schemas.microsoft.com/office/drawing/2014/main" id="{FD2BADFC-147B-4785-B4E7-365B889D109A}"/>
              </a:ext>
            </a:extLst>
          </p:cNvPr>
          <p:cNvSpPr txBox="1"/>
          <p:nvPr/>
        </p:nvSpPr>
        <p:spPr>
          <a:xfrm>
            <a:off x="8800714" y="5990904"/>
            <a:ext cx="2905548" cy="153888"/>
          </a:xfrm>
          <a:prstGeom prst="rect">
            <a:avLst/>
          </a:prstGeom>
          <a:noFill/>
          <a:ln>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1200"/>
              </a:spcAft>
              <a:buClr>
                <a:srgbClr val="0070AD"/>
              </a:buClr>
              <a:buSzTx/>
              <a:buFontTx/>
              <a:buNone/>
              <a:tabLst/>
              <a:defRPr/>
            </a:pPr>
            <a:r>
              <a:rPr kumimoji="0" lang="en-IN" sz="1000" b="0" i="0" u="none" strike="noStrike" kern="1200" cap="none" spc="0" normalizeH="0" baseline="0" noProof="0" dirty="0">
                <a:ln>
                  <a:noFill/>
                </a:ln>
                <a:solidFill>
                  <a:srgbClr val="FFFFFF"/>
                </a:solidFill>
                <a:effectLst/>
                <a:uLnTx/>
                <a:uFillTx/>
                <a:latin typeface="Ubuntu"/>
                <a:ea typeface="+mn-ea"/>
                <a:cs typeface="+mn-cs"/>
              </a:rPr>
              <a:t>Perform modelling and scenario planning</a:t>
            </a:r>
          </a:p>
        </p:txBody>
      </p:sp>
      <p:sp>
        <p:nvSpPr>
          <p:cNvPr id="118" name="Oval 20">
            <a:extLst>
              <a:ext uri="{FF2B5EF4-FFF2-40B4-BE49-F238E27FC236}">
                <a16:creationId xmlns:a16="http://schemas.microsoft.com/office/drawing/2014/main" id="{E41D7F1D-8A26-4465-ADE6-E3C1F70F7414}"/>
              </a:ext>
            </a:extLst>
          </p:cNvPr>
          <p:cNvSpPr/>
          <p:nvPr/>
        </p:nvSpPr>
        <p:spPr>
          <a:xfrm>
            <a:off x="607835" y="1552833"/>
            <a:ext cx="3090988"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0" i="0" u="none" strike="noStrike" kern="1200" cap="none" spc="200" normalizeH="0" baseline="0" noProof="0" dirty="0">
                <a:ln>
                  <a:noFill/>
                </a:ln>
                <a:solidFill>
                  <a:schemeClr val="accent2"/>
                </a:solidFill>
                <a:effectLst/>
                <a:uLnTx/>
                <a:uFillTx/>
                <a:latin typeface="Ubuntu"/>
                <a:ea typeface="+mn-ea"/>
                <a:cs typeface="+mn-cs"/>
              </a:rPr>
              <a:t>CLIENT RESEARCH NEEDS</a:t>
            </a:r>
          </a:p>
        </p:txBody>
      </p:sp>
      <p:sp>
        <p:nvSpPr>
          <p:cNvPr id="119" name="Oval 20">
            <a:extLst>
              <a:ext uri="{FF2B5EF4-FFF2-40B4-BE49-F238E27FC236}">
                <a16:creationId xmlns:a16="http://schemas.microsoft.com/office/drawing/2014/main" id="{D0D94804-8E1B-48F3-A937-B99654C425FC}"/>
              </a:ext>
            </a:extLst>
          </p:cNvPr>
          <p:cNvSpPr/>
          <p:nvPr/>
        </p:nvSpPr>
        <p:spPr>
          <a:xfrm>
            <a:off x="8458757" y="1559565"/>
            <a:ext cx="2887009"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600" b="0" i="0" u="none" strike="noStrike" kern="1200" cap="none" spc="200" normalizeH="0" baseline="0" noProof="0" dirty="0">
                <a:ln>
                  <a:noFill/>
                </a:ln>
                <a:solidFill>
                  <a:srgbClr val="00BFBF"/>
                </a:solidFill>
                <a:effectLst/>
                <a:uLnTx/>
                <a:uFillTx/>
                <a:latin typeface="Ubuntu"/>
                <a:ea typeface="+mn-ea"/>
                <a:cs typeface="+mn-cs"/>
              </a:rPr>
              <a:t>VALUE-DRIVEN INSIGHTS</a:t>
            </a:r>
          </a:p>
        </p:txBody>
      </p:sp>
      <p:sp>
        <p:nvSpPr>
          <p:cNvPr id="120" name="TextBox 119">
            <a:extLst>
              <a:ext uri="{FF2B5EF4-FFF2-40B4-BE49-F238E27FC236}">
                <a16:creationId xmlns:a16="http://schemas.microsoft.com/office/drawing/2014/main" id="{D4B5A357-9D63-4B2E-9DC6-41A56733DBCA}"/>
              </a:ext>
            </a:extLst>
          </p:cNvPr>
          <p:cNvSpPr txBox="1"/>
          <p:nvPr/>
        </p:nvSpPr>
        <p:spPr>
          <a:xfrm>
            <a:off x="4163297" y="3343177"/>
            <a:ext cx="955389"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Survey solution</a:t>
            </a:r>
          </a:p>
        </p:txBody>
      </p:sp>
      <p:sp>
        <p:nvSpPr>
          <p:cNvPr id="121" name="TextBox 120">
            <a:extLst>
              <a:ext uri="{FF2B5EF4-FFF2-40B4-BE49-F238E27FC236}">
                <a16:creationId xmlns:a16="http://schemas.microsoft.com/office/drawing/2014/main" id="{B4A1EB74-BBC0-45BA-962C-A5A289B4A6B0}"/>
              </a:ext>
            </a:extLst>
          </p:cNvPr>
          <p:cNvSpPr txBox="1"/>
          <p:nvPr/>
        </p:nvSpPr>
        <p:spPr>
          <a:xfrm>
            <a:off x="5170755" y="3343177"/>
            <a:ext cx="1481006"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Hypothesis driven insights generation</a:t>
            </a:r>
          </a:p>
        </p:txBody>
      </p:sp>
      <p:sp>
        <p:nvSpPr>
          <p:cNvPr id="122" name="TextBox 121">
            <a:extLst>
              <a:ext uri="{FF2B5EF4-FFF2-40B4-BE49-F238E27FC236}">
                <a16:creationId xmlns:a16="http://schemas.microsoft.com/office/drawing/2014/main" id="{8509565C-EBAC-48E0-848E-4EF05442871B}"/>
              </a:ext>
            </a:extLst>
          </p:cNvPr>
          <p:cNvSpPr txBox="1"/>
          <p:nvPr/>
        </p:nvSpPr>
        <p:spPr>
          <a:xfrm>
            <a:off x="4163297" y="2862453"/>
            <a:ext cx="699757"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Research design</a:t>
            </a:r>
          </a:p>
        </p:txBody>
      </p:sp>
      <p:sp>
        <p:nvSpPr>
          <p:cNvPr id="123" name="TextBox 122">
            <a:extLst>
              <a:ext uri="{FF2B5EF4-FFF2-40B4-BE49-F238E27FC236}">
                <a16:creationId xmlns:a16="http://schemas.microsoft.com/office/drawing/2014/main" id="{E78856C3-A8E2-42CA-8AFF-0E297B62DA58}"/>
              </a:ext>
            </a:extLst>
          </p:cNvPr>
          <p:cNvSpPr txBox="1"/>
          <p:nvPr/>
        </p:nvSpPr>
        <p:spPr>
          <a:xfrm>
            <a:off x="4914102" y="2862453"/>
            <a:ext cx="834816"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Data collection</a:t>
            </a:r>
            <a:br>
              <a:rPr kumimoji="0" lang="en-US" sz="900" b="0" i="0" u="none" strike="noStrike" kern="1200" cap="none" spc="0" normalizeH="0" baseline="0" noProof="0" dirty="0">
                <a:ln>
                  <a:noFill/>
                </a:ln>
                <a:solidFill>
                  <a:srgbClr val="FFFFFF"/>
                </a:solidFill>
                <a:effectLst/>
                <a:uLnTx/>
                <a:uFillTx/>
                <a:latin typeface="Ubuntu"/>
                <a:ea typeface="+mn-ea"/>
                <a:cs typeface="+mn-cs"/>
              </a:rPr>
            </a:br>
            <a:r>
              <a:rPr kumimoji="0" lang="en-US" sz="900" b="0" i="0" u="none" strike="noStrike" kern="1200" cap="none" spc="0" normalizeH="0" baseline="0" noProof="0" dirty="0">
                <a:ln>
                  <a:noFill/>
                </a:ln>
                <a:solidFill>
                  <a:srgbClr val="FFFFFF"/>
                </a:solidFill>
                <a:effectLst/>
                <a:uLnTx/>
                <a:uFillTx/>
                <a:latin typeface="Ubuntu"/>
                <a:ea typeface="+mn-ea"/>
                <a:cs typeface="+mn-cs"/>
              </a:rPr>
              <a:t>and analysis</a:t>
            </a:r>
          </a:p>
        </p:txBody>
      </p:sp>
      <p:sp>
        <p:nvSpPr>
          <p:cNvPr id="124" name="TextBox 123">
            <a:extLst>
              <a:ext uri="{FF2B5EF4-FFF2-40B4-BE49-F238E27FC236}">
                <a16:creationId xmlns:a16="http://schemas.microsoft.com/office/drawing/2014/main" id="{FCAD53D3-CF72-4CF5-932E-70254C01F737}"/>
              </a:ext>
            </a:extLst>
          </p:cNvPr>
          <p:cNvSpPr txBox="1"/>
          <p:nvPr/>
        </p:nvSpPr>
        <p:spPr>
          <a:xfrm>
            <a:off x="5799966" y="2862453"/>
            <a:ext cx="851797" cy="276999"/>
          </a:xfrm>
          <a:prstGeom prst="rect">
            <a:avLst/>
          </a:prstGeom>
          <a:noFill/>
          <a:extLst>
            <a:ext uri="{909E8E84-426E-40DD-AFC4-6F175D3DCCD1}">
              <a14:hiddenFill xmlns:a14="http://schemas.microsoft.com/office/drawing/2010/main">
                <a:solidFill>
                  <a:schemeClr val="bg1"/>
                </a:solidFill>
              </a14:hiddenFill>
            </a:ext>
          </a:extLst>
        </p:spPr>
        <p:txBody>
          <a:bodyPr wrap="non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Visualization</a:t>
            </a:r>
          </a:p>
        </p:txBody>
      </p:sp>
      <p:sp>
        <p:nvSpPr>
          <p:cNvPr id="125" name="TextBox 124">
            <a:extLst>
              <a:ext uri="{FF2B5EF4-FFF2-40B4-BE49-F238E27FC236}">
                <a16:creationId xmlns:a16="http://schemas.microsoft.com/office/drawing/2014/main" id="{07B26E38-C60B-4FE0-BBDC-1D96F0692C79}"/>
              </a:ext>
            </a:extLst>
          </p:cNvPr>
          <p:cNvSpPr txBox="1"/>
          <p:nvPr/>
        </p:nvSpPr>
        <p:spPr>
          <a:xfrm>
            <a:off x="4163297" y="4532236"/>
            <a:ext cx="955389"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World-class platforms</a:t>
            </a:r>
          </a:p>
        </p:txBody>
      </p:sp>
      <p:sp>
        <p:nvSpPr>
          <p:cNvPr id="126" name="TextBox 125">
            <a:extLst>
              <a:ext uri="{FF2B5EF4-FFF2-40B4-BE49-F238E27FC236}">
                <a16:creationId xmlns:a16="http://schemas.microsoft.com/office/drawing/2014/main" id="{D4B15B93-7BD7-449B-8019-2E22E032D6CC}"/>
              </a:ext>
            </a:extLst>
          </p:cNvPr>
          <p:cNvSpPr txBox="1"/>
          <p:nvPr/>
        </p:nvSpPr>
        <p:spPr>
          <a:xfrm>
            <a:off x="5170755" y="4532236"/>
            <a:ext cx="1481006"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Comprehensive database repository</a:t>
            </a:r>
          </a:p>
        </p:txBody>
      </p:sp>
      <p:sp>
        <p:nvSpPr>
          <p:cNvPr id="127" name="TextBox 126">
            <a:extLst>
              <a:ext uri="{FF2B5EF4-FFF2-40B4-BE49-F238E27FC236}">
                <a16:creationId xmlns:a16="http://schemas.microsoft.com/office/drawing/2014/main" id="{223D25B9-914F-49A7-9D78-7D454C86DE76}"/>
              </a:ext>
            </a:extLst>
          </p:cNvPr>
          <p:cNvSpPr txBox="1"/>
          <p:nvPr/>
        </p:nvSpPr>
        <p:spPr>
          <a:xfrm>
            <a:off x="4163297" y="4072677"/>
            <a:ext cx="699757"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Global panel  procurement</a:t>
            </a:r>
          </a:p>
        </p:txBody>
      </p:sp>
      <p:sp>
        <p:nvSpPr>
          <p:cNvPr id="128" name="TextBox 127">
            <a:extLst>
              <a:ext uri="{FF2B5EF4-FFF2-40B4-BE49-F238E27FC236}">
                <a16:creationId xmlns:a16="http://schemas.microsoft.com/office/drawing/2014/main" id="{6DB07B44-7212-436D-925C-140FDFDDCBBD}"/>
              </a:ext>
            </a:extLst>
          </p:cNvPr>
          <p:cNvSpPr txBox="1"/>
          <p:nvPr/>
        </p:nvSpPr>
        <p:spPr>
          <a:xfrm>
            <a:off x="4955522" y="4072677"/>
            <a:ext cx="834816"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Blend of SMEs </a:t>
            </a:r>
          </a:p>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&amp; Generalists</a:t>
            </a:r>
          </a:p>
        </p:txBody>
      </p:sp>
      <p:sp>
        <p:nvSpPr>
          <p:cNvPr id="129" name="TextBox 128">
            <a:extLst>
              <a:ext uri="{FF2B5EF4-FFF2-40B4-BE49-F238E27FC236}">
                <a16:creationId xmlns:a16="http://schemas.microsoft.com/office/drawing/2014/main" id="{BD26BA88-19F1-4784-A3B5-72AB44329C39}"/>
              </a:ext>
            </a:extLst>
          </p:cNvPr>
          <p:cNvSpPr txBox="1"/>
          <p:nvPr/>
        </p:nvSpPr>
        <p:spPr>
          <a:xfrm>
            <a:off x="5882804" y="4072677"/>
            <a:ext cx="686122" cy="276999"/>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ctr">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Ubuntu"/>
                <a:ea typeface="+mn-ea"/>
                <a:cs typeface="+mn-cs"/>
              </a:rPr>
              <a:t>Proprietary frameworks</a:t>
            </a:r>
          </a:p>
        </p:txBody>
      </p:sp>
      <p:sp>
        <p:nvSpPr>
          <p:cNvPr id="130" name="Freeform: Shape 129">
            <a:extLst>
              <a:ext uri="{FF2B5EF4-FFF2-40B4-BE49-F238E27FC236}">
                <a16:creationId xmlns:a16="http://schemas.microsoft.com/office/drawing/2014/main" id="{89BBA2AC-70B4-4226-BBC5-ADC7120F4BF5}"/>
              </a:ext>
            </a:extLst>
          </p:cNvPr>
          <p:cNvSpPr>
            <a:spLocks/>
          </p:cNvSpPr>
          <p:nvPr/>
        </p:nvSpPr>
        <p:spPr bwMode="auto">
          <a:xfrm>
            <a:off x="8466802" y="1957264"/>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cxnSp>
        <p:nvCxnSpPr>
          <p:cNvPr id="131" name="Straight Connector 130">
            <a:extLst>
              <a:ext uri="{FF2B5EF4-FFF2-40B4-BE49-F238E27FC236}">
                <a16:creationId xmlns:a16="http://schemas.microsoft.com/office/drawing/2014/main" id="{413E74CD-C844-484D-BF6B-A23E89F66C4A}"/>
              </a:ext>
            </a:extLst>
          </p:cNvPr>
          <p:cNvCxnSpPr>
            <a:cxnSpLocks/>
          </p:cNvCxnSpPr>
          <p:nvPr/>
        </p:nvCxnSpPr>
        <p:spPr>
          <a:xfrm>
            <a:off x="4888578" y="2862453"/>
            <a:ext cx="0" cy="2769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E1185E91-89A5-4CB6-AAEB-9FD913F3E540}"/>
              </a:ext>
            </a:extLst>
          </p:cNvPr>
          <p:cNvCxnSpPr>
            <a:cxnSpLocks/>
          </p:cNvCxnSpPr>
          <p:nvPr/>
        </p:nvCxnSpPr>
        <p:spPr>
          <a:xfrm>
            <a:off x="5774442" y="2862453"/>
            <a:ext cx="0" cy="2769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8F48112-EBD8-44AC-AB36-49E62B61F30C}"/>
              </a:ext>
            </a:extLst>
          </p:cNvPr>
          <p:cNvCxnSpPr>
            <a:cxnSpLocks/>
          </p:cNvCxnSpPr>
          <p:nvPr/>
        </p:nvCxnSpPr>
        <p:spPr>
          <a:xfrm>
            <a:off x="5144720" y="3343177"/>
            <a:ext cx="0" cy="2769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3E75346-E7BF-45E2-9828-50326ECE0D2E}"/>
              </a:ext>
            </a:extLst>
          </p:cNvPr>
          <p:cNvCxnSpPr>
            <a:cxnSpLocks/>
          </p:cNvCxnSpPr>
          <p:nvPr/>
        </p:nvCxnSpPr>
        <p:spPr>
          <a:xfrm>
            <a:off x="4909288" y="4072677"/>
            <a:ext cx="0" cy="2769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F17C0847-C87F-42BA-A2EA-5C1437EFAE95}"/>
              </a:ext>
            </a:extLst>
          </p:cNvPr>
          <p:cNvCxnSpPr>
            <a:cxnSpLocks/>
          </p:cNvCxnSpPr>
          <p:nvPr/>
        </p:nvCxnSpPr>
        <p:spPr>
          <a:xfrm>
            <a:off x="5836572" y="4072677"/>
            <a:ext cx="0" cy="2769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640864B7-C3DC-4DA0-B9BE-1946BA950789}"/>
              </a:ext>
            </a:extLst>
          </p:cNvPr>
          <p:cNvCxnSpPr>
            <a:cxnSpLocks/>
          </p:cNvCxnSpPr>
          <p:nvPr/>
        </p:nvCxnSpPr>
        <p:spPr>
          <a:xfrm>
            <a:off x="5144721" y="4532236"/>
            <a:ext cx="0" cy="2769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7" name="Freeform: Shape 136">
            <a:extLst>
              <a:ext uri="{FF2B5EF4-FFF2-40B4-BE49-F238E27FC236}">
                <a16:creationId xmlns:a16="http://schemas.microsoft.com/office/drawing/2014/main" id="{E1809EB5-0ECB-44D9-A873-4A9302ACEA3A}"/>
              </a:ext>
            </a:extLst>
          </p:cNvPr>
          <p:cNvSpPr>
            <a:spLocks/>
          </p:cNvSpPr>
          <p:nvPr/>
        </p:nvSpPr>
        <p:spPr bwMode="auto">
          <a:xfrm>
            <a:off x="8466802" y="2359006"/>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8" name="Freeform: Shape 137">
            <a:extLst>
              <a:ext uri="{FF2B5EF4-FFF2-40B4-BE49-F238E27FC236}">
                <a16:creationId xmlns:a16="http://schemas.microsoft.com/office/drawing/2014/main" id="{BC7D62E3-6C0F-4BA1-A2A6-35D782929C84}"/>
              </a:ext>
            </a:extLst>
          </p:cNvPr>
          <p:cNvSpPr>
            <a:spLocks/>
          </p:cNvSpPr>
          <p:nvPr/>
        </p:nvSpPr>
        <p:spPr bwMode="auto">
          <a:xfrm>
            <a:off x="8466802" y="2760748"/>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39" name="Freeform: Shape 138">
            <a:extLst>
              <a:ext uri="{FF2B5EF4-FFF2-40B4-BE49-F238E27FC236}">
                <a16:creationId xmlns:a16="http://schemas.microsoft.com/office/drawing/2014/main" id="{00CE5E99-CFF2-4FCB-8532-9C918849117A}"/>
              </a:ext>
            </a:extLst>
          </p:cNvPr>
          <p:cNvSpPr>
            <a:spLocks/>
          </p:cNvSpPr>
          <p:nvPr/>
        </p:nvSpPr>
        <p:spPr bwMode="auto">
          <a:xfrm>
            <a:off x="8466802" y="3162490"/>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0" name="Freeform: Shape 139">
            <a:extLst>
              <a:ext uri="{FF2B5EF4-FFF2-40B4-BE49-F238E27FC236}">
                <a16:creationId xmlns:a16="http://schemas.microsoft.com/office/drawing/2014/main" id="{B2183C7D-B51A-4197-98CC-8CB6508128ED}"/>
              </a:ext>
            </a:extLst>
          </p:cNvPr>
          <p:cNvSpPr>
            <a:spLocks/>
          </p:cNvSpPr>
          <p:nvPr/>
        </p:nvSpPr>
        <p:spPr bwMode="auto">
          <a:xfrm>
            <a:off x="8466802" y="3564232"/>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1" name="Freeform: Shape 140">
            <a:extLst>
              <a:ext uri="{FF2B5EF4-FFF2-40B4-BE49-F238E27FC236}">
                <a16:creationId xmlns:a16="http://schemas.microsoft.com/office/drawing/2014/main" id="{B5AF10F8-275C-40A7-846C-7A3022714635}"/>
              </a:ext>
            </a:extLst>
          </p:cNvPr>
          <p:cNvSpPr>
            <a:spLocks/>
          </p:cNvSpPr>
          <p:nvPr/>
        </p:nvSpPr>
        <p:spPr bwMode="auto">
          <a:xfrm>
            <a:off x="8466802" y="3965974"/>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2" name="Freeform: Shape 141">
            <a:extLst>
              <a:ext uri="{FF2B5EF4-FFF2-40B4-BE49-F238E27FC236}">
                <a16:creationId xmlns:a16="http://schemas.microsoft.com/office/drawing/2014/main" id="{73510060-E27E-4F41-BD2A-2D4554D0BD38}"/>
              </a:ext>
            </a:extLst>
          </p:cNvPr>
          <p:cNvSpPr>
            <a:spLocks/>
          </p:cNvSpPr>
          <p:nvPr/>
        </p:nvSpPr>
        <p:spPr bwMode="auto">
          <a:xfrm>
            <a:off x="8466802" y="4367716"/>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3" name="Freeform: Shape 142">
            <a:extLst>
              <a:ext uri="{FF2B5EF4-FFF2-40B4-BE49-F238E27FC236}">
                <a16:creationId xmlns:a16="http://schemas.microsoft.com/office/drawing/2014/main" id="{0A8E0E4B-E30C-4DA8-8497-43ECB7A15142}"/>
              </a:ext>
            </a:extLst>
          </p:cNvPr>
          <p:cNvSpPr>
            <a:spLocks/>
          </p:cNvSpPr>
          <p:nvPr/>
        </p:nvSpPr>
        <p:spPr bwMode="auto">
          <a:xfrm>
            <a:off x="8466802" y="4769458"/>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4" name="Freeform: Shape 143">
            <a:extLst>
              <a:ext uri="{FF2B5EF4-FFF2-40B4-BE49-F238E27FC236}">
                <a16:creationId xmlns:a16="http://schemas.microsoft.com/office/drawing/2014/main" id="{4B958045-07EB-4160-9222-84E9E21FC511}"/>
              </a:ext>
            </a:extLst>
          </p:cNvPr>
          <p:cNvSpPr>
            <a:spLocks/>
          </p:cNvSpPr>
          <p:nvPr/>
        </p:nvSpPr>
        <p:spPr bwMode="auto">
          <a:xfrm>
            <a:off x="8466802" y="5171200"/>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5" name="Freeform: Shape 144">
            <a:extLst>
              <a:ext uri="{FF2B5EF4-FFF2-40B4-BE49-F238E27FC236}">
                <a16:creationId xmlns:a16="http://schemas.microsoft.com/office/drawing/2014/main" id="{CA41AF1C-129D-4D46-BB22-C9D158FC0A7A}"/>
              </a:ext>
            </a:extLst>
          </p:cNvPr>
          <p:cNvSpPr>
            <a:spLocks/>
          </p:cNvSpPr>
          <p:nvPr/>
        </p:nvSpPr>
        <p:spPr bwMode="auto">
          <a:xfrm>
            <a:off x="8466802" y="5572942"/>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6" name="Freeform: Shape 145">
            <a:extLst>
              <a:ext uri="{FF2B5EF4-FFF2-40B4-BE49-F238E27FC236}">
                <a16:creationId xmlns:a16="http://schemas.microsoft.com/office/drawing/2014/main" id="{11C29647-1ABA-45E0-8CC5-6C8DA0FCB28F}"/>
              </a:ext>
            </a:extLst>
          </p:cNvPr>
          <p:cNvSpPr>
            <a:spLocks/>
          </p:cNvSpPr>
          <p:nvPr/>
        </p:nvSpPr>
        <p:spPr bwMode="auto">
          <a:xfrm>
            <a:off x="8466802" y="5974682"/>
            <a:ext cx="186332" cy="186332"/>
          </a:xfrm>
          <a:custGeom>
            <a:avLst/>
            <a:gdLst>
              <a:gd name="connsiteX0" fmla="*/ 139700 w 279400"/>
              <a:gd name="connsiteY0" fmla="*/ 0 h 279400"/>
              <a:gd name="connsiteX1" fmla="*/ 279400 w 279400"/>
              <a:gd name="connsiteY1" fmla="*/ 139700 h 279400"/>
              <a:gd name="connsiteX2" fmla="*/ 139700 w 279400"/>
              <a:gd name="connsiteY2" fmla="*/ 279400 h 279400"/>
              <a:gd name="connsiteX3" fmla="*/ 0 w 279400"/>
              <a:gd name="connsiteY3" fmla="*/ 139700 h 279400"/>
              <a:gd name="connsiteX4" fmla="*/ 139700 w 279400"/>
              <a:gd name="connsiteY4" fmla="*/ 0 h 279400"/>
              <a:gd name="connsiteX5" fmla="*/ 215557 w 279400"/>
              <a:gd name="connsiteY5" fmla="*/ 56356 h 279400"/>
              <a:gd name="connsiteX6" fmla="*/ 204456 w 279400"/>
              <a:gd name="connsiteY6" fmla="*/ 58211 h 279400"/>
              <a:gd name="connsiteX7" fmla="*/ 123049 w 279400"/>
              <a:gd name="connsiteY7" fmla="*/ 173205 h 279400"/>
              <a:gd name="connsiteX8" fmla="*/ 106398 w 279400"/>
              <a:gd name="connsiteY8" fmla="*/ 139819 h 279400"/>
              <a:gd name="connsiteX9" fmla="*/ 104547 w 279400"/>
              <a:gd name="connsiteY9" fmla="*/ 139819 h 279400"/>
              <a:gd name="connsiteX10" fmla="*/ 93446 w 279400"/>
              <a:gd name="connsiteY10" fmla="*/ 134255 h 279400"/>
              <a:gd name="connsiteX11" fmla="*/ 74945 w 279400"/>
              <a:gd name="connsiteY11" fmla="*/ 139819 h 279400"/>
              <a:gd name="connsiteX12" fmla="*/ 61994 w 279400"/>
              <a:gd name="connsiteY12" fmla="*/ 167640 h 279400"/>
              <a:gd name="connsiteX13" fmla="*/ 63844 w 279400"/>
              <a:gd name="connsiteY13" fmla="*/ 167640 h 279400"/>
              <a:gd name="connsiteX14" fmla="*/ 113798 w 279400"/>
              <a:gd name="connsiteY14" fmla="*/ 238121 h 279400"/>
              <a:gd name="connsiteX15" fmla="*/ 121199 w 279400"/>
              <a:gd name="connsiteY15" fmla="*/ 241830 h 279400"/>
              <a:gd name="connsiteX16" fmla="*/ 128600 w 279400"/>
              <a:gd name="connsiteY16" fmla="*/ 236266 h 279400"/>
              <a:gd name="connsiteX17" fmla="*/ 221108 w 279400"/>
              <a:gd name="connsiteY17" fmla="*/ 69339 h 279400"/>
              <a:gd name="connsiteX18" fmla="*/ 219258 w 279400"/>
              <a:gd name="connsiteY18" fmla="*/ 58211 h 279400"/>
              <a:gd name="connsiteX19" fmla="*/ 215557 w 279400"/>
              <a:gd name="connsiteY19" fmla="*/ 56356 h 27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9400" h="279400">
                <a:moveTo>
                  <a:pt x="139700" y="0"/>
                </a:moveTo>
                <a:cubicBezTo>
                  <a:pt x="216854" y="0"/>
                  <a:pt x="279400" y="62546"/>
                  <a:pt x="279400" y="139700"/>
                </a:cubicBezTo>
                <a:cubicBezTo>
                  <a:pt x="279400" y="216854"/>
                  <a:pt x="216854" y="279400"/>
                  <a:pt x="139700" y="279400"/>
                </a:cubicBezTo>
                <a:cubicBezTo>
                  <a:pt x="62546" y="279400"/>
                  <a:pt x="0" y="216854"/>
                  <a:pt x="0" y="139700"/>
                </a:cubicBezTo>
                <a:cubicBezTo>
                  <a:pt x="0" y="62546"/>
                  <a:pt x="62546" y="0"/>
                  <a:pt x="139700" y="0"/>
                </a:cubicBezTo>
                <a:close/>
                <a:moveTo>
                  <a:pt x="215557" y="56356"/>
                </a:moveTo>
                <a:cubicBezTo>
                  <a:pt x="211857" y="54501"/>
                  <a:pt x="208157" y="54501"/>
                  <a:pt x="204456" y="58211"/>
                </a:cubicBezTo>
                <a:cubicBezTo>
                  <a:pt x="123049" y="173205"/>
                  <a:pt x="123049" y="173205"/>
                  <a:pt x="123049" y="173205"/>
                </a:cubicBezTo>
                <a:cubicBezTo>
                  <a:pt x="106398" y="139819"/>
                  <a:pt x="106398" y="139819"/>
                  <a:pt x="106398" y="139819"/>
                </a:cubicBezTo>
                <a:cubicBezTo>
                  <a:pt x="106398" y="139819"/>
                  <a:pt x="106398" y="139819"/>
                  <a:pt x="104547" y="139819"/>
                </a:cubicBezTo>
                <a:cubicBezTo>
                  <a:pt x="104547" y="137965"/>
                  <a:pt x="100847" y="134255"/>
                  <a:pt x="93446" y="134255"/>
                </a:cubicBezTo>
                <a:cubicBezTo>
                  <a:pt x="87896" y="134255"/>
                  <a:pt x="80495" y="136110"/>
                  <a:pt x="74945" y="139819"/>
                </a:cubicBezTo>
                <a:cubicBezTo>
                  <a:pt x="61994" y="147238"/>
                  <a:pt x="56443" y="160221"/>
                  <a:pt x="61994" y="167640"/>
                </a:cubicBezTo>
                <a:cubicBezTo>
                  <a:pt x="63844" y="167640"/>
                  <a:pt x="63844" y="167640"/>
                  <a:pt x="63844" y="167640"/>
                </a:cubicBezTo>
                <a:cubicBezTo>
                  <a:pt x="113798" y="238121"/>
                  <a:pt x="113798" y="238121"/>
                  <a:pt x="113798" y="238121"/>
                </a:cubicBezTo>
                <a:cubicBezTo>
                  <a:pt x="115648" y="239975"/>
                  <a:pt x="119349" y="241830"/>
                  <a:pt x="121199" y="241830"/>
                </a:cubicBezTo>
                <a:cubicBezTo>
                  <a:pt x="124899" y="241830"/>
                  <a:pt x="126749" y="239975"/>
                  <a:pt x="128600" y="236266"/>
                </a:cubicBezTo>
                <a:cubicBezTo>
                  <a:pt x="221108" y="69339"/>
                  <a:pt x="221108" y="69339"/>
                  <a:pt x="221108" y="69339"/>
                </a:cubicBezTo>
                <a:cubicBezTo>
                  <a:pt x="222958" y="65630"/>
                  <a:pt x="222958" y="60065"/>
                  <a:pt x="219258" y="58211"/>
                </a:cubicBezTo>
                <a:cubicBezTo>
                  <a:pt x="215557" y="56356"/>
                  <a:pt x="215557" y="56356"/>
                  <a:pt x="215557" y="56356"/>
                </a:cubicBezTo>
                <a:close/>
              </a:path>
            </a:pathLst>
          </a:custGeom>
          <a:solidFill>
            <a:srgbClr val="00BFBF"/>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2746373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p:txBody>
          <a:bodyPr/>
          <a:lstStyle/>
          <a:p>
            <a:r>
              <a:rPr lang="en-IN" dirty="0"/>
              <a:t>We have a structured methodology and robust processes to build high quality reports from a greenfield start state</a:t>
            </a:r>
            <a:endParaRPr lang="en-US" dirty="0"/>
          </a:p>
        </p:txBody>
      </p:sp>
      <p:sp>
        <p:nvSpPr>
          <p:cNvPr id="148" name="Freeform 107">
            <a:extLst>
              <a:ext uri="{FF2B5EF4-FFF2-40B4-BE49-F238E27FC236}">
                <a16:creationId xmlns:a16="http://schemas.microsoft.com/office/drawing/2014/main" id="{DB646932-7907-45C9-AE93-759B8E1C6519}"/>
              </a:ext>
            </a:extLst>
          </p:cNvPr>
          <p:cNvSpPr/>
          <p:nvPr/>
        </p:nvSpPr>
        <p:spPr>
          <a:xfrm>
            <a:off x="5439258" y="1416630"/>
            <a:ext cx="1873299" cy="1742984"/>
          </a:xfrm>
          <a:custGeom>
            <a:avLst/>
            <a:gdLst>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667" h="905934">
                <a:moveTo>
                  <a:pt x="0" y="861484"/>
                </a:moveTo>
                <a:cubicBezTo>
                  <a:pt x="162983" y="802218"/>
                  <a:pt x="281517" y="876301"/>
                  <a:pt x="323850" y="905934"/>
                </a:cubicBezTo>
                <a:lnTo>
                  <a:pt x="406400" y="766234"/>
                </a:lnTo>
                <a:lnTo>
                  <a:pt x="232834" y="660400"/>
                </a:lnTo>
                <a:lnTo>
                  <a:pt x="232834" y="211667"/>
                </a:lnTo>
                <a:lnTo>
                  <a:pt x="590550" y="0"/>
                </a:lnTo>
                <a:lnTo>
                  <a:pt x="973667" y="222250"/>
                </a:lnTo>
                <a:lnTo>
                  <a:pt x="973667" y="639234"/>
                </a:lnTo>
                <a:lnTo>
                  <a:pt x="603250" y="872067"/>
                </a:lnTo>
                <a:lnTo>
                  <a:pt x="480484" y="800100"/>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49" name="Freeform 108">
            <a:extLst>
              <a:ext uri="{FF2B5EF4-FFF2-40B4-BE49-F238E27FC236}">
                <a16:creationId xmlns:a16="http://schemas.microsoft.com/office/drawing/2014/main" id="{90030936-1536-48BC-A95A-6525F85442B3}"/>
              </a:ext>
            </a:extLst>
          </p:cNvPr>
          <p:cNvSpPr/>
          <p:nvPr/>
        </p:nvSpPr>
        <p:spPr>
          <a:xfrm rot="18080143">
            <a:off x="3763607" y="1587222"/>
            <a:ext cx="1843649" cy="1742984"/>
          </a:xfrm>
          <a:custGeom>
            <a:avLst/>
            <a:gdLst>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58256"/>
              <a:gd name="connsiteY0" fmla="*/ 886794 h 905934"/>
              <a:gd name="connsiteX1" fmla="*/ 308439 w 958256"/>
              <a:gd name="connsiteY1" fmla="*/ 905934 h 905934"/>
              <a:gd name="connsiteX2" fmla="*/ 390989 w 958256"/>
              <a:gd name="connsiteY2" fmla="*/ 766234 h 905934"/>
              <a:gd name="connsiteX3" fmla="*/ 217423 w 958256"/>
              <a:gd name="connsiteY3" fmla="*/ 660400 h 905934"/>
              <a:gd name="connsiteX4" fmla="*/ 217423 w 958256"/>
              <a:gd name="connsiteY4" fmla="*/ 211667 h 905934"/>
              <a:gd name="connsiteX5" fmla="*/ 575139 w 958256"/>
              <a:gd name="connsiteY5" fmla="*/ 0 h 905934"/>
              <a:gd name="connsiteX6" fmla="*/ 958256 w 958256"/>
              <a:gd name="connsiteY6" fmla="*/ 222250 h 905934"/>
              <a:gd name="connsiteX7" fmla="*/ 958256 w 958256"/>
              <a:gd name="connsiteY7" fmla="*/ 639234 h 905934"/>
              <a:gd name="connsiteX8" fmla="*/ 587839 w 958256"/>
              <a:gd name="connsiteY8" fmla="*/ 872067 h 905934"/>
              <a:gd name="connsiteX9" fmla="*/ 465073 w 958256"/>
              <a:gd name="connsiteY9" fmla="*/ 800100 h 905934"/>
              <a:gd name="connsiteX0" fmla="*/ 0 w 958256"/>
              <a:gd name="connsiteY0" fmla="*/ 886794 h 905934"/>
              <a:gd name="connsiteX1" fmla="*/ 308439 w 958256"/>
              <a:gd name="connsiteY1" fmla="*/ 905934 h 905934"/>
              <a:gd name="connsiteX2" fmla="*/ 390989 w 958256"/>
              <a:gd name="connsiteY2" fmla="*/ 766234 h 905934"/>
              <a:gd name="connsiteX3" fmla="*/ 217423 w 958256"/>
              <a:gd name="connsiteY3" fmla="*/ 660400 h 905934"/>
              <a:gd name="connsiteX4" fmla="*/ 217423 w 958256"/>
              <a:gd name="connsiteY4" fmla="*/ 211667 h 905934"/>
              <a:gd name="connsiteX5" fmla="*/ 575139 w 958256"/>
              <a:gd name="connsiteY5" fmla="*/ 0 h 905934"/>
              <a:gd name="connsiteX6" fmla="*/ 958256 w 958256"/>
              <a:gd name="connsiteY6" fmla="*/ 222250 h 905934"/>
              <a:gd name="connsiteX7" fmla="*/ 958256 w 958256"/>
              <a:gd name="connsiteY7" fmla="*/ 639234 h 905934"/>
              <a:gd name="connsiteX8" fmla="*/ 587839 w 958256"/>
              <a:gd name="connsiteY8" fmla="*/ 872067 h 905934"/>
              <a:gd name="connsiteX9" fmla="*/ 465073 w 958256"/>
              <a:gd name="connsiteY9" fmla="*/ 800100 h 905934"/>
              <a:gd name="connsiteX0" fmla="*/ 0 w 958256"/>
              <a:gd name="connsiteY0" fmla="*/ 886794 h 905934"/>
              <a:gd name="connsiteX1" fmla="*/ 308439 w 958256"/>
              <a:gd name="connsiteY1" fmla="*/ 905934 h 905934"/>
              <a:gd name="connsiteX2" fmla="*/ 390989 w 958256"/>
              <a:gd name="connsiteY2" fmla="*/ 766234 h 905934"/>
              <a:gd name="connsiteX3" fmla="*/ 217423 w 958256"/>
              <a:gd name="connsiteY3" fmla="*/ 660400 h 905934"/>
              <a:gd name="connsiteX4" fmla="*/ 217423 w 958256"/>
              <a:gd name="connsiteY4" fmla="*/ 211667 h 905934"/>
              <a:gd name="connsiteX5" fmla="*/ 575139 w 958256"/>
              <a:gd name="connsiteY5" fmla="*/ 0 h 905934"/>
              <a:gd name="connsiteX6" fmla="*/ 958256 w 958256"/>
              <a:gd name="connsiteY6" fmla="*/ 222250 h 905934"/>
              <a:gd name="connsiteX7" fmla="*/ 958256 w 958256"/>
              <a:gd name="connsiteY7" fmla="*/ 639234 h 905934"/>
              <a:gd name="connsiteX8" fmla="*/ 587839 w 958256"/>
              <a:gd name="connsiteY8" fmla="*/ 872067 h 905934"/>
              <a:gd name="connsiteX9" fmla="*/ 465073 w 958256"/>
              <a:gd name="connsiteY9" fmla="*/ 800100 h 90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8256" h="905934">
                <a:moveTo>
                  <a:pt x="0" y="886794"/>
                </a:moveTo>
                <a:cubicBezTo>
                  <a:pt x="107012" y="817002"/>
                  <a:pt x="266106" y="876301"/>
                  <a:pt x="308439" y="905934"/>
                </a:cubicBezTo>
                <a:lnTo>
                  <a:pt x="390989" y="766234"/>
                </a:lnTo>
                <a:lnTo>
                  <a:pt x="217423" y="660400"/>
                </a:lnTo>
                <a:lnTo>
                  <a:pt x="217423" y="211667"/>
                </a:lnTo>
                <a:lnTo>
                  <a:pt x="575139" y="0"/>
                </a:lnTo>
                <a:lnTo>
                  <a:pt x="958256" y="222250"/>
                </a:lnTo>
                <a:lnTo>
                  <a:pt x="958256" y="639234"/>
                </a:lnTo>
                <a:lnTo>
                  <a:pt x="587839" y="872067"/>
                </a:lnTo>
                <a:lnTo>
                  <a:pt x="465073" y="800100"/>
                </a:lnTo>
              </a:path>
            </a:pathLst>
          </a:custGeom>
          <a:noFill/>
          <a:ln w="28575">
            <a:solidFill>
              <a:srgbClr val="00E0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0" name="Freeform 109">
            <a:extLst>
              <a:ext uri="{FF2B5EF4-FFF2-40B4-BE49-F238E27FC236}">
                <a16:creationId xmlns:a16="http://schemas.microsoft.com/office/drawing/2014/main" id="{DC0A0640-0878-4476-99D2-0584E50CEEC8}"/>
              </a:ext>
            </a:extLst>
          </p:cNvPr>
          <p:cNvSpPr/>
          <p:nvPr/>
        </p:nvSpPr>
        <p:spPr>
          <a:xfrm rot="14463347">
            <a:off x="3028800" y="3147985"/>
            <a:ext cx="1865336" cy="1742984"/>
          </a:xfrm>
          <a:custGeom>
            <a:avLst/>
            <a:gdLst>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69528"/>
              <a:gd name="connsiteY0" fmla="*/ 875867 h 905934"/>
              <a:gd name="connsiteX1" fmla="*/ 319711 w 969528"/>
              <a:gd name="connsiteY1" fmla="*/ 905934 h 905934"/>
              <a:gd name="connsiteX2" fmla="*/ 402261 w 969528"/>
              <a:gd name="connsiteY2" fmla="*/ 766234 h 905934"/>
              <a:gd name="connsiteX3" fmla="*/ 228695 w 969528"/>
              <a:gd name="connsiteY3" fmla="*/ 660400 h 905934"/>
              <a:gd name="connsiteX4" fmla="*/ 228695 w 969528"/>
              <a:gd name="connsiteY4" fmla="*/ 211667 h 905934"/>
              <a:gd name="connsiteX5" fmla="*/ 586411 w 969528"/>
              <a:gd name="connsiteY5" fmla="*/ 0 h 905934"/>
              <a:gd name="connsiteX6" fmla="*/ 969528 w 969528"/>
              <a:gd name="connsiteY6" fmla="*/ 222250 h 905934"/>
              <a:gd name="connsiteX7" fmla="*/ 969528 w 969528"/>
              <a:gd name="connsiteY7" fmla="*/ 639234 h 905934"/>
              <a:gd name="connsiteX8" fmla="*/ 599111 w 969528"/>
              <a:gd name="connsiteY8" fmla="*/ 872067 h 905934"/>
              <a:gd name="connsiteX9" fmla="*/ 476345 w 969528"/>
              <a:gd name="connsiteY9" fmla="*/ 800100 h 90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528" h="905934">
                <a:moveTo>
                  <a:pt x="0" y="875867"/>
                </a:moveTo>
                <a:cubicBezTo>
                  <a:pt x="162983" y="816601"/>
                  <a:pt x="277378" y="876301"/>
                  <a:pt x="319711" y="905934"/>
                </a:cubicBezTo>
                <a:lnTo>
                  <a:pt x="402261" y="766234"/>
                </a:lnTo>
                <a:lnTo>
                  <a:pt x="228695" y="660400"/>
                </a:lnTo>
                <a:lnTo>
                  <a:pt x="228695" y="211667"/>
                </a:lnTo>
                <a:lnTo>
                  <a:pt x="586411" y="0"/>
                </a:lnTo>
                <a:lnTo>
                  <a:pt x="969528" y="222250"/>
                </a:lnTo>
                <a:lnTo>
                  <a:pt x="969528" y="639234"/>
                </a:lnTo>
                <a:lnTo>
                  <a:pt x="599111" y="872067"/>
                </a:lnTo>
                <a:lnTo>
                  <a:pt x="476345" y="800100"/>
                </a:lnTo>
              </a:path>
            </a:pathLst>
          </a:custGeom>
          <a:noFill/>
          <a:ln w="28575">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1" name="Freeform 110">
            <a:extLst>
              <a:ext uri="{FF2B5EF4-FFF2-40B4-BE49-F238E27FC236}">
                <a16:creationId xmlns:a16="http://schemas.microsoft.com/office/drawing/2014/main" id="{187C451E-DA76-4123-8F78-BAD00C594946}"/>
              </a:ext>
            </a:extLst>
          </p:cNvPr>
          <p:cNvSpPr/>
          <p:nvPr/>
        </p:nvSpPr>
        <p:spPr>
          <a:xfrm rot="10800000">
            <a:off x="4028062" y="4512236"/>
            <a:ext cx="1865336" cy="1742984"/>
          </a:xfrm>
          <a:custGeom>
            <a:avLst/>
            <a:gdLst>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69528"/>
              <a:gd name="connsiteY0" fmla="*/ 875867 h 905934"/>
              <a:gd name="connsiteX1" fmla="*/ 319711 w 969528"/>
              <a:gd name="connsiteY1" fmla="*/ 905934 h 905934"/>
              <a:gd name="connsiteX2" fmla="*/ 402261 w 969528"/>
              <a:gd name="connsiteY2" fmla="*/ 766234 h 905934"/>
              <a:gd name="connsiteX3" fmla="*/ 228695 w 969528"/>
              <a:gd name="connsiteY3" fmla="*/ 660400 h 905934"/>
              <a:gd name="connsiteX4" fmla="*/ 228695 w 969528"/>
              <a:gd name="connsiteY4" fmla="*/ 211667 h 905934"/>
              <a:gd name="connsiteX5" fmla="*/ 586411 w 969528"/>
              <a:gd name="connsiteY5" fmla="*/ 0 h 905934"/>
              <a:gd name="connsiteX6" fmla="*/ 969528 w 969528"/>
              <a:gd name="connsiteY6" fmla="*/ 222250 h 905934"/>
              <a:gd name="connsiteX7" fmla="*/ 969528 w 969528"/>
              <a:gd name="connsiteY7" fmla="*/ 639234 h 905934"/>
              <a:gd name="connsiteX8" fmla="*/ 599111 w 969528"/>
              <a:gd name="connsiteY8" fmla="*/ 872067 h 905934"/>
              <a:gd name="connsiteX9" fmla="*/ 476345 w 969528"/>
              <a:gd name="connsiteY9" fmla="*/ 800100 h 90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9528" h="905934">
                <a:moveTo>
                  <a:pt x="0" y="875867"/>
                </a:moveTo>
                <a:cubicBezTo>
                  <a:pt x="162983" y="816601"/>
                  <a:pt x="277378" y="876301"/>
                  <a:pt x="319711" y="905934"/>
                </a:cubicBezTo>
                <a:lnTo>
                  <a:pt x="402261" y="766234"/>
                </a:lnTo>
                <a:lnTo>
                  <a:pt x="228695" y="660400"/>
                </a:lnTo>
                <a:lnTo>
                  <a:pt x="228695" y="211667"/>
                </a:lnTo>
                <a:lnTo>
                  <a:pt x="586411" y="0"/>
                </a:lnTo>
                <a:lnTo>
                  <a:pt x="969528" y="222250"/>
                </a:lnTo>
                <a:lnTo>
                  <a:pt x="969528" y="639234"/>
                </a:lnTo>
                <a:lnTo>
                  <a:pt x="599111" y="872067"/>
                </a:lnTo>
                <a:lnTo>
                  <a:pt x="476345" y="800100"/>
                </a:lnTo>
              </a:path>
            </a:pathLst>
          </a:custGeom>
          <a:noFill/>
          <a:ln w="28575">
            <a:solidFill>
              <a:srgbClr val="00E0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2" name="Freeform 111">
            <a:extLst>
              <a:ext uri="{FF2B5EF4-FFF2-40B4-BE49-F238E27FC236}">
                <a16:creationId xmlns:a16="http://schemas.microsoft.com/office/drawing/2014/main" id="{CCED9723-D2C3-4C98-BDB7-7994D37A174E}"/>
              </a:ext>
            </a:extLst>
          </p:cNvPr>
          <p:cNvSpPr/>
          <p:nvPr/>
        </p:nvSpPr>
        <p:spPr>
          <a:xfrm rot="7214558">
            <a:off x="5707262" y="4374030"/>
            <a:ext cx="1870606" cy="1742984"/>
          </a:xfrm>
          <a:custGeom>
            <a:avLst/>
            <a:gdLst>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69528"/>
              <a:gd name="connsiteY0" fmla="*/ 875867 h 905934"/>
              <a:gd name="connsiteX1" fmla="*/ 319711 w 969528"/>
              <a:gd name="connsiteY1" fmla="*/ 905934 h 905934"/>
              <a:gd name="connsiteX2" fmla="*/ 402261 w 969528"/>
              <a:gd name="connsiteY2" fmla="*/ 766234 h 905934"/>
              <a:gd name="connsiteX3" fmla="*/ 228695 w 969528"/>
              <a:gd name="connsiteY3" fmla="*/ 660400 h 905934"/>
              <a:gd name="connsiteX4" fmla="*/ 228695 w 969528"/>
              <a:gd name="connsiteY4" fmla="*/ 211667 h 905934"/>
              <a:gd name="connsiteX5" fmla="*/ 586411 w 969528"/>
              <a:gd name="connsiteY5" fmla="*/ 0 h 905934"/>
              <a:gd name="connsiteX6" fmla="*/ 969528 w 969528"/>
              <a:gd name="connsiteY6" fmla="*/ 222250 h 905934"/>
              <a:gd name="connsiteX7" fmla="*/ 969528 w 969528"/>
              <a:gd name="connsiteY7" fmla="*/ 639234 h 905934"/>
              <a:gd name="connsiteX8" fmla="*/ 599111 w 969528"/>
              <a:gd name="connsiteY8" fmla="*/ 872067 h 905934"/>
              <a:gd name="connsiteX9" fmla="*/ 476345 w 969528"/>
              <a:gd name="connsiteY9" fmla="*/ 800100 h 905934"/>
              <a:gd name="connsiteX0" fmla="*/ 0 w 972267"/>
              <a:gd name="connsiteY0" fmla="*/ 862763 h 905934"/>
              <a:gd name="connsiteX1" fmla="*/ 322450 w 972267"/>
              <a:gd name="connsiteY1" fmla="*/ 905934 h 905934"/>
              <a:gd name="connsiteX2" fmla="*/ 405000 w 972267"/>
              <a:gd name="connsiteY2" fmla="*/ 766234 h 905934"/>
              <a:gd name="connsiteX3" fmla="*/ 231434 w 972267"/>
              <a:gd name="connsiteY3" fmla="*/ 660400 h 905934"/>
              <a:gd name="connsiteX4" fmla="*/ 231434 w 972267"/>
              <a:gd name="connsiteY4" fmla="*/ 211667 h 905934"/>
              <a:gd name="connsiteX5" fmla="*/ 589150 w 972267"/>
              <a:gd name="connsiteY5" fmla="*/ 0 h 905934"/>
              <a:gd name="connsiteX6" fmla="*/ 972267 w 972267"/>
              <a:gd name="connsiteY6" fmla="*/ 222250 h 905934"/>
              <a:gd name="connsiteX7" fmla="*/ 972267 w 972267"/>
              <a:gd name="connsiteY7" fmla="*/ 639234 h 905934"/>
              <a:gd name="connsiteX8" fmla="*/ 601850 w 972267"/>
              <a:gd name="connsiteY8" fmla="*/ 872067 h 905934"/>
              <a:gd name="connsiteX9" fmla="*/ 479084 w 972267"/>
              <a:gd name="connsiteY9" fmla="*/ 800100 h 90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2267" h="905934">
                <a:moveTo>
                  <a:pt x="0" y="862763"/>
                </a:moveTo>
                <a:cubicBezTo>
                  <a:pt x="162983" y="803497"/>
                  <a:pt x="280117" y="876301"/>
                  <a:pt x="322450" y="905934"/>
                </a:cubicBezTo>
                <a:lnTo>
                  <a:pt x="405000" y="766234"/>
                </a:lnTo>
                <a:lnTo>
                  <a:pt x="231434" y="660400"/>
                </a:lnTo>
                <a:lnTo>
                  <a:pt x="231434" y="211667"/>
                </a:lnTo>
                <a:lnTo>
                  <a:pt x="589150" y="0"/>
                </a:lnTo>
                <a:lnTo>
                  <a:pt x="972267" y="222250"/>
                </a:lnTo>
                <a:lnTo>
                  <a:pt x="972267" y="639234"/>
                </a:lnTo>
                <a:lnTo>
                  <a:pt x="601850" y="872067"/>
                </a:lnTo>
                <a:lnTo>
                  <a:pt x="479084" y="800100"/>
                </a:lnTo>
              </a:path>
            </a:pathLst>
          </a:cu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3" name="Freeform 106">
            <a:extLst>
              <a:ext uri="{FF2B5EF4-FFF2-40B4-BE49-F238E27FC236}">
                <a16:creationId xmlns:a16="http://schemas.microsoft.com/office/drawing/2014/main" id="{5FA42895-204C-49A1-94A0-C462BBFAD983}"/>
              </a:ext>
            </a:extLst>
          </p:cNvPr>
          <p:cNvSpPr/>
          <p:nvPr/>
        </p:nvSpPr>
        <p:spPr>
          <a:xfrm rot="3599732">
            <a:off x="6422965" y="2791679"/>
            <a:ext cx="1873299" cy="1742983"/>
          </a:xfrm>
          <a:custGeom>
            <a:avLst/>
            <a:gdLst>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 name="connsiteX0" fmla="*/ 0 w 973667"/>
              <a:gd name="connsiteY0" fmla="*/ 861484 h 905934"/>
              <a:gd name="connsiteX1" fmla="*/ 323850 w 973667"/>
              <a:gd name="connsiteY1" fmla="*/ 905934 h 905934"/>
              <a:gd name="connsiteX2" fmla="*/ 406400 w 973667"/>
              <a:gd name="connsiteY2" fmla="*/ 766234 h 905934"/>
              <a:gd name="connsiteX3" fmla="*/ 232834 w 973667"/>
              <a:gd name="connsiteY3" fmla="*/ 660400 h 905934"/>
              <a:gd name="connsiteX4" fmla="*/ 232834 w 973667"/>
              <a:gd name="connsiteY4" fmla="*/ 211667 h 905934"/>
              <a:gd name="connsiteX5" fmla="*/ 590550 w 973667"/>
              <a:gd name="connsiteY5" fmla="*/ 0 h 905934"/>
              <a:gd name="connsiteX6" fmla="*/ 973667 w 973667"/>
              <a:gd name="connsiteY6" fmla="*/ 222250 h 905934"/>
              <a:gd name="connsiteX7" fmla="*/ 973667 w 973667"/>
              <a:gd name="connsiteY7" fmla="*/ 639234 h 905934"/>
              <a:gd name="connsiteX8" fmla="*/ 603250 w 973667"/>
              <a:gd name="connsiteY8" fmla="*/ 872067 h 905934"/>
              <a:gd name="connsiteX9" fmla="*/ 480484 w 973667"/>
              <a:gd name="connsiteY9" fmla="*/ 800100 h 905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667" h="905934">
                <a:moveTo>
                  <a:pt x="0" y="861484"/>
                </a:moveTo>
                <a:cubicBezTo>
                  <a:pt x="162983" y="802218"/>
                  <a:pt x="281517" y="876301"/>
                  <a:pt x="323850" y="905934"/>
                </a:cubicBezTo>
                <a:lnTo>
                  <a:pt x="406400" y="766234"/>
                </a:lnTo>
                <a:lnTo>
                  <a:pt x="232834" y="660400"/>
                </a:lnTo>
                <a:lnTo>
                  <a:pt x="232834" y="211667"/>
                </a:lnTo>
                <a:lnTo>
                  <a:pt x="590550" y="0"/>
                </a:lnTo>
                <a:lnTo>
                  <a:pt x="973667" y="222250"/>
                </a:lnTo>
                <a:lnTo>
                  <a:pt x="973667" y="639234"/>
                </a:lnTo>
                <a:lnTo>
                  <a:pt x="603250" y="872067"/>
                </a:lnTo>
                <a:lnTo>
                  <a:pt x="480484" y="800100"/>
                </a:lnTo>
              </a:path>
            </a:pathLst>
          </a:cu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54" name="Rectangle 153">
            <a:extLst>
              <a:ext uri="{FF2B5EF4-FFF2-40B4-BE49-F238E27FC236}">
                <a16:creationId xmlns:a16="http://schemas.microsoft.com/office/drawing/2014/main" id="{27CC4078-B359-4FCD-9AD1-086C59E5FB5B}"/>
              </a:ext>
            </a:extLst>
          </p:cNvPr>
          <p:cNvSpPr/>
          <p:nvPr/>
        </p:nvSpPr>
        <p:spPr>
          <a:xfrm>
            <a:off x="7519804" y="1701548"/>
            <a:ext cx="3819973" cy="93871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12ABDB"/>
                </a:solidFill>
                <a:effectLst/>
                <a:uLnTx/>
                <a:uFillTx/>
                <a:latin typeface="Ubuntu"/>
                <a:ea typeface="+mn-ea"/>
                <a:cs typeface="+mn-cs"/>
              </a:rPr>
              <a:t>IDENTIFY THE NEEDS AND FORMULATE THE OBJECTIVES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Understand the context,</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Identify the key questions to be addressed,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Understand scope, coverage and timelines</a:t>
            </a:r>
          </a:p>
        </p:txBody>
      </p:sp>
      <p:sp>
        <p:nvSpPr>
          <p:cNvPr id="155" name="Rectangle 154">
            <a:extLst>
              <a:ext uri="{FF2B5EF4-FFF2-40B4-BE49-F238E27FC236}">
                <a16:creationId xmlns:a16="http://schemas.microsoft.com/office/drawing/2014/main" id="{C43C3A0D-C717-41DF-8CA2-AC7A02614EE3}"/>
              </a:ext>
            </a:extLst>
          </p:cNvPr>
          <p:cNvSpPr/>
          <p:nvPr/>
        </p:nvSpPr>
        <p:spPr>
          <a:xfrm>
            <a:off x="8471724" y="3344537"/>
            <a:ext cx="2952867" cy="110799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chemeClr val="accent5"/>
                </a:solidFill>
                <a:effectLst/>
                <a:uLnTx/>
                <a:uFillTx/>
                <a:latin typeface="Ubuntu"/>
                <a:ea typeface="+mn-ea"/>
                <a:cs typeface="+mn-cs"/>
              </a:rPr>
              <a:t>CHALK OUT THE PROJECT CHARTER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Conduct preliminary analysis</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Initiate hypothesis testing</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Build the project charter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Create the storyboard</a:t>
            </a:r>
          </a:p>
        </p:txBody>
      </p:sp>
      <p:sp>
        <p:nvSpPr>
          <p:cNvPr id="156" name="Rectangle 155">
            <a:extLst>
              <a:ext uri="{FF2B5EF4-FFF2-40B4-BE49-F238E27FC236}">
                <a16:creationId xmlns:a16="http://schemas.microsoft.com/office/drawing/2014/main" id="{CAE30C6B-C5AF-49B5-8BAC-30C464958050}"/>
              </a:ext>
            </a:extLst>
          </p:cNvPr>
          <p:cNvSpPr/>
          <p:nvPr/>
        </p:nvSpPr>
        <p:spPr>
          <a:xfrm>
            <a:off x="7519804" y="4886129"/>
            <a:ext cx="4395971" cy="1400383"/>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chemeClr val="accent1">
                    <a:lumMod val="60000"/>
                    <a:lumOff val="40000"/>
                  </a:schemeClr>
                </a:solidFill>
                <a:effectLst/>
                <a:uLnTx/>
                <a:uFillTx/>
                <a:latin typeface="Ubuntu"/>
                <a:ea typeface="+mn-ea"/>
                <a:cs typeface="+mn-cs"/>
              </a:rPr>
              <a:t>BUILD THE RESEARCH DESIGN</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Secondary research –Subscription research databases, analyst reports, industry association websites, Company annual reports/SEC filings, CXO briefings, free text search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Qualitative research- In-depth interviews,  Focus group discussions, Expert/SME interviews, Observatory research</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Quantitative research- Face to face surveys, telephonic surveys, online surveys</a:t>
            </a:r>
          </a:p>
        </p:txBody>
      </p:sp>
      <p:sp>
        <p:nvSpPr>
          <p:cNvPr id="157" name="Rectangle 156">
            <a:extLst>
              <a:ext uri="{FF2B5EF4-FFF2-40B4-BE49-F238E27FC236}">
                <a16:creationId xmlns:a16="http://schemas.microsoft.com/office/drawing/2014/main" id="{D5D8DA83-AD2A-4964-A843-93E2DF41B466}"/>
              </a:ext>
            </a:extLst>
          </p:cNvPr>
          <p:cNvSpPr/>
          <p:nvPr/>
        </p:nvSpPr>
        <p:spPr>
          <a:xfrm>
            <a:off x="846360" y="5011850"/>
            <a:ext cx="3078409" cy="723275"/>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00E0CB"/>
                </a:solidFill>
                <a:effectLst/>
                <a:uLnTx/>
                <a:uFillTx/>
                <a:latin typeface="Ubuntu"/>
                <a:ea typeface="+mn-ea"/>
                <a:cs typeface="+mn-cs"/>
              </a:rPr>
              <a:t>ANALYZE THE DATA</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Statistical analysis,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Key driver or Root Cause analysis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Predictive data analytics</a:t>
            </a:r>
          </a:p>
        </p:txBody>
      </p:sp>
      <p:sp>
        <p:nvSpPr>
          <p:cNvPr id="158" name="Rectangle 157">
            <a:extLst>
              <a:ext uri="{FF2B5EF4-FFF2-40B4-BE49-F238E27FC236}">
                <a16:creationId xmlns:a16="http://schemas.microsoft.com/office/drawing/2014/main" id="{C910BE65-0292-4913-B118-289F376E3B46}"/>
              </a:ext>
            </a:extLst>
          </p:cNvPr>
          <p:cNvSpPr/>
          <p:nvPr/>
        </p:nvSpPr>
        <p:spPr>
          <a:xfrm>
            <a:off x="543188" y="3281130"/>
            <a:ext cx="2403999" cy="93871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9AE1F7"/>
                </a:solidFill>
                <a:effectLst/>
                <a:uLnTx/>
                <a:uFillTx/>
                <a:latin typeface="Ubuntu"/>
                <a:ea typeface="+mn-ea"/>
                <a:cs typeface="+mn-cs"/>
              </a:rPr>
              <a:t>DRAW KEY INSIGHTS AND RECOMMENDATIONS</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Build the key messages and so-what takeaways,</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Draw the final recommendations</a:t>
            </a:r>
          </a:p>
        </p:txBody>
      </p:sp>
      <p:sp>
        <p:nvSpPr>
          <p:cNvPr id="159" name="Rectangle 158">
            <a:extLst>
              <a:ext uri="{FF2B5EF4-FFF2-40B4-BE49-F238E27FC236}">
                <a16:creationId xmlns:a16="http://schemas.microsoft.com/office/drawing/2014/main" id="{4A26A2E9-0415-45F7-B21D-400167B122FE}"/>
              </a:ext>
            </a:extLst>
          </p:cNvPr>
          <p:cNvSpPr/>
          <p:nvPr/>
        </p:nvSpPr>
        <p:spPr>
          <a:xfrm>
            <a:off x="704590" y="1597210"/>
            <a:ext cx="3220180" cy="110799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00E0CB"/>
                </a:solidFill>
                <a:effectLst/>
                <a:uLnTx/>
                <a:uFillTx/>
                <a:latin typeface="Ubuntu"/>
                <a:ea typeface="+mn-ea"/>
                <a:cs typeface="+mn-cs"/>
              </a:rPr>
              <a:t>REPORT BUILDING AND VISUALIZATION</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Build and design the concise PDF or PPT report </a:t>
            </a:r>
          </a:p>
          <a:p>
            <a:pPr marL="182563" marR="0" lvl="0" indent="-182563"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r>
              <a:rPr kumimoji="0" lang="en-IN" sz="1100" b="0" i="0" u="none" strike="noStrike" kern="1200" cap="none" spc="0" normalizeH="0" baseline="0" noProof="0" dirty="0">
                <a:ln>
                  <a:noFill/>
                </a:ln>
                <a:solidFill>
                  <a:srgbClr val="FFFFFF"/>
                </a:solidFill>
                <a:effectLst/>
                <a:uLnTx/>
                <a:uFillTx/>
                <a:latin typeface="Ubuntu"/>
                <a:ea typeface="+mn-ea"/>
                <a:cs typeface="+mn-cs"/>
              </a:rPr>
              <a:t>Visualization of key metrices</a:t>
            </a:r>
            <a:br>
              <a:rPr kumimoji="0" lang="en-IN" sz="1100" b="0" i="0" u="none" strike="noStrike" kern="1200" cap="none" spc="0" normalizeH="0" baseline="0" noProof="0" dirty="0">
                <a:ln>
                  <a:noFill/>
                </a:ln>
                <a:solidFill>
                  <a:srgbClr val="FFFFFF"/>
                </a:solidFill>
                <a:effectLst/>
                <a:uLnTx/>
                <a:uFillTx/>
                <a:latin typeface="Ubuntu"/>
                <a:ea typeface="+mn-ea"/>
                <a:cs typeface="+mn-cs"/>
              </a:rPr>
            </a:br>
            <a:r>
              <a:rPr kumimoji="0" lang="en-IN" sz="1100" b="0" i="0" u="none" strike="noStrike" kern="1200" cap="none" spc="0" normalizeH="0" baseline="0" noProof="0" dirty="0">
                <a:ln>
                  <a:noFill/>
                </a:ln>
                <a:solidFill>
                  <a:srgbClr val="FFFFFF"/>
                </a:solidFill>
                <a:effectLst/>
                <a:uLnTx/>
                <a:uFillTx/>
                <a:latin typeface="Ubuntu"/>
                <a:ea typeface="+mn-ea"/>
                <a:cs typeface="+mn-cs"/>
              </a:rPr>
              <a:t>/findings/recommendation through dashboards and infographs.</a:t>
            </a:r>
          </a:p>
        </p:txBody>
      </p:sp>
      <p:grpSp>
        <p:nvGrpSpPr>
          <p:cNvPr id="160" name="Group 159">
            <a:extLst>
              <a:ext uri="{FF2B5EF4-FFF2-40B4-BE49-F238E27FC236}">
                <a16:creationId xmlns:a16="http://schemas.microsoft.com/office/drawing/2014/main" id="{60E6CC7D-6D49-4DA1-9287-BD75B1CB21AE}"/>
              </a:ext>
            </a:extLst>
          </p:cNvPr>
          <p:cNvGrpSpPr/>
          <p:nvPr/>
        </p:nvGrpSpPr>
        <p:grpSpPr>
          <a:xfrm>
            <a:off x="6276472" y="1897747"/>
            <a:ext cx="693862" cy="643594"/>
            <a:chOff x="3469719" y="2554275"/>
            <a:chExt cx="518094" cy="480560"/>
          </a:xfrm>
          <a:solidFill>
            <a:schemeClr val="accent2"/>
          </a:solidFill>
        </p:grpSpPr>
        <p:sp>
          <p:nvSpPr>
            <p:cNvPr id="161" name="Freeform 53">
              <a:extLst>
                <a:ext uri="{FF2B5EF4-FFF2-40B4-BE49-F238E27FC236}">
                  <a16:creationId xmlns:a16="http://schemas.microsoft.com/office/drawing/2014/main" id="{DD3BFDC1-63C4-4C6D-BEA0-0887546F5318}"/>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162" name="Freeform 54">
              <a:extLst>
                <a:ext uri="{FF2B5EF4-FFF2-40B4-BE49-F238E27FC236}">
                  <a16:creationId xmlns:a16="http://schemas.microsoft.com/office/drawing/2014/main" id="{666DF296-82E8-4E7C-B99E-287BF5B9B632}"/>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163" name="Freeform 55">
              <a:extLst>
                <a:ext uri="{FF2B5EF4-FFF2-40B4-BE49-F238E27FC236}">
                  <a16:creationId xmlns:a16="http://schemas.microsoft.com/office/drawing/2014/main" id="{43D036C4-8AC4-4F06-81F1-55E7CD712865}"/>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164" name="Freeform 56">
              <a:extLst>
                <a:ext uri="{FF2B5EF4-FFF2-40B4-BE49-F238E27FC236}">
                  <a16:creationId xmlns:a16="http://schemas.microsoft.com/office/drawing/2014/main" id="{DF9C7D85-0302-404F-96F7-3534DE1654E3}"/>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165" name="Freeform 57">
              <a:extLst>
                <a:ext uri="{FF2B5EF4-FFF2-40B4-BE49-F238E27FC236}">
                  <a16:creationId xmlns:a16="http://schemas.microsoft.com/office/drawing/2014/main" id="{444F1D88-B840-4805-9759-BB5833C03082}"/>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grpSp>
      <p:sp>
        <p:nvSpPr>
          <p:cNvPr id="166" name="Freeform 21">
            <a:extLst>
              <a:ext uri="{FF2B5EF4-FFF2-40B4-BE49-F238E27FC236}">
                <a16:creationId xmlns:a16="http://schemas.microsoft.com/office/drawing/2014/main" id="{9423AF02-B8DA-498D-AC60-E87F2336FA85}"/>
              </a:ext>
            </a:extLst>
          </p:cNvPr>
          <p:cNvSpPr>
            <a:spLocks noEditPoints="1"/>
          </p:cNvSpPr>
          <p:nvPr/>
        </p:nvSpPr>
        <p:spPr bwMode="auto">
          <a:xfrm>
            <a:off x="7125017" y="3562351"/>
            <a:ext cx="589562" cy="710332"/>
          </a:xfrm>
          <a:custGeom>
            <a:avLst/>
            <a:gdLst>
              <a:gd name="T0" fmla="*/ 60 w 295"/>
              <a:gd name="T1" fmla="*/ 80 h 350"/>
              <a:gd name="T2" fmla="*/ 12 w 295"/>
              <a:gd name="T3" fmla="*/ 80 h 350"/>
              <a:gd name="T4" fmla="*/ 295 w 295"/>
              <a:gd name="T5" fmla="*/ 36 h 350"/>
              <a:gd name="T6" fmla="*/ 204 w 295"/>
              <a:gd name="T7" fmla="*/ 25 h 350"/>
              <a:gd name="T8" fmla="*/ 197 w 295"/>
              <a:gd name="T9" fmla="*/ 0 h 350"/>
              <a:gd name="T10" fmla="*/ 191 w 295"/>
              <a:gd name="T11" fmla="*/ 25 h 350"/>
              <a:gd name="T12" fmla="*/ 100 w 295"/>
              <a:gd name="T13" fmla="*/ 25 h 350"/>
              <a:gd name="T14" fmla="*/ 108 w 295"/>
              <a:gd name="T15" fmla="*/ 36 h 350"/>
              <a:gd name="T16" fmla="*/ 108 w 295"/>
              <a:gd name="T17" fmla="*/ 140 h 350"/>
              <a:gd name="T18" fmla="*/ 95 w 295"/>
              <a:gd name="T19" fmla="*/ 153 h 350"/>
              <a:gd name="T20" fmla="*/ 59 w 295"/>
              <a:gd name="T21" fmla="*/ 118 h 350"/>
              <a:gd name="T22" fmla="*/ 39 w 295"/>
              <a:gd name="T23" fmla="*/ 109 h 350"/>
              <a:gd name="T24" fmla="*/ 0 w 295"/>
              <a:gd name="T25" fmla="*/ 137 h 350"/>
              <a:gd name="T26" fmla="*/ 0 w 295"/>
              <a:gd name="T27" fmla="*/ 172 h 350"/>
              <a:gd name="T28" fmla="*/ 0 w 295"/>
              <a:gd name="T29" fmla="*/ 334 h 350"/>
              <a:gd name="T30" fmla="*/ 31 w 295"/>
              <a:gd name="T31" fmla="*/ 334 h 350"/>
              <a:gd name="T32" fmla="*/ 37 w 295"/>
              <a:gd name="T33" fmla="*/ 240 h 350"/>
              <a:gd name="T34" fmla="*/ 53 w 295"/>
              <a:gd name="T35" fmla="*/ 350 h 350"/>
              <a:gd name="T36" fmla="*/ 68 w 295"/>
              <a:gd name="T37" fmla="*/ 240 h 350"/>
              <a:gd name="T38" fmla="*/ 68 w 295"/>
              <a:gd name="T39" fmla="*/ 163 h 350"/>
              <a:gd name="T40" fmla="*/ 85 w 295"/>
              <a:gd name="T41" fmla="*/ 181 h 350"/>
              <a:gd name="T42" fmla="*/ 104 w 295"/>
              <a:gd name="T43" fmla="*/ 181 h 350"/>
              <a:gd name="T44" fmla="*/ 118 w 295"/>
              <a:gd name="T45" fmla="*/ 167 h 350"/>
              <a:gd name="T46" fmla="*/ 295 w 295"/>
              <a:gd name="T47" fmla="*/ 167 h 350"/>
              <a:gd name="T48" fmla="*/ 287 w 295"/>
              <a:gd name="T49" fmla="*/ 156 h 350"/>
              <a:gd name="T50" fmla="*/ 295 w 295"/>
              <a:gd name="T51" fmla="*/ 36 h 350"/>
              <a:gd name="T52" fmla="*/ 197 w 295"/>
              <a:gd name="T53" fmla="*/ 5 h 350"/>
              <a:gd name="T54" fmla="*/ 197 w 295"/>
              <a:gd name="T55" fmla="*/ 21 h 350"/>
              <a:gd name="T56" fmla="*/ 280 w 295"/>
              <a:gd name="T57" fmla="*/ 156 h 350"/>
              <a:gd name="T58" fmla="*/ 272 w 295"/>
              <a:gd name="T59" fmla="*/ 76 h 350"/>
              <a:gd name="T60" fmla="*/ 246 w 295"/>
              <a:gd name="T61" fmla="*/ 156 h 350"/>
              <a:gd name="T62" fmla="*/ 238 w 295"/>
              <a:gd name="T63" fmla="*/ 57 h 350"/>
              <a:gd name="T64" fmla="*/ 212 w 295"/>
              <a:gd name="T65" fmla="*/ 156 h 350"/>
              <a:gd name="T66" fmla="*/ 204 w 295"/>
              <a:gd name="T67" fmla="*/ 100 h 350"/>
              <a:gd name="T68" fmla="*/ 179 w 295"/>
              <a:gd name="T69" fmla="*/ 156 h 350"/>
              <a:gd name="T70" fmla="*/ 145 w 295"/>
              <a:gd name="T71" fmla="*/ 140 h 350"/>
              <a:gd name="T72" fmla="*/ 182 w 295"/>
              <a:gd name="T73" fmla="*/ 87 h 350"/>
              <a:gd name="T74" fmla="*/ 142 w 295"/>
              <a:gd name="T75" fmla="*/ 120 h 350"/>
              <a:gd name="T76" fmla="*/ 114 w 295"/>
              <a:gd name="T77" fmla="*/ 133 h 350"/>
              <a:gd name="T78" fmla="*/ 280 w 295"/>
              <a:gd name="T79" fmla="*/ 36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5" h="350">
                <a:moveTo>
                  <a:pt x="36" y="104"/>
                </a:moveTo>
                <a:cubicBezTo>
                  <a:pt x="49" y="104"/>
                  <a:pt x="60" y="93"/>
                  <a:pt x="60" y="80"/>
                </a:cubicBezTo>
                <a:cubicBezTo>
                  <a:pt x="60" y="67"/>
                  <a:pt x="49" y="56"/>
                  <a:pt x="36" y="56"/>
                </a:cubicBezTo>
                <a:cubicBezTo>
                  <a:pt x="23" y="56"/>
                  <a:pt x="12" y="67"/>
                  <a:pt x="12" y="80"/>
                </a:cubicBezTo>
                <a:cubicBezTo>
                  <a:pt x="12" y="93"/>
                  <a:pt x="23" y="104"/>
                  <a:pt x="36" y="104"/>
                </a:cubicBezTo>
                <a:close/>
                <a:moveTo>
                  <a:pt x="295" y="36"/>
                </a:moveTo>
                <a:cubicBezTo>
                  <a:pt x="295" y="25"/>
                  <a:pt x="295" y="25"/>
                  <a:pt x="295" y="25"/>
                </a:cubicBezTo>
                <a:cubicBezTo>
                  <a:pt x="204" y="25"/>
                  <a:pt x="204" y="25"/>
                  <a:pt x="204" y="25"/>
                </a:cubicBezTo>
                <a:cubicBezTo>
                  <a:pt x="208" y="23"/>
                  <a:pt x="211" y="18"/>
                  <a:pt x="211" y="13"/>
                </a:cubicBezTo>
                <a:cubicBezTo>
                  <a:pt x="211" y="6"/>
                  <a:pt x="205" y="0"/>
                  <a:pt x="197" y="0"/>
                </a:cubicBezTo>
                <a:cubicBezTo>
                  <a:pt x="190" y="0"/>
                  <a:pt x="184" y="6"/>
                  <a:pt x="184" y="13"/>
                </a:cubicBezTo>
                <a:cubicBezTo>
                  <a:pt x="184" y="18"/>
                  <a:pt x="187" y="23"/>
                  <a:pt x="191" y="25"/>
                </a:cubicBezTo>
                <a:cubicBezTo>
                  <a:pt x="114" y="25"/>
                  <a:pt x="114" y="25"/>
                  <a:pt x="114" y="25"/>
                </a:cubicBezTo>
                <a:cubicBezTo>
                  <a:pt x="100" y="25"/>
                  <a:pt x="100" y="25"/>
                  <a:pt x="100" y="25"/>
                </a:cubicBezTo>
                <a:cubicBezTo>
                  <a:pt x="100" y="36"/>
                  <a:pt x="100" y="36"/>
                  <a:pt x="100" y="36"/>
                </a:cubicBezTo>
                <a:cubicBezTo>
                  <a:pt x="108" y="36"/>
                  <a:pt x="108" y="36"/>
                  <a:pt x="108" y="36"/>
                </a:cubicBezTo>
                <a:cubicBezTo>
                  <a:pt x="108" y="37"/>
                  <a:pt x="108" y="37"/>
                  <a:pt x="108" y="37"/>
                </a:cubicBezTo>
                <a:cubicBezTo>
                  <a:pt x="108" y="140"/>
                  <a:pt x="108" y="140"/>
                  <a:pt x="108" y="140"/>
                </a:cubicBezTo>
                <a:cubicBezTo>
                  <a:pt x="101" y="147"/>
                  <a:pt x="101" y="147"/>
                  <a:pt x="101" y="147"/>
                </a:cubicBezTo>
                <a:cubicBezTo>
                  <a:pt x="95" y="153"/>
                  <a:pt x="95" y="153"/>
                  <a:pt x="95" y="153"/>
                </a:cubicBezTo>
                <a:cubicBezTo>
                  <a:pt x="84" y="142"/>
                  <a:pt x="84" y="142"/>
                  <a:pt x="84" y="142"/>
                </a:cubicBezTo>
                <a:cubicBezTo>
                  <a:pt x="59" y="118"/>
                  <a:pt x="59" y="118"/>
                  <a:pt x="59" y="118"/>
                </a:cubicBezTo>
                <a:cubicBezTo>
                  <a:pt x="59" y="117"/>
                  <a:pt x="58" y="116"/>
                  <a:pt x="57" y="116"/>
                </a:cubicBezTo>
                <a:cubicBezTo>
                  <a:pt x="52" y="112"/>
                  <a:pt x="46" y="109"/>
                  <a:pt x="39" y="109"/>
                </a:cubicBezTo>
                <a:cubicBezTo>
                  <a:pt x="29" y="109"/>
                  <a:pt x="29" y="109"/>
                  <a:pt x="29" y="109"/>
                </a:cubicBezTo>
                <a:cubicBezTo>
                  <a:pt x="14" y="109"/>
                  <a:pt x="1" y="122"/>
                  <a:pt x="0" y="137"/>
                </a:cubicBezTo>
                <a:cubicBezTo>
                  <a:pt x="0" y="138"/>
                  <a:pt x="0" y="138"/>
                  <a:pt x="0" y="139"/>
                </a:cubicBezTo>
                <a:cubicBezTo>
                  <a:pt x="0" y="172"/>
                  <a:pt x="0" y="172"/>
                  <a:pt x="0" y="172"/>
                </a:cubicBezTo>
                <a:cubicBezTo>
                  <a:pt x="0" y="240"/>
                  <a:pt x="0" y="240"/>
                  <a:pt x="0" y="240"/>
                </a:cubicBezTo>
                <a:cubicBezTo>
                  <a:pt x="0" y="334"/>
                  <a:pt x="0" y="334"/>
                  <a:pt x="0" y="334"/>
                </a:cubicBezTo>
                <a:cubicBezTo>
                  <a:pt x="0" y="343"/>
                  <a:pt x="7" y="350"/>
                  <a:pt x="16" y="350"/>
                </a:cubicBezTo>
                <a:cubicBezTo>
                  <a:pt x="24" y="350"/>
                  <a:pt x="31" y="343"/>
                  <a:pt x="31" y="334"/>
                </a:cubicBezTo>
                <a:cubicBezTo>
                  <a:pt x="31" y="240"/>
                  <a:pt x="31" y="240"/>
                  <a:pt x="31" y="240"/>
                </a:cubicBezTo>
                <a:cubicBezTo>
                  <a:pt x="37" y="240"/>
                  <a:pt x="37" y="240"/>
                  <a:pt x="37" y="240"/>
                </a:cubicBezTo>
                <a:cubicBezTo>
                  <a:pt x="37" y="334"/>
                  <a:pt x="37" y="334"/>
                  <a:pt x="37" y="334"/>
                </a:cubicBezTo>
                <a:cubicBezTo>
                  <a:pt x="37" y="343"/>
                  <a:pt x="44" y="350"/>
                  <a:pt x="53" y="350"/>
                </a:cubicBezTo>
                <a:cubicBezTo>
                  <a:pt x="61" y="350"/>
                  <a:pt x="68" y="343"/>
                  <a:pt x="68" y="334"/>
                </a:cubicBezTo>
                <a:cubicBezTo>
                  <a:pt x="68" y="240"/>
                  <a:pt x="68" y="240"/>
                  <a:pt x="68" y="240"/>
                </a:cubicBezTo>
                <a:cubicBezTo>
                  <a:pt x="68" y="240"/>
                  <a:pt x="68" y="240"/>
                  <a:pt x="68" y="240"/>
                </a:cubicBezTo>
                <a:cubicBezTo>
                  <a:pt x="68" y="163"/>
                  <a:pt x="68" y="163"/>
                  <a:pt x="68" y="163"/>
                </a:cubicBezTo>
                <a:cubicBezTo>
                  <a:pt x="83" y="179"/>
                  <a:pt x="83" y="179"/>
                  <a:pt x="83" y="179"/>
                </a:cubicBezTo>
                <a:cubicBezTo>
                  <a:pt x="84" y="179"/>
                  <a:pt x="84" y="180"/>
                  <a:pt x="85" y="181"/>
                </a:cubicBezTo>
                <a:cubicBezTo>
                  <a:pt x="89" y="185"/>
                  <a:pt x="96" y="186"/>
                  <a:pt x="101" y="183"/>
                </a:cubicBezTo>
                <a:cubicBezTo>
                  <a:pt x="102" y="183"/>
                  <a:pt x="103" y="182"/>
                  <a:pt x="104" y="181"/>
                </a:cubicBezTo>
                <a:cubicBezTo>
                  <a:pt x="105" y="180"/>
                  <a:pt x="105" y="180"/>
                  <a:pt x="106" y="179"/>
                </a:cubicBezTo>
                <a:cubicBezTo>
                  <a:pt x="118" y="167"/>
                  <a:pt x="118" y="167"/>
                  <a:pt x="118" y="167"/>
                </a:cubicBezTo>
                <a:cubicBezTo>
                  <a:pt x="150" y="167"/>
                  <a:pt x="150" y="167"/>
                  <a:pt x="150" y="167"/>
                </a:cubicBezTo>
                <a:cubicBezTo>
                  <a:pt x="295" y="167"/>
                  <a:pt x="295" y="167"/>
                  <a:pt x="295" y="167"/>
                </a:cubicBezTo>
                <a:cubicBezTo>
                  <a:pt x="295" y="156"/>
                  <a:pt x="295" y="156"/>
                  <a:pt x="295" y="156"/>
                </a:cubicBezTo>
                <a:cubicBezTo>
                  <a:pt x="287" y="156"/>
                  <a:pt x="287" y="156"/>
                  <a:pt x="287" y="156"/>
                </a:cubicBezTo>
                <a:cubicBezTo>
                  <a:pt x="287" y="36"/>
                  <a:pt x="287" y="36"/>
                  <a:pt x="287" y="36"/>
                </a:cubicBezTo>
                <a:lnTo>
                  <a:pt x="295" y="36"/>
                </a:lnTo>
                <a:close/>
                <a:moveTo>
                  <a:pt x="189" y="13"/>
                </a:moveTo>
                <a:cubicBezTo>
                  <a:pt x="189" y="9"/>
                  <a:pt x="193" y="5"/>
                  <a:pt x="197" y="5"/>
                </a:cubicBezTo>
                <a:cubicBezTo>
                  <a:pt x="202" y="5"/>
                  <a:pt x="205" y="9"/>
                  <a:pt x="205" y="13"/>
                </a:cubicBezTo>
                <a:cubicBezTo>
                  <a:pt x="205" y="18"/>
                  <a:pt x="202" y="21"/>
                  <a:pt x="197" y="21"/>
                </a:cubicBezTo>
                <a:cubicBezTo>
                  <a:pt x="193" y="21"/>
                  <a:pt x="189" y="18"/>
                  <a:pt x="189" y="13"/>
                </a:cubicBezTo>
                <a:close/>
                <a:moveTo>
                  <a:pt x="280" y="156"/>
                </a:moveTo>
                <a:cubicBezTo>
                  <a:pt x="272" y="156"/>
                  <a:pt x="272" y="156"/>
                  <a:pt x="272" y="156"/>
                </a:cubicBezTo>
                <a:cubicBezTo>
                  <a:pt x="272" y="76"/>
                  <a:pt x="272" y="76"/>
                  <a:pt x="272" y="76"/>
                </a:cubicBezTo>
                <a:cubicBezTo>
                  <a:pt x="246" y="76"/>
                  <a:pt x="246" y="76"/>
                  <a:pt x="246" y="76"/>
                </a:cubicBezTo>
                <a:cubicBezTo>
                  <a:pt x="246" y="156"/>
                  <a:pt x="246" y="156"/>
                  <a:pt x="246" y="156"/>
                </a:cubicBezTo>
                <a:cubicBezTo>
                  <a:pt x="238" y="156"/>
                  <a:pt x="238" y="156"/>
                  <a:pt x="238" y="156"/>
                </a:cubicBezTo>
                <a:cubicBezTo>
                  <a:pt x="238" y="57"/>
                  <a:pt x="238" y="57"/>
                  <a:pt x="238" y="57"/>
                </a:cubicBezTo>
                <a:cubicBezTo>
                  <a:pt x="212" y="57"/>
                  <a:pt x="212" y="57"/>
                  <a:pt x="212" y="57"/>
                </a:cubicBezTo>
                <a:cubicBezTo>
                  <a:pt x="212" y="156"/>
                  <a:pt x="212" y="156"/>
                  <a:pt x="212" y="156"/>
                </a:cubicBezTo>
                <a:cubicBezTo>
                  <a:pt x="204" y="156"/>
                  <a:pt x="204" y="156"/>
                  <a:pt x="204" y="156"/>
                </a:cubicBezTo>
                <a:cubicBezTo>
                  <a:pt x="204" y="100"/>
                  <a:pt x="204" y="100"/>
                  <a:pt x="204" y="100"/>
                </a:cubicBezTo>
                <a:cubicBezTo>
                  <a:pt x="179" y="100"/>
                  <a:pt x="179" y="100"/>
                  <a:pt x="179" y="100"/>
                </a:cubicBezTo>
                <a:cubicBezTo>
                  <a:pt x="179" y="156"/>
                  <a:pt x="179" y="156"/>
                  <a:pt x="179" y="156"/>
                </a:cubicBezTo>
                <a:cubicBezTo>
                  <a:pt x="129" y="156"/>
                  <a:pt x="129" y="156"/>
                  <a:pt x="129" y="156"/>
                </a:cubicBezTo>
                <a:cubicBezTo>
                  <a:pt x="145" y="140"/>
                  <a:pt x="145" y="140"/>
                  <a:pt x="145" y="140"/>
                </a:cubicBezTo>
                <a:cubicBezTo>
                  <a:pt x="148" y="136"/>
                  <a:pt x="149" y="130"/>
                  <a:pt x="146" y="126"/>
                </a:cubicBezTo>
                <a:cubicBezTo>
                  <a:pt x="182" y="87"/>
                  <a:pt x="182" y="87"/>
                  <a:pt x="182" y="87"/>
                </a:cubicBezTo>
                <a:cubicBezTo>
                  <a:pt x="179" y="85"/>
                  <a:pt x="179" y="85"/>
                  <a:pt x="179" y="85"/>
                </a:cubicBezTo>
                <a:cubicBezTo>
                  <a:pt x="142" y="120"/>
                  <a:pt x="142" y="120"/>
                  <a:pt x="142" y="120"/>
                </a:cubicBezTo>
                <a:cubicBezTo>
                  <a:pt x="137" y="117"/>
                  <a:pt x="130" y="117"/>
                  <a:pt x="126" y="121"/>
                </a:cubicBezTo>
                <a:cubicBezTo>
                  <a:pt x="114" y="133"/>
                  <a:pt x="114" y="133"/>
                  <a:pt x="114" y="133"/>
                </a:cubicBezTo>
                <a:cubicBezTo>
                  <a:pt x="114" y="36"/>
                  <a:pt x="114" y="36"/>
                  <a:pt x="114" y="36"/>
                </a:cubicBezTo>
                <a:cubicBezTo>
                  <a:pt x="280" y="36"/>
                  <a:pt x="280" y="36"/>
                  <a:pt x="280" y="36"/>
                </a:cubicBezTo>
                <a:lnTo>
                  <a:pt x="280" y="156"/>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Ubuntu"/>
              <a:ea typeface="+mn-ea"/>
              <a:cs typeface="+mn-cs"/>
            </a:endParaRPr>
          </a:p>
        </p:txBody>
      </p:sp>
      <p:grpSp>
        <p:nvGrpSpPr>
          <p:cNvPr id="167" name="Group 166">
            <a:extLst>
              <a:ext uri="{FF2B5EF4-FFF2-40B4-BE49-F238E27FC236}">
                <a16:creationId xmlns:a16="http://schemas.microsoft.com/office/drawing/2014/main" id="{EA11E893-B89F-4A63-B40A-1D6A46D2ABD7}"/>
              </a:ext>
            </a:extLst>
          </p:cNvPr>
          <p:cNvGrpSpPr/>
          <p:nvPr/>
        </p:nvGrpSpPr>
        <p:grpSpPr>
          <a:xfrm>
            <a:off x="6279487" y="5142855"/>
            <a:ext cx="597450" cy="699992"/>
            <a:chOff x="6818764" y="2595897"/>
            <a:chExt cx="740276" cy="867331"/>
          </a:xfrm>
        </p:grpSpPr>
        <p:grpSp>
          <p:nvGrpSpPr>
            <p:cNvPr id="168" name="Group 167">
              <a:extLst>
                <a:ext uri="{FF2B5EF4-FFF2-40B4-BE49-F238E27FC236}">
                  <a16:creationId xmlns:a16="http://schemas.microsoft.com/office/drawing/2014/main" id="{4E9CD16E-6302-453B-9ED6-35A78D55569F}"/>
                </a:ext>
              </a:extLst>
            </p:cNvPr>
            <p:cNvGrpSpPr/>
            <p:nvPr/>
          </p:nvGrpSpPr>
          <p:grpSpPr>
            <a:xfrm>
              <a:off x="6818764" y="2595897"/>
              <a:ext cx="580371" cy="867331"/>
              <a:chOff x="7729992" y="5299817"/>
              <a:chExt cx="252631" cy="377544"/>
            </a:xfrm>
          </p:grpSpPr>
          <p:sp>
            <p:nvSpPr>
              <p:cNvPr id="172" name="Freeform 86">
                <a:extLst>
                  <a:ext uri="{FF2B5EF4-FFF2-40B4-BE49-F238E27FC236}">
                    <a16:creationId xmlns:a16="http://schemas.microsoft.com/office/drawing/2014/main" id="{26ADF12B-8D0F-4DD2-B934-E362A63A1380}"/>
                  </a:ext>
                </a:extLst>
              </p:cNvPr>
              <p:cNvSpPr>
                <a:spLocks/>
              </p:cNvSpPr>
              <p:nvPr/>
            </p:nvSpPr>
            <p:spPr bwMode="auto">
              <a:xfrm>
                <a:off x="7729992" y="5299817"/>
                <a:ext cx="252631" cy="377544"/>
              </a:xfrm>
              <a:custGeom>
                <a:avLst/>
                <a:gdLst>
                  <a:gd name="T0" fmla="*/ 75 w 76"/>
                  <a:gd name="T1" fmla="*/ 114 h 114"/>
                  <a:gd name="T2" fmla="*/ 3 w 76"/>
                  <a:gd name="T3" fmla="*/ 112 h 114"/>
                  <a:gd name="T4" fmla="*/ 2 w 76"/>
                  <a:gd name="T5" fmla="*/ 3 h 114"/>
                  <a:gd name="T6" fmla="*/ 75 w 76"/>
                  <a:gd name="T7" fmla="*/ 2 h 114"/>
                  <a:gd name="T8" fmla="*/ 75 w 76"/>
                  <a:gd name="T9" fmla="*/ 114 h 114"/>
                </a:gdLst>
                <a:ahLst/>
                <a:cxnLst>
                  <a:cxn ang="0">
                    <a:pos x="T0" y="T1"/>
                  </a:cxn>
                  <a:cxn ang="0">
                    <a:pos x="T2" y="T3"/>
                  </a:cxn>
                  <a:cxn ang="0">
                    <a:pos x="T4" y="T5"/>
                  </a:cxn>
                  <a:cxn ang="0">
                    <a:pos x="T6" y="T7"/>
                  </a:cxn>
                  <a:cxn ang="0">
                    <a:pos x="T8" y="T9"/>
                  </a:cxn>
                </a:cxnLst>
                <a:rect l="0" t="0" r="r" b="b"/>
                <a:pathLst>
                  <a:path w="76" h="114">
                    <a:moveTo>
                      <a:pt x="75" y="114"/>
                    </a:moveTo>
                    <a:cubicBezTo>
                      <a:pt x="3" y="112"/>
                      <a:pt x="3" y="112"/>
                      <a:pt x="3" y="112"/>
                    </a:cubicBezTo>
                    <a:cubicBezTo>
                      <a:pt x="3" y="112"/>
                      <a:pt x="0" y="41"/>
                      <a:pt x="2" y="3"/>
                    </a:cubicBezTo>
                    <a:cubicBezTo>
                      <a:pt x="24" y="0"/>
                      <a:pt x="54" y="0"/>
                      <a:pt x="75" y="2"/>
                    </a:cubicBezTo>
                    <a:cubicBezTo>
                      <a:pt x="76" y="53"/>
                      <a:pt x="75" y="114"/>
                      <a:pt x="75" y="114"/>
                    </a:cubicBezTo>
                  </a:path>
                </a:pathLst>
              </a:custGeom>
              <a:solidFill>
                <a:schemeClr val="accent2">
                  <a:lumMod val="40000"/>
                  <a:lumOff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3" name="Rectangle 87">
                <a:extLst>
                  <a:ext uri="{FF2B5EF4-FFF2-40B4-BE49-F238E27FC236}">
                    <a16:creationId xmlns:a16="http://schemas.microsoft.com/office/drawing/2014/main" id="{6B0566F4-8A5B-47A8-B0DC-1A1F1610A177}"/>
                  </a:ext>
                </a:extLst>
              </p:cNvPr>
              <p:cNvSpPr>
                <a:spLocks noChangeArrowheads="1"/>
              </p:cNvSpPr>
              <p:nvPr/>
            </p:nvSpPr>
            <p:spPr bwMode="auto">
              <a:xfrm>
                <a:off x="7773502" y="5355957"/>
                <a:ext cx="165614" cy="126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4" name="Rectangle 88">
                <a:extLst>
                  <a:ext uri="{FF2B5EF4-FFF2-40B4-BE49-F238E27FC236}">
                    <a16:creationId xmlns:a16="http://schemas.microsoft.com/office/drawing/2014/main" id="{8A83A0F0-CB2C-4B53-89D1-421AF075058D}"/>
                  </a:ext>
                </a:extLst>
              </p:cNvPr>
              <p:cNvSpPr>
                <a:spLocks noChangeArrowheads="1"/>
              </p:cNvSpPr>
              <p:nvPr/>
            </p:nvSpPr>
            <p:spPr bwMode="auto">
              <a:xfrm>
                <a:off x="7773502" y="5399467"/>
                <a:ext cx="165614" cy="126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5" name="Rectangle 89">
                <a:extLst>
                  <a:ext uri="{FF2B5EF4-FFF2-40B4-BE49-F238E27FC236}">
                    <a16:creationId xmlns:a16="http://schemas.microsoft.com/office/drawing/2014/main" id="{9A33F951-5A95-4CB5-B5B8-02F03249932C}"/>
                  </a:ext>
                </a:extLst>
              </p:cNvPr>
              <p:cNvSpPr>
                <a:spLocks noChangeArrowheads="1"/>
              </p:cNvSpPr>
              <p:nvPr/>
            </p:nvSpPr>
            <p:spPr bwMode="auto">
              <a:xfrm>
                <a:off x="7773502" y="5441572"/>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6" name="Rectangle 90">
                <a:extLst>
                  <a:ext uri="{FF2B5EF4-FFF2-40B4-BE49-F238E27FC236}">
                    <a16:creationId xmlns:a16="http://schemas.microsoft.com/office/drawing/2014/main" id="{8257E414-4E0B-45FE-AAEF-6E59E3E91F35}"/>
                  </a:ext>
                </a:extLst>
              </p:cNvPr>
              <p:cNvSpPr>
                <a:spLocks noChangeArrowheads="1"/>
              </p:cNvSpPr>
              <p:nvPr/>
            </p:nvSpPr>
            <p:spPr bwMode="auto">
              <a:xfrm>
                <a:off x="7773502" y="5489291"/>
                <a:ext cx="165614" cy="9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7" name="Rectangle 91">
                <a:extLst>
                  <a:ext uri="{FF2B5EF4-FFF2-40B4-BE49-F238E27FC236}">
                    <a16:creationId xmlns:a16="http://schemas.microsoft.com/office/drawing/2014/main" id="{D8298E0D-4232-4403-A0BC-72AC7099AA77}"/>
                  </a:ext>
                </a:extLst>
              </p:cNvPr>
              <p:cNvSpPr>
                <a:spLocks noChangeArrowheads="1"/>
              </p:cNvSpPr>
              <p:nvPr/>
            </p:nvSpPr>
            <p:spPr bwMode="auto">
              <a:xfrm>
                <a:off x="7773502" y="5531396"/>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8" name="Rectangle 92">
                <a:extLst>
                  <a:ext uri="{FF2B5EF4-FFF2-40B4-BE49-F238E27FC236}">
                    <a16:creationId xmlns:a16="http://schemas.microsoft.com/office/drawing/2014/main" id="{1B78239E-01B3-4292-99FC-452CB93DC98E}"/>
                  </a:ext>
                </a:extLst>
              </p:cNvPr>
              <p:cNvSpPr>
                <a:spLocks noChangeArrowheads="1"/>
              </p:cNvSpPr>
              <p:nvPr/>
            </p:nvSpPr>
            <p:spPr bwMode="auto">
              <a:xfrm>
                <a:off x="7773502" y="5574905"/>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9" name="Rectangle 93">
                <a:extLst>
                  <a:ext uri="{FF2B5EF4-FFF2-40B4-BE49-F238E27FC236}">
                    <a16:creationId xmlns:a16="http://schemas.microsoft.com/office/drawing/2014/main" id="{1B7841EB-6198-48F2-9FF9-59BA3CA0499E}"/>
                  </a:ext>
                </a:extLst>
              </p:cNvPr>
              <p:cNvSpPr>
                <a:spLocks noChangeArrowheads="1"/>
              </p:cNvSpPr>
              <p:nvPr/>
            </p:nvSpPr>
            <p:spPr bwMode="auto">
              <a:xfrm>
                <a:off x="7773502" y="5611396"/>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169" name="Group 168">
              <a:extLst>
                <a:ext uri="{FF2B5EF4-FFF2-40B4-BE49-F238E27FC236}">
                  <a16:creationId xmlns:a16="http://schemas.microsoft.com/office/drawing/2014/main" id="{1EC86EEA-83C3-4D58-A8DC-3B55C82501A3}"/>
                </a:ext>
              </a:extLst>
            </p:cNvPr>
            <p:cNvGrpSpPr/>
            <p:nvPr/>
          </p:nvGrpSpPr>
          <p:grpSpPr>
            <a:xfrm>
              <a:off x="6963527" y="2864764"/>
              <a:ext cx="595513" cy="577155"/>
              <a:chOff x="7095607" y="2915564"/>
              <a:chExt cx="595513" cy="577155"/>
            </a:xfrm>
          </p:grpSpPr>
          <p:sp>
            <p:nvSpPr>
              <p:cNvPr id="170" name="Freeform 300">
                <a:extLst>
                  <a:ext uri="{FF2B5EF4-FFF2-40B4-BE49-F238E27FC236}">
                    <a16:creationId xmlns:a16="http://schemas.microsoft.com/office/drawing/2014/main" id="{711B0BEE-F6E1-4CF4-83EC-F05008FD091D}"/>
                  </a:ext>
                </a:extLst>
              </p:cNvPr>
              <p:cNvSpPr>
                <a:spLocks noEditPoints="1"/>
              </p:cNvSpPr>
              <p:nvPr/>
            </p:nvSpPr>
            <p:spPr bwMode="auto">
              <a:xfrm flipH="1">
                <a:off x="7095607" y="2915564"/>
                <a:ext cx="595513" cy="577155"/>
              </a:xfrm>
              <a:custGeom>
                <a:avLst/>
                <a:gdLst>
                  <a:gd name="T0" fmla="*/ 10 w 137"/>
                  <a:gd name="T1" fmla="*/ 127 h 132"/>
                  <a:gd name="T2" fmla="*/ 29 w 137"/>
                  <a:gd name="T3" fmla="*/ 127 h 132"/>
                  <a:gd name="T4" fmla="*/ 70 w 137"/>
                  <a:gd name="T5" fmla="*/ 86 h 132"/>
                  <a:gd name="T6" fmla="*/ 120 w 137"/>
                  <a:gd name="T7" fmla="*/ 78 h 132"/>
                  <a:gd name="T8" fmla="*/ 120 w 137"/>
                  <a:gd name="T9" fmla="*/ 17 h 132"/>
                  <a:gd name="T10" fmla="*/ 59 w 137"/>
                  <a:gd name="T11" fmla="*/ 17 h 132"/>
                  <a:gd name="T12" fmla="*/ 51 w 137"/>
                  <a:gd name="T13" fmla="*/ 67 h 132"/>
                  <a:gd name="T14" fmla="*/ 0 w 137"/>
                  <a:gd name="T15" fmla="*/ 118 h 132"/>
                  <a:gd name="T16" fmla="*/ 67 w 137"/>
                  <a:gd name="T17" fmla="*/ 25 h 132"/>
                  <a:gd name="T18" fmla="*/ 112 w 137"/>
                  <a:gd name="T19" fmla="*/ 25 h 132"/>
                  <a:gd name="T20" fmla="*/ 112 w 137"/>
                  <a:gd name="T21" fmla="*/ 70 h 132"/>
                  <a:gd name="T22" fmla="*/ 67 w 137"/>
                  <a:gd name="T23" fmla="*/ 70 h 132"/>
                  <a:gd name="T24" fmla="*/ 67 w 137"/>
                  <a:gd name="T25" fmla="*/ 2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 h="132">
                    <a:moveTo>
                      <a:pt x="10" y="127"/>
                    </a:moveTo>
                    <a:cubicBezTo>
                      <a:pt x="15" y="132"/>
                      <a:pt x="24" y="132"/>
                      <a:pt x="29" y="127"/>
                    </a:cubicBezTo>
                    <a:cubicBezTo>
                      <a:pt x="70" y="86"/>
                      <a:pt x="70" y="86"/>
                      <a:pt x="70" y="86"/>
                    </a:cubicBezTo>
                    <a:cubicBezTo>
                      <a:pt x="86" y="94"/>
                      <a:pt x="106" y="91"/>
                      <a:pt x="120" y="78"/>
                    </a:cubicBezTo>
                    <a:cubicBezTo>
                      <a:pt x="137" y="61"/>
                      <a:pt x="137" y="34"/>
                      <a:pt x="120" y="17"/>
                    </a:cubicBezTo>
                    <a:cubicBezTo>
                      <a:pt x="103" y="0"/>
                      <a:pt x="76" y="0"/>
                      <a:pt x="59" y="17"/>
                    </a:cubicBezTo>
                    <a:cubicBezTo>
                      <a:pt x="46" y="30"/>
                      <a:pt x="43" y="51"/>
                      <a:pt x="51" y="67"/>
                    </a:cubicBezTo>
                    <a:cubicBezTo>
                      <a:pt x="0" y="118"/>
                      <a:pt x="0" y="118"/>
                      <a:pt x="0" y="118"/>
                    </a:cubicBezTo>
                    <a:moveTo>
                      <a:pt x="67" y="25"/>
                    </a:moveTo>
                    <a:cubicBezTo>
                      <a:pt x="79" y="12"/>
                      <a:pt x="99" y="12"/>
                      <a:pt x="112" y="25"/>
                    </a:cubicBezTo>
                    <a:cubicBezTo>
                      <a:pt x="125" y="38"/>
                      <a:pt x="125" y="58"/>
                      <a:pt x="112" y="70"/>
                    </a:cubicBezTo>
                    <a:cubicBezTo>
                      <a:pt x="99" y="83"/>
                      <a:pt x="79" y="83"/>
                      <a:pt x="67" y="70"/>
                    </a:cubicBezTo>
                    <a:cubicBezTo>
                      <a:pt x="54" y="58"/>
                      <a:pt x="54" y="37"/>
                      <a:pt x="67" y="25"/>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1" name="Oval 170">
                <a:extLst>
                  <a:ext uri="{FF2B5EF4-FFF2-40B4-BE49-F238E27FC236}">
                    <a16:creationId xmlns:a16="http://schemas.microsoft.com/office/drawing/2014/main" id="{6BB642CD-6817-4668-8870-851C6BC022FC}"/>
                  </a:ext>
                </a:extLst>
              </p:cNvPr>
              <p:cNvSpPr/>
              <p:nvPr/>
            </p:nvSpPr>
            <p:spPr>
              <a:xfrm>
                <a:off x="7158555" y="2983353"/>
                <a:ext cx="281917" cy="28191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Ubuntu"/>
                  <a:ea typeface="+mn-ea"/>
                  <a:cs typeface="+mn-cs"/>
                </a:endParaRPr>
              </a:p>
            </p:txBody>
          </p:sp>
        </p:grpSp>
      </p:grpSp>
      <p:grpSp>
        <p:nvGrpSpPr>
          <p:cNvPr id="180" name="Groupe 720">
            <a:extLst>
              <a:ext uri="{FF2B5EF4-FFF2-40B4-BE49-F238E27FC236}">
                <a16:creationId xmlns:a16="http://schemas.microsoft.com/office/drawing/2014/main" id="{19BAE2D3-65EC-4B15-BA6C-CA9A9F7E78B3}"/>
              </a:ext>
            </a:extLst>
          </p:cNvPr>
          <p:cNvGrpSpPr/>
          <p:nvPr/>
        </p:nvGrpSpPr>
        <p:grpSpPr>
          <a:xfrm>
            <a:off x="4470526" y="5054081"/>
            <a:ext cx="634873" cy="624828"/>
            <a:chOff x="6605588" y="2852738"/>
            <a:chExt cx="501650" cy="493712"/>
          </a:xfrm>
        </p:grpSpPr>
        <p:sp>
          <p:nvSpPr>
            <p:cNvPr id="181" name="Freeform 186">
              <a:extLst>
                <a:ext uri="{FF2B5EF4-FFF2-40B4-BE49-F238E27FC236}">
                  <a16:creationId xmlns:a16="http://schemas.microsoft.com/office/drawing/2014/main" id="{58E6C84B-12B6-49B9-B6AF-8B4361DFF046}"/>
                </a:ext>
              </a:extLst>
            </p:cNvPr>
            <p:cNvSpPr>
              <a:spLocks/>
            </p:cNvSpPr>
            <p:nvPr/>
          </p:nvSpPr>
          <p:spPr bwMode="auto">
            <a:xfrm>
              <a:off x="6734175" y="2852738"/>
              <a:ext cx="373063" cy="371475"/>
            </a:xfrm>
            <a:custGeom>
              <a:avLst/>
              <a:gdLst>
                <a:gd name="T0" fmla="*/ 90 w 110"/>
                <a:gd name="T1" fmla="*/ 90 h 109"/>
                <a:gd name="T2" fmla="*/ 90 w 110"/>
                <a:gd name="T3" fmla="*/ 19 h 109"/>
                <a:gd name="T4" fmla="*/ 20 w 110"/>
                <a:gd name="T5" fmla="*/ 19 h 109"/>
                <a:gd name="T6" fmla="*/ 20 w 110"/>
                <a:gd name="T7" fmla="*/ 90 h 109"/>
                <a:gd name="T8" fmla="*/ 90 w 110"/>
                <a:gd name="T9" fmla="*/ 90 h 109"/>
              </a:gdLst>
              <a:ahLst/>
              <a:cxnLst>
                <a:cxn ang="0">
                  <a:pos x="T0" y="T1"/>
                </a:cxn>
                <a:cxn ang="0">
                  <a:pos x="T2" y="T3"/>
                </a:cxn>
                <a:cxn ang="0">
                  <a:pos x="T4" y="T5"/>
                </a:cxn>
                <a:cxn ang="0">
                  <a:pos x="T6" y="T7"/>
                </a:cxn>
                <a:cxn ang="0">
                  <a:pos x="T8" y="T9"/>
                </a:cxn>
              </a:cxnLst>
              <a:rect l="0" t="0" r="r" b="b"/>
              <a:pathLst>
                <a:path w="110" h="109">
                  <a:moveTo>
                    <a:pt x="90" y="90"/>
                  </a:moveTo>
                  <a:cubicBezTo>
                    <a:pt x="110" y="70"/>
                    <a:pt x="110" y="39"/>
                    <a:pt x="90" y="19"/>
                  </a:cubicBezTo>
                  <a:cubicBezTo>
                    <a:pt x="70" y="0"/>
                    <a:pt x="39" y="0"/>
                    <a:pt x="20" y="19"/>
                  </a:cubicBezTo>
                  <a:cubicBezTo>
                    <a:pt x="0" y="39"/>
                    <a:pt x="0" y="70"/>
                    <a:pt x="20" y="90"/>
                  </a:cubicBezTo>
                  <a:cubicBezTo>
                    <a:pt x="39" y="109"/>
                    <a:pt x="70" y="109"/>
                    <a:pt x="90" y="90"/>
                  </a:cubicBezTo>
                  <a:close/>
                </a:path>
              </a:pathLst>
            </a:custGeom>
            <a:solidFill>
              <a:srgbClr val="00E0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82" name="Freeform 187">
              <a:extLst>
                <a:ext uri="{FF2B5EF4-FFF2-40B4-BE49-F238E27FC236}">
                  <a16:creationId xmlns:a16="http://schemas.microsoft.com/office/drawing/2014/main" id="{62DB9428-2716-4476-B1BD-9CD6A55ACAE0}"/>
                </a:ext>
              </a:extLst>
            </p:cNvPr>
            <p:cNvSpPr>
              <a:spLocks/>
            </p:cNvSpPr>
            <p:nvPr/>
          </p:nvSpPr>
          <p:spPr bwMode="auto">
            <a:xfrm>
              <a:off x="6772275" y="2890838"/>
              <a:ext cx="293688" cy="295275"/>
            </a:xfrm>
            <a:custGeom>
              <a:avLst/>
              <a:gdLst>
                <a:gd name="T0" fmla="*/ 71 w 87"/>
                <a:gd name="T1" fmla="*/ 71 h 87"/>
                <a:gd name="T2" fmla="*/ 71 w 87"/>
                <a:gd name="T3" fmla="*/ 16 h 87"/>
                <a:gd name="T4" fmla="*/ 16 w 87"/>
                <a:gd name="T5" fmla="*/ 16 h 87"/>
                <a:gd name="T6" fmla="*/ 16 w 87"/>
                <a:gd name="T7" fmla="*/ 71 h 87"/>
                <a:gd name="T8" fmla="*/ 71 w 87"/>
                <a:gd name="T9" fmla="*/ 71 h 87"/>
              </a:gdLst>
              <a:ahLst/>
              <a:cxnLst>
                <a:cxn ang="0">
                  <a:pos x="T0" y="T1"/>
                </a:cxn>
                <a:cxn ang="0">
                  <a:pos x="T2" y="T3"/>
                </a:cxn>
                <a:cxn ang="0">
                  <a:pos x="T4" y="T5"/>
                </a:cxn>
                <a:cxn ang="0">
                  <a:pos x="T6" y="T7"/>
                </a:cxn>
                <a:cxn ang="0">
                  <a:pos x="T8" y="T9"/>
                </a:cxn>
              </a:cxnLst>
              <a:rect l="0" t="0" r="r" b="b"/>
              <a:pathLst>
                <a:path w="87" h="87">
                  <a:moveTo>
                    <a:pt x="71" y="71"/>
                  </a:moveTo>
                  <a:cubicBezTo>
                    <a:pt x="87" y="56"/>
                    <a:pt x="87" y="31"/>
                    <a:pt x="71" y="16"/>
                  </a:cubicBezTo>
                  <a:cubicBezTo>
                    <a:pt x="56" y="0"/>
                    <a:pt x="31" y="0"/>
                    <a:pt x="16" y="16"/>
                  </a:cubicBezTo>
                  <a:cubicBezTo>
                    <a:pt x="0" y="31"/>
                    <a:pt x="0" y="56"/>
                    <a:pt x="16" y="71"/>
                  </a:cubicBezTo>
                  <a:cubicBezTo>
                    <a:pt x="31" y="87"/>
                    <a:pt x="56" y="87"/>
                    <a:pt x="71" y="71"/>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83" name="Freeform 188">
              <a:extLst>
                <a:ext uri="{FF2B5EF4-FFF2-40B4-BE49-F238E27FC236}">
                  <a16:creationId xmlns:a16="http://schemas.microsoft.com/office/drawing/2014/main" id="{BB520B0A-D964-4F95-9CEE-C74FF08B0FF9}"/>
                </a:ext>
              </a:extLst>
            </p:cNvPr>
            <p:cNvSpPr>
              <a:spLocks/>
            </p:cNvSpPr>
            <p:nvPr/>
          </p:nvSpPr>
          <p:spPr bwMode="auto">
            <a:xfrm>
              <a:off x="6764338" y="3128963"/>
              <a:ext cx="65088" cy="63500"/>
            </a:xfrm>
            <a:custGeom>
              <a:avLst/>
              <a:gdLst>
                <a:gd name="T0" fmla="*/ 0 w 41"/>
                <a:gd name="T1" fmla="*/ 17 h 40"/>
                <a:gd name="T2" fmla="*/ 17 w 41"/>
                <a:gd name="T3" fmla="*/ 0 h 40"/>
                <a:gd name="T4" fmla="*/ 41 w 41"/>
                <a:gd name="T5" fmla="*/ 23 h 40"/>
                <a:gd name="T6" fmla="*/ 24 w 41"/>
                <a:gd name="T7" fmla="*/ 40 h 40"/>
                <a:gd name="T8" fmla="*/ 0 w 41"/>
                <a:gd name="T9" fmla="*/ 17 h 40"/>
              </a:gdLst>
              <a:ahLst/>
              <a:cxnLst>
                <a:cxn ang="0">
                  <a:pos x="T0" y="T1"/>
                </a:cxn>
                <a:cxn ang="0">
                  <a:pos x="T2" y="T3"/>
                </a:cxn>
                <a:cxn ang="0">
                  <a:pos x="T4" y="T5"/>
                </a:cxn>
                <a:cxn ang="0">
                  <a:pos x="T6" y="T7"/>
                </a:cxn>
                <a:cxn ang="0">
                  <a:pos x="T8" y="T9"/>
                </a:cxn>
              </a:cxnLst>
              <a:rect l="0" t="0" r="r" b="b"/>
              <a:pathLst>
                <a:path w="41" h="40">
                  <a:moveTo>
                    <a:pt x="0" y="17"/>
                  </a:moveTo>
                  <a:lnTo>
                    <a:pt x="17" y="0"/>
                  </a:lnTo>
                  <a:lnTo>
                    <a:pt x="41" y="23"/>
                  </a:lnTo>
                  <a:lnTo>
                    <a:pt x="24" y="40"/>
                  </a:lnTo>
                  <a:lnTo>
                    <a:pt x="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84" name="Freeform 189">
              <a:extLst>
                <a:ext uri="{FF2B5EF4-FFF2-40B4-BE49-F238E27FC236}">
                  <a16:creationId xmlns:a16="http://schemas.microsoft.com/office/drawing/2014/main" id="{CC4B2F44-EC08-47BB-8A8A-6CD165CD989B}"/>
                </a:ext>
              </a:extLst>
            </p:cNvPr>
            <p:cNvSpPr>
              <a:spLocks/>
            </p:cNvSpPr>
            <p:nvPr/>
          </p:nvSpPr>
          <p:spPr bwMode="auto">
            <a:xfrm>
              <a:off x="6724650" y="3148013"/>
              <a:ext cx="84138" cy="82550"/>
            </a:xfrm>
            <a:custGeom>
              <a:avLst/>
              <a:gdLst>
                <a:gd name="T0" fmla="*/ 0 w 53"/>
                <a:gd name="T1" fmla="*/ 22 h 52"/>
                <a:gd name="T2" fmla="*/ 23 w 53"/>
                <a:gd name="T3" fmla="*/ 0 h 52"/>
                <a:gd name="T4" fmla="*/ 53 w 53"/>
                <a:gd name="T5" fmla="*/ 30 h 52"/>
                <a:gd name="T6" fmla="*/ 32 w 53"/>
                <a:gd name="T7" fmla="*/ 52 h 52"/>
                <a:gd name="T8" fmla="*/ 0 w 53"/>
                <a:gd name="T9" fmla="*/ 22 h 52"/>
              </a:gdLst>
              <a:ahLst/>
              <a:cxnLst>
                <a:cxn ang="0">
                  <a:pos x="T0" y="T1"/>
                </a:cxn>
                <a:cxn ang="0">
                  <a:pos x="T2" y="T3"/>
                </a:cxn>
                <a:cxn ang="0">
                  <a:pos x="T4" y="T5"/>
                </a:cxn>
                <a:cxn ang="0">
                  <a:pos x="T6" y="T7"/>
                </a:cxn>
                <a:cxn ang="0">
                  <a:pos x="T8" y="T9"/>
                </a:cxn>
              </a:cxnLst>
              <a:rect l="0" t="0" r="r" b="b"/>
              <a:pathLst>
                <a:path w="53" h="52">
                  <a:moveTo>
                    <a:pt x="0" y="22"/>
                  </a:moveTo>
                  <a:lnTo>
                    <a:pt x="23" y="0"/>
                  </a:lnTo>
                  <a:lnTo>
                    <a:pt x="53" y="30"/>
                  </a:lnTo>
                  <a:lnTo>
                    <a:pt x="32" y="52"/>
                  </a:lnTo>
                  <a:lnTo>
                    <a:pt x="0" y="22"/>
                  </a:lnTo>
                  <a:close/>
                </a:path>
              </a:pathLst>
            </a:custGeom>
            <a:solidFill>
              <a:srgbClr val="CFD5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85" name="Freeform 190">
              <a:extLst>
                <a:ext uri="{FF2B5EF4-FFF2-40B4-BE49-F238E27FC236}">
                  <a16:creationId xmlns:a16="http://schemas.microsoft.com/office/drawing/2014/main" id="{36D5B2A0-2B18-4E52-8BE8-155450792A0D}"/>
                </a:ext>
              </a:extLst>
            </p:cNvPr>
            <p:cNvSpPr>
              <a:spLocks/>
            </p:cNvSpPr>
            <p:nvPr/>
          </p:nvSpPr>
          <p:spPr bwMode="auto">
            <a:xfrm>
              <a:off x="6946900" y="2930525"/>
              <a:ext cx="77788" cy="82550"/>
            </a:xfrm>
            <a:custGeom>
              <a:avLst/>
              <a:gdLst>
                <a:gd name="T0" fmla="*/ 18 w 23"/>
                <a:gd name="T1" fmla="*/ 22 h 24"/>
                <a:gd name="T2" fmla="*/ 17 w 23"/>
                <a:gd name="T3" fmla="*/ 21 h 24"/>
                <a:gd name="T4" fmla="*/ 12 w 23"/>
                <a:gd name="T5" fmla="*/ 12 h 24"/>
                <a:gd name="T6" fmla="*/ 2 w 23"/>
                <a:gd name="T7" fmla="*/ 6 h 24"/>
                <a:gd name="T8" fmla="*/ 0 w 23"/>
                <a:gd name="T9" fmla="*/ 2 h 24"/>
                <a:gd name="T10" fmla="*/ 4 w 23"/>
                <a:gd name="T11" fmla="*/ 0 h 24"/>
                <a:gd name="T12" fmla="*/ 16 w 23"/>
                <a:gd name="T13" fmla="*/ 7 h 24"/>
                <a:gd name="T14" fmla="*/ 23 w 23"/>
                <a:gd name="T15" fmla="*/ 19 h 24"/>
                <a:gd name="T16" fmla="*/ 21 w 23"/>
                <a:gd name="T17" fmla="*/ 23 h 24"/>
                <a:gd name="T18" fmla="*/ 18 w 23"/>
                <a:gd name="T19" fmla="*/ 2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24">
                  <a:moveTo>
                    <a:pt x="18" y="22"/>
                  </a:moveTo>
                  <a:cubicBezTo>
                    <a:pt x="17" y="22"/>
                    <a:pt x="17" y="22"/>
                    <a:pt x="17" y="21"/>
                  </a:cubicBezTo>
                  <a:cubicBezTo>
                    <a:pt x="16" y="18"/>
                    <a:pt x="14" y="14"/>
                    <a:pt x="12" y="12"/>
                  </a:cubicBezTo>
                  <a:cubicBezTo>
                    <a:pt x="9" y="9"/>
                    <a:pt x="6" y="7"/>
                    <a:pt x="2" y="6"/>
                  </a:cubicBezTo>
                  <a:cubicBezTo>
                    <a:pt x="1" y="6"/>
                    <a:pt x="0" y="4"/>
                    <a:pt x="0" y="2"/>
                  </a:cubicBezTo>
                  <a:cubicBezTo>
                    <a:pt x="1" y="1"/>
                    <a:pt x="2" y="0"/>
                    <a:pt x="4" y="0"/>
                  </a:cubicBezTo>
                  <a:cubicBezTo>
                    <a:pt x="8" y="2"/>
                    <a:pt x="13" y="4"/>
                    <a:pt x="16" y="7"/>
                  </a:cubicBezTo>
                  <a:cubicBezTo>
                    <a:pt x="19" y="11"/>
                    <a:pt x="22" y="15"/>
                    <a:pt x="23" y="19"/>
                  </a:cubicBezTo>
                  <a:cubicBezTo>
                    <a:pt x="23" y="21"/>
                    <a:pt x="22" y="22"/>
                    <a:pt x="21" y="23"/>
                  </a:cubicBezTo>
                  <a:cubicBezTo>
                    <a:pt x="20" y="24"/>
                    <a:pt x="19" y="23"/>
                    <a:pt x="18" y="2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86" name="Freeform 191">
              <a:extLst>
                <a:ext uri="{FF2B5EF4-FFF2-40B4-BE49-F238E27FC236}">
                  <a16:creationId xmlns:a16="http://schemas.microsoft.com/office/drawing/2014/main" id="{666EA147-25FB-4FA1-BA50-C775787E4DFC}"/>
                </a:ext>
              </a:extLst>
            </p:cNvPr>
            <p:cNvSpPr>
              <a:spLocks/>
            </p:cNvSpPr>
            <p:nvPr/>
          </p:nvSpPr>
          <p:spPr bwMode="auto">
            <a:xfrm>
              <a:off x="6605588" y="3182938"/>
              <a:ext cx="169863" cy="163512"/>
            </a:xfrm>
            <a:custGeom>
              <a:avLst/>
              <a:gdLst>
                <a:gd name="T0" fmla="*/ 46 w 50"/>
                <a:gd name="T1" fmla="*/ 10 h 48"/>
                <a:gd name="T2" fmla="*/ 40 w 50"/>
                <a:gd name="T3" fmla="*/ 4 h 48"/>
                <a:gd name="T4" fmla="*/ 35 w 50"/>
                <a:gd name="T5" fmla="*/ 0 h 48"/>
                <a:gd name="T6" fmla="*/ 31 w 50"/>
                <a:gd name="T7" fmla="*/ 4 h 48"/>
                <a:gd name="T8" fmla="*/ 4 w 50"/>
                <a:gd name="T9" fmla="*/ 31 h 48"/>
                <a:gd name="T10" fmla="*/ 0 w 50"/>
                <a:gd name="T11" fmla="*/ 35 h 48"/>
                <a:gd name="T12" fmla="*/ 4 w 50"/>
                <a:gd name="T13" fmla="*/ 40 h 48"/>
                <a:gd name="T14" fmla="*/ 7 w 50"/>
                <a:gd name="T15" fmla="*/ 43 h 48"/>
                <a:gd name="T16" fmla="*/ 10 w 50"/>
                <a:gd name="T17" fmla="*/ 46 h 48"/>
                <a:gd name="T18" fmla="*/ 19 w 50"/>
                <a:gd name="T19" fmla="*/ 46 h 48"/>
                <a:gd name="T20" fmla="*/ 44 w 50"/>
                <a:gd name="T21" fmla="*/ 21 h 48"/>
                <a:gd name="T22" fmla="*/ 46 w 50"/>
                <a:gd name="T23" fmla="*/ 19 h 48"/>
                <a:gd name="T24" fmla="*/ 50 w 50"/>
                <a:gd name="T25" fmla="*/ 15 h 48"/>
                <a:gd name="T26" fmla="*/ 46 w 50"/>
                <a:gd name="T27" fmla="*/ 1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0" h="48">
                  <a:moveTo>
                    <a:pt x="46" y="10"/>
                  </a:moveTo>
                  <a:cubicBezTo>
                    <a:pt x="40" y="4"/>
                    <a:pt x="40" y="4"/>
                    <a:pt x="40" y="4"/>
                  </a:cubicBezTo>
                  <a:cubicBezTo>
                    <a:pt x="35" y="0"/>
                    <a:pt x="35" y="0"/>
                    <a:pt x="35" y="0"/>
                  </a:cubicBezTo>
                  <a:cubicBezTo>
                    <a:pt x="31" y="4"/>
                    <a:pt x="31" y="4"/>
                    <a:pt x="31" y="4"/>
                  </a:cubicBezTo>
                  <a:cubicBezTo>
                    <a:pt x="4" y="31"/>
                    <a:pt x="4" y="31"/>
                    <a:pt x="4" y="31"/>
                  </a:cubicBezTo>
                  <a:cubicBezTo>
                    <a:pt x="0" y="35"/>
                    <a:pt x="0" y="35"/>
                    <a:pt x="0" y="35"/>
                  </a:cubicBezTo>
                  <a:cubicBezTo>
                    <a:pt x="4" y="40"/>
                    <a:pt x="4" y="40"/>
                    <a:pt x="4" y="40"/>
                  </a:cubicBezTo>
                  <a:cubicBezTo>
                    <a:pt x="7" y="43"/>
                    <a:pt x="7" y="43"/>
                    <a:pt x="7" y="43"/>
                  </a:cubicBezTo>
                  <a:cubicBezTo>
                    <a:pt x="10" y="46"/>
                    <a:pt x="10" y="46"/>
                    <a:pt x="10" y="46"/>
                  </a:cubicBezTo>
                  <a:cubicBezTo>
                    <a:pt x="13" y="48"/>
                    <a:pt x="16" y="48"/>
                    <a:pt x="19" y="46"/>
                  </a:cubicBezTo>
                  <a:cubicBezTo>
                    <a:pt x="44" y="21"/>
                    <a:pt x="44" y="21"/>
                    <a:pt x="44" y="21"/>
                  </a:cubicBezTo>
                  <a:cubicBezTo>
                    <a:pt x="46" y="19"/>
                    <a:pt x="46" y="19"/>
                    <a:pt x="46" y="19"/>
                  </a:cubicBezTo>
                  <a:cubicBezTo>
                    <a:pt x="50" y="15"/>
                    <a:pt x="50" y="15"/>
                    <a:pt x="50" y="15"/>
                  </a:cubicBezTo>
                  <a:lnTo>
                    <a:pt x="46" y="10"/>
                  </a:lnTo>
                  <a:close/>
                </a:path>
              </a:pathLst>
            </a:custGeom>
            <a:solidFill>
              <a:srgbClr val="00E0C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B2980"/>
                </a:solidFill>
                <a:effectLst/>
                <a:uLnTx/>
                <a:uFillTx/>
                <a:latin typeface="Verdana"/>
                <a:ea typeface="+mn-ea"/>
                <a:cs typeface="+mn-cs"/>
              </a:endParaRPr>
            </a:p>
          </p:txBody>
        </p:sp>
      </p:grpSp>
      <p:grpSp>
        <p:nvGrpSpPr>
          <p:cNvPr id="187" name="Groupe 404">
            <a:extLst>
              <a:ext uri="{FF2B5EF4-FFF2-40B4-BE49-F238E27FC236}">
                <a16:creationId xmlns:a16="http://schemas.microsoft.com/office/drawing/2014/main" id="{6A5B6BD8-DA78-4A6F-803F-4C863152FDC7}"/>
              </a:ext>
            </a:extLst>
          </p:cNvPr>
          <p:cNvGrpSpPr/>
          <p:nvPr/>
        </p:nvGrpSpPr>
        <p:grpSpPr>
          <a:xfrm>
            <a:off x="3504339" y="3579520"/>
            <a:ext cx="611674" cy="506352"/>
            <a:chOff x="4838050" y="1170254"/>
            <a:chExt cx="540662" cy="447568"/>
          </a:xfrm>
        </p:grpSpPr>
        <p:sp>
          <p:nvSpPr>
            <p:cNvPr id="188" name="Freeform 68">
              <a:extLst>
                <a:ext uri="{FF2B5EF4-FFF2-40B4-BE49-F238E27FC236}">
                  <a16:creationId xmlns:a16="http://schemas.microsoft.com/office/drawing/2014/main" id="{4D565272-FFD5-4C0F-B05E-05A7081E950F}"/>
                </a:ext>
              </a:extLst>
            </p:cNvPr>
            <p:cNvSpPr>
              <a:spLocks/>
            </p:cNvSpPr>
            <p:nvPr/>
          </p:nvSpPr>
          <p:spPr bwMode="auto">
            <a:xfrm>
              <a:off x="5061834" y="1170254"/>
              <a:ext cx="93094" cy="107416"/>
            </a:xfrm>
            <a:custGeom>
              <a:avLst/>
              <a:gdLst>
                <a:gd name="T0" fmla="*/ 163 w 326"/>
                <a:gd name="T1" fmla="*/ 377 h 377"/>
                <a:gd name="T2" fmla="*/ 326 w 326"/>
                <a:gd name="T3" fmla="*/ 175 h 377"/>
                <a:gd name="T4" fmla="*/ 163 w 326"/>
                <a:gd name="T5" fmla="*/ 0 h 377"/>
                <a:gd name="T6" fmla="*/ 0 w 326"/>
                <a:gd name="T7" fmla="*/ 175 h 377"/>
                <a:gd name="T8" fmla="*/ 163 w 326"/>
                <a:gd name="T9" fmla="*/ 377 h 377"/>
              </a:gdLst>
              <a:ahLst/>
              <a:cxnLst>
                <a:cxn ang="0">
                  <a:pos x="T0" y="T1"/>
                </a:cxn>
                <a:cxn ang="0">
                  <a:pos x="T2" y="T3"/>
                </a:cxn>
                <a:cxn ang="0">
                  <a:pos x="T4" y="T5"/>
                </a:cxn>
                <a:cxn ang="0">
                  <a:pos x="T6" y="T7"/>
                </a:cxn>
                <a:cxn ang="0">
                  <a:pos x="T8" y="T9"/>
                </a:cxn>
              </a:cxnLst>
              <a:rect l="0" t="0" r="r" b="b"/>
              <a:pathLst>
                <a:path w="326" h="377">
                  <a:moveTo>
                    <a:pt x="163" y="377"/>
                  </a:moveTo>
                  <a:cubicBezTo>
                    <a:pt x="255" y="375"/>
                    <a:pt x="326" y="267"/>
                    <a:pt x="326" y="175"/>
                  </a:cubicBezTo>
                  <a:cubicBezTo>
                    <a:pt x="326" y="81"/>
                    <a:pt x="253" y="2"/>
                    <a:pt x="163" y="0"/>
                  </a:cubicBezTo>
                  <a:cubicBezTo>
                    <a:pt x="73" y="2"/>
                    <a:pt x="0" y="81"/>
                    <a:pt x="0" y="175"/>
                  </a:cubicBezTo>
                  <a:cubicBezTo>
                    <a:pt x="0" y="267"/>
                    <a:pt x="71" y="375"/>
                    <a:pt x="163" y="37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89" name="Freeform 69">
              <a:extLst>
                <a:ext uri="{FF2B5EF4-FFF2-40B4-BE49-F238E27FC236}">
                  <a16:creationId xmlns:a16="http://schemas.microsoft.com/office/drawing/2014/main" id="{D06589C4-E8D9-4BBB-9B50-56F961F5C78F}"/>
                </a:ext>
              </a:extLst>
            </p:cNvPr>
            <p:cNvSpPr>
              <a:spLocks/>
            </p:cNvSpPr>
            <p:nvPr/>
          </p:nvSpPr>
          <p:spPr bwMode="auto">
            <a:xfrm>
              <a:off x="5099430" y="1285727"/>
              <a:ext cx="17903" cy="10742"/>
            </a:xfrm>
            <a:custGeom>
              <a:avLst/>
              <a:gdLst>
                <a:gd name="T0" fmla="*/ 53 w 61"/>
                <a:gd name="T1" fmla="*/ 1 h 38"/>
                <a:gd name="T2" fmla="*/ 7 w 61"/>
                <a:gd name="T3" fmla="*/ 1 h 38"/>
                <a:gd name="T4" fmla="*/ 3 w 61"/>
                <a:gd name="T5" fmla="*/ 4 h 38"/>
                <a:gd name="T6" fmla="*/ 0 w 61"/>
                <a:gd name="T7" fmla="*/ 10 h 38"/>
                <a:gd name="T8" fmla="*/ 0 w 61"/>
                <a:gd name="T9" fmla="*/ 14 h 38"/>
                <a:gd name="T10" fmla="*/ 11 w 61"/>
                <a:gd name="T11" fmla="*/ 36 h 38"/>
                <a:gd name="T12" fmla="*/ 14 w 61"/>
                <a:gd name="T13" fmla="*/ 38 h 38"/>
                <a:gd name="T14" fmla="*/ 30 w 61"/>
                <a:gd name="T15" fmla="*/ 38 h 38"/>
                <a:gd name="T16" fmla="*/ 47 w 61"/>
                <a:gd name="T17" fmla="*/ 38 h 38"/>
                <a:gd name="T18" fmla="*/ 50 w 61"/>
                <a:gd name="T19" fmla="*/ 36 h 38"/>
                <a:gd name="T20" fmla="*/ 58 w 61"/>
                <a:gd name="T21" fmla="*/ 20 h 38"/>
                <a:gd name="T22" fmla="*/ 58 w 61"/>
                <a:gd name="T23" fmla="*/ 4 h 38"/>
                <a:gd name="T24" fmla="*/ 53 w 61"/>
                <a:gd name="T25"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 h="38">
                  <a:moveTo>
                    <a:pt x="53" y="1"/>
                  </a:moveTo>
                  <a:cubicBezTo>
                    <a:pt x="38" y="0"/>
                    <a:pt x="23" y="0"/>
                    <a:pt x="7" y="1"/>
                  </a:cubicBezTo>
                  <a:cubicBezTo>
                    <a:pt x="5" y="1"/>
                    <a:pt x="4" y="2"/>
                    <a:pt x="3" y="4"/>
                  </a:cubicBezTo>
                  <a:cubicBezTo>
                    <a:pt x="2" y="6"/>
                    <a:pt x="1" y="8"/>
                    <a:pt x="0" y="10"/>
                  </a:cubicBezTo>
                  <a:cubicBezTo>
                    <a:pt x="0" y="11"/>
                    <a:pt x="0" y="13"/>
                    <a:pt x="0" y="14"/>
                  </a:cubicBezTo>
                  <a:cubicBezTo>
                    <a:pt x="4" y="21"/>
                    <a:pt x="7" y="29"/>
                    <a:pt x="11" y="36"/>
                  </a:cubicBezTo>
                  <a:cubicBezTo>
                    <a:pt x="12" y="37"/>
                    <a:pt x="12" y="38"/>
                    <a:pt x="14" y="38"/>
                  </a:cubicBezTo>
                  <a:cubicBezTo>
                    <a:pt x="19" y="38"/>
                    <a:pt x="25" y="38"/>
                    <a:pt x="30" y="38"/>
                  </a:cubicBezTo>
                  <a:cubicBezTo>
                    <a:pt x="36" y="38"/>
                    <a:pt x="41" y="38"/>
                    <a:pt x="47" y="38"/>
                  </a:cubicBezTo>
                  <a:cubicBezTo>
                    <a:pt x="48" y="38"/>
                    <a:pt x="49" y="37"/>
                    <a:pt x="50" y="36"/>
                  </a:cubicBezTo>
                  <a:cubicBezTo>
                    <a:pt x="52" y="30"/>
                    <a:pt x="54" y="25"/>
                    <a:pt x="58" y="20"/>
                  </a:cubicBezTo>
                  <a:cubicBezTo>
                    <a:pt x="61" y="14"/>
                    <a:pt x="61" y="10"/>
                    <a:pt x="58" y="4"/>
                  </a:cubicBezTo>
                  <a:cubicBezTo>
                    <a:pt x="57" y="2"/>
                    <a:pt x="56" y="1"/>
                    <a:pt x="53" y="1"/>
                  </a:cubicBezTo>
                  <a:close/>
                </a:path>
              </a:pathLst>
            </a:custGeom>
            <a:solidFill>
              <a:srgbClr val="4140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0" name="Freeform 70">
              <a:extLst>
                <a:ext uri="{FF2B5EF4-FFF2-40B4-BE49-F238E27FC236}">
                  <a16:creationId xmlns:a16="http://schemas.microsoft.com/office/drawing/2014/main" id="{300D5EE7-05BF-4636-9977-F5800DF26815}"/>
                </a:ext>
              </a:extLst>
            </p:cNvPr>
            <p:cNvSpPr>
              <a:spLocks/>
            </p:cNvSpPr>
            <p:nvPr/>
          </p:nvSpPr>
          <p:spPr bwMode="auto">
            <a:xfrm>
              <a:off x="5029609" y="1285727"/>
              <a:ext cx="158439" cy="88619"/>
            </a:xfrm>
            <a:custGeom>
              <a:avLst/>
              <a:gdLst>
                <a:gd name="T0" fmla="*/ 554 w 554"/>
                <a:gd name="T1" fmla="*/ 101 h 311"/>
                <a:gd name="T2" fmla="*/ 458 w 554"/>
                <a:gd name="T3" fmla="*/ 0 h 311"/>
                <a:gd name="T4" fmla="*/ 371 w 554"/>
                <a:gd name="T5" fmla="*/ 0 h 311"/>
                <a:gd name="T6" fmla="*/ 310 w 554"/>
                <a:gd name="T7" fmla="*/ 118 h 311"/>
                <a:gd name="T8" fmla="*/ 304 w 554"/>
                <a:gd name="T9" fmla="*/ 89 h 311"/>
                <a:gd name="T10" fmla="*/ 294 w 554"/>
                <a:gd name="T11" fmla="*/ 46 h 311"/>
                <a:gd name="T12" fmla="*/ 260 w 554"/>
                <a:gd name="T13" fmla="*/ 46 h 311"/>
                <a:gd name="T14" fmla="*/ 258 w 554"/>
                <a:gd name="T15" fmla="*/ 48 h 311"/>
                <a:gd name="T16" fmla="*/ 245 w 554"/>
                <a:gd name="T17" fmla="*/ 111 h 311"/>
                <a:gd name="T18" fmla="*/ 243 w 554"/>
                <a:gd name="T19" fmla="*/ 118 h 311"/>
                <a:gd name="T20" fmla="*/ 182 w 554"/>
                <a:gd name="T21" fmla="*/ 0 h 311"/>
                <a:gd name="T22" fmla="*/ 95 w 554"/>
                <a:gd name="T23" fmla="*/ 0 h 311"/>
                <a:gd name="T24" fmla="*/ 0 w 554"/>
                <a:gd name="T25" fmla="*/ 101 h 311"/>
                <a:gd name="T26" fmla="*/ 0 w 554"/>
                <a:gd name="T27" fmla="*/ 311 h 311"/>
                <a:gd name="T28" fmla="*/ 554 w 554"/>
                <a:gd name="T29" fmla="*/ 311 h 311"/>
                <a:gd name="T30" fmla="*/ 554 w 554"/>
                <a:gd name="T31" fmla="*/ 10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4" h="311">
                  <a:moveTo>
                    <a:pt x="554" y="101"/>
                  </a:moveTo>
                  <a:cubicBezTo>
                    <a:pt x="554" y="45"/>
                    <a:pt x="511" y="0"/>
                    <a:pt x="458" y="0"/>
                  </a:cubicBezTo>
                  <a:cubicBezTo>
                    <a:pt x="371" y="0"/>
                    <a:pt x="371" y="0"/>
                    <a:pt x="371" y="0"/>
                  </a:cubicBezTo>
                  <a:cubicBezTo>
                    <a:pt x="310" y="118"/>
                    <a:pt x="310" y="118"/>
                    <a:pt x="310" y="118"/>
                  </a:cubicBezTo>
                  <a:cubicBezTo>
                    <a:pt x="308" y="109"/>
                    <a:pt x="306" y="99"/>
                    <a:pt x="304" y="89"/>
                  </a:cubicBezTo>
                  <a:cubicBezTo>
                    <a:pt x="300" y="75"/>
                    <a:pt x="297" y="61"/>
                    <a:pt x="294" y="46"/>
                  </a:cubicBezTo>
                  <a:cubicBezTo>
                    <a:pt x="283" y="46"/>
                    <a:pt x="271" y="46"/>
                    <a:pt x="260" y="46"/>
                  </a:cubicBezTo>
                  <a:cubicBezTo>
                    <a:pt x="258" y="46"/>
                    <a:pt x="258" y="47"/>
                    <a:pt x="258" y="48"/>
                  </a:cubicBezTo>
                  <a:cubicBezTo>
                    <a:pt x="254" y="69"/>
                    <a:pt x="249" y="90"/>
                    <a:pt x="245" y="111"/>
                  </a:cubicBezTo>
                  <a:cubicBezTo>
                    <a:pt x="244" y="113"/>
                    <a:pt x="244" y="116"/>
                    <a:pt x="243" y="118"/>
                  </a:cubicBezTo>
                  <a:cubicBezTo>
                    <a:pt x="182" y="0"/>
                    <a:pt x="182" y="0"/>
                    <a:pt x="182" y="0"/>
                  </a:cubicBezTo>
                  <a:cubicBezTo>
                    <a:pt x="95" y="0"/>
                    <a:pt x="95" y="0"/>
                    <a:pt x="95" y="0"/>
                  </a:cubicBezTo>
                  <a:cubicBezTo>
                    <a:pt x="42" y="0"/>
                    <a:pt x="0" y="45"/>
                    <a:pt x="0" y="101"/>
                  </a:cubicBezTo>
                  <a:cubicBezTo>
                    <a:pt x="0" y="311"/>
                    <a:pt x="0" y="311"/>
                    <a:pt x="0" y="311"/>
                  </a:cubicBezTo>
                  <a:cubicBezTo>
                    <a:pt x="554" y="311"/>
                    <a:pt x="554" y="311"/>
                    <a:pt x="554" y="311"/>
                  </a:cubicBezTo>
                  <a:lnTo>
                    <a:pt x="554" y="101"/>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1" name="Oval 71">
              <a:extLst>
                <a:ext uri="{FF2B5EF4-FFF2-40B4-BE49-F238E27FC236}">
                  <a16:creationId xmlns:a16="http://schemas.microsoft.com/office/drawing/2014/main" id="{A7C18426-9ECC-45FE-8A03-35342F4EAC44}"/>
                </a:ext>
              </a:extLst>
            </p:cNvPr>
            <p:cNvSpPr>
              <a:spLocks noChangeArrowheads="1"/>
            </p:cNvSpPr>
            <p:nvPr/>
          </p:nvSpPr>
          <p:spPr bwMode="auto">
            <a:xfrm>
              <a:off x="4842525" y="1223962"/>
              <a:ext cx="99360" cy="108312"/>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2" name="Freeform 72">
              <a:extLst>
                <a:ext uri="{FF2B5EF4-FFF2-40B4-BE49-F238E27FC236}">
                  <a16:creationId xmlns:a16="http://schemas.microsoft.com/office/drawing/2014/main" id="{B615839E-A28A-4F0D-8EC2-0DE2C0A801C5}"/>
                </a:ext>
              </a:extLst>
            </p:cNvPr>
            <p:cNvSpPr>
              <a:spLocks/>
            </p:cNvSpPr>
            <p:nvPr/>
          </p:nvSpPr>
          <p:spPr bwMode="auto">
            <a:xfrm>
              <a:off x="4838050" y="1343910"/>
              <a:ext cx="155754" cy="273912"/>
            </a:xfrm>
            <a:custGeom>
              <a:avLst/>
              <a:gdLst>
                <a:gd name="T0" fmla="*/ 436 w 542"/>
                <a:gd name="T1" fmla="*/ 419 h 958"/>
                <a:gd name="T2" fmla="*/ 421 w 542"/>
                <a:gd name="T3" fmla="*/ 420 h 958"/>
                <a:gd name="T4" fmla="*/ 411 w 542"/>
                <a:gd name="T5" fmla="*/ 419 h 958"/>
                <a:gd name="T6" fmla="*/ 330 w 542"/>
                <a:gd name="T7" fmla="*/ 419 h 958"/>
                <a:gd name="T8" fmla="*/ 330 w 542"/>
                <a:gd name="T9" fmla="*/ 175 h 958"/>
                <a:gd name="T10" fmla="*/ 165 w 542"/>
                <a:gd name="T11" fmla="*/ 0 h 958"/>
                <a:gd name="T12" fmla="*/ 0 w 542"/>
                <a:gd name="T13" fmla="*/ 175 h 958"/>
                <a:gd name="T14" fmla="*/ 0 w 542"/>
                <a:gd name="T15" fmla="*/ 445 h 958"/>
                <a:gd name="T16" fmla="*/ 52 w 542"/>
                <a:gd name="T17" fmla="*/ 572 h 958"/>
                <a:gd name="T18" fmla="*/ 132 w 542"/>
                <a:gd name="T19" fmla="*/ 620 h 958"/>
                <a:gd name="T20" fmla="*/ 330 w 542"/>
                <a:gd name="T21" fmla="*/ 620 h 958"/>
                <a:gd name="T22" fmla="*/ 330 w 542"/>
                <a:gd name="T23" fmla="*/ 845 h 958"/>
                <a:gd name="T24" fmla="*/ 436 w 542"/>
                <a:gd name="T25" fmla="*/ 958 h 958"/>
                <a:gd name="T26" fmla="*/ 542 w 542"/>
                <a:gd name="T27" fmla="*/ 845 h 958"/>
                <a:gd name="T28" fmla="*/ 542 w 542"/>
                <a:gd name="T29" fmla="*/ 531 h 958"/>
                <a:gd name="T30" fmla="*/ 436 w 542"/>
                <a:gd name="T31" fmla="*/ 419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42" h="958">
                  <a:moveTo>
                    <a:pt x="436" y="419"/>
                  </a:moveTo>
                  <a:cubicBezTo>
                    <a:pt x="431" y="419"/>
                    <a:pt x="426" y="419"/>
                    <a:pt x="421" y="420"/>
                  </a:cubicBezTo>
                  <a:cubicBezTo>
                    <a:pt x="418" y="420"/>
                    <a:pt x="414" y="419"/>
                    <a:pt x="411" y="419"/>
                  </a:cubicBezTo>
                  <a:cubicBezTo>
                    <a:pt x="330" y="419"/>
                    <a:pt x="330" y="419"/>
                    <a:pt x="330" y="419"/>
                  </a:cubicBezTo>
                  <a:cubicBezTo>
                    <a:pt x="330" y="175"/>
                    <a:pt x="330" y="175"/>
                    <a:pt x="330" y="175"/>
                  </a:cubicBezTo>
                  <a:cubicBezTo>
                    <a:pt x="330" y="78"/>
                    <a:pt x="256" y="0"/>
                    <a:pt x="165" y="0"/>
                  </a:cubicBezTo>
                  <a:cubicBezTo>
                    <a:pt x="74" y="0"/>
                    <a:pt x="0" y="78"/>
                    <a:pt x="0" y="175"/>
                  </a:cubicBezTo>
                  <a:cubicBezTo>
                    <a:pt x="0" y="445"/>
                    <a:pt x="0" y="445"/>
                    <a:pt x="0" y="445"/>
                  </a:cubicBezTo>
                  <a:cubicBezTo>
                    <a:pt x="0" y="495"/>
                    <a:pt x="20" y="540"/>
                    <a:pt x="52" y="572"/>
                  </a:cubicBezTo>
                  <a:cubicBezTo>
                    <a:pt x="69" y="601"/>
                    <a:pt x="98" y="620"/>
                    <a:pt x="132" y="620"/>
                  </a:cubicBezTo>
                  <a:cubicBezTo>
                    <a:pt x="330" y="620"/>
                    <a:pt x="330" y="620"/>
                    <a:pt x="330" y="620"/>
                  </a:cubicBezTo>
                  <a:cubicBezTo>
                    <a:pt x="330" y="845"/>
                    <a:pt x="330" y="845"/>
                    <a:pt x="330" y="845"/>
                  </a:cubicBezTo>
                  <a:cubicBezTo>
                    <a:pt x="330" y="907"/>
                    <a:pt x="377" y="958"/>
                    <a:pt x="436" y="958"/>
                  </a:cubicBezTo>
                  <a:cubicBezTo>
                    <a:pt x="494" y="958"/>
                    <a:pt x="542" y="907"/>
                    <a:pt x="542" y="845"/>
                  </a:cubicBezTo>
                  <a:cubicBezTo>
                    <a:pt x="542" y="531"/>
                    <a:pt x="542" y="531"/>
                    <a:pt x="542" y="531"/>
                  </a:cubicBezTo>
                  <a:cubicBezTo>
                    <a:pt x="542" y="469"/>
                    <a:pt x="494" y="419"/>
                    <a:pt x="436" y="419"/>
                  </a:cubicBezTo>
                  <a:close/>
                </a:path>
              </a:pathLst>
            </a:custGeom>
            <a:solidFill>
              <a:srgbClr val="9AE1F7"/>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3" name="Oval 73">
              <a:extLst>
                <a:ext uri="{FF2B5EF4-FFF2-40B4-BE49-F238E27FC236}">
                  <a16:creationId xmlns:a16="http://schemas.microsoft.com/office/drawing/2014/main" id="{E4645864-1E0C-424E-98D2-93935CE6DB7C}"/>
                </a:ext>
              </a:extLst>
            </p:cNvPr>
            <p:cNvSpPr>
              <a:spLocks noChangeArrowheads="1"/>
            </p:cNvSpPr>
            <p:nvPr/>
          </p:nvSpPr>
          <p:spPr bwMode="auto">
            <a:xfrm>
              <a:off x="5276068" y="1223962"/>
              <a:ext cx="100255" cy="108312"/>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4" name="Freeform 74">
              <a:extLst>
                <a:ext uri="{FF2B5EF4-FFF2-40B4-BE49-F238E27FC236}">
                  <a16:creationId xmlns:a16="http://schemas.microsoft.com/office/drawing/2014/main" id="{9419AAB1-A981-44AA-AAB1-1ACD885DBEE3}"/>
                </a:ext>
              </a:extLst>
            </p:cNvPr>
            <p:cNvSpPr>
              <a:spLocks/>
            </p:cNvSpPr>
            <p:nvPr/>
          </p:nvSpPr>
          <p:spPr bwMode="auto">
            <a:xfrm>
              <a:off x="5223853" y="1343910"/>
              <a:ext cx="154859" cy="273912"/>
            </a:xfrm>
            <a:custGeom>
              <a:avLst/>
              <a:gdLst>
                <a:gd name="T0" fmla="*/ 377 w 542"/>
                <a:gd name="T1" fmla="*/ 0 h 958"/>
                <a:gd name="T2" fmla="*/ 212 w 542"/>
                <a:gd name="T3" fmla="*/ 175 h 958"/>
                <a:gd name="T4" fmla="*/ 212 w 542"/>
                <a:gd name="T5" fmla="*/ 419 h 958"/>
                <a:gd name="T6" fmla="*/ 132 w 542"/>
                <a:gd name="T7" fmla="*/ 419 h 958"/>
                <a:gd name="T8" fmla="*/ 121 w 542"/>
                <a:gd name="T9" fmla="*/ 420 h 958"/>
                <a:gd name="T10" fmla="*/ 106 w 542"/>
                <a:gd name="T11" fmla="*/ 419 h 958"/>
                <a:gd name="T12" fmla="*/ 0 w 542"/>
                <a:gd name="T13" fmla="*/ 531 h 958"/>
                <a:gd name="T14" fmla="*/ 0 w 542"/>
                <a:gd name="T15" fmla="*/ 845 h 958"/>
                <a:gd name="T16" fmla="*/ 106 w 542"/>
                <a:gd name="T17" fmla="*/ 958 h 958"/>
                <a:gd name="T18" fmla="*/ 212 w 542"/>
                <a:gd name="T19" fmla="*/ 845 h 958"/>
                <a:gd name="T20" fmla="*/ 212 w 542"/>
                <a:gd name="T21" fmla="*/ 620 h 958"/>
                <a:gd name="T22" fmla="*/ 410 w 542"/>
                <a:gd name="T23" fmla="*/ 620 h 958"/>
                <a:gd name="T24" fmla="*/ 490 w 542"/>
                <a:gd name="T25" fmla="*/ 572 h 958"/>
                <a:gd name="T26" fmla="*/ 542 w 542"/>
                <a:gd name="T27" fmla="*/ 445 h 958"/>
                <a:gd name="T28" fmla="*/ 542 w 542"/>
                <a:gd name="T29" fmla="*/ 175 h 958"/>
                <a:gd name="T30" fmla="*/ 377 w 542"/>
                <a:gd name="T31" fmla="*/ 0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42" h="958">
                  <a:moveTo>
                    <a:pt x="377" y="0"/>
                  </a:moveTo>
                  <a:cubicBezTo>
                    <a:pt x="286" y="0"/>
                    <a:pt x="212" y="78"/>
                    <a:pt x="212" y="175"/>
                  </a:cubicBezTo>
                  <a:cubicBezTo>
                    <a:pt x="212" y="419"/>
                    <a:pt x="212" y="419"/>
                    <a:pt x="212" y="419"/>
                  </a:cubicBezTo>
                  <a:cubicBezTo>
                    <a:pt x="132" y="419"/>
                    <a:pt x="132" y="419"/>
                    <a:pt x="132" y="419"/>
                  </a:cubicBezTo>
                  <a:cubicBezTo>
                    <a:pt x="128" y="419"/>
                    <a:pt x="124" y="420"/>
                    <a:pt x="121" y="420"/>
                  </a:cubicBezTo>
                  <a:cubicBezTo>
                    <a:pt x="116" y="419"/>
                    <a:pt x="111" y="419"/>
                    <a:pt x="106" y="419"/>
                  </a:cubicBezTo>
                  <a:cubicBezTo>
                    <a:pt x="48" y="419"/>
                    <a:pt x="0" y="469"/>
                    <a:pt x="0" y="531"/>
                  </a:cubicBezTo>
                  <a:cubicBezTo>
                    <a:pt x="0" y="845"/>
                    <a:pt x="0" y="845"/>
                    <a:pt x="0" y="845"/>
                  </a:cubicBezTo>
                  <a:cubicBezTo>
                    <a:pt x="0" y="907"/>
                    <a:pt x="48" y="958"/>
                    <a:pt x="106" y="958"/>
                  </a:cubicBezTo>
                  <a:cubicBezTo>
                    <a:pt x="165" y="958"/>
                    <a:pt x="212" y="907"/>
                    <a:pt x="212" y="845"/>
                  </a:cubicBezTo>
                  <a:cubicBezTo>
                    <a:pt x="212" y="620"/>
                    <a:pt x="212" y="620"/>
                    <a:pt x="212" y="620"/>
                  </a:cubicBezTo>
                  <a:cubicBezTo>
                    <a:pt x="410" y="620"/>
                    <a:pt x="410" y="620"/>
                    <a:pt x="410" y="620"/>
                  </a:cubicBezTo>
                  <a:cubicBezTo>
                    <a:pt x="444" y="620"/>
                    <a:pt x="473" y="601"/>
                    <a:pt x="490" y="572"/>
                  </a:cubicBezTo>
                  <a:cubicBezTo>
                    <a:pt x="522" y="540"/>
                    <a:pt x="542" y="495"/>
                    <a:pt x="542" y="445"/>
                  </a:cubicBezTo>
                  <a:cubicBezTo>
                    <a:pt x="542" y="175"/>
                    <a:pt x="542" y="175"/>
                    <a:pt x="542" y="175"/>
                  </a:cubicBezTo>
                  <a:cubicBezTo>
                    <a:pt x="542" y="78"/>
                    <a:pt x="468" y="0"/>
                    <a:pt x="377" y="0"/>
                  </a:cubicBezTo>
                  <a:close/>
                </a:path>
              </a:pathLst>
            </a:custGeom>
            <a:solidFill>
              <a:srgbClr val="9AE1F7"/>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5" name="Rectangle 75">
              <a:extLst>
                <a:ext uri="{FF2B5EF4-FFF2-40B4-BE49-F238E27FC236}">
                  <a16:creationId xmlns:a16="http://schemas.microsoft.com/office/drawing/2014/main" id="{85E78DEC-7AB6-4FEF-831D-67906F9AA87D}"/>
                </a:ext>
              </a:extLst>
            </p:cNvPr>
            <p:cNvSpPr>
              <a:spLocks noChangeArrowheads="1"/>
            </p:cNvSpPr>
            <p:nvPr/>
          </p:nvSpPr>
          <p:spPr bwMode="auto">
            <a:xfrm>
              <a:off x="5009916" y="1447746"/>
              <a:ext cx="196930" cy="170076"/>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6" name="Freeform 76">
              <a:extLst>
                <a:ext uri="{FF2B5EF4-FFF2-40B4-BE49-F238E27FC236}">
                  <a16:creationId xmlns:a16="http://schemas.microsoft.com/office/drawing/2014/main" id="{FD6E8D1C-9FC1-4F32-B08C-CB1EF0C827E5}"/>
                </a:ext>
              </a:extLst>
            </p:cNvPr>
            <p:cNvSpPr>
              <a:spLocks/>
            </p:cNvSpPr>
            <p:nvPr/>
          </p:nvSpPr>
          <p:spPr bwMode="auto">
            <a:xfrm>
              <a:off x="4955313" y="1387772"/>
              <a:ext cx="307032" cy="42072"/>
            </a:xfrm>
            <a:custGeom>
              <a:avLst/>
              <a:gdLst>
                <a:gd name="T0" fmla="*/ 1009 w 1073"/>
                <a:gd name="T1" fmla="*/ 145 h 145"/>
                <a:gd name="T2" fmla="*/ 1073 w 1073"/>
                <a:gd name="T3" fmla="*/ 73 h 145"/>
                <a:gd name="T4" fmla="*/ 1009 w 1073"/>
                <a:gd name="T5" fmla="*/ 0 h 145"/>
                <a:gd name="T6" fmla="*/ 64 w 1073"/>
                <a:gd name="T7" fmla="*/ 0 h 145"/>
                <a:gd name="T8" fmla="*/ 0 w 1073"/>
                <a:gd name="T9" fmla="*/ 73 h 145"/>
                <a:gd name="T10" fmla="*/ 64 w 1073"/>
                <a:gd name="T11" fmla="*/ 145 h 145"/>
                <a:gd name="T12" fmla="*/ 99 w 1073"/>
                <a:gd name="T13" fmla="*/ 145 h 145"/>
                <a:gd name="T14" fmla="*/ 193 w 1073"/>
                <a:gd name="T15" fmla="*/ 145 h 145"/>
                <a:gd name="T16" fmla="*/ 880 w 1073"/>
                <a:gd name="T17" fmla="*/ 145 h 145"/>
                <a:gd name="T18" fmla="*/ 939 w 1073"/>
                <a:gd name="T19" fmla="*/ 145 h 145"/>
                <a:gd name="T20" fmla="*/ 1009 w 1073"/>
                <a:gd name="T21"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3" h="145">
                  <a:moveTo>
                    <a:pt x="1009" y="145"/>
                  </a:moveTo>
                  <a:cubicBezTo>
                    <a:pt x="1045" y="145"/>
                    <a:pt x="1073" y="113"/>
                    <a:pt x="1073" y="73"/>
                  </a:cubicBezTo>
                  <a:cubicBezTo>
                    <a:pt x="1073" y="33"/>
                    <a:pt x="1045" y="0"/>
                    <a:pt x="1009" y="0"/>
                  </a:cubicBezTo>
                  <a:cubicBezTo>
                    <a:pt x="64" y="0"/>
                    <a:pt x="64" y="0"/>
                    <a:pt x="64" y="0"/>
                  </a:cubicBezTo>
                  <a:cubicBezTo>
                    <a:pt x="29" y="0"/>
                    <a:pt x="0" y="33"/>
                    <a:pt x="0" y="73"/>
                  </a:cubicBezTo>
                  <a:cubicBezTo>
                    <a:pt x="0" y="113"/>
                    <a:pt x="29" y="145"/>
                    <a:pt x="64" y="145"/>
                  </a:cubicBezTo>
                  <a:cubicBezTo>
                    <a:pt x="99" y="145"/>
                    <a:pt x="99" y="145"/>
                    <a:pt x="99" y="145"/>
                  </a:cubicBezTo>
                  <a:cubicBezTo>
                    <a:pt x="193" y="145"/>
                    <a:pt x="193" y="145"/>
                    <a:pt x="193" y="145"/>
                  </a:cubicBezTo>
                  <a:cubicBezTo>
                    <a:pt x="880" y="145"/>
                    <a:pt x="880" y="145"/>
                    <a:pt x="880" y="145"/>
                  </a:cubicBezTo>
                  <a:cubicBezTo>
                    <a:pt x="939" y="145"/>
                    <a:pt x="939" y="145"/>
                    <a:pt x="939" y="145"/>
                  </a:cubicBezTo>
                  <a:lnTo>
                    <a:pt x="1009" y="14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197" name="Groupe 601">
            <a:extLst>
              <a:ext uri="{FF2B5EF4-FFF2-40B4-BE49-F238E27FC236}">
                <a16:creationId xmlns:a16="http://schemas.microsoft.com/office/drawing/2014/main" id="{7ABC1A90-86BC-4116-8F67-AEC897B6B4E1}"/>
              </a:ext>
            </a:extLst>
          </p:cNvPr>
          <p:cNvGrpSpPr/>
          <p:nvPr/>
        </p:nvGrpSpPr>
        <p:grpSpPr>
          <a:xfrm>
            <a:off x="4499002" y="1933082"/>
            <a:ext cx="501924" cy="643644"/>
            <a:chOff x="1547813" y="4400551"/>
            <a:chExt cx="404813" cy="519112"/>
          </a:xfrm>
        </p:grpSpPr>
        <p:sp>
          <p:nvSpPr>
            <p:cNvPr id="198" name="Freeform 217">
              <a:extLst>
                <a:ext uri="{FF2B5EF4-FFF2-40B4-BE49-F238E27FC236}">
                  <a16:creationId xmlns:a16="http://schemas.microsoft.com/office/drawing/2014/main" id="{C081B674-0836-43B8-A154-63EEDD39A67B}"/>
                </a:ext>
              </a:extLst>
            </p:cNvPr>
            <p:cNvSpPr>
              <a:spLocks/>
            </p:cNvSpPr>
            <p:nvPr/>
          </p:nvSpPr>
          <p:spPr bwMode="auto">
            <a:xfrm>
              <a:off x="1547813" y="4400551"/>
              <a:ext cx="344488" cy="465138"/>
            </a:xfrm>
            <a:custGeom>
              <a:avLst/>
              <a:gdLst>
                <a:gd name="T0" fmla="*/ 17 w 102"/>
                <a:gd name="T1" fmla="*/ 0 h 137"/>
                <a:gd name="T2" fmla="*/ 102 w 102"/>
                <a:gd name="T3" fmla="*/ 0 h 137"/>
                <a:gd name="T4" fmla="*/ 102 w 102"/>
                <a:gd name="T5" fmla="*/ 120 h 137"/>
                <a:gd name="T6" fmla="*/ 85 w 102"/>
                <a:gd name="T7" fmla="*/ 137 h 137"/>
                <a:gd name="T8" fmla="*/ 0 w 102"/>
                <a:gd name="T9" fmla="*/ 137 h 137"/>
                <a:gd name="T10" fmla="*/ 0 w 102"/>
                <a:gd name="T11" fmla="*/ 17 h 137"/>
                <a:gd name="T12" fmla="*/ 17 w 102"/>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02" h="137">
                  <a:moveTo>
                    <a:pt x="17" y="0"/>
                  </a:moveTo>
                  <a:cubicBezTo>
                    <a:pt x="102" y="0"/>
                    <a:pt x="102" y="0"/>
                    <a:pt x="102" y="0"/>
                  </a:cubicBezTo>
                  <a:cubicBezTo>
                    <a:pt x="102" y="120"/>
                    <a:pt x="102" y="120"/>
                    <a:pt x="102" y="120"/>
                  </a:cubicBezTo>
                  <a:cubicBezTo>
                    <a:pt x="102" y="129"/>
                    <a:pt x="94" y="137"/>
                    <a:pt x="85" y="137"/>
                  </a:cubicBezTo>
                  <a:cubicBezTo>
                    <a:pt x="0" y="137"/>
                    <a:pt x="0" y="137"/>
                    <a:pt x="0" y="137"/>
                  </a:cubicBezTo>
                  <a:cubicBezTo>
                    <a:pt x="0" y="17"/>
                    <a:pt x="0" y="17"/>
                    <a:pt x="0" y="17"/>
                  </a:cubicBezTo>
                  <a:cubicBezTo>
                    <a:pt x="0" y="7"/>
                    <a:pt x="7" y="0"/>
                    <a:pt x="17" y="0"/>
                  </a:cubicBezTo>
                  <a:close/>
                </a:path>
              </a:pathLst>
            </a:custGeom>
            <a:solidFill>
              <a:srgbClr val="00E0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99" name="Freeform 218">
              <a:extLst>
                <a:ext uri="{FF2B5EF4-FFF2-40B4-BE49-F238E27FC236}">
                  <a16:creationId xmlns:a16="http://schemas.microsoft.com/office/drawing/2014/main" id="{BDBFA0FA-BD7F-4775-AF56-E0BCA94CBB8A}"/>
                </a:ext>
              </a:extLst>
            </p:cNvPr>
            <p:cNvSpPr>
              <a:spLocks noEditPoints="1"/>
            </p:cNvSpPr>
            <p:nvPr/>
          </p:nvSpPr>
          <p:spPr bwMode="auto">
            <a:xfrm>
              <a:off x="1584326" y="4597401"/>
              <a:ext cx="271463" cy="203200"/>
            </a:xfrm>
            <a:custGeom>
              <a:avLst/>
              <a:gdLst>
                <a:gd name="T0" fmla="*/ 171 w 171"/>
                <a:gd name="T1" fmla="*/ 17 h 128"/>
                <a:gd name="T2" fmla="*/ 0 w 171"/>
                <a:gd name="T3" fmla="*/ 17 h 128"/>
                <a:gd name="T4" fmla="*/ 0 w 171"/>
                <a:gd name="T5" fmla="*/ 0 h 128"/>
                <a:gd name="T6" fmla="*/ 171 w 171"/>
                <a:gd name="T7" fmla="*/ 0 h 128"/>
                <a:gd name="T8" fmla="*/ 171 w 171"/>
                <a:gd name="T9" fmla="*/ 17 h 128"/>
                <a:gd name="T10" fmla="*/ 171 w 171"/>
                <a:gd name="T11" fmla="*/ 17 h 128"/>
                <a:gd name="T12" fmla="*/ 171 w 171"/>
                <a:gd name="T13" fmla="*/ 17 h 128"/>
                <a:gd name="T14" fmla="*/ 171 w 171"/>
                <a:gd name="T15" fmla="*/ 36 h 128"/>
                <a:gd name="T16" fmla="*/ 0 w 171"/>
                <a:gd name="T17" fmla="*/ 36 h 128"/>
                <a:gd name="T18" fmla="*/ 0 w 171"/>
                <a:gd name="T19" fmla="*/ 54 h 128"/>
                <a:gd name="T20" fmla="*/ 171 w 171"/>
                <a:gd name="T21" fmla="*/ 54 h 128"/>
                <a:gd name="T22" fmla="*/ 171 w 171"/>
                <a:gd name="T23" fmla="*/ 36 h 128"/>
                <a:gd name="T24" fmla="*/ 171 w 171"/>
                <a:gd name="T25" fmla="*/ 36 h 128"/>
                <a:gd name="T26" fmla="*/ 171 w 171"/>
                <a:gd name="T27" fmla="*/ 36 h 128"/>
                <a:gd name="T28" fmla="*/ 171 w 171"/>
                <a:gd name="T29" fmla="*/ 73 h 128"/>
                <a:gd name="T30" fmla="*/ 0 w 171"/>
                <a:gd name="T31" fmla="*/ 73 h 128"/>
                <a:gd name="T32" fmla="*/ 0 w 171"/>
                <a:gd name="T33" fmla="*/ 92 h 128"/>
                <a:gd name="T34" fmla="*/ 171 w 171"/>
                <a:gd name="T35" fmla="*/ 92 h 128"/>
                <a:gd name="T36" fmla="*/ 171 w 171"/>
                <a:gd name="T37" fmla="*/ 73 h 128"/>
                <a:gd name="T38" fmla="*/ 171 w 171"/>
                <a:gd name="T39" fmla="*/ 73 h 128"/>
                <a:gd name="T40" fmla="*/ 171 w 171"/>
                <a:gd name="T41" fmla="*/ 73 h 128"/>
                <a:gd name="T42" fmla="*/ 171 w 171"/>
                <a:gd name="T43" fmla="*/ 109 h 128"/>
                <a:gd name="T44" fmla="*/ 0 w 171"/>
                <a:gd name="T45" fmla="*/ 109 h 128"/>
                <a:gd name="T46" fmla="*/ 0 w 171"/>
                <a:gd name="T47" fmla="*/ 128 h 128"/>
                <a:gd name="T48" fmla="*/ 171 w 171"/>
                <a:gd name="T49" fmla="*/ 128 h 128"/>
                <a:gd name="T50" fmla="*/ 171 w 171"/>
                <a:gd name="T51" fmla="*/ 109 h 128"/>
                <a:gd name="T52" fmla="*/ 171 w 171"/>
                <a:gd name="T53" fmla="*/ 109 h 128"/>
                <a:gd name="T54" fmla="*/ 171 w 171"/>
                <a:gd name="T55" fmla="*/ 10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1" h="128">
                  <a:moveTo>
                    <a:pt x="171" y="17"/>
                  </a:moveTo>
                  <a:lnTo>
                    <a:pt x="0" y="17"/>
                  </a:lnTo>
                  <a:lnTo>
                    <a:pt x="0" y="0"/>
                  </a:lnTo>
                  <a:lnTo>
                    <a:pt x="171" y="0"/>
                  </a:lnTo>
                  <a:lnTo>
                    <a:pt x="171" y="17"/>
                  </a:lnTo>
                  <a:lnTo>
                    <a:pt x="171" y="17"/>
                  </a:lnTo>
                  <a:lnTo>
                    <a:pt x="171" y="17"/>
                  </a:lnTo>
                  <a:close/>
                  <a:moveTo>
                    <a:pt x="171" y="36"/>
                  </a:moveTo>
                  <a:lnTo>
                    <a:pt x="0" y="36"/>
                  </a:lnTo>
                  <a:lnTo>
                    <a:pt x="0" y="54"/>
                  </a:lnTo>
                  <a:lnTo>
                    <a:pt x="171" y="54"/>
                  </a:lnTo>
                  <a:lnTo>
                    <a:pt x="171" y="36"/>
                  </a:lnTo>
                  <a:lnTo>
                    <a:pt x="171" y="36"/>
                  </a:lnTo>
                  <a:lnTo>
                    <a:pt x="171" y="36"/>
                  </a:lnTo>
                  <a:close/>
                  <a:moveTo>
                    <a:pt x="171" y="73"/>
                  </a:moveTo>
                  <a:lnTo>
                    <a:pt x="0" y="73"/>
                  </a:lnTo>
                  <a:lnTo>
                    <a:pt x="0" y="92"/>
                  </a:lnTo>
                  <a:lnTo>
                    <a:pt x="171" y="92"/>
                  </a:lnTo>
                  <a:lnTo>
                    <a:pt x="171" y="73"/>
                  </a:lnTo>
                  <a:lnTo>
                    <a:pt x="171" y="73"/>
                  </a:lnTo>
                  <a:lnTo>
                    <a:pt x="171" y="73"/>
                  </a:lnTo>
                  <a:close/>
                  <a:moveTo>
                    <a:pt x="171" y="109"/>
                  </a:moveTo>
                  <a:lnTo>
                    <a:pt x="0" y="109"/>
                  </a:lnTo>
                  <a:lnTo>
                    <a:pt x="0" y="128"/>
                  </a:lnTo>
                  <a:lnTo>
                    <a:pt x="171" y="128"/>
                  </a:lnTo>
                  <a:lnTo>
                    <a:pt x="171" y="109"/>
                  </a:lnTo>
                  <a:lnTo>
                    <a:pt x="171" y="109"/>
                  </a:lnTo>
                  <a:lnTo>
                    <a:pt x="171" y="109"/>
                  </a:lnTo>
                  <a:close/>
                </a:path>
              </a:pathLst>
            </a:cu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0" name="Freeform 219">
              <a:extLst>
                <a:ext uri="{FF2B5EF4-FFF2-40B4-BE49-F238E27FC236}">
                  <a16:creationId xmlns:a16="http://schemas.microsoft.com/office/drawing/2014/main" id="{73E15855-151F-4702-B3C0-269966322041}"/>
                </a:ext>
              </a:extLst>
            </p:cNvPr>
            <p:cNvSpPr>
              <a:spLocks/>
            </p:cNvSpPr>
            <p:nvPr/>
          </p:nvSpPr>
          <p:spPr bwMode="auto">
            <a:xfrm>
              <a:off x="1770063" y="4483101"/>
              <a:ext cx="182563" cy="379413"/>
            </a:xfrm>
            <a:custGeom>
              <a:avLst/>
              <a:gdLst>
                <a:gd name="T0" fmla="*/ 54 w 54"/>
                <a:gd name="T1" fmla="*/ 53 h 112"/>
                <a:gd name="T2" fmla="*/ 30 w 54"/>
                <a:gd name="T3" fmla="*/ 0 h 112"/>
                <a:gd name="T4" fmla="*/ 28 w 54"/>
                <a:gd name="T5" fmla="*/ 0 h 112"/>
                <a:gd name="T6" fmla="*/ 28 w 54"/>
                <a:gd name="T7" fmla="*/ 55 h 112"/>
                <a:gd name="T8" fmla="*/ 31 w 54"/>
                <a:gd name="T9" fmla="*/ 59 h 112"/>
                <a:gd name="T10" fmla="*/ 27 w 54"/>
                <a:gd name="T11" fmla="*/ 62 h 112"/>
                <a:gd name="T12" fmla="*/ 23 w 54"/>
                <a:gd name="T13" fmla="*/ 59 h 112"/>
                <a:gd name="T14" fmla="*/ 26 w 54"/>
                <a:gd name="T15" fmla="*/ 55 h 112"/>
                <a:gd name="T16" fmla="*/ 26 w 54"/>
                <a:gd name="T17" fmla="*/ 0 h 112"/>
                <a:gd name="T18" fmla="*/ 24 w 54"/>
                <a:gd name="T19" fmla="*/ 0 h 112"/>
                <a:gd name="T20" fmla="*/ 0 w 54"/>
                <a:gd name="T21" fmla="*/ 53 h 112"/>
                <a:gd name="T22" fmla="*/ 11 w 54"/>
                <a:gd name="T23" fmla="*/ 112 h 112"/>
                <a:gd name="T24" fmla="*/ 43 w 54"/>
                <a:gd name="T25" fmla="*/ 112 h 112"/>
                <a:gd name="T26" fmla="*/ 54 w 54"/>
                <a:gd name="T27"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12">
                  <a:moveTo>
                    <a:pt x="54" y="53"/>
                  </a:moveTo>
                  <a:cubicBezTo>
                    <a:pt x="54" y="53"/>
                    <a:pt x="30" y="21"/>
                    <a:pt x="30" y="0"/>
                  </a:cubicBezTo>
                  <a:cubicBezTo>
                    <a:pt x="28" y="0"/>
                    <a:pt x="28" y="0"/>
                    <a:pt x="28" y="0"/>
                  </a:cubicBezTo>
                  <a:cubicBezTo>
                    <a:pt x="28" y="55"/>
                    <a:pt x="28" y="55"/>
                    <a:pt x="28" y="55"/>
                  </a:cubicBezTo>
                  <a:cubicBezTo>
                    <a:pt x="30" y="56"/>
                    <a:pt x="31" y="57"/>
                    <a:pt x="31" y="59"/>
                  </a:cubicBezTo>
                  <a:cubicBezTo>
                    <a:pt x="31" y="61"/>
                    <a:pt x="29" y="62"/>
                    <a:pt x="27" y="62"/>
                  </a:cubicBezTo>
                  <a:cubicBezTo>
                    <a:pt x="25" y="62"/>
                    <a:pt x="23" y="61"/>
                    <a:pt x="23" y="59"/>
                  </a:cubicBezTo>
                  <a:cubicBezTo>
                    <a:pt x="23" y="57"/>
                    <a:pt x="25" y="56"/>
                    <a:pt x="26" y="55"/>
                  </a:cubicBezTo>
                  <a:cubicBezTo>
                    <a:pt x="26" y="0"/>
                    <a:pt x="26" y="0"/>
                    <a:pt x="26" y="0"/>
                  </a:cubicBezTo>
                  <a:cubicBezTo>
                    <a:pt x="24" y="0"/>
                    <a:pt x="24" y="0"/>
                    <a:pt x="24" y="0"/>
                  </a:cubicBezTo>
                  <a:cubicBezTo>
                    <a:pt x="24" y="21"/>
                    <a:pt x="0" y="53"/>
                    <a:pt x="0" y="53"/>
                  </a:cubicBezTo>
                  <a:cubicBezTo>
                    <a:pt x="11" y="91"/>
                    <a:pt x="11" y="112"/>
                    <a:pt x="11" y="112"/>
                  </a:cubicBezTo>
                  <a:cubicBezTo>
                    <a:pt x="43" y="112"/>
                    <a:pt x="43" y="112"/>
                    <a:pt x="43" y="112"/>
                  </a:cubicBezTo>
                  <a:cubicBezTo>
                    <a:pt x="43" y="112"/>
                    <a:pt x="43" y="91"/>
                    <a:pt x="54" y="5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1" name="Freeform 220">
              <a:extLst>
                <a:ext uri="{FF2B5EF4-FFF2-40B4-BE49-F238E27FC236}">
                  <a16:creationId xmlns:a16="http://schemas.microsoft.com/office/drawing/2014/main" id="{B8A6506D-C65D-45F5-9A71-749E1311F251}"/>
                </a:ext>
              </a:extLst>
            </p:cNvPr>
            <p:cNvSpPr>
              <a:spLocks/>
            </p:cNvSpPr>
            <p:nvPr/>
          </p:nvSpPr>
          <p:spPr bwMode="auto">
            <a:xfrm>
              <a:off x="1790701" y="4872038"/>
              <a:ext cx="142875" cy="47625"/>
            </a:xfrm>
            <a:custGeom>
              <a:avLst/>
              <a:gdLst>
                <a:gd name="T0" fmla="*/ 0 w 90"/>
                <a:gd name="T1" fmla="*/ 0 h 30"/>
                <a:gd name="T2" fmla="*/ 90 w 90"/>
                <a:gd name="T3" fmla="*/ 0 h 30"/>
                <a:gd name="T4" fmla="*/ 90 w 90"/>
                <a:gd name="T5" fmla="*/ 30 h 30"/>
                <a:gd name="T6" fmla="*/ 0 w 90"/>
                <a:gd name="T7" fmla="*/ 30 h 30"/>
                <a:gd name="T8" fmla="*/ 0 w 90"/>
                <a:gd name="T9" fmla="*/ 0 h 30"/>
                <a:gd name="T10" fmla="*/ 0 w 90"/>
                <a:gd name="T11" fmla="*/ 0 h 30"/>
              </a:gdLst>
              <a:ahLst/>
              <a:cxnLst>
                <a:cxn ang="0">
                  <a:pos x="T0" y="T1"/>
                </a:cxn>
                <a:cxn ang="0">
                  <a:pos x="T2" y="T3"/>
                </a:cxn>
                <a:cxn ang="0">
                  <a:pos x="T4" y="T5"/>
                </a:cxn>
                <a:cxn ang="0">
                  <a:pos x="T6" y="T7"/>
                </a:cxn>
                <a:cxn ang="0">
                  <a:pos x="T8" y="T9"/>
                </a:cxn>
                <a:cxn ang="0">
                  <a:pos x="T10" y="T11"/>
                </a:cxn>
              </a:cxnLst>
              <a:rect l="0" t="0" r="r" b="b"/>
              <a:pathLst>
                <a:path w="90" h="30">
                  <a:moveTo>
                    <a:pt x="0" y="0"/>
                  </a:moveTo>
                  <a:lnTo>
                    <a:pt x="90" y="0"/>
                  </a:lnTo>
                  <a:lnTo>
                    <a:pt x="90" y="30"/>
                  </a:lnTo>
                  <a:lnTo>
                    <a:pt x="0" y="30"/>
                  </a:lnTo>
                  <a:lnTo>
                    <a:pt x="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202" name="Groupe 355">
            <a:extLst>
              <a:ext uri="{FF2B5EF4-FFF2-40B4-BE49-F238E27FC236}">
                <a16:creationId xmlns:a16="http://schemas.microsoft.com/office/drawing/2014/main" id="{2CF831ED-E323-4D65-A42D-A0D0F149B319}"/>
              </a:ext>
            </a:extLst>
          </p:cNvPr>
          <p:cNvGrpSpPr/>
          <p:nvPr/>
        </p:nvGrpSpPr>
        <p:grpSpPr>
          <a:xfrm>
            <a:off x="5259931" y="3337735"/>
            <a:ext cx="781934" cy="921936"/>
            <a:chOff x="9153875" y="3671977"/>
            <a:chExt cx="363537" cy="428625"/>
          </a:xfrm>
          <a:solidFill>
            <a:schemeClr val="bg1"/>
          </a:solidFill>
        </p:grpSpPr>
        <p:sp>
          <p:nvSpPr>
            <p:cNvPr id="203" name="Freeform 76">
              <a:extLst>
                <a:ext uri="{FF2B5EF4-FFF2-40B4-BE49-F238E27FC236}">
                  <a16:creationId xmlns:a16="http://schemas.microsoft.com/office/drawing/2014/main" id="{FAF3CA66-A092-4689-A67A-7ED5962D21AA}"/>
                </a:ext>
              </a:extLst>
            </p:cNvPr>
            <p:cNvSpPr>
              <a:spLocks/>
            </p:cNvSpPr>
            <p:nvPr/>
          </p:nvSpPr>
          <p:spPr bwMode="auto">
            <a:xfrm>
              <a:off x="9330087" y="3671977"/>
              <a:ext cx="19050" cy="85725"/>
            </a:xfrm>
            <a:custGeom>
              <a:avLst/>
              <a:gdLst>
                <a:gd name="T0" fmla="*/ 3 w 5"/>
                <a:gd name="T1" fmla="*/ 23 h 23"/>
                <a:gd name="T2" fmla="*/ 5 w 5"/>
                <a:gd name="T3" fmla="*/ 21 h 23"/>
                <a:gd name="T4" fmla="*/ 5 w 5"/>
                <a:gd name="T5" fmla="*/ 2 h 23"/>
                <a:gd name="T6" fmla="*/ 3 w 5"/>
                <a:gd name="T7" fmla="*/ 0 h 23"/>
                <a:gd name="T8" fmla="*/ 0 w 5"/>
                <a:gd name="T9" fmla="*/ 2 h 23"/>
                <a:gd name="T10" fmla="*/ 0 w 5"/>
                <a:gd name="T11" fmla="*/ 21 h 23"/>
                <a:gd name="T12" fmla="*/ 3 w 5"/>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5" h="23">
                  <a:moveTo>
                    <a:pt x="3" y="23"/>
                  </a:moveTo>
                  <a:cubicBezTo>
                    <a:pt x="4" y="23"/>
                    <a:pt x="5" y="22"/>
                    <a:pt x="5" y="21"/>
                  </a:cubicBezTo>
                  <a:cubicBezTo>
                    <a:pt x="5" y="2"/>
                    <a:pt x="5" y="2"/>
                    <a:pt x="5" y="2"/>
                  </a:cubicBezTo>
                  <a:cubicBezTo>
                    <a:pt x="5" y="1"/>
                    <a:pt x="4" y="0"/>
                    <a:pt x="3" y="0"/>
                  </a:cubicBezTo>
                  <a:cubicBezTo>
                    <a:pt x="1" y="0"/>
                    <a:pt x="0" y="1"/>
                    <a:pt x="0" y="2"/>
                  </a:cubicBezTo>
                  <a:cubicBezTo>
                    <a:pt x="0" y="21"/>
                    <a:pt x="0" y="21"/>
                    <a:pt x="0" y="21"/>
                  </a:cubicBezTo>
                  <a:cubicBezTo>
                    <a:pt x="0" y="22"/>
                    <a:pt x="1" y="23"/>
                    <a:pt x="3" y="2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4" name="Freeform 77">
              <a:extLst>
                <a:ext uri="{FF2B5EF4-FFF2-40B4-BE49-F238E27FC236}">
                  <a16:creationId xmlns:a16="http://schemas.microsoft.com/office/drawing/2014/main" id="{BA079572-7D6F-4C0D-B8BF-37D8C65312C5}"/>
                </a:ext>
              </a:extLst>
            </p:cNvPr>
            <p:cNvSpPr>
              <a:spLocks/>
            </p:cNvSpPr>
            <p:nvPr/>
          </p:nvSpPr>
          <p:spPr bwMode="auto">
            <a:xfrm>
              <a:off x="9157050" y="3765639"/>
              <a:ext cx="79375" cy="55563"/>
            </a:xfrm>
            <a:custGeom>
              <a:avLst/>
              <a:gdLst>
                <a:gd name="T0" fmla="*/ 20 w 21"/>
                <a:gd name="T1" fmla="*/ 10 h 15"/>
                <a:gd name="T2" fmla="*/ 4 w 21"/>
                <a:gd name="T3" fmla="*/ 1 h 15"/>
                <a:gd name="T4" fmla="*/ 4 w 21"/>
                <a:gd name="T5" fmla="*/ 1 h 15"/>
                <a:gd name="T6" fmla="*/ 2 w 21"/>
                <a:gd name="T7" fmla="*/ 1 h 15"/>
                <a:gd name="T8" fmla="*/ 0 w 21"/>
                <a:gd name="T9" fmla="*/ 2 h 15"/>
                <a:gd name="T10" fmla="*/ 0 w 21"/>
                <a:gd name="T11" fmla="*/ 4 h 15"/>
                <a:gd name="T12" fmla="*/ 1 w 21"/>
                <a:gd name="T13" fmla="*/ 5 h 15"/>
                <a:gd name="T14" fmla="*/ 17 w 21"/>
                <a:gd name="T15" fmla="*/ 14 h 15"/>
                <a:gd name="T16" fmla="*/ 18 w 21"/>
                <a:gd name="T17" fmla="*/ 15 h 15"/>
                <a:gd name="T18" fmla="*/ 20 w 21"/>
                <a:gd name="T19" fmla="*/ 13 h 15"/>
                <a:gd name="T20" fmla="*/ 21 w 21"/>
                <a:gd name="T21" fmla="*/ 12 h 15"/>
                <a:gd name="T22" fmla="*/ 20 w 21"/>
                <a:gd name="T23"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15">
                  <a:moveTo>
                    <a:pt x="20" y="10"/>
                  </a:moveTo>
                  <a:cubicBezTo>
                    <a:pt x="4" y="1"/>
                    <a:pt x="4" y="1"/>
                    <a:pt x="4" y="1"/>
                  </a:cubicBezTo>
                  <a:cubicBezTo>
                    <a:pt x="4" y="1"/>
                    <a:pt x="4" y="1"/>
                    <a:pt x="4" y="1"/>
                  </a:cubicBezTo>
                  <a:cubicBezTo>
                    <a:pt x="3" y="1"/>
                    <a:pt x="2" y="0"/>
                    <a:pt x="2" y="1"/>
                  </a:cubicBezTo>
                  <a:cubicBezTo>
                    <a:pt x="1" y="1"/>
                    <a:pt x="1" y="1"/>
                    <a:pt x="0" y="2"/>
                  </a:cubicBezTo>
                  <a:cubicBezTo>
                    <a:pt x="0" y="2"/>
                    <a:pt x="0" y="3"/>
                    <a:pt x="0" y="4"/>
                  </a:cubicBezTo>
                  <a:cubicBezTo>
                    <a:pt x="0" y="4"/>
                    <a:pt x="1" y="5"/>
                    <a:pt x="1" y="5"/>
                  </a:cubicBezTo>
                  <a:cubicBezTo>
                    <a:pt x="17" y="14"/>
                    <a:pt x="17" y="14"/>
                    <a:pt x="17" y="14"/>
                  </a:cubicBezTo>
                  <a:cubicBezTo>
                    <a:pt x="17" y="15"/>
                    <a:pt x="18" y="15"/>
                    <a:pt x="18" y="15"/>
                  </a:cubicBezTo>
                  <a:cubicBezTo>
                    <a:pt x="19" y="15"/>
                    <a:pt x="20" y="14"/>
                    <a:pt x="20" y="13"/>
                  </a:cubicBezTo>
                  <a:cubicBezTo>
                    <a:pt x="21" y="13"/>
                    <a:pt x="21" y="12"/>
                    <a:pt x="21" y="12"/>
                  </a:cubicBezTo>
                  <a:cubicBezTo>
                    <a:pt x="21" y="11"/>
                    <a:pt x="20" y="10"/>
                    <a:pt x="20" y="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5" name="Freeform 78">
              <a:extLst>
                <a:ext uri="{FF2B5EF4-FFF2-40B4-BE49-F238E27FC236}">
                  <a16:creationId xmlns:a16="http://schemas.microsoft.com/office/drawing/2014/main" id="{A3778ECF-725B-43D7-8A84-932DC1FE99B0}"/>
                </a:ext>
              </a:extLst>
            </p:cNvPr>
            <p:cNvSpPr>
              <a:spLocks/>
            </p:cNvSpPr>
            <p:nvPr/>
          </p:nvSpPr>
          <p:spPr bwMode="auto">
            <a:xfrm>
              <a:off x="9153875" y="3930739"/>
              <a:ext cx="77788" cy="52388"/>
            </a:xfrm>
            <a:custGeom>
              <a:avLst/>
              <a:gdLst>
                <a:gd name="T0" fmla="*/ 19 w 21"/>
                <a:gd name="T1" fmla="*/ 0 h 14"/>
                <a:gd name="T2" fmla="*/ 17 w 21"/>
                <a:gd name="T3" fmla="*/ 0 h 14"/>
                <a:gd name="T4" fmla="*/ 1 w 21"/>
                <a:gd name="T5" fmla="*/ 10 h 14"/>
                <a:gd name="T6" fmla="*/ 0 w 21"/>
                <a:gd name="T7" fmla="*/ 11 h 14"/>
                <a:gd name="T8" fmla="*/ 0 w 21"/>
                <a:gd name="T9" fmla="*/ 13 h 14"/>
                <a:gd name="T10" fmla="*/ 3 w 21"/>
                <a:gd name="T11" fmla="*/ 14 h 14"/>
                <a:gd name="T12" fmla="*/ 4 w 21"/>
                <a:gd name="T13" fmla="*/ 14 h 14"/>
                <a:gd name="T14" fmla="*/ 20 w 21"/>
                <a:gd name="T15" fmla="*/ 5 h 14"/>
                <a:gd name="T16" fmla="*/ 21 w 21"/>
                <a:gd name="T17" fmla="*/ 3 h 14"/>
                <a:gd name="T18" fmla="*/ 21 w 21"/>
                <a:gd name="T19" fmla="*/ 1 h 14"/>
                <a:gd name="T20" fmla="*/ 19 w 21"/>
                <a:gd name="T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4">
                  <a:moveTo>
                    <a:pt x="19" y="0"/>
                  </a:moveTo>
                  <a:cubicBezTo>
                    <a:pt x="18" y="0"/>
                    <a:pt x="18" y="0"/>
                    <a:pt x="17" y="0"/>
                  </a:cubicBezTo>
                  <a:cubicBezTo>
                    <a:pt x="1" y="10"/>
                    <a:pt x="1" y="10"/>
                    <a:pt x="1" y="10"/>
                  </a:cubicBezTo>
                  <a:cubicBezTo>
                    <a:pt x="1" y="10"/>
                    <a:pt x="0" y="11"/>
                    <a:pt x="0" y="11"/>
                  </a:cubicBezTo>
                  <a:cubicBezTo>
                    <a:pt x="0" y="12"/>
                    <a:pt x="0" y="12"/>
                    <a:pt x="0" y="13"/>
                  </a:cubicBezTo>
                  <a:cubicBezTo>
                    <a:pt x="1" y="14"/>
                    <a:pt x="2" y="14"/>
                    <a:pt x="3" y="14"/>
                  </a:cubicBezTo>
                  <a:cubicBezTo>
                    <a:pt x="3" y="14"/>
                    <a:pt x="3" y="14"/>
                    <a:pt x="4" y="14"/>
                  </a:cubicBezTo>
                  <a:cubicBezTo>
                    <a:pt x="20" y="5"/>
                    <a:pt x="20" y="5"/>
                    <a:pt x="20" y="5"/>
                  </a:cubicBezTo>
                  <a:cubicBezTo>
                    <a:pt x="20" y="4"/>
                    <a:pt x="21" y="4"/>
                    <a:pt x="21" y="3"/>
                  </a:cubicBezTo>
                  <a:cubicBezTo>
                    <a:pt x="21" y="3"/>
                    <a:pt x="21" y="2"/>
                    <a:pt x="21" y="1"/>
                  </a:cubicBezTo>
                  <a:cubicBezTo>
                    <a:pt x="20" y="1"/>
                    <a:pt x="20" y="0"/>
                    <a:pt x="1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6" name="Freeform 79">
              <a:extLst>
                <a:ext uri="{FF2B5EF4-FFF2-40B4-BE49-F238E27FC236}">
                  <a16:creationId xmlns:a16="http://schemas.microsoft.com/office/drawing/2014/main" id="{BF887599-4193-42B4-87FC-250BB2AAD143}"/>
                </a:ext>
              </a:extLst>
            </p:cNvPr>
            <p:cNvSpPr>
              <a:spLocks/>
            </p:cNvSpPr>
            <p:nvPr/>
          </p:nvSpPr>
          <p:spPr bwMode="auto">
            <a:xfrm>
              <a:off x="9434862" y="3938677"/>
              <a:ext cx="79375" cy="52388"/>
            </a:xfrm>
            <a:custGeom>
              <a:avLst/>
              <a:gdLst>
                <a:gd name="T0" fmla="*/ 20 w 21"/>
                <a:gd name="T1" fmla="*/ 9 h 14"/>
                <a:gd name="T2" fmla="*/ 4 w 21"/>
                <a:gd name="T3" fmla="*/ 0 h 14"/>
                <a:gd name="T4" fmla="*/ 2 w 21"/>
                <a:gd name="T5" fmla="*/ 0 h 14"/>
                <a:gd name="T6" fmla="*/ 1 w 21"/>
                <a:gd name="T7" fmla="*/ 1 h 14"/>
                <a:gd name="T8" fmla="*/ 1 w 21"/>
                <a:gd name="T9" fmla="*/ 3 h 14"/>
                <a:gd name="T10" fmla="*/ 2 w 21"/>
                <a:gd name="T11" fmla="*/ 4 h 14"/>
                <a:gd name="T12" fmla="*/ 18 w 21"/>
                <a:gd name="T13" fmla="*/ 13 h 14"/>
                <a:gd name="T14" fmla="*/ 19 w 21"/>
                <a:gd name="T15" fmla="*/ 14 h 14"/>
                <a:gd name="T16" fmla="*/ 21 w 21"/>
                <a:gd name="T17" fmla="*/ 13 h 14"/>
                <a:gd name="T18" fmla="*/ 21 w 21"/>
                <a:gd name="T19" fmla="*/ 11 h 14"/>
                <a:gd name="T20" fmla="*/ 20 w 21"/>
                <a:gd name="T2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4">
                  <a:moveTo>
                    <a:pt x="20" y="9"/>
                  </a:moveTo>
                  <a:cubicBezTo>
                    <a:pt x="4" y="0"/>
                    <a:pt x="4" y="0"/>
                    <a:pt x="4" y="0"/>
                  </a:cubicBezTo>
                  <a:cubicBezTo>
                    <a:pt x="4" y="0"/>
                    <a:pt x="3" y="0"/>
                    <a:pt x="2" y="0"/>
                  </a:cubicBezTo>
                  <a:cubicBezTo>
                    <a:pt x="2" y="0"/>
                    <a:pt x="1" y="0"/>
                    <a:pt x="1" y="1"/>
                  </a:cubicBezTo>
                  <a:cubicBezTo>
                    <a:pt x="1" y="1"/>
                    <a:pt x="0" y="2"/>
                    <a:pt x="1" y="3"/>
                  </a:cubicBezTo>
                  <a:cubicBezTo>
                    <a:pt x="1" y="3"/>
                    <a:pt x="1" y="4"/>
                    <a:pt x="2" y="4"/>
                  </a:cubicBezTo>
                  <a:cubicBezTo>
                    <a:pt x="18" y="13"/>
                    <a:pt x="18" y="13"/>
                    <a:pt x="18" y="13"/>
                  </a:cubicBezTo>
                  <a:cubicBezTo>
                    <a:pt x="18" y="14"/>
                    <a:pt x="18" y="14"/>
                    <a:pt x="19" y="14"/>
                  </a:cubicBezTo>
                  <a:cubicBezTo>
                    <a:pt x="20" y="14"/>
                    <a:pt x="21" y="13"/>
                    <a:pt x="21" y="13"/>
                  </a:cubicBezTo>
                  <a:cubicBezTo>
                    <a:pt x="21" y="12"/>
                    <a:pt x="21" y="11"/>
                    <a:pt x="21" y="11"/>
                  </a:cubicBezTo>
                  <a:cubicBezTo>
                    <a:pt x="21" y="10"/>
                    <a:pt x="21" y="9"/>
                    <a:pt x="20" y="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7" name="Freeform 80">
              <a:extLst>
                <a:ext uri="{FF2B5EF4-FFF2-40B4-BE49-F238E27FC236}">
                  <a16:creationId xmlns:a16="http://schemas.microsoft.com/office/drawing/2014/main" id="{766C77E6-0B82-4EEE-BE40-FDDB0D992A67}"/>
                </a:ext>
              </a:extLst>
            </p:cNvPr>
            <p:cNvSpPr>
              <a:spLocks/>
            </p:cNvSpPr>
            <p:nvPr/>
          </p:nvSpPr>
          <p:spPr bwMode="auto">
            <a:xfrm>
              <a:off x="9438037" y="3773577"/>
              <a:ext cx="79375" cy="52388"/>
            </a:xfrm>
            <a:custGeom>
              <a:avLst/>
              <a:gdLst>
                <a:gd name="T0" fmla="*/ 21 w 21"/>
                <a:gd name="T1" fmla="*/ 1 h 14"/>
                <a:gd name="T2" fmla="*/ 19 w 21"/>
                <a:gd name="T3" fmla="*/ 0 h 14"/>
                <a:gd name="T4" fmla="*/ 17 w 21"/>
                <a:gd name="T5" fmla="*/ 0 h 14"/>
                <a:gd name="T6" fmla="*/ 2 w 21"/>
                <a:gd name="T7" fmla="*/ 10 h 14"/>
                <a:gd name="T8" fmla="*/ 0 w 21"/>
                <a:gd name="T9" fmla="*/ 11 h 14"/>
                <a:gd name="T10" fmla="*/ 1 w 21"/>
                <a:gd name="T11" fmla="*/ 13 h 14"/>
                <a:gd name="T12" fmla="*/ 3 w 21"/>
                <a:gd name="T13" fmla="*/ 14 h 14"/>
                <a:gd name="T14" fmla="*/ 4 w 21"/>
                <a:gd name="T15" fmla="*/ 14 h 14"/>
                <a:gd name="T16" fmla="*/ 20 w 21"/>
                <a:gd name="T17" fmla="*/ 5 h 14"/>
                <a:gd name="T18" fmla="*/ 21 w 21"/>
                <a:gd name="T19" fmla="*/ 3 h 14"/>
                <a:gd name="T20" fmla="*/ 21 w 21"/>
                <a:gd name="T21"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4">
                  <a:moveTo>
                    <a:pt x="21" y="1"/>
                  </a:moveTo>
                  <a:cubicBezTo>
                    <a:pt x="21" y="1"/>
                    <a:pt x="20" y="0"/>
                    <a:pt x="19" y="0"/>
                  </a:cubicBezTo>
                  <a:cubicBezTo>
                    <a:pt x="19" y="0"/>
                    <a:pt x="18" y="0"/>
                    <a:pt x="17" y="0"/>
                  </a:cubicBezTo>
                  <a:cubicBezTo>
                    <a:pt x="2" y="10"/>
                    <a:pt x="2" y="10"/>
                    <a:pt x="2" y="10"/>
                  </a:cubicBezTo>
                  <a:cubicBezTo>
                    <a:pt x="1" y="10"/>
                    <a:pt x="1" y="10"/>
                    <a:pt x="0" y="11"/>
                  </a:cubicBezTo>
                  <a:cubicBezTo>
                    <a:pt x="0" y="12"/>
                    <a:pt x="0" y="12"/>
                    <a:pt x="1" y="13"/>
                  </a:cubicBezTo>
                  <a:cubicBezTo>
                    <a:pt x="1" y="14"/>
                    <a:pt x="2" y="14"/>
                    <a:pt x="3" y="14"/>
                  </a:cubicBezTo>
                  <a:cubicBezTo>
                    <a:pt x="3" y="14"/>
                    <a:pt x="4" y="14"/>
                    <a:pt x="4" y="14"/>
                  </a:cubicBezTo>
                  <a:cubicBezTo>
                    <a:pt x="20" y="5"/>
                    <a:pt x="20" y="5"/>
                    <a:pt x="20" y="5"/>
                  </a:cubicBezTo>
                  <a:cubicBezTo>
                    <a:pt x="21" y="4"/>
                    <a:pt x="21" y="4"/>
                    <a:pt x="21" y="3"/>
                  </a:cubicBezTo>
                  <a:cubicBezTo>
                    <a:pt x="21" y="3"/>
                    <a:pt x="21" y="2"/>
                    <a:pt x="21"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8" name="Freeform 81">
              <a:extLst>
                <a:ext uri="{FF2B5EF4-FFF2-40B4-BE49-F238E27FC236}">
                  <a16:creationId xmlns:a16="http://schemas.microsoft.com/office/drawing/2014/main" id="{6CF4E5E0-D504-47B4-87C2-8110DC691985}"/>
                </a:ext>
              </a:extLst>
            </p:cNvPr>
            <p:cNvSpPr>
              <a:spLocks noEditPoints="1"/>
            </p:cNvSpPr>
            <p:nvPr/>
          </p:nvSpPr>
          <p:spPr bwMode="auto">
            <a:xfrm>
              <a:off x="9220550" y="3776752"/>
              <a:ext cx="222250" cy="323850"/>
            </a:xfrm>
            <a:custGeom>
              <a:avLst/>
              <a:gdLst>
                <a:gd name="T0" fmla="*/ 58 w 59"/>
                <a:gd name="T1" fmla="*/ 31 h 86"/>
                <a:gd name="T2" fmla="*/ 58 w 59"/>
                <a:gd name="T3" fmla="*/ 26 h 86"/>
                <a:gd name="T4" fmla="*/ 58 w 59"/>
                <a:gd name="T5" fmla="*/ 25 h 86"/>
                <a:gd name="T6" fmla="*/ 59 w 59"/>
                <a:gd name="T7" fmla="*/ 18 h 86"/>
                <a:gd name="T8" fmla="*/ 54 w 59"/>
                <a:gd name="T9" fmla="*/ 11 h 86"/>
                <a:gd name="T10" fmla="*/ 54 w 59"/>
                <a:gd name="T11" fmla="*/ 11 h 86"/>
                <a:gd name="T12" fmla="*/ 45 w 59"/>
                <a:gd name="T13" fmla="*/ 3 h 86"/>
                <a:gd name="T14" fmla="*/ 44 w 59"/>
                <a:gd name="T15" fmla="*/ 3 h 86"/>
                <a:gd name="T16" fmla="*/ 32 w 59"/>
                <a:gd name="T17" fmla="*/ 0 h 86"/>
                <a:gd name="T18" fmla="*/ 19 w 59"/>
                <a:gd name="T19" fmla="*/ 3 h 86"/>
                <a:gd name="T20" fmla="*/ 8 w 59"/>
                <a:gd name="T21" fmla="*/ 40 h 86"/>
                <a:gd name="T22" fmla="*/ 18 w 59"/>
                <a:gd name="T23" fmla="*/ 51 h 86"/>
                <a:gd name="T24" fmla="*/ 18 w 59"/>
                <a:gd name="T25" fmla="*/ 61 h 86"/>
                <a:gd name="T26" fmla="*/ 18 w 59"/>
                <a:gd name="T27" fmla="*/ 61 h 86"/>
                <a:gd name="T28" fmla="*/ 18 w 59"/>
                <a:gd name="T29" fmla="*/ 61 h 86"/>
                <a:gd name="T30" fmla="*/ 18 w 59"/>
                <a:gd name="T31" fmla="*/ 74 h 86"/>
                <a:gd name="T32" fmla="*/ 23 w 59"/>
                <a:gd name="T33" fmla="*/ 81 h 86"/>
                <a:gd name="T34" fmla="*/ 31 w 59"/>
                <a:gd name="T35" fmla="*/ 86 h 86"/>
                <a:gd name="T36" fmla="*/ 40 w 59"/>
                <a:gd name="T37" fmla="*/ 81 h 86"/>
                <a:gd name="T38" fmla="*/ 45 w 59"/>
                <a:gd name="T39" fmla="*/ 74 h 86"/>
                <a:gd name="T40" fmla="*/ 45 w 59"/>
                <a:gd name="T41" fmla="*/ 52 h 86"/>
                <a:gd name="T42" fmla="*/ 45 w 59"/>
                <a:gd name="T43" fmla="*/ 52 h 86"/>
                <a:gd name="T44" fmla="*/ 52 w 59"/>
                <a:gd name="T45" fmla="*/ 46 h 86"/>
                <a:gd name="T46" fmla="*/ 55 w 59"/>
                <a:gd name="T47" fmla="*/ 41 h 86"/>
                <a:gd name="T48" fmla="*/ 58 w 59"/>
                <a:gd name="T49" fmla="*/ 31 h 86"/>
                <a:gd name="T50" fmla="*/ 58 w 59"/>
                <a:gd name="T51" fmla="*/ 31 h 86"/>
                <a:gd name="T52" fmla="*/ 17 w 59"/>
                <a:gd name="T53" fmla="*/ 28 h 86"/>
                <a:gd name="T54" fmla="*/ 16 w 59"/>
                <a:gd name="T55" fmla="*/ 30 h 86"/>
                <a:gd name="T56" fmla="*/ 15 w 59"/>
                <a:gd name="T57" fmla="*/ 28 h 86"/>
                <a:gd name="T58" fmla="*/ 34 w 59"/>
                <a:gd name="T59" fmla="*/ 10 h 86"/>
                <a:gd name="T60" fmla="*/ 35 w 59"/>
                <a:gd name="T61" fmla="*/ 11 h 86"/>
                <a:gd name="T62" fmla="*/ 34 w 59"/>
                <a:gd name="T63" fmla="*/ 12 h 86"/>
                <a:gd name="T64" fmla="*/ 17 w 59"/>
                <a:gd name="T65" fmla="*/ 28 h 86"/>
                <a:gd name="T66" fmla="*/ 42 w 59"/>
                <a:gd name="T67" fmla="*/ 74 h 86"/>
                <a:gd name="T68" fmla="*/ 38 w 59"/>
                <a:gd name="T69" fmla="*/ 79 h 86"/>
                <a:gd name="T70" fmla="*/ 37 w 59"/>
                <a:gd name="T71" fmla="*/ 80 h 86"/>
                <a:gd name="T72" fmla="*/ 37 w 59"/>
                <a:gd name="T73" fmla="*/ 80 h 86"/>
                <a:gd name="T74" fmla="*/ 31 w 59"/>
                <a:gd name="T75" fmla="*/ 83 h 86"/>
                <a:gd name="T76" fmla="*/ 26 w 59"/>
                <a:gd name="T77" fmla="*/ 80 h 86"/>
                <a:gd name="T78" fmla="*/ 26 w 59"/>
                <a:gd name="T79" fmla="*/ 80 h 86"/>
                <a:gd name="T80" fmla="*/ 25 w 59"/>
                <a:gd name="T81" fmla="*/ 79 h 86"/>
                <a:gd name="T82" fmla="*/ 21 w 59"/>
                <a:gd name="T83" fmla="*/ 74 h 86"/>
                <a:gd name="T84" fmla="*/ 21 w 59"/>
                <a:gd name="T85" fmla="*/ 62 h 86"/>
                <a:gd name="T86" fmla="*/ 42 w 59"/>
                <a:gd name="T87" fmla="*/ 62 h 86"/>
                <a:gd name="T88" fmla="*/ 42 w 59"/>
                <a:gd name="T89" fmla="*/ 7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 h="86">
                  <a:moveTo>
                    <a:pt x="58" y="31"/>
                  </a:moveTo>
                  <a:cubicBezTo>
                    <a:pt x="58" y="29"/>
                    <a:pt x="58" y="27"/>
                    <a:pt x="58" y="26"/>
                  </a:cubicBezTo>
                  <a:cubicBezTo>
                    <a:pt x="58" y="25"/>
                    <a:pt x="58" y="25"/>
                    <a:pt x="58" y="25"/>
                  </a:cubicBezTo>
                  <a:cubicBezTo>
                    <a:pt x="58" y="22"/>
                    <a:pt x="59" y="20"/>
                    <a:pt x="59" y="18"/>
                  </a:cubicBezTo>
                  <a:cubicBezTo>
                    <a:pt x="59" y="18"/>
                    <a:pt x="58" y="15"/>
                    <a:pt x="54" y="11"/>
                  </a:cubicBezTo>
                  <a:cubicBezTo>
                    <a:pt x="54" y="11"/>
                    <a:pt x="54" y="11"/>
                    <a:pt x="54" y="11"/>
                  </a:cubicBezTo>
                  <a:cubicBezTo>
                    <a:pt x="52" y="8"/>
                    <a:pt x="49" y="5"/>
                    <a:pt x="45" y="3"/>
                  </a:cubicBezTo>
                  <a:cubicBezTo>
                    <a:pt x="44" y="3"/>
                    <a:pt x="44" y="3"/>
                    <a:pt x="44" y="3"/>
                  </a:cubicBezTo>
                  <a:cubicBezTo>
                    <a:pt x="40" y="1"/>
                    <a:pt x="36" y="0"/>
                    <a:pt x="32" y="0"/>
                  </a:cubicBezTo>
                  <a:cubicBezTo>
                    <a:pt x="27" y="0"/>
                    <a:pt x="23" y="1"/>
                    <a:pt x="19" y="3"/>
                  </a:cubicBezTo>
                  <a:cubicBezTo>
                    <a:pt x="5" y="11"/>
                    <a:pt x="0" y="27"/>
                    <a:pt x="8" y="40"/>
                  </a:cubicBezTo>
                  <a:cubicBezTo>
                    <a:pt x="10" y="45"/>
                    <a:pt x="14" y="49"/>
                    <a:pt x="18" y="51"/>
                  </a:cubicBezTo>
                  <a:cubicBezTo>
                    <a:pt x="18" y="61"/>
                    <a:pt x="18" y="61"/>
                    <a:pt x="18" y="61"/>
                  </a:cubicBezTo>
                  <a:cubicBezTo>
                    <a:pt x="18" y="61"/>
                    <a:pt x="18" y="61"/>
                    <a:pt x="18" y="61"/>
                  </a:cubicBezTo>
                  <a:cubicBezTo>
                    <a:pt x="18" y="61"/>
                    <a:pt x="18" y="61"/>
                    <a:pt x="18" y="61"/>
                  </a:cubicBezTo>
                  <a:cubicBezTo>
                    <a:pt x="18" y="74"/>
                    <a:pt x="18" y="74"/>
                    <a:pt x="18" y="74"/>
                  </a:cubicBezTo>
                  <a:cubicBezTo>
                    <a:pt x="18" y="77"/>
                    <a:pt x="20" y="79"/>
                    <a:pt x="23" y="81"/>
                  </a:cubicBezTo>
                  <a:cubicBezTo>
                    <a:pt x="24" y="83"/>
                    <a:pt x="27" y="86"/>
                    <a:pt x="31" y="86"/>
                  </a:cubicBezTo>
                  <a:cubicBezTo>
                    <a:pt x="36" y="86"/>
                    <a:pt x="39" y="83"/>
                    <a:pt x="40" y="81"/>
                  </a:cubicBezTo>
                  <a:cubicBezTo>
                    <a:pt x="43" y="79"/>
                    <a:pt x="45" y="77"/>
                    <a:pt x="45" y="74"/>
                  </a:cubicBezTo>
                  <a:cubicBezTo>
                    <a:pt x="45" y="52"/>
                    <a:pt x="45" y="52"/>
                    <a:pt x="45" y="52"/>
                  </a:cubicBezTo>
                  <a:cubicBezTo>
                    <a:pt x="45" y="52"/>
                    <a:pt x="45" y="52"/>
                    <a:pt x="45" y="52"/>
                  </a:cubicBezTo>
                  <a:cubicBezTo>
                    <a:pt x="47" y="50"/>
                    <a:pt x="50" y="48"/>
                    <a:pt x="52" y="46"/>
                  </a:cubicBezTo>
                  <a:cubicBezTo>
                    <a:pt x="53" y="45"/>
                    <a:pt x="54" y="43"/>
                    <a:pt x="55" y="41"/>
                  </a:cubicBezTo>
                  <a:cubicBezTo>
                    <a:pt x="56" y="38"/>
                    <a:pt x="57" y="34"/>
                    <a:pt x="58" y="31"/>
                  </a:cubicBezTo>
                  <a:cubicBezTo>
                    <a:pt x="58" y="31"/>
                    <a:pt x="58" y="31"/>
                    <a:pt x="58" y="31"/>
                  </a:cubicBezTo>
                  <a:moveTo>
                    <a:pt x="17" y="28"/>
                  </a:moveTo>
                  <a:cubicBezTo>
                    <a:pt x="17" y="29"/>
                    <a:pt x="17" y="30"/>
                    <a:pt x="16" y="30"/>
                  </a:cubicBezTo>
                  <a:cubicBezTo>
                    <a:pt x="16" y="30"/>
                    <a:pt x="15" y="29"/>
                    <a:pt x="15" y="28"/>
                  </a:cubicBezTo>
                  <a:cubicBezTo>
                    <a:pt x="15" y="18"/>
                    <a:pt x="23" y="10"/>
                    <a:pt x="34" y="10"/>
                  </a:cubicBezTo>
                  <a:cubicBezTo>
                    <a:pt x="35" y="10"/>
                    <a:pt x="35" y="10"/>
                    <a:pt x="35" y="11"/>
                  </a:cubicBezTo>
                  <a:cubicBezTo>
                    <a:pt x="35" y="11"/>
                    <a:pt x="35" y="12"/>
                    <a:pt x="34" y="12"/>
                  </a:cubicBezTo>
                  <a:cubicBezTo>
                    <a:pt x="25" y="12"/>
                    <a:pt x="17" y="19"/>
                    <a:pt x="17" y="28"/>
                  </a:cubicBezTo>
                  <a:moveTo>
                    <a:pt x="42" y="74"/>
                  </a:moveTo>
                  <a:cubicBezTo>
                    <a:pt x="42" y="76"/>
                    <a:pt x="40" y="78"/>
                    <a:pt x="38" y="79"/>
                  </a:cubicBezTo>
                  <a:cubicBezTo>
                    <a:pt x="37" y="79"/>
                    <a:pt x="37" y="80"/>
                    <a:pt x="37" y="80"/>
                  </a:cubicBezTo>
                  <a:cubicBezTo>
                    <a:pt x="37" y="80"/>
                    <a:pt x="37" y="80"/>
                    <a:pt x="37" y="80"/>
                  </a:cubicBezTo>
                  <a:cubicBezTo>
                    <a:pt x="37" y="82"/>
                    <a:pt x="35" y="83"/>
                    <a:pt x="31" y="83"/>
                  </a:cubicBezTo>
                  <a:cubicBezTo>
                    <a:pt x="28" y="83"/>
                    <a:pt x="26" y="82"/>
                    <a:pt x="26" y="80"/>
                  </a:cubicBezTo>
                  <a:cubicBezTo>
                    <a:pt x="26" y="80"/>
                    <a:pt x="26" y="80"/>
                    <a:pt x="26" y="80"/>
                  </a:cubicBezTo>
                  <a:cubicBezTo>
                    <a:pt x="26" y="80"/>
                    <a:pt x="25" y="79"/>
                    <a:pt x="25" y="79"/>
                  </a:cubicBezTo>
                  <a:cubicBezTo>
                    <a:pt x="22" y="78"/>
                    <a:pt x="21" y="76"/>
                    <a:pt x="21" y="74"/>
                  </a:cubicBezTo>
                  <a:cubicBezTo>
                    <a:pt x="21" y="62"/>
                    <a:pt x="21" y="62"/>
                    <a:pt x="21" y="62"/>
                  </a:cubicBezTo>
                  <a:cubicBezTo>
                    <a:pt x="42" y="62"/>
                    <a:pt x="42" y="62"/>
                    <a:pt x="42" y="62"/>
                  </a:cubicBezTo>
                  <a:lnTo>
                    <a:pt x="42"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209" name="Isosceles Triangle 208">
            <a:extLst>
              <a:ext uri="{FF2B5EF4-FFF2-40B4-BE49-F238E27FC236}">
                <a16:creationId xmlns:a16="http://schemas.microsoft.com/office/drawing/2014/main" id="{5FB66822-0237-4471-B0FD-B622689E8327}"/>
              </a:ext>
            </a:extLst>
          </p:cNvPr>
          <p:cNvSpPr/>
          <p:nvPr/>
        </p:nvSpPr>
        <p:spPr>
          <a:xfrm>
            <a:off x="5993115" y="1412776"/>
            <a:ext cx="1163970" cy="33667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4572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FFFF"/>
                </a:solidFill>
                <a:effectLst/>
                <a:uLnTx/>
                <a:uFillTx/>
                <a:latin typeface="Ubuntu"/>
                <a:ea typeface="+mn-ea"/>
                <a:cs typeface="+mn-cs"/>
              </a:rPr>
              <a:t>1.</a:t>
            </a:r>
          </a:p>
        </p:txBody>
      </p:sp>
      <p:sp>
        <p:nvSpPr>
          <p:cNvPr id="210" name="Trapezoid 209">
            <a:extLst>
              <a:ext uri="{FF2B5EF4-FFF2-40B4-BE49-F238E27FC236}">
                <a16:creationId xmlns:a16="http://schemas.microsoft.com/office/drawing/2014/main" id="{F2B31541-C30B-423B-A235-B4B072F3736D}"/>
              </a:ext>
            </a:extLst>
          </p:cNvPr>
          <p:cNvSpPr/>
          <p:nvPr/>
        </p:nvSpPr>
        <p:spPr>
          <a:xfrm rot="5400000">
            <a:off x="7416514" y="3663588"/>
            <a:ext cx="1260701" cy="336673"/>
          </a:xfrm>
          <a:prstGeom prst="trapezoid">
            <a:avLst>
              <a:gd name="adj" fmla="val 6131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4572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1" u="none" strike="noStrike" kern="1200" cap="none" spc="0" normalizeH="0" baseline="0" noProof="0" dirty="0">
              <a:ln>
                <a:noFill/>
              </a:ln>
              <a:solidFill>
                <a:prstClr val="black"/>
              </a:solidFill>
              <a:effectLst/>
              <a:uLnTx/>
              <a:uFillTx/>
              <a:latin typeface="Ubuntu"/>
              <a:ea typeface="+mn-ea"/>
              <a:cs typeface="+mn-cs"/>
            </a:endParaRPr>
          </a:p>
        </p:txBody>
      </p:sp>
      <p:sp>
        <p:nvSpPr>
          <p:cNvPr id="211" name="Isosceles Triangle 210">
            <a:extLst>
              <a:ext uri="{FF2B5EF4-FFF2-40B4-BE49-F238E27FC236}">
                <a16:creationId xmlns:a16="http://schemas.microsoft.com/office/drawing/2014/main" id="{9C1CD69C-C2AC-49DD-8C3F-40B7E0F790AA}"/>
              </a:ext>
            </a:extLst>
          </p:cNvPr>
          <p:cNvSpPr/>
          <p:nvPr/>
        </p:nvSpPr>
        <p:spPr>
          <a:xfrm rot="10800000">
            <a:off x="4179555" y="5923816"/>
            <a:ext cx="1163970" cy="336673"/>
          </a:xfrm>
          <a:prstGeom prst="triangle">
            <a:avLst/>
          </a:prstGeom>
          <a:solidFill>
            <a:srgbClr val="00E0CB"/>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4572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FFFFFF"/>
              </a:solidFill>
              <a:effectLst/>
              <a:uLnTx/>
              <a:uFillTx/>
              <a:latin typeface="Ubuntu"/>
              <a:ea typeface="+mn-ea"/>
              <a:cs typeface="+mn-cs"/>
            </a:endParaRPr>
          </a:p>
        </p:txBody>
      </p:sp>
      <p:sp>
        <p:nvSpPr>
          <p:cNvPr id="212" name="Rectangle 211">
            <a:extLst>
              <a:ext uri="{FF2B5EF4-FFF2-40B4-BE49-F238E27FC236}">
                <a16:creationId xmlns:a16="http://schemas.microsoft.com/office/drawing/2014/main" id="{6BBB99EE-4F3E-46EF-88DD-4B35718B3569}"/>
              </a:ext>
            </a:extLst>
          </p:cNvPr>
          <p:cNvSpPr/>
          <p:nvPr/>
        </p:nvSpPr>
        <p:spPr>
          <a:xfrm>
            <a:off x="4592998" y="5889505"/>
            <a:ext cx="37061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effectLst/>
                <a:uLnTx/>
                <a:uFillTx/>
                <a:latin typeface="Ubuntu"/>
                <a:ea typeface="+mn-ea"/>
                <a:cs typeface="+mn-cs"/>
              </a:rPr>
              <a:t>4.</a:t>
            </a:r>
          </a:p>
        </p:txBody>
      </p:sp>
      <p:sp>
        <p:nvSpPr>
          <p:cNvPr id="213" name="Trapezoid 212">
            <a:extLst>
              <a:ext uri="{FF2B5EF4-FFF2-40B4-BE49-F238E27FC236}">
                <a16:creationId xmlns:a16="http://schemas.microsoft.com/office/drawing/2014/main" id="{F329C9AC-F1EA-4E41-A6B2-30D838A1B238}"/>
              </a:ext>
            </a:extLst>
          </p:cNvPr>
          <p:cNvSpPr/>
          <p:nvPr/>
        </p:nvSpPr>
        <p:spPr>
          <a:xfrm rot="16200000">
            <a:off x="2648098" y="3677124"/>
            <a:ext cx="1272540" cy="336673"/>
          </a:xfrm>
          <a:prstGeom prst="trapezoid">
            <a:avLst>
              <a:gd name="adj" fmla="val 61316"/>
            </a:avLst>
          </a:prstGeom>
          <a:solidFill>
            <a:srgbClr val="9AE1F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tIns="0" bIns="4572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srgbClr val="FFFFFF"/>
              </a:solidFill>
              <a:effectLst/>
              <a:uLnTx/>
              <a:uFillTx/>
              <a:latin typeface="Ubuntu"/>
              <a:ea typeface="+mn-ea"/>
              <a:cs typeface="+mn-cs"/>
            </a:endParaRPr>
          </a:p>
        </p:txBody>
      </p:sp>
      <p:sp>
        <p:nvSpPr>
          <p:cNvPr id="214" name="Rectangle 213">
            <a:extLst>
              <a:ext uri="{FF2B5EF4-FFF2-40B4-BE49-F238E27FC236}">
                <a16:creationId xmlns:a16="http://schemas.microsoft.com/office/drawing/2014/main" id="{52E1361E-D081-4E33-BF5A-DA11B6562FEE}"/>
              </a:ext>
            </a:extLst>
          </p:cNvPr>
          <p:cNvSpPr/>
          <p:nvPr/>
        </p:nvSpPr>
        <p:spPr>
          <a:xfrm>
            <a:off x="3084238" y="3687325"/>
            <a:ext cx="37061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effectLst/>
                <a:uLnTx/>
                <a:uFillTx/>
                <a:latin typeface="Ubuntu"/>
                <a:ea typeface="+mn-ea"/>
                <a:cs typeface="+mn-cs"/>
              </a:rPr>
              <a:t>5.</a:t>
            </a:r>
          </a:p>
        </p:txBody>
      </p:sp>
      <p:sp>
        <p:nvSpPr>
          <p:cNvPr id="215" name="Isosceles Triangle 214">
            <a:extLst>
              <a:ext uri="{FF2B5EF4-FFF2-40B4-BE49-F238E27FC236}">
                <a16:creationId xmlns:a16="http://schemas.microsoft.com/office/drawing/2014/main" id="{FAC965F3-E6E9-4495-9A1C-774BA7F5F24A}"/>
              </a:ext>
            </a:extLst>
          </p:cNvPr>
          <p:cNvSpPr/>
          <p:nvPr/>
        </p:nvSpPr>
        <p:spPr>
          <a:xfrm>
            <a:off x="4198621" y="1443256"/>
            <a:ext cx="1127760" cy="336673"/>
          </a:xfrm>
          <a:prstGeom prst="triangle">
            <a:avLst/>
          </a:prstGeom>
          <a:solidFill>
            <a:srgbClr val="00E0CB"/>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4572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FFFF"/>
                </a:solidFill>
                <a:effectLst/>
                <a:uLnTx/>
                <a:uFillTx/>
                <a:latin typeface="Ubuntu"/>
                <a:ea typeface="+mn-ea"/>
                <a:cs typeface="+mn-cs"/>
              </a:rPr>
              <a:t>6.</a:t>
            </a:r>
          </a:p>
        </p:txBody>
      </p:sp>
      <p:sp>
        <p:nvSpPr>
          <p:cNvPr id="216" name="Rectangle 215">
            <a:extLst>
              <a:ext uri="{FF2B5EF4-FFF2-40B4-BE49-F238E27FC236}">
                <a16:creationId xmlns:a16="http://schemas.microsoft.com/office/drawing/2014/main" id="{B8591D81-F763-4387-B416-9481995A9567}"/>
              </a:ext>
            </a:extLst>
          </p:cNvPr>
          <p:cNvSpPr/>
          <p:nvPr/>
        </p:nvSpPr>
        <p:spPr>
          <a:xfrm>
            <a:off x="7861978" y="3687325"/>
            <a:ext cx="37061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FFFF"/>
                </a:solidFill>
                <a:effectLst/>
                <a:uLnTx/>
                <a:uFillTx/>
                <a:latin typeface="Ubuntu"/>
                <a:ea typeface="+mn-ea"/>
                <a:cs typeface="+mn-cs"/>
              </a:rPr>
              <a:t>2.</a:t>
            </a:r>
          </a:p>
        </p:txBody>
      </p:sp>
      <p:sp>
        <p:nvSpPr>
          <p:cNvPr id="217" name="Isosceles Triangle 216">
            <a:extLst>
              <a:ext uri="{FF2B5EF4-FFF2-40B4-BE49-F238E27FC236}">
                <a16:creationId xmlns:a16="http://schemas.microsoft.com/office/drawing/2014/main" id="{4BB7E042-A8E2-48A1-966C-F80F613571D3}"/>
              </a:ext>
            </a:extLst>
          </p:cNvPr>
          <p:cNvSpPr/>
          <p:nvPr/>
        </p:nvSpPr>
        <p:spPr>
          <a:xfrm rot="10800000">
            <a:off x="5974065" y="5923815"/>
            <a:ext cx="1163970" cy="359533"/>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4572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1" u="none" strike="noStrike" kern="1200" cap="none" spc="0" normalizeH="0" baseline="0" noProof="0" dirty="0">
              <a:ln>
                <a:noFill/>
              </a:ln>
              <a:solidFill>
                <a:srgbClr val="FFFFFF"/>
              </a:solidFill>
              <a:effectLst/>
              <a:uLnTx/>
              <a:uFillTx/>
              <a:latin typeface="Ubuntu"/>
              <a:ea typeface="+mn-ea"/>
              <a:cs typeface="+mn-cs"/>
            </a:endParaRPr>
          </a:p>
        </p:txBody>
      </p:sp>
      <p:sp>
        <p:nvSpPr>
          <p:cNvPr id="218" name="Rectangle 217">
            <a:extLst>
              <a:ext uri="{FF2B5EF4-FFF2-40B4-BE49-F238E27FC236}">
                <a16:creationId xmlns:a16="http://schemas.microsoft.com/office/drawing/2014/main" id="{60B504FE-B173-40DE-9EAF-CAB4665547BC}"/>
              </a:ext>
            </a:extLst>
          </p:cNvPr>
          <p:cNvSpPr/>
          <p:nvPr/>
        </p:nvSpPr>
        <p:spPr>
          <a:xfrm>
            <a:off x="6349408" y="5889505"/>
            <a:ext cx="370614"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dirty="0">
                <a:ln>
                  <a:noFill/>
                </a:ln>
                <a:solidFill>
                  <a:srgbClr val="FFFFFF"/>
                </a:solidFill>
                <a:effectLst/>
                <a:uLnTx/>
                <a:uFillTx/>
                <a:latin typeface="Ubuntu"/>
                <a:ea typeface="+mn-ea"/>
                <a:cs typeface="+mn-cs"/>
              </a:rPr>
              <a:t>3.</a:t>
            </a:r>
          </a:p>
        </p:txBody>
      </p:sp>
    </p:spTree>
    <p:extLst>
      <p:ext uri="{BB962C8B-B14F-4D97-AF65-F5344CB8AC3E}">
        <p14:creationId xmlns:p14="http://schemas.microsoft.com/office/powerpoint/2010/main" val="3597121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p:txBody>
          <a:bodyPr/>
          <a:lstStyle/>
          <a:p>
            <a:r>
              <a:rPr lang="en-IN" dirty="0"/>
              <a:t>We synthesize the information into impactful industry </a:t>
            </a:r>
            <a:br>
              <a:rPr lang="en-IN" dirty="0"/>
            </a:br>
            <a:r>
              <a:rPr lang="en-IN" dirty="0"/>
              <a:t>trends, competitor intelligence, benchmarking and </a:t>
            </a:r>
            <a:br>
              <a:rPr lang="en-IN" dirty="0"/>
            </a:br>
            <a:r>
              <a:rPr lang="en-IN" dirty="0"/>
              <a:t>thought leadership reports</a:t>
            </a:r>
            <a:endParaRPr lang="en-US" dirty="0"/>
          </a:p>
        </p:txBody>
      </p:sp>
      <p:grpSp>
        <p:nvGrpSpPr>
          <p:cNvPr id="560" name="Group 559">
            <a:extLst>
              <a:ext uri="{FF2B5EF4-FFF2-40B4-BE49-F238E27FC236}">
                <a16:creationId xmlns:a16="http://schemas.microsoft.com/office/drawing/2014/main" id="{0E0F328C-4DF0-4AF7-B15B-634EF2E1CA88}"/>
              </a:ext>
            </a:extLst>
          </p:cNvPr>
          <p:cNvGrpSpPr/>
          <p:nvPr/>
        </p:nvGrpSpPr>
        <p:grpSpPr>
          <a:xfrm>
            <a:off x="331018" y="1372136"/>
            <a:ext cx="11786521" cy="4971723"/>
            <a:chOff x="331018" y="1372136"/>
            <a:chExt cx="11786521" cy="4971723"/>
          </a:xfrm>
        </p:grpSpPr>
        <p:grpSp>
          <p:nvGrpSpPr>
            <p:cNvPr id="561" name="Group 560">
              <a:extLst>
                <a:ext uri="{FF2B5EF4-FFF2-40B4-BE49-F238E27FC236}">
                  <a16:creationId xmlns:a16="http://schemas.microsoft.com/office/drawing/2014/main" id="{47E0F774-FD2C-4695-ACD7-2B8813110A45}"/>
                </a:ext>
              </a:extLst>
            </p:cNvPr>
            <p:cNvGrpSpPr/>
            <p:nvPr/>
          </p:nvGrpSpPr>
          <p:grpSpPr>
            <a:xfrm>
              <a:off x="5466772" y="4558059"/>
              <a:ext cx="1267984" cy="1785800"/>
              <a:chOff x="4894263" y="2517775"/>
              <a:chExt cx="2728912" cy="3843338"/>
            </a:xfrm>
          </p:grpSpPr>
          <p:grpSp>
            <p:nvGrpSpPr>
              <p:cNvPr id="615" name="Group 607">
                <a:extLst>
                  <a:ext uri="{FF2B5EF4-FFF2-40B4-BE49-F238E27FC236}">
                    <a16:creationId xmlns:a16="http://schemas.microsoft.com/office/drawing/2014/main" id="{6FF80998-8A13-40D1-A85D-768583FAB9DF}"/>
                  </a:ext>
                </a:extLst>
              </p:cNvPr>
              <p:cNvGrpSpPr>
                <a:grpSpLocks/>
              </p:cNvGrpSpPr>
              <p:nvPr/>
            </p:nvGrpSpPr>
            <p:grpSpPr bwMode="auto">
              <a:xfrm>
                <a:off x="4894263" y="2517775"/>
                <a:ext cx="2728912" cy="3074988"/>
                <a:chOff x="3955138" y="3694720"/>
                <a:chExt cx="1988462" cy="2430664"/>
              </a:xfrm>
            </p:grpSpPr>
            <p:grpSp>
              <p:nvGrpSpPr>
                <p:cNvPr id="631" name="Group 52638">
                  <a:extLst>
                    <a:ext uri="{FF2B5EF4-FFF2-40B4-BE49-F238E27FC236}">
                      <a16:creationId xmlns:a16="http://schemas.microsoft.com/office/drawing/2014/main" id="{324FEFF5-E8A1-4B98-8170-A3EB1E007156}"/>
                    </a:ext>
                  </a:extLst>
                </p:cNvPr>
                <p:cNvGrpSpPr>
                  <a:grpSpLocks/>
                </p:cNvGrpSpPr>
                <p:nvPr/>
              </p:nvGrpSpPr>
              <p:grpSpPr bwMode="auto">
                <a:xfrm>
                  <a:off x="3970552" y="3694720"/>
                  <a:ext cx="1962450" cy="2341067"/>
                  <a:chOff x="3970552" y="3694720"/>
                  <a:chExt cx="1962450" cy="2341067"/>
                </a:xfrm>
              </p:grpSpPr>
              <p:sp>
                <p:nvSpPr>
                  <p:cNvPr id="813" name="Freeform 357">
                    <a:extLst>
                      <a:ext uri="{FF2B5EF4-FFF2-40B4-BE49-F238E27FC236}">
                        <a16:creationId xmlns:a16="http://schemas.microsoft.com/office/drawing/2014/main" id="{9956FB86-3685-42C4-AB5B-4444E45B59F3}"/>
                      </a:ext>
                    </a:extLst>
                  </p:cNvPr>
                  <p:cNvSpPr>
                    <a:spLocks/>
                  </p:cNvSpPr>
                  <p:nvPr/>
                </p:nvSpPr>
                <p:spPr bwMode="auto">
                  <a:xfrm>
                    <a:off x="5424325" y="4455808"/>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14" name="Rectangle 358">
                    <a:extLst>
                      <a:ext uri="{FF2B5EF4-FFF2-40B4-BE49-F238E27FC236}">
                        <a16:creationId xmlns:a16="http://schemas.microsoft.com/office/drawing/2014/main" id="{23603427-7E5E-443B-8E1E-DE2D205F7BD3}"/>
                      </a:ext>
                    </a:extLst>
                  </p:cNvPr>
                  <p:cNvSpPr>
                    <a:spLocks noChangeArrowheads="1"/>
                  </p:cNvSpPr>
                  <p:nvPr/>
                </p:nvSpPr>
                <p:spPr bwMode="auto">
                  <a:xfrm>
                    <a:off x="5395424" y="4461588"/>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15" name="Rectangle 359">
                    <a:extLst>
                      <a:ext uri="{FF2B5EF4-FFF2-40B4-BE49-F238E27FC236}">
                        <a16:creationId xmlns:a16="http://schemas.microsoft.com/office/drawing/2014/main" id="{914AE2CF-BE7F-49FF-8A46-7FFC51D5972E}"/>
                      </a:ext>
                    </a:extLst>
                  </p:cNvPr>
                  <p:cNvSpPr>
                    <a:spLocks noChangeArrowheads="1"/>
                  </p:cNvSpPr>
                  <p:nvPr/>
                </p:nvSpPr>
                <p:spPr bwMode="auto">
                  <a:xfrm>
                    <a:off x="5424325" y="4470259"/>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16" name="Rectangle 360">
                    <a:extLst>
                      <a:ext uri="{FF2B5EF4-FFF2-40B4-BE49-F238E27FC236}">
                        <a16:creationId xmlns:a16="http://schemas.microsoft.com/office/drawing/2014/main" id="{E67EB0A3-FBAA-420A-8D8D-EB6F15B2A27E}"/>
                      </a:ext>
                    </a:extLst>
                  </p:cNvPr>
                  <p:cNvSpPr>
                    <a:spLocks noChangeArrowheads="1"/>
                  </p:cNvSpPr>
                  <p:nvPr/>
                </p:nvSpPr>
                <p:spPr bwMode="auto">
                  <a:xfrm>
                    <a:off x="5395424" y="4447136"/>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17" name="Freeform 361">
                    <a:extLst>
                      <a:ext uri="{FF2B5EF4-FFF2-40B4-BE49-F238E27FC236}">
                        <a16:creationId xmlns:a16="http://schemas.microsoft.com/office/drawing/2014/main" id="{5ECC806B-F3E3-4492-A030-CE78F79A8D90}"/>
                      </a:ext>
                    </a:extLst>
                  </p:cNvPr>
                  <p:cNvSpPr>
                    <a:spLocks/>
                  </p:cNvSpPr>
                  <p:nvPr/>
                </p:nvSpPr>
                <p:spPr bwMode="auto">
                  <a:xfrm>
                    <a:off x="5395424" y="4454844"/>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18" name="Freeform 362">
                    <a:extLst>
                      <a:ext uri="{FF2B5EF4-FFF2-40B4-BE49-F238E27FC236}">
                        <a16:creationId xmlns:a16="http://schemas.microsoft.com/office/drawing/2014/main" id="{0D75A0A4-02F7-4627-B4FF-70C925D0B433}"/>
                      </a:ext>
                    </a:extLst>
                  </p:cNvPr>
                  <p:cNvSpPr>
                    <a:spLocks/>
                  </p:cNvSpPr>
                  <p:nvPr/>
                </p:nvSpPr>
                <p:spPr bwMode="auto">
                  <a:xfrm>
                    <a:off x="5427216" y="4467368"/>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19" name="Rectangle 363">
                    <a:extLst>
                      <a:ext uri="{FF2B5EF4-FFF2-40B4-BE49-F238E27FC236}">
                        <a16:creationId xmlns:a16="http://schemas.microsoft.com/office/drawing/2014/main" id="{D7B3BE09-FDCF-40AD-AB23-49E26C2D93B5}"/>
                      </a:ext>
                    </a:extLst>
                  </p:cNvPr>
                  <p:cNvSpPr>
                    <a:spLocks noChangeArrowheads="1"/>
                  </p:cNvSpPr>
                  <p:nvPr/>
                </p:nvSpPr>
                <p:spPr bwMode="auto">
                  <a:xfrm>
                    <a:off x="5426253" y="4461588"/>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20" name="Freeform 364">
                    <a:extLst>
                      <a:ext uri="{FF2B5EF4-FFF2-40B4-BE49-F238E27FC236}">
                        <a16:creationId xmlns:a16="http://schemas.microsoft.com/office/drawing/2014/main" id="{24DA1CF9-61A9-4404-BD23-B5B005EE9CB9}"/>
                      </a:ext>
                    </a:extLst>
                  </p:cNvPr>
                  <p:cNvSpPr>
                    <a:spLocks/>
                  </p:cNvSpPr>
                  <p:nvPr/>
                </p:nvSpPr>
                <p:spPr bwMode="auto">
                  <a:xfrm>
                    <a:off x="5410838" y="5608037"/>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21" name="Rectangle 365">
                    <a:extLst>
                      <a:ext uri="{FF2B5EF4-FFF2-40B4-BE49-F238E27FC236}">
                        <a16:creationId xmlns:a16="http://schemas.microsoft.com/office/drawing/2014/main" id="{9DE6BEBC-0DE5-450A-8E6E-18F2416E6D61}"/>
                      </a:ext>
                    </a:extLst>
                  </p:cNvPr>
                  <p:cNvSpPr>
                    <a:spLocks noChangeArrowheads="1"/>
                  </p:cNvSpPr>
                  <p:nvPr/>
                </p:nvSpPr>
                <p:spPr bwMode="auto">
                  <a:xfrm>
                    <a:off x="5380009" y="5608037"/>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22" name="Freeform 366">
                    <a:extLst>
                      <a:ext uri="{FF2B5EF4-FFF2-40B4-BE49-F238E27FC236}">
                        <a16:creationId xmlns:a16="http://schemas.microsoft.com/office/drawing/2014/main" id="{1EBD113C-2DC9-42CD-BCAD-5161BDDCA4EA}"/>
                      </a:ext>
                    </a:extLst>
                  </p:cNvPr>
                  <p:cNvSpPr>
                    <a:spLocks/>
                  </p:cNvSpPr>
                  <p:nvPr/>
                </p:nvSpPr>
                <p:spPr bwMode="auto">
                  <a:xfrm>
                    <a:off x="5380009" y="5615744"/>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23" name="Freeform 367">
                    <a:extLst>
                      <a:ext uri="{FF2B5EF4-FFF2-40B4-BE49-F238E27FC236}">
                        <a16:creationId xmlns:a16="http://schemas.microsoft.com/office/drawing/2014/main" id="{2BC45984-9721-4B27-99C7-088757E8CB3E}"/>
                      </a:ext>
                    </a:extLst>
                  </p:cNvPr>
                  <p:cNvSpPr>
                    <a:spLocks/>
                  </p:cNvSpPr>
                  <p:nvPr/>
                </p:nvSpPr>
                <p:spPr bwMode="auto">
                  <a:xfrm>
                    <a:off x="5378082" y="5593585"/>
                    <a:ext cx="34682" cy="52024"/>
                  </a:xfrm>
                  <a:custGeom>
                    <a:avLst/>
                    <a:gdLst>
                      <a:gd name="T0" fmla="*/ 2147483646 w 36"/>
                      <a:gd name="T1" fmla="*/ 2147483646 h 54"/>
                      <a:gd name="T2" fmla="*/ 2147483646 w 36"/>
                      <a:gd name="T3" fmla="*/ 2147483646 h 54"/>
                      <a:gd name="T4" fmla="*/ 2147483646 w 36"/>
                      <a:gd name="T5" fmla="*/ 2147483646 h 54"/>
                      <a:gd name="T6" fmla="*/ 2147483646 w 36"/>
                      <a:gd name="T7" fmla="*/ 2147483646 h 54"/>
                      <a:gd name="T8" fmla="*/ 2147483646 w 36"/>
                      <a:gd name="T9" fmla="*/ 2147483646 h 54"/>
                      <a:gd name="T10" fmla="*/ 2147483646 w 36"/>
                      <a:gd name="T11" fmla="*/ 2147483646 h 54"/>
                      <a:gd name="T12" fmla="*/ 2147483646 w 36"/>
                      <a:gd name="T13" fmla="*/ 0 h 54"/>
                      <a:gd name="T14" fmla="*/ 2147483646 w 36"/>
                      <a:gd name="T15" fmla="*/ 2147483646 h 54"/>
                      <a:gd name="T16" fmla="*/ 2147483646 w 36"/>
                      <a:gd name="T17" fmla="*/ 2147483646 h 54"/>
                      <a:gd name="T18" fmla="*/ 0 w 36"/>
                      <a:gd name="T19" fmla="*/ 2147483646 h 54"/>
                      <a:gd name="T20" fmla="*/ 2147483646 w 36"/>
                      <a:gd name="T21" fmla="*/ 2147483646 h 54"/>
                      <a:gd name="T22" fmla="*/ 2147483646 w 36"/>
                      <a:gd name="T23" fmla="*/ 2147483646 h 54"/>
                      <a:gd name="T24" fmla="*/ 2147483646 w 36"/>
                      <a:gd name="T25" fmla="*/ 2147483646 h 54"/>
                      <a:gd name="T26" fmla="*/ 2147483646 w 36"/>
                      <a:gd name="T27" fmla="*/ 2147483646 h 54"/>
                      <a:gd name="T28" fmla="*/ 2147483646 w 36"/>
                      <a:gd name="T29" fmla="*/ 2147483646 h 54"/>
                      <a:gd name="T30" fmla="*/ 2147483646 w 36"/>
                      <a:gd name="T31" fmla="*/ 2147483646 h 54"/>
                      <a:gd name="T32" fmla="*/ 2147483646 w 36"/>
                      <a:gd name="T33" fmla="*/ 2147483646 h 54"/>
                      <a:gd name="T34" fmla="*/ 2147483646 w 36"/>
                      <a:gd name="T35" fmla="*/ 2147483646 h 54"/>
                      <a:gd name="T36" fmla="*/ 2147483646 w 36"/>
                      <a:gd name="T37" fmla="*/ 2147483646 h 54"/>
                      <a:gd name="T38" fmla="*/ 2147483646 w 36"/>
                      <a:gd name="T39" fmla="*/ 2147483646 h 54"/>
                      <a:gd name="T40" fmla="*/ 2147483646 w 36"/>
                      <a:gd name="T41" fmla="*/ 2147483646 h 54"/>
                      <a:gd name="T42" fmla="*/ 2147483646 w 36"/>
                      <a:gd name="T43" fmla="*/ 2147483646 h 54"/>
                      <a:gd name="T44" fmla="*/ 2147483646 w 36"/>
                      <a:gd name="T45" fmla="*/ 2147483646 h 54"/>
                      <a:gd name="T46" fmla="*/ 2147483646 w 36"/>
                      <a:gd name="T47" fmla="*/ 2147483646 h 54"/>
                      <a:gd name="T48" fmla="*/ 2147483646 w 36"/>
                      <a:gd name="T49" fmla="*/ 2147483646 h 54"/>
                      <a:gd name="T50" fmla="*/ 2147483646 w 36"/>
                      <a:gd name="T51" fmla="*/ 2147483646 h 54"/>
                      <a:gd name="T52" fmla="*/ 2147483646 w 36"/>
                      <a:gd name="T53" fmla="*/ 2147483646 h 54"/>
                      <a:gd name="T54" fmla="*/ 2147483646 w 36"/>
                      <a:gd name="T55" fmla="*/ 2147483646 h 54"/>
                      <a:gd name="T56" fmla="*/ 2147483646 w 36"/>
                      <a:gd name="T57" fmla="*/ 2147483646 h 54"/>
                      <a:gd name="T58" fmla="*/ 2147483646 w 36"/>
                      <a:gd name="T59" fmla="*/ 2147483646 h 54"/>
                      <a:gd name="T60" fmla="*/ 2147483646 w 36"/>
                      <a:gd name="T61" fmla="*/ 2147483646 h 54"/>
                      <a:gd name="T62" fmla="*/ 2147483646 w 36"/>
                      <a:gd name="T63" fmla="*/ 2147483646 h 54"/>
                      <a:gd name="T64" fmla="*/ 2147483646 w 36"/>
                      <a:gd name="T65" fmla="*/ 2147483646 h 54"/>
                      <a:gd name="T66" fmla="*/ 2147483646 w 36"/>
                      <a:gd name="T67" fmla="*/ 2147483646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6" h="54">
                        <a:moveTo>
                          <a:pt x="30" y="24"/>
                        </a:moveTo>
                        <a:cubicBezTo>
                          <a:pt x="31" y="24"/>
                          <a:pt x="32" y="24"/>
                          <a:pt x="32" y="24"/>
                        </a:cubicBezTo>
                        <a:cubicBezTo>
                          <a:pt x="33" y="24"/>
                          <a:pt x="34" y="23"/>
                          <a:pt x="34" y="23"/>
                        </a:cubicBezTo>
                        <a:cubicBezTo>
                          <a:pt x="34" y="23"/>
                          <a:pt x="34" y="23"/>
                          <a:pt x="34" y="23"/>
                        </a:cubicBezTo>
                        <a:cubicBezTo>
                          <a:pt x="35" y="22"/>
                          <a:pt x="35" y="22"/>
                          <a:pt x="35" y="21"/>
                        </a:cubicBezTo>
                        <a:cubicBezTo>
                          <a:pt x="36" y="20"/>
                          <a:pt x="36" y="19"/>
                          <a:pt x="36" y="19"/>
                        </a:cubicBezTo>
                        <a:cubicBezTo>
                          <a:pt x="36" y="17"/>
                          <a:pt x="35" y="16"/>
                          <a:pt x="34" y="15"/>
                        </a:cubicBezTo>
                        <a:cubicBezTo>
                          <a:pt x="33" y="14"/>
                          <a:pt x="32" y="13"/>
                          <a:pt x="30" y="13"/>
                        </a:cubicBezTo>
                        <a:cubicBezTo>
                          <a:pt x="28" y="13"/>
                          <a:pt x="28" y="13"/>
                          <a:pt x="28" y="13"/>
                        </a:cubicBezTo>
                        <a:cubicBezTo>
                          <a:pt x="30" y="7"/>
                          <a:pt x="30" y="7"/>
                          <a:pt x="30" y="7"/>
                        </a:cubicBezTo>
                        <a:cubicBezTo>
                          <a:pt x="30" y="7"/>
                          <a:pt x="30" y="7"/>
                          <a:pt x="30" y="7"/>
                        </a:cubicBezTo>
                        <a:cubicBezTo>
                          <a:pt x="30" y="6"/>
                          <a:pt x="30" y="6"/>
                          <a:pt x="30" y="5"/>
                        </a:cubicBezTo>
                        <a:cubicBezTo>
                          <a:pt x="30" y="4"/>
                          <a:pt x="30" y="2"/>
                          <a:pt x="29" y="1"/>
                        </a:cubicBezTo>
                        <a:cubicBezTo>
                          <a:pt x="28" y="0"/>
                          <a:pt x="26" y="0"/>
                          <a:pt x="25" y="0"/>
                        </a:cubicBezTo>
                        <a:cubicBezTo>
                          <a:pt x="23" y="0"/>
                          <a:pt x="22" y="0"/>
                          <a:pt x="21" y="1"/>
                        </a:cubicBezTo>
                        <a:cubicBezTo>
                          <a:pt x="20" y="2"/>
                          <a:pt x="20" y="3"/>
                          <a:pt x="19" y="4"/>
                        </a:cubicBezTo>
                        <a:cubicBezTo>
                          <a:pt x="16" y="13"/>
                          <a:pt x="16" y="13"/>
                          <a:pt x="16" y="13"/>
                        </a:cubicBezTo>
                        <a:cubicBezTo>
                          <a:pt x="6" y="13"/>
                          <a:pt x="6" y="13"/>
                          <a:pt x="6" y="13"/>
                        </a:cubicBezTo>
                        <a:cubicBezTo>
                          <a:pt x="4" y="13"/>
                          <a:pt x="3" y="14"/>
                          <a:pt x="2" y="15"/>
                        </a:cubicBezTo>
                        <a:cubicBezTo>
                          <a:pt x="1" y="16"/>
                          <a:pt x="0" y="17"/>
                          <a:pt x="0" y="19"/>
                        </a:cubicBezTo>
                        <a:cubicBezTo>
                          <a:pt x="0" y="20"/>
                          <a:pt x="1" y="22"/>
                          <a:pt x="2" y="23"/>
                        </a:cubicBezTo>
                        <a:cubicBezTo>
                          <a:pt x="3" y="24"/>
                          <a:pt x="4" y="24"/>
                          <a:pt x="6" y="24"/>
                        </a:cubicBezTo>
                        <a:cubicBezTo>
                          <a:pt x="13" y="24"/>
                          <a:pt x="13" y="24"/>
                          <a:pt x="13" y="24"/>
                        </a:cubicBezTo>
                        <a:cubicBezTo>
                          <a:pt x="11" y="29"/>
                          <a:pt x="11" y="29"/>
                          <a:pt x="11" y="29"/>
                        </a:cubicBezTo>
                        <a:cubicBezTo>
                          <a:pt x="6" y="29"/>
                          <a:pt x="6" y="29"/>
                          <a:pt x="6" y="29"/>
                        </a:cubicBezTo>
                        <a:cubicBezTo>
                          <a:pt x="4" y="29"/>
                          <a:pt x="3" y="30"/>
                          <a:pt x="2" y="31"/>
                        </a:cubicBezTo>
                        <a:cubicBezTo>
                          <a:pt x="1" y="32"/>
                          <a:pt x="0" y="33"/>
                          <a:pt x="0" y="35"/>
                        </a:cubicBezTo>
                        <a:cubicBezTo>
                          <a:pt x="0" y="36"/>
                          <a:pt x="0" y="36"/>
                          <a:pt x="1" y="37"/>
                        </a:cubicBezTo>
                        <a:cubicBezTo>
                          <a:pt x="1" y="37"/>
                          <a:pt x="1" y="37"/>
                          <a:pt x="1" y="37"/>
                        </a:cubicBezTo>
                        <a:cubicBezTo>
                          <a:pt x="1" y="38"/>
                          <a:pt x="1" y="38"/>
                          <a:pt x="2" y="39"/>
                        </a:cubicBezTo>
                        <a:cubicBezTo>
                          <a:pt x="2" y="39"/>
                          <a:pt x="3" y="40"/>
                          <a:pt x="4" y="40"/>
                        </a:cubicBezTo>
                        <a:cubicBezTo>
                          <a:pt x="4" y="40"/>
                          <a:pt x="4" y="40"/>
                          <a:pt x="4" y="40"/>
                        </a:cubicBezTo>
                        <a:cubicBezTo>
                          <a:pt x="4" y="40"/>
                          <a:pt x="4" y="40"/>
                          <a:pt x="4" y="40"/>
                        </a:cubicBezTo>
                        <a:cubicBezTo>
                          <a:pt x="4" y="40"/>
                          <a:pt x="4" y="40"/>
                          <a:pt x="4" y="40"/>
                        </a:cubicBezTo>
                        <a:cubicBezTo>
                          <a:pt x="4" y="40"/>
                          <a:pt x="4" y="40"/>
                          <a:pt x="4" y="40"/>
                        </a:cubicBezTo>
                        <a:cubicBezTo>
                          <a:pt x="4" y="40"/>
                          <a:pt x="5" y="41"/>
                          <a:pt x="6" y="41"/>
                        </a:cubicBezTo>
                        <a:cubicBezTo>
                          <a:pt x="8" y="41"/>
                          <a:pt x="8" y="41"/>
                          <a:pt x="8" y="41"/>
                        </a:cubicBezTo>
                        <a:cubicBezTo>
                          <a:pt x="6" y="46"/>
                          <a:pt x="6" y="46"/>
                          <a:pt x="6" y="46"/>
                        </a:cubicBezTo>
                        <a:cubicBezTo>
                          <a:pt x="6" y="46"/>
                          <a:pt x="6" y="46"/>
                          <a:pt x="6" y="46"/>
                        </a:cubicBezTo>
                        <a:cubicBezTo>
                          <a:pt x="6" y="47"/>
                          <a:pt x="6" y="48"/>
                          <a:pt x="6" y="48"/>
                        </a:cubicBezTo>
                        <a:cubicBezTo>
                          <a:pt x="6" y="49"/>
                          <a:pt x="6" y="50"/>
                          <a:pt x="6" y="51"/>
                        </a:cubicBezTo>
                        <a:cubicBezTo>
                          <a:pt x="6" y="51"/>
                          <a:pt x="6" y="51"/>
                          <a:pt x="6" y="51"/>
                        </a:cubicBezTo>
                        <a:cubicBezTo>
                          <a:pt x="6" y="51"/>
                          <a:pt x="7" y="52"/>
                          <a:pt x="7" y="52"/>
                        </a:cubicBezTo>
                        <a:cubicBezTo>
                          <a:pt x="7" y="52"/>
                          <a:pt x="7" y="52"/>
                          <a:pt x="7" y="52"/>
                        </a:cubicBezTo>
                        <a:cubicBezTo>
                          <a:pt x="8" y="53"/>
                          <a:pt x="8" y="53"/>
                          <a:pt x="9" y="54"/>
                        </a:cubicBezTo>
                        <a:cubicBezTo>
                          <a:pt x="9" y="54"/>
                          <a:pt x="9" y="54"/>
                          <a:pt x="9" y="54"/>
                        </a:cubicBezTo>
                        <a:cubicBezTo>
                          <a:pt x="10" y="54"/>
                          <a:pt x="11" y="54"/>
                          <a:pt x="11" y="54"/>
                        </a:cubicBezTo>
                        <a:cubicBezTo>
                          <a:pt x="12" y="54"/>
                          <a:pt x="13" y="54"/>
                          <a:pt x="13" y="54"/>
                        </a:cubicBezTo>
                        <a:cubicBezTo>
                          <a:pt x="14" y="53"/>
                          <a:pt x="14" y="53"/>
                          <a:pt x="15" y="53"/>
                        </a:cubicBezTo>
                        <a:cubicBezTo>
                          <a:pt x="15" y="53"/>
                          <a:pt x="15" y="53"/>
                          <a:pt x="15" y="53"/>
                        </a:cubicBezTo>
                        <a:cubicBezTo>
                          <a:pt x="16" y="52"/>
                          <a:pt x="16" y="52"/>
                          <a:pt x="16" y="52"/>
                        </a:cubicBezTo>
                        <a:cubicBezTo>
                          <a:pt x="16" y="51"/>
                          <a:pt x="16" y="51"/>
                          <a:pt x="16" y="51"/>
                        </a:cubicBezTo>
                        <a:cubicBezTo>
                          <a:pt x="16" y="51"/>
                          <a:pt x="16" y="51"/>
                          <a:pt x="16" y="51"/>
                        </a:cubicBezTo>
                        <a:cubicBezTo>
                          <a:pt x="16" y="51"/>
                          <a:pt x="17" y="50"/>
                          <a:pt x="17" y="50"/>
                        </a:cubicBezTo>
                        <a:cubicBezTo>
                          <a:pt x="17" y="50"/>
                          <a:pt x="17" y="50"/>
                          <a:pt x="17" y="50"/>
                        </a:cubicBezTo>
                        <a:cubicBezTo>
                          <a:pt x="17" y="50"/>
                          <a:pt x="17" y="50"/>
                          <a:pt x="17" y="50"/>
                        </a:cubicBezTo>
                        <a:cubicBezTo>
                          <a:pt x="17" y="50"/>
                          <a:pt x="17" y="50"/>
                          <a:pt x="17" y="50"/>
                        </a:cubicBezTo>
                        <a:cubicBezTo>
                          <a:pt x="17" y="50"/>
                          <a:pt x="17" y="50"/>
                          <a:pt x="17" y="50"/>
                        </a:cubicBezTo>
                        <a:cubicBezTo>
                          <a:pt x="20" y="41"/>
                          <a:pt x="20" y="41"/>
                          <a:pt x="20" y="41"/>
                        </a:cubicBezTo>
                        <a:cubicBezTo>
                          <a:pt x="30" y="41"/>
                          <a:pt x="30" y="41"/>
                          <a:pt x="30" y="41"/>
                        </a:cubicBezTo>
                        <a:cubicBezTo>
                          <a:pt x="31" y="41"/>
                          <a:pt x="32" y="40"/>
                          <a:pt x="32" y="40"/>
                        </a:cubicBezTo>
                        <a:cubicBezTo>
                          <a:pt x="33" y="40"/>
                          <a:pt x="34" y="39"/>
                          <a:pt x="34" y="39"/>
                        </a:cubicBezTo>
                        <a:cubicBezTo>
                          <a:pt x="35" y="38"/>
                          <a:pt x="35" y="38"/>
                          <a:pt x="35" y="37"/>
                        </a:cubicBezTo>
                        <a:cubicBezTo>
                          <a:pt x="36" y="36"/>
                          <a:pt x="36" y="36"/>
                          <a:pt x="36" y="35"/>
                        </a:cubicBezTo>
                        <a:cubicBezTo>
                          <a:pt x="36" y="33"/>
                          <a:pt x="35" y="32"/>
                          <a:pt x="34" y="31"/>
                        </a:cubicBezTo>
                        <a:cubicBezTo>
                          <a:pt x="33" y="30"/>
                          <a:pt x="32" y="29"/>
                          <a:pt x="30" y="29"/>
                        </a:cubicBezTo>
                        <a:cubicBezTo>
                          <a:pt x="23" y="29"/>
                          <a:pt x="23" y="29"/>
                          <a:pt x="23" y="29"/>
                        </a:cubicBezTo>
                        <a:cubicBezTo>
                          <a:pt x="25" y="24"/>
                          <a:pt x="25" y="24"/>
                          <a:pt x="25" y="24"/>
                        </a:cubicBezTo>
                        <a:lnTo>
                          <a:pt x="30" y="2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24" name="Freeform 368">
                    <a:extLst>
                      <a:ext uri="{FF2B5EF4-FFF2-40B4-BE49-F238E27FC236}">
                        <a16:creationId xmlns:a16="http://schemas.microsoft.com/office/drawing/2014/main" id="{1A36F6DE-8F56-4BAC-88AE-76E53D744F64}"/>
                      </a:ext>
                    </a:extLst>
                  </p:cNvPr>
                  <p:cNvSpPr>
                    <a:spLocks/>
                  </p:cNvSpPr>
                  <p:nvPr/>
                </p:nvSpPr>
                <p:spPr bwMode="auto">
                  <a:xfrm>
                    <a:off x="5408911" y="563212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25" name="Rectangle 369">
                    <a:extLst>
                      <a:ext uri="{FF2B5EF4-FFF2-40B4-BE49-F238E27FC236}">
                        <a16:creationId xmlns:a16="http://schemas.microsoft.com/office/drawing/2014/main" id="{CE445EE9-4F21-4882-A95A-5748DCCF1032}"/>
                      </a:ext>
                    </a:extLst>
                  </p:cNvPr>
                  <p:cNvSpPr>
                    <a:spLocks noChangeArrowheads="1"/>
                  </p:cNvSpPr>
                  <p:nvPr/>
                </p:nvSpPr>
                <p:spPr bwMode="auto">
                  <a:xfrm>
                    <a:off x="5522592" y="3902815"/>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26" name="Freeform 370">
                    <a:extLst>
                      <a:ext uri="{FF2B5EF4-FFF2-40B4-BE49-F238E27FC236}">
                        <a16:creationId xmlns:a16="http://schemas.microsoft.com/office/drawing/2014/main" id="{BEEDC0EA-48BC-40A9-B2F8-9FB16FB668E7}"/>
                      </a:ext>
                    </a:extLst>
                  </p:cNvPr>
                  <p:cNvSpPr>
                    <a:spLocks noEditPoints="1"/>
                  </p:cNvSpPr>
                  <p:nvPr/>
                </p:nvSpPr>
                <p:spPr bwMode="auto">
                  <a:xfrm>
                    <a:off x="5463825" y="3877766"/>
                    <a:ext cx="83816" cy="82853"/>
                  </a:xfrm>
                  <a:custGeom>
                    <a:avLst/>
                    <a:gdLst>
                      <a:gd name="T0" fmla="*/ 2147483646 w 87"/>
                      <a:gd name="T1" fmla="*/ 2147483646 h 87"/>
                      <a:gd name="T2" fmla="*/ 2147483646 w 87"/>
                      <a:gd name="T3" fmla="*/ 2147483646 h 87"/>
                      <a:gd name="T4" fmla="*/ 2147483646 w 87"/>
                      <a:gd name="T5" fmla="*/ 2147483646 h 87"/>
                      <a:gd name="T6" fmla="*/ 2147483646 w 87"/>
                      <a:gd name="T7" fmla="*/ 2147483646 h 87"/>
                      <a:gd name="T8" fmla="*/ 2147483646 w 87"/>
                      <a:gd name="T9" fmla="*/ 2147483646 h 87"/>
                      <a:gd name="T10" fmla="*/ 2147483646 w 87"/>
                      <a:gd name="T11" fmla="*/ 2147483646 h 87"/>
                      <a:gd name="T12" fmla="*/ 2147483646 w 87"/>
                      <a:gd name="T13" fmla="*/ 2147483646 h 87"/>
                      <a:gd name="T14" fmla="*/ 2147483646 w 87"/>
                      <a:gd name="T15" fmla="*/ 2147483646 h 87"/>
                      <a:gd name="T16" fmla="*/ 2147483646 w 87"/>
                      <a:gd name="T17" fmla="*/ 2147483646 h 87"/>
                      <a:gd name="T18" fmla="*/ 2147483646 w 87"/>
                      <a:gd name="T19" fmla="*/ 2147483646 h 87"/>
                      <a:gd name="T20" fmla="*/ 2147483646 w 87"/>
                      <a:gd name="T21" fmla="*/ 2147483646 h 87"/>
                      <a:gd name="T22" fmla="*/ 2147483646 w 87"/>
                      <a:gd name="T23" fmla="*/ 2147483646 h 87"/>
                      <a:gd name="T24" fmla="*/ 2147483646 w 87"/>
                      <a:gd name="T25" fmla="*/ 2147483646 h 87"/>
                      <a:gd name="T26" fmla="*/ 2147483646 w 87"/>
                      <a:gd name="T27" fmla="*/ 2147483646 h 87"/>
                      <a:gd name="T28" fmla="*/ 2147483646 w 87"/>
                      <a:gd name="T29" fmla="*/ 2147483646 h 87"/>
                      <a:gd name="T30" fmla="*/ 2147483646 w 87"/>
                      <a:gd name="T31" fmla="*/ 2147483646 h 87"/>
                      <a:gd name="T32" fmla="*/ 2147483646 w 87"/>
                      <a:gd name="T33" fmla="*/ 2147483646 h 87"/>
                      <a:gd name="T34" fmla="*/ 2147483646 w 87"/>
                      <a:gd name="T35" fmla="*/ 2147483646 h 87"/>
                      <a:gd name="T36" fmla="*/ 2147483646 w 87"/>
                      <a:gd name="T37" fmla="*/ 2147483646 h 87"/>
                      <a:gd name="T38" fmla="*/ 2147483646 w 87"/>
                      <a:gd name="T39" fmla="*/ 2147483646 h 87"/>
                      <a:gd name="T40" fmla="*/ 2147483646 w 87"/>
                      <a:gd name="T41" fmla="*/ 2147483646 h 87"/>
                      <a:gd name="T42" fmla="*/ 2147483646 w 87"/>
                      <a:gd name="T43" fmla="*/ 2147483646 h 87"/>
                      <a:gd name="T44" fmla="*/ 2147483646 w 87"/>
                      <a:gd name="T45" fmla="*/ 2147483646 h 87"/>
                      <a:gd name="T46" fmla="*/ 2147483646 w 87"/>
                      <a:gd name="T47" fmla="*/ 2147483646 h 87"/>
                      <a:gd name="T48" fmla="*/ 2147483646 w 87"/>
                      <a:gd name="T49" fmla="*/ 2147483646 h 87"/>
                      <a:gd name="T50" fmla="*/ 2147483646 w 87"/>
                      <a:gd name="T51" fmla="*/ 2147483646 h 87"/>
                      <a:gd name="T52" fmla="*/ 2147483646 w 87"/>
                      <a:gd name="T53" fmla="*/ 2147483646 h 87"/>
                      <a:gd name="T54" fmla="*/ 2147483646 w 87"/>
                      <a:gd name="T55" fmla="*/ 2147483646 h 87"/>
                      <a:gd name="T56" fmla="*/ 2147483646 w 87"/>
                      <a:gd name="T57" fmla="*/ 2147483646 h 87"/>
                      <a:gd name="T58" fmla="*/ 2147483646 w 87"/>
                      <a:gd name="T59" fmla="*/ 2147483646 h 87"/>
                      <a:gd name="T60" fmla="*/ 2147483646 w 87"/>
                      <a:gd name="T61" fmla="*/ 2147483646 h 87"/>
                      <a:gd name="T62" fmla="*/ 2147483646 w 87"/>
                      <a:gd name="T63" fmla="*/ 2147483646 h 87"/>
                      <a:gd name="T64" fmla="*/ 2147483646 w 87"/>
                      <a:gd name="T65" fmla="*/ 2147483646 h 87"/>
                      <a:gd name="T66" fmla="*/ 2147483646 w 87"/>
                      <a:gd name="T67" fmla="*/ 2147483646 h 87"/>
                      <a:gd name="T68" fmla="*/ 2147483646 w 87"/>
                      <a:gd name="T69" fmla="*/ 2147483646 h 87"/>
                      <a:gd name="T70" fmla="*/ 2147483646 w 87"/>
                      <a:gd name="T71" fmla="*/ 2147483646 h 87"/>
                      <a:gd name="T72" fmla="*/ 2147483646 w 87"/>
                      <a:gd name="T73" fmla="*/ 0 h 87"/>
                      <a:gd name="T74" fmla="*/ 2147483646 w 87"/>
                      <a:gd name="T75" fmla="*/ 2147483646 h 87"/>
                      <a:gd name="T76" fmla="*/ 0 w 87"/>
                      <a:gd name="T77" fmla="*/ 2147483646 h 87"/>
                      <a:gd name="T78" fmla="*/ 2147483646 w 87"/>
                      <a:gd name="T79" fmla="*/ 2147483646 h 87"/>
                      <a:gd name="T80" fmla="*/ 2147483646 w 87"/>
                      <a:gd name="T81" fmla="*/ 2147483646 h 87"/>
                      <a:gd name="T82" fmla="*/ 2147483646 w 87"/>
                      <a:gd name="T83" fmla="*/ 2147483646 h 87"/>
                      <a:gd name="T84" fmla="*/ 2147483646 w 87"/>
                      <a:gd name="T85" fmla="*/ 2147483646 h 87"/>
                      <a:gd name="T86" fmla="*/ 2147483646 w 87"/>
                      <a:gd name="T87" fmla="*/ 2147483646 h 87"/>
                      <a:gd name="T88" fmla="*/ 2147483646 w 87"/>
                      <a:gd name="T89" fmla="*/ 2147483646 h 87"/>
                      <a:gd name="T90" fmla="*/ 2147483646 w 87"/>
                      <a:gd name="T91" fmla="*/ 2147483646 h 87"/>
                      <a:gd name="T92" fmla="*/ 2147483646 w 87"/>
                      <a:gd name="T93" fmla="*/ 2147483646 h 87"/>
                      <a:gd name="T94" fmla="*/ 2147483646 w 87"/>
                      <a:gd name="T95" fmla="*/ 2147483646 h 87"/>
                      <a:gd name="T96" fmla="*/ 2147483646 w 87"/>
                      <a:gd name="T97" fmla="*/ 2147483646 h 87"/>
                      <a:gd name="T98" fmla="*/ 2147483646 w 87"/>
                      <a:gd name="T99" fmla="*/ 2147483646 h 87"/>
                      <a:gd name="T100" fmla="*/ 2147483646 w 87"/>
                      <a:gd name="T101" fmla="*/ 2147483646 h 87"/>
                      <a:gd name="T102" fmla="*/ 2147483646 w 87"/>
                      <a:gd name="T103" fmla="*/ 2147483646 h 87"/>
                      <a:gd name="T104" fmla="*/ 2147483646 w 87"/>
                      <a:gd name="T105" fmla="*/ 2147483646 h 87"/>
                      <a:gd name="T106" fmla="*/ 2147483646 w 87"/>
                      <a:gd name="T107" fmla="*/ 2147483646 h 87"/>
                      <a:gd name="T108" fmla="*/ 2147483646 w 87"/>
                      <a:gd name="T109" fmla="*/ 2147483646 h 87"/>
                      <a:gd name="T110" fmla="*/ 2147483646 w 87"/>
                      <a:gd name="T111" fmla="*/ 2147483646 h 87"/>
                      <a:gd name="T112" fmla="*/ 2147483646 w 87"/>
                      <a:gd name="T113" fmla="*/ 2147483646 h 87"/>
                      <a:gd name="T114" fmla="*/ 2147483646 w 87"/>
                      <a:gd name="T115" fmla="*/ 2147483646 h 87"/>
                      <a:gd name="T116" fmla="*/ 2147483646 w 87"/>
                      <a:gd name="T117" fmla="*/ 2147483646 h 87"/>
                      <a:gd name="T118" fmla="*/ 2147483646 w 87"/>
                      <a:gd name="T119" fmla="*/ 2147483646 h 87"/>
                      <a:gd name="T120" fmla="*/ 2147483646 w 87"/>
                      <a:gd name="T121" fmla="*/ 2147483646 h 8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7" h="87">
                        <a:moveTo>
                          <a:pt x="44" y="87"/>
                        </a:moveTo>
                        <a:cubicBezTo>
                          <a:pt x="50" y="87"/>
                          <a:pt x="56" y="86"/>
                          <a:pt x="61" y="83"/>
                        </a:cubicBezTo>
                        <a:cubicBezTo>
                          <a:pt x="61" y="83"/>
                          <a:pt x="61" y="83"/>
                          <a:pt x="61" y="83"/>
                        </a:cubicBezTo>
                        <a:cubicBezTo>
                          <a:pt x="63" y="83"/>
                          <a:pt x="64" y="82"/>
                          <a:pt x="64" y="81"/>
                        </a:cubicBezTo>
                        <a:cubicBezTo>
                          <a:pt x="65" y="80"/>
                          <a:pt x="65" y="79"/>
                          <a:pt x="65" y="78"/>
                        </a:cubicBezTo>
                        <a:cubicBezTo>
                          <a:pt x="65" y="76"/>
                          <a:pt x="65" y="74"/>
                          <a:pt x="64" y="73"/>
                        </a:cubicBezTo>
                        <a:cubicBezTo>
                          <a:pt x="62" y="72"/>
                          <a:pt x="61" y="71"/>
                          <a:pt x="59" y="71"/>
                        </a:cubicBezTo>
                        <a:cubicBezTo>
                          <a:pt x="58" y="71"/>
                          <a:pt x="57" y="71"/>
                          <a:pt x="56" y="72"/>
                        </a:cubicBezTo>
                        <a:cubicBezTo>
                          <a:pt x="56" y="72"/>
                          <a:pt x="56" y="72"/>
                          <a:pt x="56" y="72"/>
                        </a:cubicBezTo>
                        <a:cubicBezTo>
                          <a:pt x="52" y="74"/>
                          <a:pt x="48" y="75"/>
                          <a:pt x="44" y="75"/>
                        </a:cubicBezTo>
                        <a:cubicBezTo>
                          <a:pt x="35" y="75"/>
                          <a:pt x="28" y="72"/>
                          <a:pt x="22" y="65"/>
                        </a:cubicBezTo>
                        <a:cubicBezTo>
                          <a:pt x="16" y="59"/>
                          <a:pt x="13" y="52"/>
                          <a:pt x="13" y="44"/>
                        </a:cubicBezTo>
                        <a:cubicBezTo>
                          <a:pt x="13" y="35"/>
                          <a:pt x="16" y="28"/>
                          <a:pt x="22" y="22"/>
                        </a:cubicBezTo>
                        <a:cubicBezTo>
                          <a:pt x="22" y="22"/>
                          <a:pt x="22" y="22"/>
                          <a:pt x="22" y="22"/>
                        </a:cubicBezTo>
                        <a:cubicBezTo>
                          <a:pt x="28" y="16"/>
                          <a:pt x="35" y="13"/>
                          <a:pt x="44" y="13"/>
                        </a:cubicBezTo>
                        <a:cubicBezTo>
                          <a:pt x="48" y="13"/>
                          <a:pt x="52" y="14"/>
                          <a:pt x="55" y="15"/>
                        </a:cubicBezTo>
                        <a:cubicBezTo>
                          <a:pt x="59" y="17"/>
                          <a:pt x="62" y="19"/>
                          <a:pt x="65" y="22"/>
                        </a:cubicBezTo>
                        <a:cubicBezTo>
                          <a:pt x="68" y="25"/>
                          <a:pt x="71" y="28"/>
                          <a:pt x="72" y="32"/>
                        </a:cubicBezTo>
                        <a:cubicBezTo>
                          <a:pt x="74" y="35"/>
                          <a:pt x="74" y="39"/>
                          <a:pt x="74" y="44"/>
                        </a:cubicBezTo>
                        <a:cubicBezTo>
                          <a:pt x="74" y="49"/>
                          <a:pt x="74" y="53"/>
                          <a:pt x="73" y="56"/>
                        </a:cubicBezTo>
                        <a:cubicBezTo>
                          <a:pt x="72" y="57"/>
                          <a:pt x="71" y="58"/>
                          <a:pt x="71" y="58"/>
                        </a:cubicBezTo>
                        <a:cubicBezTo>
                          <a:pt x="70" y="59"/>
                          <a:pt x="69" y="59"/>
                          <a:pt x="68" y="59"/>
                        </a:cubicBezTo>
                        <a:cubicBezTo>
                          <a:pt x="68" y="44"/>
                          <a:pt x="68" y="44"/>
                          <a:pt x="68" y="44"/>
                        </a:cubicBezTo>
                        <a:cubicBezTo>
                          <a:pt x="68" y="37"/>
                          <a:pt x="66" y="31"/>
                          <a:pt x="61" y="26"/>
                        </a:cubicBezTo>
                        <a:cubicBezTo>
                          <a:pt x="56" y="21"/>
                          <a:pt x="50" y="19"/>
                          <a:pt x="44" y="19"/>
                        </a:cubicBezTo>
                        <a:cubicBezTo>
                          <a:pt x="37" y="19"/>
                          <a:pt x="31" y="21"/>
                          <a:pt x="26" y="26"/>
                        </a:cubicBezTo>
                        <a:cubicBezTo>
                          <a:pt x="21" y="31"/>
                          <a:pt x="19" y="37"/>
                          <a:pt x="19" y="44"/>
                        </a:cubicBezTo>
                        <a:cubicBezTo>
                          <a:pt x="19" y="50"/>
                          <a:pt x="21" y="56"/>
                          <a:pt x="26" y="61"/>
                        </a:cubicBezTo>
                        <a:cubicBezTo>
                          <a:pt x="31" y="66"/>
                          <a:pt x="37" y="69"/>
                          <a:pt x="44" y="68"/>
                        </a:cubicBezTo>
                        <a:cubicBezTo>
                          <a:pt x="48" y="68"/>
                          <a:pt x="53" y="67"/>
                          <a:pt x="57" y="65"/>
                        </a:cubicBezTo>
                        <a:cubicBezTo>
                          <a:pt x="57" y="66"/>
                          <a:pt x="58" y="68"/>
                          <a:pt x="60" y="69"/>
                        </a:cubicBezTo>
                        <a:cubicBezTo>
                          <a:pt x="62" y="71"/>
                          <a:pt x="65" y="72"/>
                          <a:pt x="68" y="72"/>
                        </a:cubicBezTo>
                        <a:cubicBezTo>
                          <a:pt x="71" y="72"/>
                          <a:pt x="74" y="71"/>
                          <a:pt x="76" y="70"/>
                        </a:cubicBezTo>
                        <a:cubicBezTo>
                          <a:pt x="80" y="68"/>
                          <a:pt x="83" y="65"/>
                          <a:pt x="84" y="60"/>
                        </a:cubicBezTo>
                        <a:cubicBezTo>
                          <a:pt x="86" y="56"/>
                          <a:pt x="87" y="50"/>
                          <a:pt x="87" y="44"/>
                        </a:cubicBezTo>
                        <a:cubicBezTo>
                          <a:pt x="87" y="32"/>
                          <a:pt x="83" y="22"/>
                          <a:pt x="74" y="13"/>
                        </a:cubicBezTo>
                        <a:cubicBezTo>
                          <a:pt x="66" y="5"/>
                          <a:pt x="55" y="0"/>
                          <a:pt x="44" y="0"/>
                        </a:cubicBezTo>
                        <a:cubicBezTo>
                          <a:pt x="32" y="0"/>
                          <a:pt x="21" y="5"/>
                          <a:pt x="13" y="13"/>
                        </a:cubicBezTo>
                        <a:cubicBezTo>
                          <a:pt x="5" y="22"/>
                          <a:pt x="0" y="32"/>
                          <a:pt x="0" y="44"/>
                        </a:cubicBezTo>
                        <a:cubicBezTo>
                          <a:pt x="0" y="56"/>
                          <a:pt x="5" y="66"/>
                          <a:pt x="13" y="74"/>
                        </a:cubicBezTo>
                        <a:cubicBezTo>
                          <a:pt x="21" y="83"/>
                          <a:pt x="32" y="87"/>
                          <a:pt x="44" y="87"/>
                        </a:cubicBezTo>
                        <a:close/>
                        <a:moveTo>
                          <a:pt x="39" y="32"/>
                        </a:moveTo>
                        <a:cubicBezTo>
                          <a:pt x="40" y="32"/>
                          <a:pt x="42" y="31"/>
                          <a:pt x="44" y="31"/>
                        </a:cubicBezTo>
                        <a:cubicBezTo>
                          <a:pt x="45" y="31"/>
                          <a:pt x="47" y="32"/>
                          <a:pt x="48" y="32"/>
                        </a:cubicBezTo>
                        <a:cubicBezTo>
                          <a:pt x="50" y="33"/>
                          <a:pt x="51" y="34"/>
                          <a:pt x="52" y="35"/>
                        </a:cubicBezTo>
                        <a:cubicBezTo>
                          <a:pt x="53" y="36"/>
                          <a:pt x="54" y="37"/>
                          <a:pt x="55" y="39"/>
                        </a:cubicBezTo>
                        <a:cubicBezTo>
                          <a:pt x="56" y="40"/>
                          <a:pt x="56" y="42"/>
                          <a:pt x="56" y="44"/>
                        </a:cubicBezTo>
                        <a:cubicBezTo>
                          <a:pt x="56" y="45"/>
                          <a:pt x="56" y="47"/>
                          <a:pt x="55" y="48"/>
                        </a:cubicBezTo>
                        <a:cubicBezTo>
                          <a:pt x="54" y="50"/>
                          <a:pt x="53" y="51"/>
                          <a:pt x="52" y="52"/>
                        </a:cubicBezTo>
                        <a:cubicBezTo>
                          <a:pt x="51" y="53"/>
                          <a:pt x="50" y="54"/>
                          <a:pt x="48" y="55"/>
                        </a:cubicBezTo>
                        <a:cubicBezTo>
                          <a:pt x="47" y="56"/>
                          <a:pt x="45" y="56"/>
                          <a:pt x="44" y="56"/>
                        </a:cubicBezTo>
                        <a:cubicBezTo>
                          <a:pt x="42" y="56"/>
                          <a:pt x="40" y="56"/>
                          <a:pt x="39" y="55"/>
                        </a:cubicBezTo>
                        <a:cubicBezTo>
                          <a:pt x="37" y="54"/>
                          <a:pt x="36" y="53"/>
                          <a:pt x="35" y="52"/>
                        </a:cubicBezTo>
                        <a:cubicBezTo>
                          <a:pt x="34" y="51"/>
                          <a:pt x="33" y="50"/>
                          <a:pt x="32" y="48"/>
                        </a:cubicBezTo>
                        <a:cubicBezTo>
                          <a:pt x="32" y="47"/>
                          <a:pt x="31" y="45"/>
                          <a:pt x="31" y="44"/>
                        </a:cubicBezTo>
                        <a:cubicBezTo>
                          <a:pt x="31" y="42"/>
                          <a:pt x="32" y="40"/>
                          <a:pt x="32" y="39"/>
                        </a:cubicBezTo>
                        <a:cubicBezTo>
                          <a:pt x="33" y="37"/>
                          <a:pt x="34" y="36"/>
                          <a:pt x="35" y="35"/>
                        </a:cubicBezTo>
                        <a:cubicBezTo>
                          <a:pt x="36" y="34"/>
                          <a:pt x="37" y="33"/>
                          <a:pt x="39" y="32"/>
                        </a:cubicBezTo>
                        <a:close/>
                        <a:moveTo>
                          <a:pt x="68" y="59"/>
                        </a:moveTo>
                        <a:cubicBezTo>
                          <a:pt x="68" y="59"/>
                          <a:pt x="68" y="59"/>
                          <a:pt x="68" y="59"/>
                        </a:cubicBezTo>
                        <a:cubicBezTo>
                          <a:pt x="68" y="59"/>
                          <a:pt x="68" y="59"/>
                          <a:pt x="68" y="5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27" name="Freeform 371">
                    <a:extLst>
                      <a:ext uri="{FF2B5EF4-FFF2-40B4-BE49-F238E27FC236}">
                        <a16:creationId xmlns:a16="http://schemas.microsoft.com/office/drawing/2014/main" id="{F16F28AA-919E-40A8-B7F3-6C6F66AA1849}"/>
                      </a:ext>
                    </a:extLst>
                  </p:cNvPr>
                  <p:cNvSpPr>
                    <a:spLocks noEditPoints="1"/>
                  </p:cNvSpPr>
                  <p:nvPr/>
                </p:nvSpPr>
                <p:spPr bwMode="auto">
                  <a:xfrm>
                    <a:off x="5085208" y="4168713"/>
                    <a:ext cx="82853" cy="83816"/>
                  </a:xfrm>
                  <a:custGeom>
                    <a:avLst/>
                    <a:gdLst>
                      <a:gd name="T0" fmla="*/ 2147483646 w 87"/>
                      <a:gd name="T1" fmla="*/ 2147483646 h 87"/>
                      <a:gd name="T2" fmla="*/ 0 w 87"/>
                      <a:gd name="T3" fmla="*/ 2147483646 h 87"/>
                      <a:gd name="T4" fmla="*/ 2147483646 w 87"/>
                      <a:gd name="T5" fmla="*/ 2147483646 h 87"/>
                      <a:gd name="T6" fmla="*/ 2147483646 w 87"/>
                      <a:gd name="T7" fmla="*/ 2147483646 h 87"/>
                      <a:gd name="T8" fmla="*/ 2147483646 w 87"/>
                      <a:gd name="T9" fmla="*/ 2147483646 h 87"/>
                      <a:gd name="T10" fmla="*/ 2147483646 w 87"/>
                      <a:gd name="T11" fmla="*/ 2147483646 h 87"/>
                      <a:gd name="T12" fmla="*/ 2147483646 w 87"/>
                      <a:gd name="T13" fmla="*/ 2147483646 h 87"/>
                      <a:gd name="T14" fmla="*/ 2147483646 w 87"/>
                      <a:gd name="T15" fmla="*/ 2147483646 h 87"/>
                      <a:gd name="T16" fmla="*/ 2147483646 w 87"/>
                      <a:gd name="T17" fmla="*/ 2147483646 h 87"/>
                      <a:gd name="T18" fmla="*/ 2147483646 w 87"/>
                      <a:gd name="T19" fmla="*/ 2147483646 h 87"/>
                      <a:gd name="T20" fmla="*/ 2147483646 w 87"/>
                      <a:gd name="T21" fmla="*/ 2147483646 h 87"/>
                      <a:gd name="T22" fmla="*/ 2147483646 w 87"/>
                      <a:gd name="T23" fmla="*/ 2147483646 h 87"/>
                      <a:gd name="T24" fmla="*/ 2147483646 w 87"/>
                      <a:gd name="T25" fmla="*/ 2147483646 h 87"/>
                      <a:gd name="T26" fmla="*/ 2147483646 w 87"/>
                      <a:gd name="T27" fmla="*/ 2147483646 h 87"/>
                      <a:gd name="T28" fmla="*/ 2147483646 w 87"/>
                      <a:gd name="T29" fmla="*/ 2147483646 h 87"/>
                      <a:gd name="T30" fmla="*/ 2147483646 w 87"/>
                      <a:gd name="T31" fmla="*/ 2147483646 h 87"/>
                      <a:gd name="T32" fmla="*/ 2147483646 w 87"/>
                      <a:gd name="T33" fmla="*/ 2147483646 h 87"/>
                      <a:gd name="T34" fmla="*/ 2147483646 w 87"/>
                      <a:gd name="T35" fmla="*/ 2147483646 h 87"/>
                      <a:gd name="T36" fmla="*/ 2147483646 w 87"/>
                      <a:gd name="T37" fmla="*/ 2147483646 h 87"/>
                      <a:gd name="T38" fmla="*/ 2147483646 w 87"/>
                      <a:gd name="T39" fmla="*/ 2147483646 h 87"/>
                      <a:gd name="T40" fmla="*/ 2147483646 w 87"/>
                      <a:gd name="T41" fmla="*/ 2147483646 h 87"/>
                      <a:gd name="T42" fmla="*/ 2147483646 w 87"/>
                      <a:gd name="T43" fmla="*/ 2147483646 h 87"/>
                      <a:gd name="T44" fmla="*/ 2147483646 w 87"/>
                      <a:gd name="T45" fmla="*/ 2147483646 h 87"/>
                      <a:gd name="T46" fmla="*/ 2147483646 w 87"/>
                      <a:gd name="T47" fmla="*/ 2147483646 h 87"/>
                      <a:gd name="T48" fmla="*/ 2147483646 w 87"/>
                      <a:gd name="T49" fmla="*/ 2147483646 h 87"/>
                      <a:gd name="T50" fmla="*/ 2147483646 w 87"/>
                      <a:gd name="T51" fmla="*/ 2147483646 h 87"/>
                      <a:gd name="T52" fmla="*/ 2147483646 w 87"/>
                      <a:gd name="T53" fmla="*/ 2147483646 h 87"/>
                      <a:gd name="T54" fmla="*/ 2147483646 w 87"/>
                      <a:gd name="T55" fmla="*/ 2147483646 h 87"/>
                      <a:gd name="T56" fmla="*/ 2147483646 w 87"/>
                      <a:gd name="T57" fmla="*/ 2147483646 h 87"/>
                      <a:gd name="T58" fmla="*/ 2147483646 w 87"/>
                      <a:gd name="T59" fmla="*/ 2147483646 h 87"/>
                      <a:gd name="T60" fmla="*/ 2147483646 w 87"/>
                      <a:gd name="T61" fmla="*/ 2147483646 h 87"/>
                      <a:gd name="T62" fmla="*/ 2147483646 w 87"/>
                      <a:gd name="T63" fmla="*/ 2147483646 h 87"/>
                      <a:gd name="T64" fmla="*/ 2147483646 w 87"/>
                      <a:gd name="T65" fmla="*/ 2147483646 h 87"/>
                      <a:gd name="T66" fmla="*/ 2147483646 w 87"/>
                      <a:gd name="T67" fmla="*/ 2147483646 h 87"/>
                      <a:gd name="T68" fmla="*/ 2147483646 w 87"/>
                      <a:gd name="T69" fmla="*/ 2147483646 h 87"/>
                      <a:gd name="T70" fmla="*/ 2147483646 w 87"/>
                      <a:gd name="T71" fmla="*/ 2147483646 h 87"/>
                      <a:gd name="T72" fmla="*/ 2147483646 w 87"/>
                      <a:gd name="T73" fmla="*/ 2147483646 h 87"/>
                      <a:gd name="T74" fmla="*/ 2147483646 w 87"/>
                      <a:gd name="T75" fmla="*/ 2147483646 h 87"/>
                      <a:gd name="T76" fmla="*/ 2147483646 w 87"/>
                      <a:gd name="T77" fmla="*/ 0 h 87"/>
                      <a:gd name="T78" fmla="*/ 2147483646 w 87"/>
                      <a:gd name="T79" fmla="*/ 2147483646 h 87"/>
                      <a:gd name="T80" fmla="*/ 2147483646 w 87"/>
                      <a:gd name="T81" fmla="*/ 2147483646 h 87"/>
                      <a:gd name="T82" fmla="*/ 2147483646 w 87"/>
                      <a:gd name="T83" fmla="*/ 2147483646 h 87"/>
                      <a:gd name="T84" fmla="*/ 2147483646 w 87"/>
                      <a:gd name="T85" fmla="*/ 2147483646 h 87"/>
                      <a:gd name="T86" fmla="*/ 2147483646 w 87"/>
                      <a:gd name="T87" fmla="*/ 2147483646 h 87"/>
                      <a:gd name="T88" fmla="*/ 2147483646 w 87"/>
                      <a:gd name="T89" fmla="*/ 2147483646 h 87"/>
                      <a:gd name="T90" fmla="*/ 2147483646 w 87"/>
                      <a:gd name="T91" fmla="*/ 2147483646 h 87"/>
                      <a:gd name="T92" fmla="*/ 2147483646 w 87"/>
                      <a:gd name="T93" fmla="*/ 2147483646 h 87"/>
                      <a:gd name="T94" fmla="*/ 2147483646 w 87"/>
                      <a:gd name="T95" fmla="*/ 2147483646 h 87"/>
                      <a:gd name="T96" fmla="*/ 2147483646 w 87"/>
                      <a:gd name="T97" fmla="*/ 2147483646 h 87"/>
                      <a:gd name="T98" fmla="*/ 2147483646 w 87"/>
                      <a:gd name="T99" fmla="*/ 2147483646 h 87"/>
                      <a:gd name="T100" fmla="*/ 2147483646 w 87"/>
                      <a:gd name="T101" fmla="*/ 2147483646 h 87"/>
                      <a:gd name="T102" fmla="*/ 2147483646 w 87"/>
                      <a:gd name="T103" fmla="*/ 2147483646 h 87"/>
                      <a:gd name="T104" fmla="*/ 2147483646 w 87"/>
                      <a:gd name="T105" fmla="*/ 2147483646 h 87"/>
                      <a:gd name="T106" fmla="*/ 2147483646 w 87"/>
                      <a:gd name="T107" fmla="*/ 2147483646 h 87"/>
                      <a:gd name="T108" fmla="*/ 2147483646 w 87"/>
                      <a:gd name="T109" fmla="*/ 2147483646 h 87"/>
                      <a:gd name="T110" fmla="*/ 2147483646 w 87"/>
                      <a:gd name="T111" fmla="*/ 2147483646 h 87"/>
                      <a:gd name="T112" fmla="*/ 2147483646 w 87"/>
                      <a:gd name="T113" fmla="*/ 2147483646 h 8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7" h="87">
                        <a:moveTo>
                          <a:pt x="13" y="13"/>
                        </a:moveTo>
                        <a:cubicBezTo>
                          <a:pt x="5" y="22"/>
                          <a:pt x="0" y="32"/>
                          <a:pt x="0" y="44"/>
                        </a:cubicBezTo>
                        <a:cubicBezTo>
                          <a:pt x="0" y="56"/>
                          <a:pt x="5" y="66"/>
                          <a:pt x="13" y="74"/>
                        </a:cubicBezTo>
                        <a:cubicBezTo>
                          <a:pt x="21" y="83"/>
                          <a:pt x="32" y="87"/>
                          <a:pt x="44" y="87"/>
                        </a:cubicBezTo>
                        <a:cubicBezTo>
                          <a:pt x="50" y="87"/>
                          <a:pt x="56" y="86"/>
                          <a:pt x="61" y="83"/>
                        </a:cubicBezTo>
                        <a:cubicBezTo>
                          <a:pt x="61" y="83"/>
                          <a:pt x="61" y="83"/>
                          <a:pt x="61" y="83"/>
                        </a:cubicBezTo>
                        <a:cubicBezTo>
                          <a:pt x="63" y="83"/>
                          <a:pt x="63" y="82"/>
                          <a:pt x="64" y="81"/>
                        </a:cubicBezTo>
                        <a:cubicBezTo>
                          <a:pt x="65" y="80"/>
                          <a:pt x="65" y="79"/>
                          <a:pt x="65" y="78"/>
                        </a:cubicBezTo>
                        <a:cubicBezTo>
                          <a:pt x="65" y="76"/>
                          <a:pt x="65" y="74"/>
                          <a:pt x="64" y="73"/>
                        </a:cubicBezTo>
                        <a:cubicBezTo>
                          <a:pt x="62" y="72"/>
                          <a:pt x="61" y="71"/>
                          <a:pt x="59" y="71"/>
                        </a:cubicBezTo>
                        <a:cubicBezTo>
                          <a:pt x="58" y="71"/>
                          <a:pt x="57" y="72"/>
                          <a:pt x="56" y="72"/>
                        </a:cubicBezTo>
                        <a:cubicBezTo>
                          <a:pt x="56" y="72"/>
                          <a:pt x="56" y="72"/>
                          <a:pt x="56" y="72"/>
                        </a:cubicBezTo>
                        <a:cubicBezTo>
                          <a:pt x="52" y="74"/>
                          <a:pt x="48" y="75"/>
                          <a:pt x="44" y="75"/>
                        </a:cubicBezTo>
                        <a:cubicBezTo>
                          <a:pt x="35" y="75"/>
                          <a:pt x="28" y="72"/>
                          <a:pt x="22" y="65"/>
                        </a:cubicBezTo>
                        <a:cubicBezTo>
                          <a:pt x="16" y="59"/>
                          <a:pt x="13" y="52"/>
                          <a:pt x="13" y="44"/>
                        </a:cubicBezTo>
                        <a:cubicBezTo>
                          <a:pt x="13" y="35"/>
                          <a:pt x="16" y="28"/>
                          <a:pt x="22" y="22"/>
                        </a:cubicBezTo>
                        <a:cubicBezTo>
                          <a:pt x="28" y="16"/>
                          <a:pt x="35" y="13"/>
                          <a:pt x="44" y="13"/>
                        </a:cubicBezTo>
                        <a:cubicBezTo>
                          <a:pt x="48" y="13"/>
                          <a:pt x="52" y="14"/>
                          <a:pt x="55" y="15"/>
                        </a:cubicBezTo>
                        <a:cubicBezTo>
                          <a:pt x="59" y="17"/>
                          <a:pt x="62" y="19"/>
                          <a:pt x="65" y="22"/>
                        </a:cubicBezTo>
                        <a:cubicBezTo>
                          <a:pt x="68" y="25"/>
                          <a:pt x="71" y="28"/>
                          <a:pt x="72" y="32"/>
                        </a:cubicBezTo>
                        <a:cubicBezTo>
                          <a:pt x="74" y="35"/>
                          <a:pt x="74" y="39"/>
                          <a:pt x="74" y="44"/>
                        </a:cubicBezTo>
                        <a:cubicBezTo>
                          <a:pt x="74" y="49"/>
                          <a:pt x="74" y="53"/>
                          <a:pt x="73" y="56"/>
                        </a:cubicBezTo>
                        <a:cubicBezTo>
                          <a:pt x="72" y="57"/>
                          <a:pt x="71" y="58"/>
                          <a:pt x="71" y="58"/>
                        </a:cubicBezTo>
                        <a:cubicBezTo>
                          <a:pt x="70" y="59"/>
                          <a:pt x="69" y="59"/>
                          <a:pt x="68" y="59"/>
                        </a:cubicBezTo>
                        <a:cubicBezTo>
                          <a:pt x="68" y="44"/>
                          <a:pt x="68" y="44"/>
                          <a:pt x="68" y="44"/>
                        </a:cubicBezTo>
                        <a:cubicBezTo>
                          <a:pt x="68" y="37"/>
                          <a:pt x="66" y="31"/>
                          <a:pt x="61" y="26"/>
                        </a:cubicBezTo>
                        <a:cubicBezTo>
                          <a:pt x="56" y="21"/>
                          <a:pt x="50" y="19"/>
                          <a:pt x="44" y="19"/>
                        </a:cubicBezTo>
                        <a:cubicBezTo>
                          <a:pt x="37" y="19"/>
                          <a:pt x="31" y="21"/>
                          <a:pt x="26" y="26"/>
                        </a:cubicBezTo>
                        <a:cubicBezTo>
                          <a:pt x="21" y="31"/>
                          <a:pt x="19" y="37"/>
                          <a:pt x="19" y="44"/>
                        </a:cubicBezTo>
                        <a:cubicBezTo>
                          <a:pt x="19" y="50"/>
                          <a:pt x="21" y="56"/>
                          <a:pt x="26" y="61"/>
                        </a:cubicBezTo>
                        <a:cubicBezTo>
                          <a:pt x="31" y="66"/>
                          <a:pt x="37" y="69"/>
                          <a:pt x="44" y="69"/>
                        </a:cubicBezTo>
                        <a:cubicBezTo>
                          <a:pt x="48" y="69"/>
                          <a:pt x="53" y="67"/>
                          <a:pt x="57" y="65"/>
                        </a:cubicBezTo>
                        <a:cubicBezTo>
                          <a:pt x="57" y="66"/>
                          <a:pt x="58" y="68"/>
                          <a:pt x="60" y="69"/>
                        </a:cubicBezTo>
                        <a:cubicBezTo>
                          <a:pt x="62" y="71"/>
                          <a:pt x="65" y="72"/>
                          <a:pt x="68" y="72"/>
                        </a:cubicBezTo>
                        <a:cubicBezTo>
                          <a:pt x="71" y="72"/>
                          <a:pt x="74" y="71"/>
                          <a:pt x="76" y="70"/>
                        </a:cubicBezTo>
                        <a:cubicBezTo>
                          <a:pt x="80" y="68"/>
                          <a:pt x="83" y="65"/>
                          <a:pt x="84" y="60"/>
                        </a:cubicBezTo>
                        <a:cubicBezTo>
                          <a:pt x="86" y="56"/>
                          <a:pt x="87" y="50"/>
                          <a:pt x="87" y="44"/>
                        </a:cubicBezTo>
                        <a:cubicBezTo>
                          <a:pt x="87" y="32"/>
                          <a:pt x="83" y="22"/>
                          <a:pt x="74" y="13"/>
                        </a:cubicBezTo>
                        <a:cubicBezTo>
                          <a:pt x="66" y="5"/>
                          <a:pt x="55" y="0"/>
                          <a:pt x="44" y="0"/>
                        </a:cubicBezTo>
                        <a:cubicBezTo>
                          <a:pt x="32" y="0"/>
                          <a:pt x="21" y="5"/>
                          <a:pt x="13" y="13"/>
                        </a:cubicBezTo>
                        <a:close/>
                        <a:moveTo>
                          <a:pt x="39" y="32"/>
                        </a:moveTo>
                        <a:cubicBezTo>
                          <a:pt x="40" y="32"/>
                          <a:pt x="42" y="31"/>
                          <a:pt x="44" y="31"/>
                        </a:cubicBezTo>
                        <a:cubicBezTo>
                          <a:pt x="45" y="31"/>
                          <a:pt x="47" y="32"/>
                          <a:pt x="48" y="32"/>
                        </a:cubicBezTo>
                        <a:cubicBezTo>
                          <a:pt x="50" y="33"/>
                          <a:pt x="51" y="34"/>
                          <a:pt x="52" y="35"/>
                        </a:cubicBezTo>
                        <a:cubicBezTo>
                          <a:pt x="53" y="36"/>
                          <a:pt x="54" y="38"/>
                          <a:pt x="55" y="39"/>
                        </a:cubicBezTo>
                        <a:cubicBezTo>
                          <a:pt x="55" y="41"/>
                          <a:pt x="56" y="42"/>
                          <a:pt x="56" y="44"/>
                        </a:cubicBezTo>
                        <a:cubicBezTo>
                          <a:pt x="56" y="45"/>
                          <a:pt x="55" y="47"/>
                          <a:pt x="55" y="48"/>
                        </a:cubicBezTo>
                        <a:cubicBezTo>
                          <a:pt x="54" y="50"/>
                          <a:pt x="53" y="51"/>
                          <a:pt x="52" y="52"/>
                        </a:cubicBezTo>
                        <a:cubicBezTo>
                          <a:pt x="51" y="53"/>
                          <a:pt x="50" y="54"/>
                          <a:pt x="48" y="55"/>
                        </a:cubicBezTo>
                        <a:cubicBezTo>
                          <a:pt x="47" y="56"/>
                          <a:pt x="45" y="56"/>
                          <a:pt x="44" y="56"/>
                        </a:cubicBezTo>
                        <a:cubicBezTo>
                          <a:pt x="42" y="56"/>
                          <a:pt x="40" y="56"/>
                          <a:pt x="39" y="55"/>
                        </a:cubicBezTo>
                        <a:cubicBezTo>
                          <a:pt x="37" y="54"/>
                          <a:pt x="36" y="53"/>
                          <a:pt x="35" y="52"/>
                        </a:cubicBezTo>
                        <a:cubicBezTo>
                          <a:pt x="34" y="51"/>
                          <a:pt x="33" y="50"/>
                          <a:pt x="32" y="48"/>
                        </a:cubicBezTo>
                        <a:cubicBezTo>
                          <a:pt x="32" y="47"/>
                          <a:pt x="31" y="45"/>
                          <a:pt x="31" y="44"/>
                        </a:cubicBezTo>
                        <a:cubicBezTo>
                          <a:pt x="31" y="42"/>
                          <a:pt x="32" y="40"/>
                          <a:pt x="32" y="39"/>
                        </a:cubicBezTo>
                        <a:cubicBezTo>
                          <a:pt x="33" y="37"/>
                          <a:pt x="34" y="36"/>
                          <a:pt x="35" y="35"/>
                        </a:cubicBezTo>
                        <a:cubicBezTo>
                          <a:pt x="36" y="34"/>
                          <a:pt x="37" y="33"/>
                          <a:pt x="39" y="3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28" name="Rectangle 372">
                    <a:extLst>
                      <a:ext uri="{FF2B5EF4-FFF2-40B4-BE49-F238E27FC236}">
                        <a16:creationId xmlns:a16="http://schemas.microsoft.com/office/drawing/2014/main" id="{E889DF5A-BE2F-4520-BF07-E0B9F32C8C0B}"/>
                      </a:ext>
                    </a:extLst>
                  </p:cNvPr>
                  <p:cNvSpPr>
                    <a:spLocks noChangeArrowheads="1"/>
                  </p:cNvSpPr>
                  <p:nvPr/>
                </p:nvSpPr>
                <p:spPr bwMode="auto">
                  <a:xfrm>
                    <a:off x="5143012" y="4193762"/>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29" name="Freeform 373">
                    <a:extLst>
                      <a:ext uri="{FF2B5EF4-FFF2-40B4-BE49-F238E27FC236}">
                        <a16:creationId xmlns:a16="http://schemas.microsoft.com/office/drawing/2014/main" id="{30E32024-34F7-4E2C-A84A-0CBF8050534E}"/>
                      </a:ext>
                    </a:extLst>
                  </p:cNvPr>
                  <p:cNvSpPr>
                    <a:spLocks noEditPoints="1"/>
                  </p:cNvSpPr>
                  <p:nvPr/>
                </p:nvSpPr>
                <p:spPr bwMode="auto">
                  <a:xfrm>
                    <a:off x="4728750" y="4947143"/>
                    <a:ext cx="82853" cy="82853"/>
                  </a:xfrm>
                  <a:custGeom>
                    <a:avLst/>
                    <a:gdLst>
                      <a:gd name="T0" fmla="*/ 2147483646 w 87"/>
                      <a:gd name="T1" fmla="*/ 2147483646 h 87"/>
                      <a:gd name="T2" fmla="*/ 2147483646 w 87"/>
                      <a:gd name="T3" fmla="*/ 2147483646 h 87"/>
                      <a:gd name="T4" fmla="*/ 2147483646 w 87"/>
                      <a:gd name="T5" fmla="*/ 2147483646 h 87"/>
                      <a:gd name="T6" fmla="*/ 2147483646 w 87"/>
                      <a:gd name="T7" fmla="*/ 2147483646 h 87"/>
                      <a:gd name="T8" fmla="*/ 2147483646 w 87"/>
                      <a:gd name="T9" fmla="*/ 2147483646 h 87"/>
                      <a:gd name="T10" fmla="*/ 2147483646 w 87"/>
                      <a:gd name="T11" fmla="*/ 2147483646 h 87"/>
                      <a:gd name="T12" fmla="*/ 2147483646 w 87"/>
                      <a:gd name="T13" fmla="*/ 2147483646 h 87"/>
                      <a:gd name="T14" fmla="*/ 2147483646 w 87"/>
                      <a:gd name="T15" fmla="*/ 2147483646 h 87"/>
                      <a:gd name="T16" fmla="*/ 2147483646 w 87"/>
                      <a:gd name="T17" fmla="*/ 2147483646 h 87"/>
                      <a:gd name="T18" fmla="*/ 2147483646 w 87"/>
                      <a:gd name="T19" fmla="*/ 2147483646 h 87"/>
                      <a:gd name="T20" fmla="*/ 2147483646 w 87"/>
                      <a:gd name="T21" fmla="*/ 2147483646 h 87"/>
                      <a:gd name="T22" fmla="*/ 2147483646 w 87"/>
                      <a:gd name="T23" fmla="*/ 0 h 87"/>
                      <a:gd name="T24" fmla="*/ 2147483646 w 87"/>
                      <a:gd name="T25" fmla="*/ 2147483646 h 87"/>
                      <a:gd name="T26" fmla="*/ 0 w 87"/>
                      <a:gd name="T27" fmla="*/ 2147483646 h 87"/>
                      <a:gd name="T28" fmla="*/ 2147483646 w 87"/>
                      <a:gd name="T29" fmla="*/ 2147483646 h 87"/>
                      <a:gd name="T30" fmla="*/ 2147483646 w 87"/>
                      <a:gd name="T31" fmla="*/ 2147483646 h 87"/>
                      <a:gd name="T32" fmla="*/ 2147483646 w 87"/>
                      <a:gd name="T33" fmla="*/ 2147483646 h 87"/>
                      <a:gd name="T34" fmla="*/ 2147483646 w 87"/>
                      <a:gd name="T35" fmla="*/ 2147483646 h 87"/>
                      <a:gd name="T36" fmla="*/ 2147483646 w 87"/>
                      <a:gd name="T37" fmla="*/ 2147483646 h 87"/>
                      <a:gd name="T38" fmla="*/ 2147483646 w 87"/>
                      <a:gd name="T39" fmla="*/ 2147483646 h 87"/>
                      <a:gd name="T40" fmla="*/ 2147483646 w 87"/>
                      <a:gd name="T41" fmla="*/ 2147483646 h 87"/>
                      <a:gd name="T42" fmla="*/ 2147483646 w 87"/>
                      <a:gd name="T43" fmla="*/ 2147483646 h 87"/>
                      <a:gd name="T44" fmla="*/ 2147483646 w 87"/>
                      <a:gd name="T45" fmla="*/ 2147483646 h 87"/>
                      <a:gd name="T46" fmla="*/ 2147483646 w 87"/>
                      <a:gd name="T47" fmla="*/ 2147483646 h 87"/>
                      <a:gd name="T48" fmla="*/ 2147483646 w 87"/>
                      <a:gd name="T49" fmla="*/ 2147483646 h 87"/>
                      <a:gd name="T50" fmla="*/ 2147483646 w 87"/>
                      <a:gd name="T51" fmla="*/ 2147483646 h 87"/>
                      <a:gd name="T52" fmla="*/ 2147483646 w 87"/>
                      <a:gd name="T53" fmla="*/ 2147483646 h 87"/>
                      <a:gd name="T54" fmla="*/ 2147483646 w 87"/>
                      <a:gd name="T55" fmla="*/ 2147483646 h 87"/>
                      <a:gd name="T56" fmla="*/ 2147483646 w 87"/>
                      <a:gd name="T57" fmla="*/ 2147483646 h 87"/>
                      <a:gd name="T58" fmla="*/ 2147483646 w 87"/>
                      <a:gd name="T59" fmla="*/ 2147483646 h 87"/>
                      <a:gd name="T60" fmla="*/ 2147483646 w 87"/>
                      <a:gd name="T61" fmla="*/ 2147483646 h 87"/>
                      <a:gd name="T62" fmla="*/ 2147483646 w 87"/>
                      <a:gd name="T63" fmla="*/ 2147483646 h 87"/>
                      <a:gd name="T64" fmla="*/ 2147483646 w 87"/>
                      <a:gd name="T65" fmla="*/ 2147483646 h 87"/>
                      <a:gd name="T66" fmla="*/ 2147483646 w 87"/>
                      <a:gd name="T67" fmla="*/ 2147483646 h 87"/>
                      <a:gd name="T68" fmla="*/ 2147483646 w 87"/>
                      <a:gd name="T69" fmla="*/ 2147483646 h 87"/>
                      <a:gd name="T70" fmla="*/ 2147483646 w 87"/>
                      <a:gd name="T71" fmla="*/ 2147483646 h 87"/>
                      <a:gd name="T72" fmla="*/ 2147483646 w 87"/>
                      <a:gd name="T73" fmla="*/ 2147483646 h 87"/>
                      <a:gd name="T74" fmla="*/ 2147483646 w 87"/>
                      <a:gd name="T75" fmla="*/ 2147483646 h 87"/>
                      <a:gd name="T76" fmla="*/ 2147483646 w 87"/>
                      <a:gd name="T77" fmla="*/ 2147483646 h 87"/>
                      <a:gd name="T78" fmla="*/ 2147483646 w 87"/>
                      <a:gd name="T79" fmla="*/ 2147483646 h 87"/>
                      <a:gd name="T80" fmla="*/ 2147483646 w 87"/>
                      <a:gd name="T81" fmla="*/ 2147483646 h 87"/>
                      <a:gd name="T82" fmla="*/ 2147483646 w 87"/>
                      <a:gd name="T83" fmla="*/ 2147483646 h 87"/>
                      <a:gd name="T84" fmla="*/ 2147483646 w 87"/>
                      <a:gd name="T85" fmla="*/ 2147483646 h 87"/>
                      <a:gd name="T86" fmla="*/ 2147483646 w 87"/>
                      <a:gd name="T87" fmla="*/ 2147483646 h 87"/>
                      <a:gd name="T88" fmla="*/ 2147483646 w 87"/>
                      <a:gd name="T89" fmla="*/ 2147483646 h 87"/>
                      <a:gd name="T90" fmla="*/ 2147483646 w 87"/>
                      <a:gd name="T91" fmla="*/ 2147483646 h 87"/>
                      <a:gd name="T92" fmla="*/ 2147483646 w 87"/>
                      <a:gd name="T93" fmla="*/ 2147483646 h 87"/>
                      <a:gd name="T94" fmla="*/ 2147483646 w 87"/>
                      <a:gd name="T95" fmla="*/ 2147483646 h 87"/>
                      <a:gd name="T96" fmla="*/ 2147483646 w 87"/>
                      <a:gd name="T97" fmla="*/ 2147483646 h 87"/>
                      <a:gd name="T98" fmla="*/ 2147483646 w 87"/>
                      <a:gd name="T99" fmla="*/ 2147483646 h 87"/>
                      <a:gd name="T100" fmla="*/ 2147483646 w 87"/>
                      <a:gd name="T101" fmla="*/ 2147483646 h 87"/>
                      <a:gd name="T102" fmla="*/ 2147483646 w 87"/>
                      <a:gd name="T103" fmla="*/ 2147483646 h 87"/>
                      <a:gd name="T104" fmla="*/ 2147483646 w 87"/>
                      <a:gd name="T105" fmla="*/ 2147483646 h 87"/>
                      <a:gd name="T106" fmla="*/ 2147483646 w 87"/>
                      <a:gd name="T107" fmla="*/ 2147483646 h 87"/>
                      <a:gd name="T108" fmla="*/ 2147483646 w 87"/>
                      <a:gd name="T109" fmla="*/ 2147483646 h 87"/>
                      <a:gd name="T110" fmla="*/ 2147483646 w 87"/>
                      <a:gd name="T111" fmla="*/ 2147483646 h 87"/>
                      <a:gd name="T112" fmla="*/ 2147483646 w 87"/>
                      <a:gd name="T113" fmla="*/ 2147483646 h 8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7" h="87">
                        <a:moveTo>
                          <a:pt x="26" y="26"/>
                        </a:moveTo>
                        <a:cubicBezTo>
                          <a:pt x="21" y="31"/>
                          <a:pt x="19" y="37"/>
                          <a:pt x="19" y="44"/>
                        </a:cubicBezTo>
                        <a:cubicBezTo>
                          <a:pt x="19" y="51"/>
                          <a:pt x="21" y="57"/>
                          <a:pt x="26" y="61"/>
                        </a:cubicBezTo>
                        <a:cubicBezTo>
                          <a:pt x="31" y="66"/>
                          <a:pt x="37" y="69"/>
                          <a:pt x="44" y="69"/>
                        </a:cubicBezTo>
                        <a:cubicBezTo>
                          <a:pt x="48" y="69"/>
                          <a:pt x="53" y="67"/>
                          <a:pt x="57" y="65"/>
                        </a:cubicBezTo>
                        <a:cubicBezTo>
                          <a:pt x="57" y="66"/>
                          <a:pt x="58" y="68"/>
                          <a:pt x="60" y="69"/>
                        </a:cubicBezTo>
                        <a:cubicBezTo>
                          <a:pt x="62" y="71"/>
                          <a:pt x="65" y="72"/>
                          <a:pt x="68" y="72"/>
                        </a:cubicBezTo>
                        <a:cubicBezTo>
                          <a:pt x="71" y="72"/>
                          <a:pt x="74" y="71"/>
                          <a:pt x="76" y="70"/>
                        </a:cubicBezTo>
                        <a:cubicBezTo>
                          <a:pt x="80" y="68"/>
                          <a:pt x="83" y="65"/>
                          <a:pt x="84" y="60"/>
                        </a:cubicBezTo>
                        <a:cubicBezTo>
                          <a:pt x="86" y="56"/>
                          <a:pt x="87" y="50"/>
                          <a:pt x="87" y="44"/>
                        </a:cubicBezTo>
                        <a:cubicBezTo>
                          <a:pt x="87" y="32"/>
                          <a:pt x="83" y="22"/>
                          <a:pt x="74" y="13"/>
                        </a:cubicBezTo>
                        <a:cubicBezTo>
                          <a:pt x="66" y="5"/>
                          <a:pt x="55" y="0"/>
                          <a:pt x="44" y="0"/>
                        </a:cubicBezTo>
                        <a:cubicBezTo>
                          <a:pt x="32" y="0"/>
                          <a:pt x="21" y="5"/>
                          <a:pt x="13" y="13"/>
                        </a:cubicBezTo>
                        <a:cubicBezTo>
                          <a:pt x="4" y="22"/>
                          <a:pt x="0" y="32"/>
                          <a:pt x="0" y="44"/>
                        </a:cubicBezTo>
                        <a:cubicBezTo>
                          <a:pt x="0" y="56"/>
                          <a:pt x="4" y="66"/>
                          <a:pt x="13" y="74"/>
                        </a:cubicBezTo>
                        <a:cubicBezTo>
                          <a:pt x="21" y="83"/>
                          <a:pt x="32" y="87"/>
                          <a:pt x="44" y="87"/>
                        </a:cubicBezTo>
                        <a:cubicBezTo>
                          <a:pt x="50" y="87"/>
                          <a:pt x="56" y="86"/>
                          <a:pt x="61" y="83"/>
                        </a:cubicBezTo>
                        <a:cubicBezTo>
                          <a:pt x="61" y="83"/>
                          <a:pt x="61" y="83"/>
                          <a:pt x="61" y="83"/>
                        </a:cubicBezTo>
                        <a:cubicBezTo>
                          <a:pt x="62" y="83"/>
                          <a:pt x="63" y="82"/>
                          <a:pt x="64" y="81"/>
                        </a:cubicBezTo>
                        <a:cubicBezTo>
                          <a:pt x="65" y="80"/>
                          <a:pt x="65" y="79"/>
                          <a:pt x="65" y="78"/>
                        </a:cubicBezTo>
                        <a:cubicBezTo>
                          <a:pt x="65" y="76"/>
                          <a:pt x="65" y="74"/>
                          <a:pt x="63" y="73"/>
                        </a:cubicBezTo>
                        <a:cubicBezTo>
                          <a:pt x="62" y="72"/>
                          <a:pt x="61" y="71"/>
                          <a:pt x="59" y="71"/>
                        </a:cubicBezTo>
                        <a:cubicBezTo>
                          <a:pt x="58" y="71"/>
                          <a:pt x="57" y="72"/>
                          <a:pt x="56" y="72"/>
                        </a:cubicBezTo>
                        <a:cubicBezTo>
                          <a:pt x="56" y="72"/>
                          <a:pt x="56" y="72"/>
                          <a:pt x="56" y="72"/>
                        </a:cubicBezTo>
                        <a:cubicBezTo>
                          <a:pt x="52" y="74"/>
                          <a:pt x="48" y="75"/>
                          <a:pt x="44" y="75"/>
                        </a:cubicBezTo>
                        <a:cubicBezTo>
                          <a:pt x="35" y="75"/>
                          <a:pt x="28" y="72"/>
                          <a:pt x="22" y="66"/>
                        </a:cubicBezTo>
                        <a:cubicBezTo>
                          <a:pt x="16" y="60"/>
                          <a:pt x="13" y="52"/>
                          <a:pt x="13" y="44"/>
                        </a:cubicBezTo>
                        <a:cubicBezTo>
                          <a:pt x="13" y="35"/>
                          <a:pt x="16" y="28"/>
                          <a:pt x="22" y="22"/>
                        </a:cubicBezTo>
                        <a:cubicBezTo>
                          <a:pt x="28" y="16"/>
                          <a:pt x="35" y="13"/>
                          <a:pt x="44" y="13"/>
                        </a:cubicBezTo>
                        <a:cubicBezTo>
                          <a:pt x="48" y="13"/>
                          <a:pt x="52" y="14"/>
                          <a:pt x="55" y="15"/>
                        </a:cubicBezTo>
                        <a:cubicBezTo>
                          <a:pt x="59" y="17"/>
                          <a:pt x="62" y="19"/>
                          <a:pt x="65" y="22"/>
                        </a:cubicBezTo>
                        <a:cubicBezTo>
                          <a:pt x="68" y="25"/>
                          <a:pt x="71" y="28"/>
                          <a:pt x="72" y="32"/>
                        </a:cubicBezTo>
                        <a:cubicBezTo>
                          <a:pt x="74" y="35"/>
                          <a:pt x="74" y="39"/>
                          <a:pt x="74" y="44"/>
                        </a:cubicBezTo>
                        <a:cubicBezTo>
                          <a:pt x="74" y="49"/>
                          <a:pt x="74" y="54"/>
                          <a:pt x="72" y="56"/>
                        </a:cubicBezTo>
                        <a:cubicBezTo>
                          <a:pt x="72" y="57"/>
                          <a:pt x="71" y="58"/>
                          <a:pt x="71" y="58"/>
                        </a:cubicBezTo>
                        <a:cubicBezTo>
                          <a:pt x="70" y="59"/>
                          <a:pt x="69" y="59"/>
                          <a:pt x="68" y="59"/>
                        </a:cubicBezTo>
                        <a:cubicBezTo>
                          <a:pt x="68" y="44"/>
                          <a:pt x="68" y="44"/>
                          <a:pt x="68" y="44"/>
                        </a:cubicBezTo>
                        <a:cubicBezTo>
                          <a:pt x="68" y="37"/>
                          <a:pt x="66" y="31"/>
                          <a:pt x="61" y="26"/>
                        </a:cubicBezTo>
                        <a:cubicBezTo>
                          <a:pt x="56" y="21"/>
                          <a:pt x="50" y="19"/>
                          <a:pt x="44" y="19"/>
                        </a:cubicBezTo>
                        <a:cubicBezTo>
                          <a:pt x="37" y="19"/>
                          <a:pt x="31" y="21"/>
                          <a:pt x="26" y="26"/>
                        </a:cubicBezTo>
                        <a:close/>
                        <a:moveTo>
                          <a:pt x="55" y="49"/>
                        </a:moveTo>
                        <a:cubicBezTo>
                          <a:pt x="54" y="50"/>
                          <a:pt x="53" y="51"/>
                          <a:pt x="52" y="52"/>
                        </a:cubicBezTo>
                        <a:cubicBezTo>
                          <a:pt x="51" y="54"/>
                          <a:pt x="50" y="54"/>
                          <a:pt x="48" y="55"/>
                        </a:cubicBezTo>
                        <a:cubicBezTo>
                          <a:pt x="47" y="56"/>
                          <a:pt x="45" y="56"/>
                          <a:pt x="44" y="56"/>
                        </a:cubicBezTo>
                        <a:cubicBezTo>
                          <a:pt x="42" y="56"/>
                          <a:pt x="40" y="56"/>
                          <a:pt x="39" y="55"/>
                        </a:cubicBezTo>
                        <a:cubicBezTo>
                          <a:pt x="37" y="54"/>
                          <a:pt x="36" y="54"/>
                          <a:pt x="35" y="52"/>
                        </a:cubicBezTo>
                        <a:cubicBezTo>
                          <a:pt x="34" y="51"/>
                          <a:pt x="33" y="50"/>
                          <a:pt x="32" y="49"/>
                        </a:cubicBezTo>
                        <a:cubicBezTo>
                          <a:pt x="32" y="47"/>
                          <a:pt x="31" y="46"/>
                          <a:pt x="31" y="44"/>
                        </a:cubicBezTo>
                        <a:cubicBezTo>
                          <a:pt x="31" y="42"/>
                          <a:pt x="32" y="41"/>
                          <a:pt x="32" y="39"/>
                        </a:cubicBezTo>
                        <a:cubicBezTo>
                          <a:pt x="33" y="38"/>
                          <a:pt x="34" y="36"/>
                          <a:pt x="35" y="35"/>
                        </a:cubicBezTo>
                        <a:cubicBezTo>
                          <a:pt x="36" y="34"/>
                          <a:pt x="37" y="33"/>
                          <a:pt x="39" y="33"/>
                        </a:cubicBezTo>
                        <a:cubicBezTo>
                          <a:pt x="40" y="32"/>
                          <a:pt x="42" y="32"/>
                          <a:pt x="44" y="32"/>
                        </a:cubicBezTo>
                        <a:cubicBezTo>
                          <a:pt x="45" y="32"/>
                          <a:pt x="47" y="32"/>
                          <a:pt x="48" y="33"/>
                        </a:cubicBezTo>
                        <a:cubicBezTo>
                          <a:pt x="50" y="33"/>
                          <a:pt x="51" y="34"/>
                          <a:pt x="52" y="35"/>
                        </a:cubicBezTo>
                        <a:cubicBezTo>
                          <a:pt x="53" y="36"/>
                          <a:pt x="54" y="38"/>
                          <a:pt x="55" y="39"/>
                        </a:cubicBezTo>
                        <a:cubicBezTo>
                          <a:pt x="55" y="41"/>
                          <a:pt x="56" y="42"/>
                          <a:pt x="56" y="44"/>
                        </a:cubicBezTo>
                        <a:cubicBezTo>
                          <a:pt x="56" y="45"/>
                          <a:pt x="55" y="47"/>
                          <a:pt x="55" y="4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0" name="Freeform 374">
                    <a:extLst>
                      <a:ext uri="{FF2B5EF4-FFF2-40B4-BE49-F238E27FC236}">
                        <a16:creationId xmlns:a16="http://schemas.microsoft.com/office/drawing/2014/main" id="{9D97588C-E718-4940-B48F-B878131D7DC1}"/>
                      </a:ext>
                    </a:extLst>
                  </p:cNvPr>
                  <p:cNvSpPr>
                    <a:spLocks/>
                  </p:cNvSpPr>
                  <p:nvPr/>
                </p:nvSpPr>
                <p:spPr bwMode="auto">
                  <a:xfrm>
                    <a:off x="4786554" y="497219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1" name="Freeform 375">
                    <a:extLst>
                      <a:ext uri="{FF2B5EF4-FFF2-40B4-BE49-F238E27FC236}">
                        <a16:creationId xmlns:a16="http://schemas.microsoft.com/office/drawing/2014/main" id="{2DAF50FC-F294-4372-A59E-F4EFA531F9E5}"/>
                      </a:ext>
                    </a:extLst>
                  </p:cNvPr>
                  <p:cNvSpPr>
                    <a:spLocks noEditPoints="1"/>
                  </p:cNvSpPr>
                  <p:nvPr/>
                </p:nvSpPr>
                <p:spPr bwMode="auto">
                  <a:xfrm>
                    <a:off x="4766322" y="4459662"/>
                    <a:ext cx="83816" cy="83816"/>
                  </a:xfrm>
                  <a:custGeom>
                    <a:avLst/>
                    <a:gdLst>
                      <a:gd name="T0" fmla="*/ 2147483646 w 87"/>
                      <a:gd name="T1" fmla="*/ 2147483646 h 87"/>
                      <a:gd name="T2" fmla="*/ 2147483646 w 87"/>
                      <a:gd name="T3" fmla="*/ 2147483646 h 87"/>
                      <a:gd name="T4" fmla="*/ 2147483646 w 87"/>
                      <a:gd name="T5" fmla="*/ 2147483646 h 87"/>
                      <a:gd name="T6" fmla="*/ 2147483646 w 87"/>
                      <a:gd name="T7" fmla="*/ 2147483646 h 87"/>
                      <a:gd name="T8" fmla="*/ 2147483646 w 87"/>
                      <a:gd name="T9" fmla="*/ 2147483646 h 87"/>
                      <a:gd name="T10" fmla="*/ 2147483646 w 87"/>
                      <a:gd name="T11" fmla="*/ 2147483646 h 87"/>
                      <a:gd name="T12" fmla="*/ 2147483646 w 87"/>
                      <a:gd name="T13" fmla="*/ 2147483646 h 87"/>
                      <a:gd name="T14" fmla="*/ 2147483646 w 87"/>
                      <a:gd name="T15" fmla="*/ 2147483646 h 87"/>
                      <a:gd name="T16" fmla="*/ 2147483646 w 87"/>
                      <a:gd name="T17" fmla="*/ 2147483646 h 87"/>
                      <a:gd name="T18" fmla="*/ 2147483646 w 87"/>
                      <a:gd name="T19" fmla="*/ 2147483646 h 87"/>
                      <a:gd name="T20" fmla="*/ 2147483646 w 87"/>
                      <a:gd name="T21" fmla="*/ 2147483646 h 87"/>
                      <a:gd name="T22" fmla="*/ 2147483646 w 87"/>
                      <a:gd name="T23" fmla="*/ 0 h 87"/>
                      <a:gd name="T24" fmla="*/ 2147483646 w 87"/>
                      <a:gd name="T25" fmla="*/ 2147483646 h 87"/>
                      <a:gd name="T26" fmla="*/ 0 w 87"/>
                      <a:gd name="T27" fmla="*/ 2147483646 h 87"/>
                      <a:gd name="T28" fmla="*/ 2147483646 w 87"/>
                      <a:gd name="T29" fmla="*/ 2147483646 h 87"/>
                      <a:gd name="T30" fmla="*/ 2147483646 w 87"/>
                      <a:gd name="T31" fmla="*/ 2147483646 h 87"/>
                      <a:gd name="T32" fmla="*/ 2147483646 w 87"/>
                      <a:gd name="T33" fmla="*/ 2147483646 h 87"/>
                      <a:gd name="T34" fmla="*/ 2147483646 w 87"/>
                      <a:gd name="T35" fmla="*/ 2147483646 h 87"/>
                      <a:gd name="T36" fmla="*/ 2147483646 w 87"/>
                      <a:gd name="T37" fmla="*/ 2147483646 h 87"/>
                      <a:gd name="T38" fmla="*/ 2147483646 w 87"/>
                      <a:gd name="T39" fmla="*/ 2147483646 h 87"/>
                      <a:gd name="T40" fmla="*/ 2147483646 w 87"/>
                      <a:gd name="T41" fmla="*/ 2147483646 h 87"/>
                      <a:gd name="T42" fmla="*/ 2147483646 w 87"/>
                      <a:gd name="T43" fmla="*/ 2147483646 h 87"/>
                      <a:gd name="T44" fmla="*/ 2147483646 w 87"/>
                      <a:gd name="T45" fmla="*/ 2147483646 h 87"/>
                      <a:gd name="T46" fmla="*/ 2147483646 w 87"/>
                      <a:gd name="T47" fmla="*/ 2147483646 h 87"/>
                      <a:gd name="T48" fmla="*/ 2147483646 w 87"/>
                      <a:gd name="T49" fmla="*/ 2147483646 h 87"/>
                      <a:gd name="T50" fmla="*/ 2147483646 w 87"/>
                      <a:gd name="T51" fmla="*/ 2147483646 h 87"/>
                      <a:gd name="T52" fmla="*/ 2147483646 w 87"/>
                      <a:gd name="T53" fmla="*/ 2147483646 h 87"/>
                      <a:gd name="T54" fmla="*/ 2147483646 w 87"/>
                      <a:gd name="T55" fmla="*/ 2147483646 h 87"/>
                      <a:gd name="T56" fmla="*/ 2147483646 w 87"/>
                      <a:gd name="T57" fmla="*/ 2147483646 h 87"/>
                      <a:gd name="T58" fmla="*/ 2147483646 w 87"/>
                      <a:gd name="T59" fmla="*/ 2147483646 h 87"/>
                      <a:gd name="T60" fmla="*/ 2147483646 w 87"/>
                      <a:gd name="T61" fmla="*/ 2147483646 h 87"/>
                      <a:gd name="T62" fmla="*/ 2147483646 w 87"/>
                      <a:gd name="T63" fmla="*/ 2147483646 h 87"/>
                      <a:gd name="T64" fmla="*/ 2147483646 w 87"/>
                      <a:gd name="T65" fmla="*/ 2147483646 h 87"/>
                      <a:gd name="T66" fmla="*/ 2147483646 w 87"/>
                      <a:gd name="T67" fmla="*/ 2147483646 h 87"/>
                      <a:gd name="T68" fmla="*/ 2147483646 w 87"/>
                      <a:gd name="T69" fmla="*/ 2147483646 h 87"/>
                      <a:gd name="T70" fmla="*/ 2147483646 w 87"/>
                      <a:gd name="T71" fmla="*/ 2147483646 h 87"/>
                      <a:gd name="T72" fmla="*/ 2147483646 w 87"/>
                      <a:gd name="T73" fmla="*/ 2147483646 h 87"/>
                      <a:gd name="T74" fmla="*/ 2147483646 w 87"/>
                      <a:gd name="T75" fmla="*/ 2147483646 h 87"/>
                      <a:gd name="T76" fmla="*/ 2147483646 w 87"/>
                      <a:gd name="T77" fmla="*/ 2147483646 h 87"/>
                      <a:gd name="T78" fmla="*/ 2147483646 w 87"/>
                      <a:gd name="T79" fmla="*/ 2147483646 h 87"/>
                      <a:gd name="T80" fmla="*/ 2147483646 w 87"/>
                      <a:gd name="T81" fmla="*/ 2147483646 h 87"/>
                      <a:gd name="T82" fmla="*/ 2147483646 w 87"/>
                      <a:gd name="T83" fmla="*/ 2147483646 h 87"/>
                      <a:gd name="T84" fmla="*/ 2147483646 w 87"/>
                      <a:gd name="T85" fmla="*/ 2147483646 h 87"/>
                      <a:gd name="T86" fmla="*/ 2147483646 w 87"/>
                      <a:gd name="T87" fmla="*/ 2147483646 h 87"/>
                      <a:gd name="T88" fmla="*/ 2147483646 w 87"/>
                      <a:gd name="T89" fmla="*/ 2147483646 h 87"/>
                      <a:gd name="T90" fmla="*/ 2147483646 w 87"/>
                      <a:gd name="T91" fmla="*/ 2147483646 h 87"/>
                      <a:gd name="T92" fmla="*/ 2147483646 w 87"/>
                      <a:gd name="T93" fmla="*/ 2147483646 h 87"/>
                      <a:gd name="T94" fmla="*/ 2147483646 w 87"/>
                      <a:gd name="T95" fmla="*/ 2147483646 h 87"/>
                      <a:gd name="T96" fmla="*/ 2147483646 w 87"/>
                      <a:gd name="T97" fmla="*/ 2147483646 h 87"/>
                      <a:gd name="T98" fmla="*/ 2147483646 w 87"/>
                      <a:gd name="T99" fmla="*/ 2147483646 h 87"/>
                      <a:gd name="T100" fmla="*/ 2147483646 w 87"/>
                      <a:gd name="T101" fmla="*/ 2147483646 h 87"/>
                      <a:gd name="T102" fmla="*/ 2147483646 w 87"/>
                      <a:gd name="T103" fmla="*/ 2147483646 h 87"/>
                      <a:gd name="T104" fmla="*/ 2147483646 w 87"/>
                      <a:gd name="T105" fmla="*/ 2147483646 h 87"/>
                      <a:gd name="T106" fmla="*/ 2147483646 w 87"/>
                      <a:gd name="T107" fmla="*/ 2147483646 h 87"/>
                      <a:gd name="T108" fmla="*/ 2147483646 w 87"/>
                      <a:gd name="T109" fmla="*/ 2147483646 h 87"/>
                      <a:gd name="T110" fmla="*/ 2147483646 w 87"/>
                      <a:gd name="T111" fmla="*/ 2147483646 h 87"/>
                      <a:gd name="T112" fmla="*/ 2147483646 w 87"/>
                      <a:gd name="T113" fmla="*/ 2147483646 h 8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7" h="87">
                        <a:moveTo>
                          <a:pt x="26" y="26"/>
                        </a:moveTo>
                        <a:cubicBezTo>
                          <a:pt x="21" y="31"/>
                          <a:pt x="19" y="37"/>
                          <a:pt x="19" y="44"/>
                        </a:cubicBezTo>
                        <a:cubicBezTo>
                          <a:pt x="19" y="51"/>
                          <a:pt x="21" y="56"/>
                          <a:pt x="26" y="61"/>
                        </a:cubicBezTo>
                        <a:cubicBezTo>
                          <a:pt x="31" y="66"/>
                          <a:pt x="37" y="69"/>
                          <a:pt x="44" y="69"/>
                        </a:cubicBezTo>
                        <a:cubicBezTo>
                          <a:pt x="48" y="69"/>
                          <a:pt x="53" y="67"/>
                          <a:pt x="57" y="65"/>
                        </a:cubicBezTo>
                        <a:cubicBezTo>
                          <a:pt x="57" y="66"/>
                          <a:pt x="58" y="68"/>
                          <a:pt x="60" y="69"/>
                        </a:cubicBezTo>
                        <a:cubicBezTo>
                          <a:pt x="62" y="71"/>
                          <a:pt x="65" y="72"/>
                          <a:pt x="68" y="72"/>
                        </a:cubicBezTo>
                        <a:cubicBezTo>
                          <a:pt x="71" y="72"/>
                          <a:pt x="74" y="71"/>
                          <a:pt x="76" y="70"/>
                        </a:cubicBezTo>
                        <a:cubicBezTo>
                          <a:pt x="80" y="68"/>
                          <a:pt x="83" y="65"/>
                          <a:pt x="84" y="60"/>
                        </a:cubicBezTo>
                        <a:cubicBezTo>
                          <a:pt x="86" y="56"/>
                          <a:pt x="87" y="50"/>
                          <a:pt x="87" y="44"/>
                        </a:cubicBezTo>
                        <a:cubicBezTo>
                          <a:pt x="87" y="32"/>
                          <a:pt x="83" y="22"/>
                          <a:pt x="74" y="13"/>
                        </a:cubicBezTo>
                        <a:cubicBezTo>
                          <a:pt x="66" y="5"/>
                          <a:pt x="55" y="0"/>
                          <a:pt x="44" y="0"/>
                        </a:cubicBezTo>
                        <a:cubicBezTo>
                          <a:pt x="32" y="0"/>
                          <a:pt x="21" y="5"/>
                          <a:pt x="13" y="13"/>
                        </a:cubicBezTo>
                        <a:cubicBezTo>
                          <a:pt x="4" y="22"/>
                          <a:pt x="0" y="32"/>
                          <a:pt x="0" y="44"/>
                        </a:cubicBezTo>
                        <a:cubicBezTo>
                          <a:pt x="0" y="56"/>
                          <a:pt x="4" y="66"/>
                          <a:pt x="13" y="74"/>
                        </a:cubicBezTo>
                        <a:cubicBezTo>
                          <a:pt x="21" y="83"/>
                          <a:pt x="32" y="87"/>
                          <a:pt x="44" y="87"/>
                        </a:cubicBezTo>
                        <a:cubicBezTo>
                          <a:pt x="50" y="87"/>
                          <a:pt x="56" y="86"/>
                          <a:pt x="61" y="83"/>
                        </a:cubicBezTo>
                        <a:cubicBezTo>
                          <a:pt x="61" y="83"/>
                          <a:pt x="61" y="83"/>
                          <a:pt x="61" y="83"/>
                        </a:cubicBezTo>
                        <a:cubicBezTo>
                          <a:pt x="62" y="83"/>
                          <a:pt x="63" y="82"/>
                          <a:pt x="64" y="81"/>
                        </a:cubicBezTo>
                        <a:cubicBezTo>
                          <a:pt x="65" y="80"/>
                          <a:pt x="65" y="79"/>
                          <a:pt x="65" y="78"/>
                        </a:cubicBezTo>
                        <a:cubicBezTo>
                          <a:pt x="65" y="76"/>
                          <a:pt x="65" y="74"/>
                          <a:pt x="63" y="73"/>
                        </a:cubicBezTo>
                        <a:cubicBezTo>
                          <a:pt x="62" y="72"/>
                          <a:pt x="61" y="71"/>
                          <a:pt x="59" y="71"/>
                        </a:cubicBezTo>
                        <a:cubicBezTo>
                          <a:pt x="58" y="71"/>
                          <a:pt x="57" y="72"/>
                          <a:pt x="56" y="72"/>
                        </a:cubicBezTo>
                        <a:cubicBezTo>
                          <a:pt x="56" y="72"/>
                          <a:pt x="56" y="72"/>
                          <a:pt x="56" y="72"/>
                        </a:cubicBezTo>
                        <a:cubicBezTo>
                          <a:pt x="52" y="74"/>
                          <a:pt x="48" y="75"/>
                          <a:pt x="44" y="75"/>
                        </a:cubicBezTo>
                        <a:cubicBezTo>
                          <a:pt x="35" y="75"/>
                          <a:pt x="28" y="72"/>
                          <a:pt x="22" y="66"/>
                        </a:cubicBezTo>
                        <a:cubicBezTo>
                          <a:pt x="16" y="59"/>
                          <a:pt x="13" y="52"/>
                          <a:pt x="13" y="44"/>
                        </a:cubicBezTo>
                        <a:cubicBezTo>
                          <a:pt x="13" y="35"/>
                          <a:pt x="16" y="28"/>
                          <a:pt x="22" y="22"/>
                        </a:cubicBezTo>
                        <a:cubicBezTo>
                          <a:pt x="28" y="16"/>
                          <a:pt x="35" y="13"/>
                          <a:pt x="44" y="13"/>
                        </a:cubicBezTo>
                        <a:cubicBezTo>
                          <a:pt x="48" y="13"/>
                          <a:pt x="52" y="14"/>
                          <a:pt x="55" y="15"/>
                        </a:cubicBezTo>
                        <a:cubicBezTo>
                          <a:pt x="59" y="17"/>
                          <a:pt x="62" y="19"/>
                          <a:pt x="65" y="22"/>
                        </a:cubicBezTo>
                        <a:cubicBezTo>
                          <a:pt x="68" y="25"/>
                          <a:pt x="71" y="28"/>
                          <a:pt x="72" y="32"/>
                        </a:cubicBezTo>
                        <a:cubicBezTo>
                          <a:pt x="74" y="35"/>
                          <a:pt x="74" y="39"/>
                          <a:pt x="74" y="44"/>
                        </a:cubicBezTo>
                        <a:cubicBezTo>
                          <a:pt x="74" y="49"/>
                          <a:pt x="74" y="54"/>
                          <a:pt x="73" y="56"/>
                        </a:cubicBezTo>
                        <a:cubicBezTo>
                          <a:pt x="72" y="57"/>
                          <a:pt x="71" y="58"/>
                          <a:pt x="71" y="58"/>
                        </a:cubicBezTo>
                        <a:cubicBezTo>
                          <a:pt x="70" y="59"/>
                          <a:pt x="69" y="59"/>
                          <a:pt x="68" y="59"/>
                        </a:cubicBezTo>
                        <a:cubicBezTo>
                          <a:pt x="68" y="44"/>
                          <a:pt x="68" y="44"/>
                          <a:pt x="68" y="44"/>
                        </a:cubicBezTo>
                        <a:cubicBezTo>
                          <a:pt x="68" y="37"/>
                          <a:pt x="66" y="31"/>
                          <a:pt x="61" y="26"/>
                        </a:cubicBezTo>
                        <a:cubicBezTo>
                          <a:pt x="56" y="21"/>
                          <a:pt x="50" y="19"/>
                          <a:pt x="44" y="19"/>
                        </a:cubicBezTo>
                        <a:cubicBezTo>
                          <a:pt x="37" y="19"/>
                          <a:pt x="31" y="21"/>
                          <a:pt x="26" y="26"/>
                        </a:cubicBezTo>
                        <a:close/>
                        <a:moveTo>
                          <a:pt x="55" y="48"/>
                        </a:moveTo>
                        <a:cubicBezTo>
                          <a:pt x="54" y="50"/>
                          <a:pt x="53" y="51"/>
                          <a:pt x="52" y="52"/>
                        </a:cubicBezTo>
                        <a:cubicBezTo>
                          <a:pt x="51" y="53"/>
                          <a:pt x="50" y="54"/>
                          <a:pt x="48" y="55"/>
                        </a:cubicBezTo>
                        <a:cubicBezTo>
                          <a:pt x="47" y="56"/>
                          <a:pt x="45" y="56"/>
                          <a:pt x="44" y="56"/>
                        </a:cubicBezTo>
                        <a:cubicBezTo>
                          <a:pt x="42" y="56"/>
                          <a:pt x="40" y="56"/>
                          <a:pt x="39" y="55"/>
                        </a:cubicBezTo>
                        <a:cubicBezTo>
                          <a:pt x="37" y="54"/>
                          <a:pt x="36" y="54"/>
                          <a:pt x="35" y="52"/>
                        </a:cubicBezTo>
                        <a:cubicBezTo>
                          <a:pt x="34" y="51"/>
                          <a:pt x="33" y="50"/>
                          <a:pt x="32" y="49"/>
                        </a:cubicBezTo>
                        <a:cubicBezTo>
                          <a:pt x="32" y="47"/>
                          <a:pt x="31" y="45"/>
                          <a:pt x="31" y="44"/>
                        </a:cubicBezTo>
                        <a:cubicBezTo>
                          <a:pt x="31" y="42"/>
                          <a:pt x="32" y="40"/>
                          <a:pt x="32" y="39"/>
                        </a:cubicBezTo>
                        <a:cubicBezTo>
                          <a:pt x="33" y="37"/>
                          <a:pt x="34" y="36"/>
                          <a:pt x="35" y="35"/>
                        </a:cubicBezTo>
                        <a:cubicBezTo>
                          <a:pt x="36" y="34"/>
                          <a:pt x="37" y="33"/>
                          <a:pt x="39" y="32"/>
                        </a:cubicBezTo>
                        <a:cubicBezTo>
                          <a:pt x="40" y="32"/>
                          <a:pt x="42" y="32"/>
                          <a:pt x="44" y="32"/>
                        </a:cubicBezTo>
                        <a:cubicBezTo>
                          <a:pt x="45" y="32"/>
                          <a:pt x="47" y="32"/>
                          <a:pt x="48" y="32"/>
                        </a:cubicBezTo>
                        <a:cubicBezTo>
                          <a:pt x="50" y="33"/>
                          <a:pt x="51" y="34"/>
                          <a:pt x="52" y="35"/>
                        </a:cubicBezTo>
                        <a:cubicBezTo>
                          <a:pt x="53" y="36"/>
                          <a:pt x="54" y="38"/>
                          <a:pt x="55" y="39"/>
                        </a:cubicBezTo>
                        <a:cubicBezTo>
                          <a:pt x="55" y="41"/>
                          <a:pt x="56" y="42"/>
                          <a:pt x="56" y="44"/>
                        </a:cubicBezTo>
                        <a:cubicBezTo>
                          <a:pt x="56" y="45"/>
                          <a:pt x="55" y="47"/>
                          <a:pt x="55" y="4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2" name="Freeform 376">
                    <a:extLst>
                      <a:ext uri="{FF2B5EF4-FFF2-40B4-BE49-F238E27FC236}">
                        <a16:creationId xmlns:a16="http://schemas.microsoft.com/office/drawing/2014/main" id="{CE47CA40-F1DA-4BFA-816D-7D2A5E6C2407}"/>
                      </a:ext>
                    </a:extLst>
                  </p:cNvPr>
                  <p:cNvSpPr>
                    <a:spLocks/>
                  </p:cNvSpPr>
                  <p:nvPr/>
                </p:nvSpPr>
                <p:spPr bwMode="auto">
                  <a:xfrm>
                    <a:off x="4825090" y="4484710"/>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3" name="Rectangle 377">
                    <a:extLst>
                      <a:ext uri="{FF2B5EF4-FFF2-40B4-BE49-F238E27FC236}">
                        <a16:creationId xmlns:a16="http://schemas.microsoft.com/office/drawing/2014/main" id="{DE9FF0BF-7902-43D6-8D25-95DC730C97B8}"/>
                      </a:ext>
                    </a:extLst>
                  </p:cNvPr>
                  <p:cNvSpPr>
                    <a:spLocks noChangeArrowheads="1"/>
                  </p:cNvSpPr>
                  <p:nvPr/>
                </p:nvSpPr>
                <p:spPr bwMode="auto">
                  <a:xfrm>
                    <a:off x="5204670" y="5898984"/>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34" name="Freeform 378">
                    <a:extLst>
                      <a:ext uri="{FF2B5EF4-FFF2-40B4-BE49-F238E27FC236}">
                        <a16:creationId xmlns:a16="http://schemas.microsoft.com/office/drawing/2014/main" id="{67184541-F258-46C5-9582-DB530B2B3E7F}"/>
                      </a:ext>
                    </a:extLst>
                  </p:cNvPr>
                  <p:cNvSpPr>
                    <a:spLocks noEditPoints="1"/>
                  </p:cNvSpPr>
                  <p:nvPr/>
                </p:nvSpPr>
                <p:spPr bwMode="auto">
                  <a:xfrm>
                    <a:off x="5134341" y="5847924"/>
                    <a:ext cx="83816" cy="82853"/>
                  </a:xfrm>
                  <a:custGeom>
                    <a:avLst/>
                    <a:gdLst>
                      <a:gd name="T0" fmla="*/ 2147483646 w 87"/>
                      <a:gd name="T1" fmla="*/ 2147483646 h 86"/>
                      <a:gd name="T2" fmla="*/ 2147483646 w 87"/>
                      <a:gd name="T3" fmla="*/ 2147483646 h 86"/>
                      <a:gd name="T4" fmla="*/ 2147483646 w 87"/>
                      <a:gd name="T5" fmla="*/ 2147483646 h 86"/>
                      <a:gd name="T6" fmla="*/ 2147483646 w 87"/>
                      <a:gd name="T7" fmla="*/ 2147483646 h 86"/>
                      <a:gd name="T8" fmla="*/ 2147483646 w 87"/>
                      <a:gd name="T9" fmla="*/ 2147483646 h 86"/>
                      <a:gd name="T10" fmla="*/ 2147483646 w 87"/>
                      <a:gd name="T11" fmla="*/ 2147483646 h 86"/>
                      <a:gd name="T12" fmla="*/ 2147483646 w 87"/>
                      <a:gd name="T13" fmla="*/ 2147483646 h 86"/>
                      <a:gd name="T14" fmla="*/ 2147483646 w 87"/>
                      <a:gd name="T15" fmla="*/ 2147483646 h 86"/>
                      <a:gd name="T16" fmla="*/ 2147483646 w 87"/>
                      <a:gd name="T17" fmla="*/ 2147483646 h 86"/>
                      <a:gd name="T18" fmla="*/ 2147483646 w 87"/>
                      <a:gd name="T19" fmla="*/ 2147483646 h 86"/>
                      <a:gd name="T20" fmla="*/ 2147483646 w 87"/>
                      <a:gd name="T21" fmla="*/ 2147483646 h 86"/>
                      <a:gd name="T22" fmla="*/ 2147483646 w 87"/>
                      <a:gd name="T23" fmla="*/ 0 h 86"/>
                      <a:gd name="T24" fmla="*/ 2147483646 w 87"/>
                      <a:gd name="T25" fmla="*/ 2147483646 h 86"/>
                      <a:gd name="T26" fmla="*/ 0 w 87"/>
                      <a:gd name="T27" fmla="*/ 2147483646 h 86"/>
                      <a:gd name="T28" fmla="*/ 2147483646 w 87"/>
                      <a:gd name="T29" fmla="*/ 2147483646 h 86"/>
                      <a:gd name="T30" fmla="*/ 2147483646 w 87"/>
                      <a:gd name="T31" fmla="*/ 2147483646 h 86"/>
                      <a:gd name="T32" fmla="*/ 2147483646 w 87"/>
                      <a:gd name="T33" fmla="*/ 2147483646 h 86"/>
                      <a:gd name="T34" fmla="*/ 2147483646 w 87"/>
                      <a:gd name="T35" fmla="*/ 2147483646 h 86"/>
                      <a:gd name="T36" fmla="*/ 2147483646 w 87"/>
                      <a:gd name="T37" fmla="*/ 2147483646 h 86"/>
                      <a:gd name="T38" fmla="*/ 2147483646 w 87"/>
                      <a:gd name="T39" fmla="*/ 2147483646 h 86"/>
                      <a:gd name="T40" fmla="*/ 2147483646 w 87"/>
                      <a:gd name="T41" fmla="*/ 2147483646 h 86"/>
                      <a:gd name="T42" fmla="*/ 2147483646 w 87"/>
                      <a:gd name="T43" fmla="*/ 2147483646 h 86"/>
                      <a:gd name="T44" fmla="*/ 2147483646 w 87"/>
                      <a:gd name="T45" fmla="*/ 2147483646 h 86"/>
                      <a:gd name="T46" fmla="*/ 2147483646 w 87"/>
                      <a:gd name="T47" fmla="*/ 2147483646 h 86"/>
                      <a:gd name="T48" fmla="*/ 2147483646 w 87"/>
                      <a:gd name="T49" fmla="*/ 2147483646 h 86"/>
                      <a:gd name="T50" fmla="*/ 2147483646 w 87"/>
                      <a:gd name="T51" fmla="*/ 2147483646 h 86"/>
                      <a:gd name="T52" fmla="*/ 2147483646 w 87"/>
                      <a:gd name="T53" fmla="*/ 2147483646 h 86"/>
                      <a:gd name="T54" fmla="*/ 2147483646 w 87"/>
                      <a:gd name="T55" fmla="*/ 2147483646 h 86"/>
                      <a:gd name="T56" fmla="*/ 2147483646 w 87"/>
                      <a:gd name="T57" fmla="*/ 2147483646 h 86"/>
                      <a:gd name="T58" fmla="*/ 2147483646 w 87"/>
                      <a:gd name="T59" fmla="*/ 2147483646 h 86"/>
                      <a:gd name="T60" fmla="*/ 2147483646 w 87"/>
                      <a:gd name="T61" fmla="*/ 2147483646 h 86"/>
                      <a:gd name="T62" fmla="*/ 2147483646 w 87"/>
                      <a:gd name="T63" fmla="*/ 2147483646 h 86"/>
                      <a:gd name="T64" fmla="*/ 2147483646 w 87"/>
                      <a:gd name="T65" fmla="*/ 2147483646 h 86"/>
                      <a:gd name="T66" fmla="*/ 2147483646 w 87"/>
                      <a:gd name="T67" fmla="*/ 2147483646 h 86"/>
                      <a:gd name="T68" fmla="*/ 2147483646 w 87"/>
                      <a:gd name="T69" fmla="*/ 2147483646 h 86"/>
                      <a:gd name="T70" fmla="*/ 2147483646 w 87"/>
                      <a:gd name="T71" fmla="*/ 2147483646 h 86"/>
                      <a:gd name="T72" fmla="*/ 2147483646 w 87"/>
                      <a:gd name="T73" fmla="*/ 2147483646 h 86"/>
                      <a:gd name="T74" fmla="*/ 2147483646 w 87"/>
                      <a:gd name="T75" fmla="*/ 2147483646 h 86"/>
                      <a:gd name="T76" fmla="*/ 2147483646 w 87"/>
                      <a:gd name="T77" fmla="*/ 2147483646 h 86"/>
                      <a:gd name="T78" fmla="*/ 2147483646 w 87"/>
                      <a:gd name="T79" fmla="*/ 2147483646 h 86"/>
                      <a:gd name="T80" fmla="*/ 2147483646 w 87"/>
                      <a:gd name="T81" fmla="*/ 2147483646 h 86"/>
                      <a:gd name="T82" fmla="*/ 2147483646 w 87"/>
                      <a:gd name="T83" fmla="*/ 2147483646 h 86"/>
                      <a:gd name="T84" fmla="*/ 2147483646 w 87"/>
                      <a:gd name="T85" fmla="*/ 2147483646 h 86"/>
                      <a:gd name="T86" fmla="*/ 2147483646 w 87"/>
                      <a:gd name="T87" fmla="*/ 2147483646 h 86"/>
                      <a:gd name="T88" fmla="*/ 2147483646 w 87"/>
                      <a:gd name="T89" fmla="*/ 2147483646 h 86"/>
                      <a:gd name="T90" fmla="*/ 2147483646 w 87"/>
                      <a:gd name="T91" fmla="*/ 2147483646 h 86"/>
                      <a:gd name="T92" fmla="*/ 2147483646 w 87"/>
                      <a:gd name="T93" fmla="*/ 2147483646 h 86"/>
                      <a:gd name="T94" fmla="*/ 2147483646 w 87"/>
                      <a:gd name="T95" fmla="*/ 2147483646 h 86"/>
                      <a:gd name="T96" fmla="*/ 2147483646 w 87"/>
                      <a:gd name="T97" fmla="*/ 2147483646 h 86"/>
                      <a:gd name="T98" fmla="*/ 2147483646 w 87"/>
                      <a:gd name="T99" fmla="*/ 2147483646 h 86"/>
                      <a:gd name="T100" fmla="*/ 2147483646 w 87"/>
                      <a:gd name="T101" fmla="*/ 2147483646 h 86"/>
                      <a:gd name="T102" fmla="*/ 2147483646 w 87"/>
                      <a:gd name="T103" fmla="*/ 2147483646 h 86"/>
                      <a:gd name="T104" fmla="*/ 2147483646 w 87"/>
                      <a:gd name="T105" fmla="*/ 2147483646 h 86"/>
                      <a:gd name="T106" fmla="*/ 2147483646 w 87"/>
                      <a:gd name="T107" fmla="*/ 2147483646 h 86"/>
                      <a:gd name="T108" fmla="*/ 2147483646 w 87"/>
                      <a:gd name="T109" fmla="*/ 2147483646 h 86"/>
                      <a:gd name="T110" fmla="*/ 2147483646 w 87"/>
                      <a:gd name="T111" fmla="*/ 2147483646 h 86"/>
                      <a:gd name="T112" fmla="*/ 2147483646 w 87"/>
                      <a:gd name="T113" fmla="*/ 2147483646 h 8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7" h="86">
                        <a:moveTo>
                          <a:pt x="26" y="25"/>
                        </a:moveTo>
                        <a:cubicBezTo>
                          <a:pt x="21" y="30"/>
                          <a:pt x="19" y="36"/>
                          <a:pt x="19" y="43"/>
                        </a:cubicBezTo>
                        <a:cubicBezTo>
                          <a:pt x="19" y="50"/>
                          <a:pt x="21" y="56"/>
                          <a:pt x="26" y="60"/>
                        </a:cubicBezTo>
                        <a:cubicBezTo>
                          <a:pt x="31" y="65"/>
                          <a:pt x="37" y="68"/>
                          <a:pt x="44" y="68"/>
                        </a:cubicBezTo>
                        <a:cubicBezTo>
                          <a:pt x="48" y="68"/>
                          <a:pt x="53" y="66"/>
                          <a:pt x="57" y="64"/>
                        </a:cubicBezTo>
                        <a:cubicBezTo>
                          <a:pt x="57" y="66"/>
                          <a:pt x="58" y="67"/>
                          <a:pt x="60" y="68"/>
                        </a:cubicBezTo>
                        <a:cubicBezTo>
                          <a:pt x="62" y="70"/>
                          <a:pt x="65" y="71"/>
                          <a:pt x="68" y="71"/>
                        </a:cubicBezTo>
                        <a:cubicBezTo>
                          <a:pt x="71" y="71"/>
                          <a:pt x="74" y="70"/>
                          <a:pt x="76" y="69"/>
                        </a:cubicBezTo>
                        <a:cubicBezTo>
                          <a:pt x="80" y="67"/>
                          <a:pt x="83" y="64"/>
                          <a:pt x="84" y="59"/>
                        </a:cubicBezTo>
                        <a:cubicBezTo>
                          <a:pt x="86" y="55"/>
                          <a:pt x="87" y="50"/>
                          <a:pt x="87" y="43"/>
                        </a:cubicBezTo>
                        <a:cubicBezTo>
                          <a:pt x="87" y="31"/>
                          <a:pt x="83" y="21"/>
                          <a:pt x="74" y="12"/>
                        </a:cubicBezTo>
                        <a:cubicBezTo>
                          <a:pt x="66" y="4"/>
                          <a:pt x="55" y="0"/>
                          <a:pt x="44" y="0"/>
                        </a:cubicBezTo>
                        <a:cubicBezTo>
                          <a:pt x="32" y="0"/>
                          <a:pt x="21" y="4"/>
                          <a:pt x="13" y="12"/>
                        </a:cubicBezTo>
                        <a:cubicBezTo>
                          <a:pt x="5" y="21"/>
                          <a:pt x="0" y="31"/>
                          <a:pt x="0" y="43"/>
                        </a:cubicBezTo>
                        <a:cubicBezTo>
                          <a:pt x="0" y="55"/>
                          <a:pt x="5" y="65"/>
                          <a:pt x="13" y="74"/>
                        </a:cubicBezTo>
                        <a:cubicBezTo>
                          <a:pt x="21" y="82"/>
                          <a:pt x="32" y="86"/>
                          <a:pt x="44" y="86"/>
                        </a:cubicBezTo>
                        <a:cubicBezTo>
                          <a:pt x="50" y="86"/>
                          <a:pt x="56" y="85"/>
                          <a:pt x="61" y="82"/>
                        </a:cubicBezTo>
                        <a:cubicBezTo>
                          <a:pt x="61" y="82"/>
                          <a:pt x="61" y="82"/>
                          <a:pt x="61" y="82"/>
                        </a:cubicBezTo>
                        <a:cubicBezTo>
                          <a:pt x="63" y="82"/>
                          <a:pt x="64" y="81"/>
                          <a:pt x="64" y="80"/>
                        </a:cubicBezTo>
                        <a:cubicBezTo>
                          <a:pt x="65" y="79"/>
                          <a:pt x="65" y="78"/>
                          <a:pt x="65" y="77"/>
                        </a:cubicBezTo>
                        <a:cubicBezTo>
                          <a:pt x="65" y="75"/>
                          <a:pt x="65" y="73"/>
                          <a:pt x="64" y="72"/>
                        </a:cubicBezTo>
                        <a:cubicBezTo>
                          <a:pt x="62" y="71"/>
                          <a:pt x="61" y="70"/>
                          <a:pt x="59" y="70"/>
                        </a:cubicBezTo>
                        <a:cubicBezTo>
                          <a:pt x="58" y="70"/>
                          <a:pt x="57" y="71"/>
                          <a:pt x="56" y="71"/>
                        </a:cubicBezTo>
                        <a:cubicBezTo>
                          <a:pt x="56" y="71"/>
                          <a:pt x="56" y="71"/>
                          <a:pt x="56" y="71"/>
                        </a:cubicBezTo>
                        <a:cubicBezTo>
                          <a:pt x="52" y="73"/>
                          <a:pt x="48" y="74"/>
                          <a:pt x="44" y="74"/>
                        </a:cubicBezTo>
                        <a:cubicBezTo>
                          <a:pt x="35" y="74"/>
                          <a:pt x="28" y="71"/>
                          <a:pt x="22" y="65"/>
                        </a:cubicBezTo>
                        <a:cubicBezTo>
                          <a:pt x="16" y="59"/>
                          <a:pt x="13" y="52"/>
                          <a:pt x="13" y="43"/>
                        </a:cubicBezTo>
                        <a:cubicBezTo>
                          <a:pt x="13" y="34"/>
                          <a:pt x="16" y="27"/>
                          <a:pt x="22" y="21"/>
                        </a:cubicBezTo>
                        <a:cubicBezTo>
                          <a:pt x="28" y="15"/>
                          <a:pt x="35" y="12"/>
                          <a:pt x="44" y="12"/>
                        </a:cubicBezTo>
                        <a:cubicBezTo>
                          <a:pt x="48" y="12"/>
                          <a:pt x="52" y="13"/>
                          <a:pt x="55" y="14"/>
                        </a:cubicBezTo>
                        <a:cubicBezTo>
                          <a:pt x="59" y="16"/>
                          <a:pt x="62" y="18"/>
                          <a:pt x="65" y="21"/>
                        </a:cubicBezTo>
                        <a:cubicBezTo>
                          <a:pt x="68" y="24"/>
                          <a:pt x="71" y="27"/>
                          <a:pt x="72" y="31"/>
                        </a:cubicBezTo>
                        <a:cubicBezTo>
                          <a:pt x="74" y="35"/>
                          <a:pt x="74" y="38"/>
                          <a:pt x="74" y="43"/>
                        </a:cubicBezTo>
                        <a:cubicBezTo>
                          <a:pt x="74" y="49"/>
                          <a:pt x="74" y="53"/>
                          <a:pt x="73" y="55"/>
                        </a:cubicBezTo>
                        <a:cubicBezTo>
                          <a:pt x="72" y="56"/>
                          <a:pt x="71" y="57"/>
                          <a:pt x="71" y="58"/>
                        </a:cubicBezTo>
                        <a:cubicBezTo>
                          <a:pt x="70" y="58"/>
                          <a:pt x="69" y="58"/>
                          <a:pt x="68" y="58"/>
                        </a:cubicBezTo>
                        <a:cubicBezTo>
                          <a:pt x="68" y="43"/>
                          <a:pt x="68" y="43"/>
                          <a:pt x="68" y="43"/>
                        </a:cubicBezTo>
                        <a:cubicBezTo>
                          <a:pt x="68" y="36"/>
                          <a:pt x="66" y="30"/>
                          <a:pt x="61" y="25"/>
                        </a:cubicBezTo>
                        <a:cubicBezTo>
                          <a:pt x="56" y="21"/>
                          <a:pt x="50" y="18"/>
                          <a:pt x="44" y="18"/>
                        </a:cubicBezTo>
                        <a:cubicBezTo>
                          <a:pt x="37" y="18"/>
                          <a:pt x="31" y="21"/>
                          <a:pt x="26" y="25"/>
                        </a:cubicBezTo>
                        <a:close/>
                        <a:moveTo>
                          <a:pt x="55" y="48"/>
                        </a:moveTo>
                        <a:cubicBezTo>
                          <a:pt x="54" y="49"/>
                          <a:pt x="53" y="50"/>
                          <a:pt x="52" y="52"/>
                        </a:cubicBezTo>
                        <a:cubicBezTo>
                          <a:pt x="51" y="53"/>
                          <a:pt x="50" y="54"/>
                          <a:pt x="48" y="54"/>
                        </a:cubicBezTo>
                        <a:cubicBezTo>
                          <a:pt x="47" y="55"/>
                          <a:pt x="45" y="55"/>
                          <a:pt x="44" y="55"/>
                        </a:cubicBezTo>
                        <a:cubicBezTo>
                          <a:pt x="42" y="55"/>
                          <a:pt x="40" y="55"/>
                          <a:pt x="39" y="54"/>
                        </a:cubicBezTo>
                        <a:cubicBezTo>
                          <a:pt x="37" y="54"/>
                          <a:pt x="36" y="53"/>
                          <a:pt x="35" y="52"/>
                        </a:cubicBezTo>
                        <a:cubicBezTo>
                          <a:pt x="34" y="50"/>
                          <a:pt x="33" y="49"/>
                          <a:pt x="32" y="48"/>
                        </a:cubicBezTo>
                        <a:cubicBezTo>
                          <a:pt x="32" y="46"/>
                          <a:pt x="31" y="45"/>
                          <a:pt x="31" y="43"/>
                        </a:cubicBezTo>
                        <a:cubicBezTo>
                          <a:pt x="31" y="41"/>
                          <a:pt x="32" y="40"/>
                          <a:pt x="32" y="38"/>
                        </a:cubicBezTo>
                        <a:cubicBezTo>
                          <a:pt x="33" y="37"/>
                          <a:pt x="34" y="35"/>
                          <a:pt x="35" y="34"/>
                        </a:cubicBezTo>
                        <a:cubicBezTo>
                          <a:pt x="36" y="33"/>
                          <a:pt x="37" y="32"/>
                          <a:pt x="39" y="32"/>
                        </a:cubicBezTo>
                        <a:cubicBezTo>
                          <a:pt x="40" y="31"/>
                          <a:pt x="42" y="31"/>
                          <a:pt x="44" y="31"/>
                        </a:cubicBezTo>
                        <a:cubicBezTo>
                          <a:pt x="45" y="31"/>
                          <a:pt x="47" y="31"/>
                          <a:pt x="48" y="32"/>
                        </a:cubicBezTo>
                        <a:cubicBezTo>
                          <a:pt x="50" y="32"/>
                          <a:pt x="51" y="33"/>
                          <a:pt x="52" y="34"/>
                        </a:cubicBezTo>
                        <a:cubicBezTo>
                          <a:pt x="53" y="35"/>
                          <a:pt x="54" y="37"/>
                          <a:pt x="55" y="38"/>
                        </a:cubicBezTo>
                        <a:cubicBezTo>
                          <a:pt x="55" y="40"/>
                          <a:pt x="56" y="41"/>
                          <a:pt x="56" y="43"/>
                        </a:cubicBezTo>
                        <a:cubicBezTo>
                          <a:pt x="56" y="45"/>
                          <a:pt x="55" y="46"/>
                          <a:pt x="55" y="48"/>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5" name="Freeform 379">
                    <a:extLst>
                      <a:ext uri="{FF2B5EF4-FFF2-40B4-BE49-F238E27FC236}">
                        <a16:creationId xmlns:a16="http://schemas.microsoft.com/office/drawing/2014/main" id="{0A7B03C8-D380-427D-A147-0D98AAFA9489}"/>
                      </a:ext>
                    </a:extLst>
                  </p:cNvPr>
                  <p:cNvSpPr>
                    <a:spLocks/>
                  </p:cNvSpPr>
                  <p:nvPr/>
                </p:nvSpPr>
                <p:spPr bwMode="auto">
                  <a:xfrm>
                    <a:off x="5563055" y="5324797"/>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6" name="Freeform 380">
                    <a:extLst>
                      <a:ext uri="{FF2B5EF4-FFF2-40B4-BE49-F238E27FC236}">
                        <a16:creationId xmlns:a16="http://schemas.microsoft.com/office/drawing/2014/main" id="{360BA4F3-2700-47FB-BF5B-D99E75E871E2}"/>
                      </a:ext>
                    </a:extLst>
                  </p:cNvPr>
                  <p:cNvSpPr>
                    <a:spLocks noEditPoints="1"/>
                  </p:cNvSpPr>
                  <p:nvPr/>
                </p:nvSpPr>
                <p:spPr bwMode="auto">
                  <a:xfrm>
                    <a:off x="5526446" y="5294931"/>
                    <a:ext cx="48170" cy="57804"/>
                  </a:xfrm>
                  <a:custGeom>
                    <a:avLst/>
                    <a:gdLst>
                      <a:gd name="T0" fmla="*/ 2147483646 w 50"/>
                      <a:gd name="T1" fmla="*/ 2147483646 h 61"/>
                      <a:gd name="T2" fmla="*/ 2147483646 w 50"/>
                      <a:gd name="T3" fmla="*/ 2147483646 h 61"/>
                      <a:gd name="T4" fmla="*/ 2147483646 w 50"/>
                      <a:gd name="T5" fmla="*/ 2147483646 h 61"/>
                      <a:gd name="T6" fmla="*/ 2147483646 w 50"/>
                      <a:gd name="T7" fmla="*/ 2147483646 h 61"/>
                      <a:gd name="T8" fmla="*/ 2147483646 w 50"/>
                      <a:gd name="T9" fmla="*/ 2147483646 h 61"/>
                      <a:gd name="T10" fmla="*/ 2147483646 w 50"/>
                      <a:gd name="T11" fmla="*/ 2147483646 h 61"/>
                      <a:gd name="T12" fmla="*/ 2147483646 w 50"/>
                      <a:gd name="T13" fmla="*/ 2147483646 h 61"/>
                      <a:gd name="T14" fmla="*/ 2147483646 w 50"/>
                      <a:gd name="T15" fmla="*/ 2147483646 h 61"/>
                      <a:gd name="T16" fmla="*/ 2147483646 w 50"/>
                      <a:gd name="T17" fmla="*/ 2147483646 h 61"/>
                      <a:gd name="T18" fmla="*/ 2147483646 w 50"/>
                      <a:gd name="T19" fmla="*/ 2147483646 h 61"/>
                      <a:gd name="T20" fmla="*/ 2147483646 w 50"/>
                      <a:gd name="T21" fmla="*/ 2147483646 h 61"/>
                      <a:gd name="T22" fmla="*/ 2147483646 w 50"/>
                      <a:gd name="T23" fmla="*/ 2147483646 h 61"/>
                      <a:gd name="T24" fmla="*/ 2147483646 w 50"/>
                      <a:gd name="T25" fmla="*/ 2147483646 h 61"/>
                      <a:gd name="T26" fmla="*/ 2147483646 w 50"/>
                      <a:gd name="T27" fmla="*/ 2147483646 h 61"/>
                      <a:gd name="T28" fmla="*/ 2147483646 w 50"/>
                      <a:gd name="T29" fmla="*/ 2147483646 h 61"/>
                      <a:gd name="T30" fmla="*/ 2147483646 w 50"/>
                      <a:gd name="T31" fmla="*/ 2147483646 h 61"/>
                      <a:gd name="T32" fmla="*/ 2147483646 w 50"/>
                      <a:gd name="T33" fmla="*/ 2147483646 h 61"/>
                      <a:gd name="T34" fmla="*/ 2147483646 w 50"/>
                      <a:gd name="T35" fmla="*/ 2147483646 h 61"/>
                      <a:gd name="T36" fmla="*/ 2147483646 w 50"/>
                      <a:gd name="T37" fmla="*/ 2147483646 h 61"/>
                      <a:gd name="T38" fmla="*/ 2147483646 w 50"/>
                      <a:gd name="T39" fmla="*/ 2147483646 h 61"/>
                      <a:gd name="T40" fmla="*/ 2147483646 w 50"/>
                      <a:gd name="T41" fmla="*/ 2147483646 h 61"/>
                      <a:gd name="T42" fmla="*/ 2147483646 w 50"/>
                      <a:gd name="T43" fmla="*/ 2147483646 h 61"/>
                      <a:gd name="T44" fmla="*/ 2147483646 w 50"/>
                      <a:gd name="T45" fmla="*/ 2147483646 h 61"/>
                      <a:gd name="T46" fmla="*/ 2147483646 w 50"/>
                      <a:gd name="T47" fmla="*/ 2147483646 h 61"/>
                      <a:gd name="T48" fmla="*/ 2147483646 w 50"/>
                      <a:gd name="T49" fmla="*/ 2147483646 h 61"/>
                      <a:gd name="T50" fmla="*/ 2147483646 w 50"/>
                      <a:gd name="T51" fmla="*/ 2147483646 h 61"/>
                      <a:gd name="T52" fmla="*/ 2147483646 w 50"/>
                      <a:gd name="T53" fmla="*/ 2147483646 h 61"/>
                      <a:gd name="T54" fmla="*/ 2147483646 w 50"/>
                      <a:gd name="T55" fmla="*/ 2147483646 h 61"/>
                      <a:gd name="T56" fmla="*/ 2147483646 w 50"/>
                      <a:gd name="T57" fmla="*/ 2147483646 h 61"/>
                      <a:gd name="T58" fmla="*/ 2147483646 w 50"/>
                      <a:gd name="T59" fmla="*/ 2147483646 h 61"/>
                      <a:gd name="T60" fmla="*/ 2147483646 w 50"/>
                      <a:gd name="T61" fmla="*/ 2147483646 h 61"/>
                      <a:gd name="T62" fmla="*/ 2147483646 w 50"/>
                      <a:gd name="T63" fmla="*/ 2147483646 h 61"/>
                      <a:gd name="T64" fmla="*/ 2147483646 w 50"/>
                      <a:gd name="T65" fmla="*/ 2147483646 h 61"/>
                      <a:gd name="T66" fmla="*/ 2147483646 w 50"/>
                      <a:gd name="T67" fmla="*/ 2147483646 h 61"/>
                      <a:gd name="T68" fmla="*/ 2147483646 w 50"/>
                      <a:gd name="T69" fmla="*/ 2147483646 h 61"/>
                      <a:gd name="T70" fmla="*/ 2147483646 w 50"/>
                      <a:gd name="T71" fmla="*/ 2147483646 h 61"/>
                      <a:gd name="T72" fmla="*/ 2147483646 w 50"/>
                      <a:gd name="T73" fmla="*/ 2147483646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0" h="61">
                        <a:moveTo>
                          <a:pt x="42" y="44"/>
                        </a:moveTo>
                        <a:cubicBezTo>
                          <a:pt x="46" y="40"/>
                          <a:pt x="46" y="40"/>
                          <a:pt x="46" y="40"/>
                        </a:cubicBezTo>
                        <a:cubicBezTo>
                          <a:pt x="46" y="40"/>
                          <a:pt x="46" y="40"/>
                          <a:pt x="46" y="40"/>
                        </a:cubicBezTo>
                        <a:cubicBezTo>
                          <a:pt x="47" y="39"/>
                          <a:pt x="47" y="39"/>
                          <a:pt x="47" y="38"/>
                        </a:cubicBezTo>
                        <a:cubicBezTo>
                          <a:pt x="47" y="38"/>
                          <a:pt x="47" y="38"/>
                          <a:pt x="47" y="38"/>
                        </a:cubicBezTo>
                        <a:cubicBezTo>
                          <a:pt x="47" y="38"/>
                          <a:pt x="48" y="37"/>
                          <a:pt x="48" y="36"/>
                        </a:cubicBezTo>
                        <a:cubicBezTo>
                          <a:pt x="48" y="35"/>
                          <a:pt x="47" y="33"/>
                          <a:pt x="46" y="32"/>
                        </a:cubicBezTo>
                        <a:cubicBezTo>
                          <a:pt x="45" y="31"/>
                          <a:pt x="43" y="30"/>
                          <a:pt x="42" y="30"/>
                        </a:cubicBezTo>
                        <a:cubicBezTo>
                          <a:pt x="41" y="30"/>
                          <a:pt x="40" y="31"/>
                          <a:pt x="40" y="31"/>
                        </a:cubicBezTo>
                        <a:cubicBezTo>
                          <a:pt x="39" y="31"/>
                          <a:pt x="38" y="31"/>
                          <a:pt x="38" y="32"/>
                        </a:cubicBezTo>
                        <a:cubicBezTo>
                          <a:pt x="34" y="36"/>
                          <a:pt x="34" y="36"/>
                          <a:pt x="34" y="36"/>
                        </a:cubicBezTo>
                        <a:cubicBezTo>
                          <a:pt x="26" y="29"/>
                          <a:pt x="26" y="29"/>
                          <a:pt x="26" y="29"/>
                        </a:cubicBezTo>
                        <a:cubicBezTo>
                          <a:pt x="28" y="28"/>
                          <a:pt x="28" y="28"/>
                          <a:pt x="28" y="28"/>
                        </a:cubicBezTo>
                        <a:cubicBezTo>
                          <a:pt x="28" y="28"/>
                          <a:pt x="28" y="28"/>
                          <a:pt x="28" y="28"/>
                        </a:cubicBezTo>
                        <a:cubicBezTo>
                          <a:pt x="32" y="24"/>
                          <a:pt x="34" y="20"/>
                          <a:pt x="34" y="16"/>
                        </a:cubicBezTo>
                        <a:cubicBezTo>
                          <a:pt x="34" y="14"/>
                          <a:pt x="33" y="12"/>
                          <a:pt x="33" y="10"/>
                        </a:cubicBezTo>
                        <a:cubicBezTo>
                          <a:pt x="32" y="8"/>
                          <a:pt x="31" y="6"/>
                          <a:pt x="29" y="5"/>
                        </a:cubicBezTo>
                        <a:cubicBezTo>
                          <a:pt x="28" y="3"/>
                          <a:pt x="26" y="2"/>
                          <a:pt x="25" y="2"/>
                        </a:cubicBezTo>
                        <a:cubicBezTo>
                          <a:pt x="23" y="1"/>
                          <a:pt x="21" y="0"/>
                          <a:pt x="19" y="0"/>
                        </a:cubicBezTo>
                        <a:cubicBezTo>
                          <a:pt x="16" y="0"/>
                          <a:pt x="14" y="1"/>
                          <a:pt x="13" y="1"/>
                        </a:cubicBezTo>
                        <a:cubicBezTo>
                          <a:pt x="11" y="2"/>
                          <a:pt x="9" y="3"/>
                          <a:pt x="8" y="5"/>
                        </a:cubicBezTo>
                        <a:cubicBezTo>
                          <a:pt x="6" y="6"/>
                          <a:pt x="5" y="8"/>
                          <a:pt x="4" y="10"/>
                        </a:cubicBezTo>
                        <a:cubicBezTo>
                          <a:pt x="4" y="12"/>
                          <a:pt x="3" y="14"/>
                          <a:pt x="3" y="16"/>
                        </a:cubicBezTo>
                        <a:cubicBezTo>
                          <a:pt x="3" y="18"/>
                          <a:pt x="4" y="21"/>
                          <a:pt x="5" y="23"/>
                        </a:cubicBezTo>
                        <a:cubicBezTo>
                          <a:pt x="4" y="23"/>
                          <a:pt x="4" y="23"/>
                          <a:pt x="4" y="23"/>
                        </a:cubicBezTo>
                        <a:cubicBezTo>
                          <a:pt x="9" y="28"/>
                          <a:pt x="9" y="28"/>
                          <a:pt x="9" y="28"/>
                        </a:cubicBezTo>
                        <a:cubicBezTo>
                          <a:pt x="8" y="29"/>
                          <a:pt x="8" y="29"/>
                          <a:pt x="8" y="29"/>
                        </a:cubicBezTo>
                        <a:cubicBezTo>
                          <a:pt x="6" y="30"/>
                          <a:pt x="4" y="33"/>
                          <a:pt x="2" y="35"/>
                        </a:cubicBezTo>
                        <a:cubicBezTo>
                          <a:pt x="1" y="37"/>
                          <a:pt x="0" y="40"/>
                          <a:pt x="0" y="42"/>
                        </a:cubicBezTo>
                        <a:cubicBezTo>
                          <a:pt x="0" y="45"/>
                          <a:pt x="1" y="47"/>
                          <a:pt x="2" y="50"/>
                        </a:cubicBezTo>
                        <a:cubicBezTo>
                          <a:pt x="3" y="52"/>
                          <a:pt x="4" y="54"/>
                          <a:pt x="6" y="56"/>
                        </a:cubicBezTo>
                        <a:cubicBezTo>
                          <a:pt x="7" y="57"/>
                          <a:pt x="9" y="59"/>
                          <a:pt x="12" y="60"/>
                        </a:cubicBezTo>
                        <a:cubicBezTo>
                          <a:pt x="14" y="61"/>
                          <a:pt x="16" y="61"/>
                          <a:pt x="19" y="61"/>
                        </a:cubicBezTo>
                        <a:cubicBezTo>
                          <a:pt x="23" y="61"/>
                          <a:pt x="28" y="59"/>
                          <a:pt x="31" y="56"/>
                        </a:cubicBezTo>
                        <a:cubicBezTo>
                          <a:pt x="31" y="56"/>
                          <a:pt x="31" y="56"/>
                          <a:pt x="31" y="56"/>
                        </a:cubicBezTo>
                        <a:cubicBezTo>
                          <a:pt x="34" y="53"/>
                          <a:pt x="34" y="53"/>
                          <a:pt x="34" y="53"/>
                        </a:cubicBezTo>
                        <a:cubicBezTo>
                          <a:pt x="41" y="59"/>
                          <a:pt x="41" y="59"/>
                          <a:pt x="41" y="59"/>
                        </a:cubicBezTo>
                        <a:cubicBezTo>
                          <a:pt x="41" y="60"/>
                          <a:pt x="41" y="60"/>
                          <a:pt x="41" y="60"/>
                        </a:cubicBezTo>
                        <a:cubicBezTo>
                          <a:pt x="42" y="60"/>
                          <a:pt x="43" y="61"/>
                          <a:pt x="45" y="61"/>
                        </a:cubicBezTo>
                        <a:cubicBezTo>
                          <a:pt x="45" y="61"/>
                          <a:pt x="46" y="61"/>
                          <a:pt x="47" y="61"/>
                        </a:cubicBezTo>
                        <a:cubicBezTo>
                          <a:pt x="47" y="61"/>
                          <a:pt x="47" y="61"/>
                          <a:pt x="47" y="61"/>
                        </a:cubicBezTo>
                        <a:cubicBezTo>
                          <a:pt x="47" y="60"/>
                          <a:pt x="48" y="60"/>
                          <a:pt x="49" y="59"/>
                        </a:cubicBezTo>
                        <a:cubicBezTo>
                          <a:pt x="49" y="59"/>
                          <a:pt x="49" y="59"/>
                          <a:pt x="49" y="59"/>
                        </a:cubicBezTo>
                        <a:cubicBezTo>
                          <a:pt x="49" y="59"/>
                          <a:pt x="50" y="58"/>
                          <a:pt x="50" y="58"/>
                        </a:cubicBezTo>
                        <a:cubicBezTo>
                          <a:pt x="50" y="57"/>
                          <a:pt x="50" y="56"/>
                          <a:pt x="50" y="55"/>
                        </a:cubicBezTo>
                        <a:cubicBezTo>
                          <a:pt x="50" y="54"/>
                          <a:pt x="50" y="52"/>
                          <a:pt x="49" y="51"/>
                        </a:cubicBezTo>
                        <a:lnTo>
                          <a:pt x="42" y="44"/>
                        </a:lnTo>
                        <a:close/>
                        <a:moveTo>
                          <a:pt x="15" y="14"/>
                        </a:moveTo>
                        <a:cubicBezTo>
                          <a:pt x="15" y="14"/>
                          <a:pt x="16" y="13"/>
                          <a:pt x="16" y="13"/>
                        </a:cubicBezTo>
                        <a:cubicBezTo>
                          <a:pt x="16" y="13"/>
                          <a:pt x="17" y="12"/>
                          <a:pt x="17" y="12"/>
                        </a:cubicBezTo>
                        <a:cubicBezTo>
                          <a:pt x="17" y="12"/>
                          <a:pt x="17" y="12"/>
                          <a:pt x="17" y="12"/>
                        </a:cubicBezTo>
                        <a:cubicBezTo>
                          <a:pt x="18" y="12"/>
                          <a:pt x="18" y="12"/>
                          <a:pt x="19" y="12"/>
                        </a:cubicBezTo>
                        <a:cubicBezTo>
                          <a:pt x="19" y="12"/>
                          <a:pt x="20" y="12"/>
                          <a:pt x="20" y="12"/>
                        </a:cubicBezTo>
                        <a:cubicBezTo>
                          <a:pt x="20" y="12"/>
                          <a:pt x="21" y="13"/>
                          <a:pt x="21" y="13"/>
                        </a:cubicBezTo>
                        <a:cubicBezTo>
                          <a:pt x="22" y="13"/>
                          <a:pt x="22" y="14"/>
                          <a:pt x="22" y="14"/>
                        </a:cubicBezTo>
                        <a:cubicBezTo>
                          <a:pt x="22" y="15"/>
                          <a:pt x="22" y="15"/>
                          <a:pt x="22" y="16"/>
                        </a:cubicBezTo>
                        <a:cubicBezTo>
                          <a:pt x="22" y="16"/>
                          <a:pt x="22" y="17"/>
                          <a:pt x="22" y="17"/>
                        </a:cubicBezTo>
                        <a:cubicBezTo>
                          <a:pt x="21" y="18"/>
                          <a:pt x="21" y="18"/>
                          <a:pt x="20" y="19"/>
                        </a:cubicBezTo>
                        <a:cubicBezTo>
                          <a:pt x="20" y="19"/>
                          <a:pt x="20" y="19"/>
                          <a:pt x="20" y="19"/>
                        </a:cubicBezTo>
                        <a:cubicBezTo>
                          <a:pt x="18" y="21"/>
                          <a:pt x="18" y="21"/>
                          <a:pt x="18" y="21"/>
                        </a:cubicBezTo>
                        <a:cubicBezTo>
                          <a:pt x="16" y="18"/>
                          <a:pt x="16" y="18"/>
                          <a:pt x="16" y="18"/>
                        </a:cubicBezTo>
                        <a:cubicBezTo>
                          <a:pt x="16" y="18"/>
                          <a:pt x="16" y="18"/>
                          <a:pt x="16" y="18"/>
                        </a:cubicBezTo>
                        <a:cubicBezTo>
                          <a:pt x="15" y="18"/>
                          <a:pt x="15" y="17"/>
                          <a:pt x="15" y="16"/>
                        </a:cubicBezTo>
                        <a:cubicBezTo>
                          <a:pt x="15" y="15"/>
                          <a:pt x="15" y="15"/>
                          <a:pt x="15" y="14"/>
                        </a:cubicBezTo>
                        <a:close/>
                        <a:moveTo>
                          <a:pt x="23" y="48"/>
                        </a:moveTo>
                        <a:cubicBezTo>
                          <a:pt x="22" y="49"/>
                          <a:pt x="20" y="49"/>
                          <a:pt x="19" y="49"/>
                        </a:cubicBezTo>
                        <a:cubicBezTo>
                          <a:pt x="18" y="49"/>
                          <a:pt x="17" y="49"/>
                          <a:pt x="16" y="49"/>
                        </a:cubicBezTo>
                        <a:cubicBezTo>
                          <a:pt x="15" y="49"/>
                          <a:pt x="15" y="48"/>
                          <a:pt x="14" y="48"/>
                        </a:cubicBezTo>
                        <a:cubicBezTo>
                          <a:pt x="13" y="47"/>
                          <a:pt x="13" y="46"/>
                          <a:pt x="13" y="45"/>
                        </a:cubicBezTo>
                        <a:cubicBezTo>
                          <a:pt x="12" y="44"/>
                          <a:pt x="12" y="43"/>
                          <a:pt x="12" y="42"/>
                        </a:cubicBezTo>
                        <a:cubicBezTo>
                          <a:pt x="12" y="42"/>
                          <a:pt x="12" y="41"/>
                          <a:pt x="13" y="40"/>
                        </a:cubicBezTo>
                        <a:cubicBezTo>
                          <a:pt x="13" y="39"/>
                          <a:pt x="14" y="38"/>
                          <a:pt x="15" y="37"/>
                        </a:cubicBezTo>
                        <a:cubicBezTo>
                          <a:pt x="17" y="36"/>
                          <a:pt x="17" y="36"/>
                          <a:pt x="17" y="36"/>
                        </a:cubicBezTo>
                        <a:cubicBezTo>
                          <a:pt x="26" y="45"/>
                          <a:pt x="26" y="45"/>
                          <a:pt x="26" y="45"/>
                        </a:cubicBezTo>
                        <a:lnTo>
                          <a:pt x="23" y="4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7" name="Rectangle 381">
                    <a:extLst>
                      <a:ext uri="{FF2B5EF4-FFF2-40B4-BE49-F238E27FC236}">
                        <a16:creationId xmlns:a16="http://schemas.microsoft.com/office/drawing/2014/main" id="{DAF84234-3FAF-48CF-94A7-5AB34C1683C2}"/>
                      </a:ext>
                    </a:extLst>
                  </p:cNvPr>
                  <p:cNvSpPr>
                    <a:spLocks noChangeArrowheads="1"/>
                  </p:cNvSpPr>
                  <p:nvPr/>
                </p:nvSpPr>
                <p:spPr bwMode="auto">
                  <a:xfrm>
                    <a:off x="4465741" y="5462563"/>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38" name="Freeform 382">
                    <a:extLst>
                      <a:ext uri="{FF2B5EF4-FFF2-40B4-BE49-F238E27FC236}">
                        <a16:creationId xmlns:a16="http://schemas.microsoft.com/office/drawing/2014/main" id="{C48E42FE-8BC8-4027-8D36-FEF5A5D71474}"/>
                      </a:ext>
                    </a:extLst>
                  </p:cNvPr>
                  <p:cNvSpPr>
                    <a:spLocks noEditPoints="1"/>
                  </p:cNvSpPr>
                  <p:nvPr/>
                </p:nvSpPr>
                <p:spPr bwMode="auto">
                  <a:xfrm>
                    <a:off x="4418534" y="5405722"/>
                    <a:ext cx="48170" cy="58768"/>
                  </a:xfrm>
                  <a:custGeom>
                    <a:avLst/>
                    <a:gdLst>
                      <a:gd name="T0" fmla="*/ 2147483646 w 50"/>
                      <a:gd name="T1" fmla="*/ 2147483646 h 61"/>
                      <a:gd name="T2" fmla="*/ 2147483646 w 50"/>
                      <a:gd name="T3" fmla="*/ 2147483646 h 61"/>
                      <a:gd name="T4" fmla="*/ 2147483646 w 50"/>
                      <a:gd name="T5" fmla="*/ 2147483646 h 61"/>
                      <a:gd name="T6" fmla="*/ 2147483646 w 50"/>
                      <a:gd name="T7" fmla="*/ 2147483646 h 61"/>
                      <a:gd name="T8" fmla="*/ 2147483646 w 50"/>
                      <a:gd name="T9" fmla="*/ 2147483646 h 61"/>
                      <a:gd name="T10" fmla="*/ 2147483646 w 50"/>
                      <a:gd name="T11" fmla="*/ 2147483646 h 61"/>
                      <a:gd name="T12" fmla="*/ 2147483646 w 50"/>
                      <a:gd name="T13" fmla="*/ 2147483646 h 61"/>
                      <a:gd name="T14" fmla="*/ 2147483646 w 50"/>
                      <a:gd name="T15" fmla="*/ 2147483646 h 61"/>
                      <a:gd name="T16" fmla="*/ 2147483646 w 50"/>
                      <a:gd name="T17" fmla="*/ 2147483646 h 61"/>
                      <a:gd name="T18" fmla="*/ 2147483646 w 50"/>
                      <a:gd name="T19" fmla="*/ 0 h 61"/>
                      <a:gd name="T20" fmla="*/ 2147483646 w 50"/>
                      <a:gd name="T21" fmla="*/ 2147483646 h 61"/>
                      <a:gd name="T22" fmla="*/ 2147483646 w 50"/>
                      <a:gd name="T23" fmla="*/ 2147483646 h 61"/>
                      <a:gd name="T24" fmla="*/ 2147483646 w 50"/>
                      <a:gd name="T25" fmla="*/ 2147483646 h 61"/>
                      <a:gd name="T26" fmla="*/ 2147483646 w 50"/>
                      <a:gd name="T27" fmla="*/ 2147483646 h 61"/>
                      <a:gd name="T28" fmla="*/ 0 w 50"/>
                      <a:gd name="T29" fmla="*/ 2147483646 h 61"/>
                      <a:gd name="T30" fmla="*/ 2147483646 w 50"/>
                      <a:gd name="T31" fmla="*/ 2147483646 h 61"/>
                      <a:gd name="T32" fmla="*/ 2147483646 w 50"/>
                      <a:gd name="T33" fmla="*/ 2147483646 h 61"/>
                      <a:gd name="T34" fmla="*/ 2147483646 w 50"/>
                      <a:gd name="T35" fmla="*/ 2147483646 h 61"/>
                      <a:gd name="T36" fmla="*/ 2147483646 w 50"/>
                      <a:gd name="T37" fmla="*/ 2147483646 h 61"/>
                      <a:gd name="T38" fmla="*/ 2147483646 w 50"/>
                      <a:gd name="T39" fmla="*/ 2147483646 h 61"/>
                      <a:gd name="T40" fmla="*/ 2147483646 w 50"/>
                      <a:gd name="T41" fmla="*/ 2147483646 h 61"/>
                      <a:gd name="T42" fmla="*/ 2147483646 w 50"/>
                      <a:gd name="T43" fmla="*/ 2147483646 h 61"/>
                      <a:gd name="T44" fmla="*/ 2147483646 w 50"/>
                      <a:gd name="T45" fmla="*/ 2147483646 h 61"/>
                      <a:gd name="T46" fmla="*/ 2147483646 w 50"/>
                      <a:gd name="T47" fmla="*/ 2147483646 h 61"/>
                      <a:gd name="T48" fmla="*/ 2147483646 w 50"/>
                      <a:gd name="T49" fmla="*/ 2147483646 h 61"/>
                      <a:gd name="T50" fmla="*/ 2147483646 w 50"/>
                      <a:gd name="T51" fmla="*/ 2147483646 h 61"/>
                      <a:gd name="T52" fmla="*/ 2147483646 w 50"/>
                      <a:gd name="T53" fmla="*/ 2147483646 h 61"/>
                      <a:gd name="T54" fmla="*/ 2147483646 w 50"/>
                      <a:gd name="T55" fmla="*/ 2147483646 h 61"/>
                      <a:gd name="T56" fmla="*/ 2147483646 w 50"/>
                      <a:gd name="T57" fmla="*/ 2147483646 h 61"/>
                      <a:gd name="T58" fmla="*/ 2147483646 w 50"/>
                      <a:gd name="T59" fmla="*/ 2147483646 h 61"/>
                      <a:gd name="T60" fmla="*/ 2147483646 w 50"/>
                      <a:gd name="T61" fmla="*/ 2147483646 h 61"/>
                      <a:gd name="T62" fmla="*/ 2147483646 w 50"/>
                      <a:gd name="T63" fmla="*/ 2147483646 h 61"/>
                      <a:gd name="T64" fmla="*/ 2147483646 w 50"/>
                      <a:gd name="T65" fmla="*/ 2147483646 h 61"/>
                      <a:gd name="T66" fmla="*/ 2147483646 w 50"/>
                      <a:gd name="T67" fmla="*/ 2147483646 h 61"/>
                      <a:gd name="T68" fmla="*/ 2147483646 w 50"/>
                      <a:gd name="T69" fmla="*/ 2147483646 h 61"/>
                      <a:gd name="T70" fmla="*/ 2147483646 w 50"/>
                      <a:gd name="T71" fmla="*/ 2147483646 h 61"/>
                      <a:gd name="T72" fmla="*/ 2147483646 w 50"/>
                      <a:gd name="T73" fmla="*/ 2147483646 h 61"/>
                      <a:gd name="T74" fmla="*/ 2147483646 w 50"/>
                      <a:gd name="T75" fmla="*/ 2147483646 h 6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0" h="61">
                        <a:moveTo>
                          <a:pt x="49" y="51"/>
                        </a:moveTo>
                        <a:cubicBezTo>
                          <a:pt x="42" y="44"/>
                          <a:pt x="42" y="44"/>
                          <a:pt x="42" y="44"/>
                        </a:cubicBezTo>
                        <a:cubicBezTo>
                          <a:pt x="46" y="40"/>
                          <a:pt x="46" y="40"/>
                          <a:pt x="46" y="40"/>
                        </a:cubicBezTo>
                        <a:cubicBezTo>
                          <a:pt x="46" y="40"/>
                          <a:pt x="46" y="40"/>
                          <a:pt x="46" y="40"/>
                        </a:cubicBezTo>
                        <a:cubicBezTo>
                          <a:pt x="46" y="39"/>
                          <a:pt x="47" y="39"/>
                          <a:pt x="47" y="38"/>
                        </a:cubicBezTo>
                        <a:cubicBezTo>
                          <a:pt x="47" y="38"/>
                          <a:pt x="47" y="38"/>
                          <a:pt x="47" y="38"/>
                        </a:cubicBezTo>
                        <a:cubicBezTo>
                          <a:pt x="47" y="38"/>
                          <a:pt x="47" y="37"/>
                          <a:pt x="47" y="36"/>
                        </a:cubicBezTo>
                        <a:cubicBezTo>
                          <a:pt x="47" y="35"/>
                          <a:pt x="47" y="33"/>
                          <a:pt x="46" y="32"/>
                        </a:cubicBezTo>
                        <a:cubicBezTo>
                          <a:pt x="45" y="31"/>
                          <a:pt x="43" y="30"/>
                          <a:pt x="42" y="30"/>
                        </a:cubicBezTo>
                        <a:cubicBezTo>
                          <a:pt x="41" y="30"/>
                          <a:pt x="40" y="31"/>
                          <a:pt x="40" y="31"/>
                        </a:cubicBezTo>
                        <a:cubicBezTo>
                          <a:pt x="39" y="31"/>
                          <a:pt x="38" y="31"/>
                          <a:pt x="38" y="32"/>
                        </a:cubicBezTo>
                        <a:cubicBezTo>
                          <a:pt x="34" y="36"/>
                          <a:pt x="34" y="36"/>
                          <a:pt x="34" y="36"/>
                        </a:cubicBezTo>
                        <a:cubicBezTo>
                          <a:pt x="26" y="29"/>
                          <a:pt x="26" y="29"/>
                          <a:pt x="26" y="29"/>
                        </a:cubicBezTo>
                        <a:cubicBezTo>
                          <a:pt x="28" y="28"/>
                          <a:pt x="28" y="28"/>
                          <a:pt x="28" y="28"/>
                        </a:cubicBezTo>
                        <a:cubicBezTo>
                          <a:pt x="28" y="28"/>
                          <a:pt x="28" y="28"/>
                          <a:pt x="28" y="28"/>
                        </a:cubicBezTo>
                        <a:cubicBezTo>
                          <a:pt x="32" y="24"/>
                          <a:pt x="34" y="20"/>
                          <a:pt x="34" y="16"/>
                        </a:cubicBezTo>
                        <a:cubicBezTo>
                          <a:pt x="34" y="14"/>
                          <a:pt x="33" y="12"/>
                          <a:pt x="33" y="10"/>
                        </a:cubicBezTo>
                        <a:cubicBezTo>
                          <a:pt x="32" y="8"/>
                          <a:pt x="31" y="6"/>
                          <a:pt x="29" y="5"/>
                        </a:cubicBezTo>
                        <a:cubicBezTo>
                          <a:pt x="28" y="3"/>
                          <a:pt x="26" y="2"/>
                          <a:pt x="24" y="2"/>
                        </a:cubicBezTo>
                        <a:cubicBezTo>
                          <a:pt x="23" y="1"/>
                          <a:pt x="21" y="0"/>
                          <a:pt x="18" y="0"/>
                        </a:cubicBezTo>
                        <a:cubicBezTo>
                          <a:pt x="16" y="0"/>
                          <a:pt x="14" y="1"/>
                          <a:pt x="13" y="1"/>
                        </a:cubicBezTo>
                        <a:cubicBezTo>
                          <a:pt x="11" y="2"/>
                          <a:pt x="9" y="3"/>
                          <a:pt x="8" y="5"/>
                        </a:cubicBezTo>
                        <a:cubicBezTo>
                          <a:pt x="6" y="6"/>
                          <a:pt x="5" y="8"/>
                          <a:pt x="4" y="10"/>
                        </a:cubicBezTo>
                        <a:cubicBezTo>
                          <a:pt x="4" y="12"/>
                          <a:pt x="3" y="14"/>
                          <a:pt x="3" y="16"/>
                        </a:cubicBezTo>
                        <a:cubicBezTo>
                          <a:pt x="3" y="18"/>
                          <a:pt x="4" y="21"/>
                          <a:pt x="5" y="23"/>
                        </a:cubicBezTo>
                        <a:cubicBezTo>
                          <a:pt x="4" y="23"/>
                          <a:pt x="4" y="23"/>
                          <a:pt x="4" y="23"/>
                        </a:cubicBezTo>
                        <a:cubicBezTo>
                          <a:pt x="9" y="28"/>
                          <a:pt x="9" y="28"/>
                          <a:pt x="9" y="28"/>
                        </a:cubicBezTo>
                        <a:cubicBezTo>
                          <a:pt x="8" y="29"/>
                          <a:pt x="8" y="29"/>
                          <a:pt x="8" y="29"/>
                        </a:cubicBezTo>
                        <a:cubicBezTo>
                          <a:pt x="6" y="30"/>
                          <a:pt x="4" y="33"/>
                          <a:pt x="2" y="35"/>
                        </a:cubicBezTo>
                        <a:cubicBezTo>
                          <a:pt x="1" y="37"/>
                          <a:pt x="0" y="40"/>
                          <a:pt x="0" y="42"/>
                        </a:cubicBezTo>
                        <a:cubicBezTo>
                          <a:pt x="0" y="45"/>
                          <a:pt x="1" y="47"/>
                          <a:pt x="2" y="50"/>
                        </a:cubicBezTo>
                        <a:cubicBezTo>
                          <a:pt x="3" y="52"/>
                          <a:pt x="4" y="54"/>
                          <a:pt x="6" y="56"/>
                        </a:cubicBezTo>
                        <a:cubicBezTo>
                          <a:pt x="7" y="57"/>
                          <a:pt x="9" y="59"/>
                          <a:pt x="11" y="60"/>
                        </a:cubicBezTo>
                        <a:cubicBezTo>
                          <a:pt x="14" y="61"/>
                          <a:pt x="16" y="61"/>
                          <a:pt x="18" y="61"/>
                        </a:cubicBezTo>
                        <a:cubicBezTo>
                          <a:pt x="23" y="61"/>
                          <a:pt x="28" y="59"/>
                          <a:pt x="31" y="56"/>
                        </a:cubicBezTo>
                        <a:cubicBezTo>
                          <a:pt x="31" y="56"/>
                          <a:pt x="31" y="56"/>
                          <a:pt x="31" y="56"/>
                        </a:cubicBezTo>
                        <a:cubicBezTo>
                          <a:pt x="34" y="53"/>
                          <a:pt x="34" y="53"/>
                          <a:pt x="34" y="53"/>
                        </a:cubicBezTo>
                        <a:cubicBezTo>
                          <a:pt x="40" y="59"/>
                          <a:pt x="40" y="59"/>
                          <a:pt x="40" y="59"/>
                        </a:cubicBezTo>
                        <a:cubicBezTo>
                          <a:pt x="40" y="60"/>
                          <a:pt x="40" y="60"/>
                          <a:pt x="40" y="60"/>
                        </a:cubicBezTo>
                        <a:cubicBezTo>
                          <a:pt x="42" y="60"/>
                          <a:pt x="43" y="61"/>
                          <a:pt x="44" y="61"/>
                        </a:cubicBezTo>
                        <a:cubicBezTo>
                          <a:pt x="45" y="61"/>
                          <a:pt x="46" y="61"/>
                          <a:pt x="47" y="61"/>
                        </a:cubicBezTo>
                        <a:cubicBezTo>
                          <a:pt x="47" y="61"/>
                          <a:pt x="47" y="61"/>
                          <a:pt x="47" y="61"/>
                        </a:cubicBezTo>
                        <a:cubicBezTo>
                          <a:pt x="47" y="60"/>
                          <a:pt x="48" y="60"/>
                          <a:pt x="49" y="59"/>
                        </a:cubicBezTo>
                        <a:cubicBezTo>
                          <a:pt x="49" y="59"/>
                          <a:pt x="49" y="59"/>
                          <a:pt x="49" y="59"/>
                        </a:cubicBezTo>
                        <a:cubicBezTo>
                          <a:pt x="49" y="59"/>
                          <a:pt x="49" y="58"/>
                          <a:pt x="50" y="58"/>
                        </a:cubicBezTo>
                        <a:cubicBezTo>
                          <a:pt x="50" y="58"/>
                          <a:pt x="50" y="58"/>
                          <a:pt x="50" y="58"/>
                        </a:cubicBezTo>
                        <a:cubicBezTo>
                          <a:pt x="50" y="58"/>
                          <a:pt x="50" y="58"/>
                          <a:pt x="50" y="58"/>
                        </a:cubicBezTo>
                        <a:cubicBezTo>
                          <a:pt x="50" y="58"/>
                          <a:pt x="50" y="58"/>
                          <a:pt x="50" y="58"/>
                        </a:cubicBezTo>
                        <a:cubicBezTo>
                          <a:pt x="50" y="58"/>
                          <a:pt x="50" y="58"/>
                          <a:pt x="50" y="58"/>
                        </a:cubicBezTo>
                        <a:cubicBezTo>
                          <a:pt x="50" y="57"/>
                          <a:pt x="50" y="56"/>
                          <a:pt x="50" y="55"/>
                        </a:cubicBezTo>
                        <a:cubicBezTo>
                          <a:pt x="50" y="54"/>
                          <a:pt x="50" y="52"/>
                          <a:pt x="49" y="51"/>
                        </a:cubicBezTo>
                        <a:close/>
                        <a:moveTo>
                          <a:pt x="15" y="14"/>
                        </a:moveTo>
                        <a:cubicBezTo>
                          <a:pt x="15" y="14"/>
                          <a:pt x="15" y="13"/>
                          <a:pt x="16" y="13"/>
                        </a:cubicBezTo>
                        <a:cubicBezTo>
                          <a:pt x="16" y="13"/>
                          <a:pt x="16" y="12"/>
                          <a:pt x="17" y="12"/>
                        </a:cubicBezTo>
                        <a:cubicBezTo>
                          <a:pt x="17" y="12"/>
                          <a:pt x="18" y="12"/>
                          <a:pt x="18" y="12"/>
                        </a:cubicBezTo>
                        <a:cubicBezTo>
                          <a:pt x="19" y="12"/>
                          <a:pt x="19" y="12"/>
                          <a:pt x="20" y="12"/>
                        </a:cubicBezTo>
                        <a:cubicBezTo>
                          <a:pt x="20" y="12"/>
                          <a:pt x="20" y="12"/>
                          <a:pt x="20" y="12"/>
                        </a:cubicBezTo>
                        <a:cubicBezTo>
                          <a:pt x="20" y="12"/>
                          <a:pt x="21" y="13"/>
                          <a:pt x="21" y="13"/>
                        </a:cubicBezTo>
                        <a:cubicBezTo>
                          <a:pt x="21" y="13"/>
                          <a:pt x="22" y="14"/>
                          <a:pt x="22" y="14"/>
                        </a:cubicBezTo>
                        <a:cubicBezTo>
                          <a:pt x="22" y="15"/>
                          <a:pt x="22" y="15"/>
                          <a:pt x="22" y="16"/>
                        </a:cubicBezTo>
                        <a:cubicBezTo>
                          <a:pt x="22" y="16"/>
                          <a:pt x="22" y="17"/>
                          <a:pt x="22" y="17"/>
                        </a:cubicBezTo>
                        <a:cubicBezTo>
                          <a:pt x="21" y="18"/>
                          <a:pt x="21" y="18"/>
                          <a:pt x="20" y="19"/>
                        </a:cubicBezTo>
                        <a:cubicBezTo>
                          <a:pt x="18" y="21"/>
                          <a:pt x="18" y="21"/>
                          <a:pt x="18" y="21"/>
                        </a:cubicBezTo>
                        <a:cubicBezTo>
                          <a:pt x="16" y="18"/>
                          <a:pt x="16" y="18"/>
                          <a:pt x="16" y="18"/>
                        </a:cubicBezTo>
                        <a:cubicBezTo>
                          <a:pt x="15" y="18"/>
                          <a:pt x="15" y="17"/>
                          <a:pt x="15" y="16"/>
                        </a:cubicBezTo>
                        <a:cubicBezTo>
                          <a:pt x="15" y="15"/>
                          <a:pt x="15" y="15"/>
                          <a:pt x="15" y="14"/>
                        </a:cubicBezTo>
                        <a:close/>
                        <a:moveTo>
                          <a:pt x="23" y="48"/>
                        </a:moveTo>
                        <a:cubicBezTo>
                          <a:pt x="22" y="49"/>
                          <a:pt x="20" y="49"/>
                          <a:pt x="18" y="50"/>
                        </a:cubicBezTo>
                        <a:cubicBezTo>
                          <a:pt x="18" y="50"/>
                          <a:pt x="17" y="49"/>
                          <a:pt x="16" y="49"/>
                        </a:cubicBezTo>
                        <a:cubicBezTo>
                          <a:pt x="15" y="49"/>
                          <a:pt x="14" y="48"/>
                          <a:pt x="14" y="48"/>
                        </a:cubicBezTo>
                        <a:cubicBezTo>
                          <a:pt x="13" y="47"/>
                          <a:pt x="13" y="46"/>
                          <a:pt x="12" y="45"/>
                        </a:cubicBezTo>
                        <a:cubicBezTo>
                          <a:pt x="12" y="44"/>
                          <a:pt x="12" y="43"/>
                          <a:pt x="12" y="42"/>
                        </a:cubicBezTo>
                        <a:cubicBezTo>
                          <a:pt x="12" y="42"/>
                          <a:pt x="12" y="41"/>
                          <a:pt x="13" y="40"/>
                        </a:cubicBezTo>
                        <a:cubicBezTo>
                          <a:pt x="13" y="39"/>
                          <a:pt x="14" y="38"/>
                          <a:pt x="15" y="37"/>
                        </a:cubicBezTo>
                        <a:cubicBezTo>
                          <a:pt x="17" y="36"/>
                          <a:pt x="17" y="36"/>
                          <a:pt x="17" y="36"/>
                        </a:cubicBezTo>
                        <a:cubicBezTo>
                          <a:pt x="26" y="45"/>
                          <a:pt x="26" y="45"/>
                          <a:pt x="26" y="45"/>
                        </a:cubicBezTo>
                        <a:lnTo>
                          <a:pt x="23" y="4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39" name="Rectangle 383">
                    <a:extLst>
                      <a:ext uri="{FF2B5EF4-FFF2-40B4-BE49-F238E27FC236}">
                        <a16:creationId xmlns:a16="http://schemas.microsoft.com/office/drawing/2014/main" id="{24D436D4-6FC1-4ACF-B264-E827F3F5EF3B}"/>
                      </a:ext>
                    </a:extLst>
                  </p:cNvPr>
                  <p:cNvSpPr>
                    <a:spLocks noChangeArrowheads="1"/>
                  </p:cNvSpPr>
                  <p:nvPr/>
                </p:nvSpPr>
                <p:spPr bwMode="auto">
                  <a:xfrm>
                    <a:off x="5333766" y="5952935"/>
                    <a:ext cx="964" cy="964"/>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40" name="Rectangle 384">
                    <a:extLst>
                      <a:ext uri="{FF2B5EF4-FFF2-40B4-BE49-F238E27FC236}">
                        <a16:creationId xmlns:a16="http://schemas.microsoft.com/office/drawing/2014/main" id="{9BF56420-D6C6-4B34-9DDC-4C0DF1F47681}"/>
                      </a:ext>
                    </a:extLst>
                  </p:cNvPr>
                  <p:cNvSpPr>
                    <a:spLocks noChangeArrowheads="1"/>
                  </p:cNvSpPr>
                  <p:nvPr/>
                </p:nvSpPr>
                <p:spPr bwMode="auto">
                  <a:xfrm>
                    <a:off x="5344363" y="5978946"/>
                    <a:ext cx="964" cy="964"/>
                  </a:xfrm>
                  <a:prstGeom prst="rect">
                    <a:avLst/>
                  </a:prstGeom>
                  <a:solidFill>
                    <a:srgbClr val="9D9F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41" name="Freeform 385">
                    <a:extLst>
                      <a:ext uri="{FF2B5EF4-FFF2-40B4-BE49-F238E27FC236}">
                        <a16:creationId xmlns:a16="http://schemas.microsoft.com/office/drawing/2014/main" id="{8B3BB10A-EF26-48FC-BAEF-5F4BC4E367BA}"/>
                      </a:ext>
                    </a:extLst>
                  </p:cNvPr>
                  <p:cNvSpPr>
                    <a:spLocks/>
                  </p:cNvSpPr>
                  <p:nvPr/>
                </p:nvSpPr>
                <p:spPr bwMode="auto">
                  <a:xfrm>
                    <a:off x="5334729" y="595293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2" name="Freeform 389">
                    <a:extLst>
                      <a:ext uri="{FF2B5EF4-FFF2-40B4-BE49-F238E27FC236}">
                        <a16:creationId xmlns:a16="http://schemas.microsoft.com/office/drawing/2014/main" id="{3D80C5C5-5B17-4FBC-8B34-D9E6B6F1CB33}"/>
                      </a:ext>
                    </a:extLst>
                  </p:cNvPr>
                  <p:cNvSpPr>
                    <a:spLocks noEditPoints="1"/>
                  </p:cNvSpPr>
                  <p:nvPr/>
                </p:nvSpPr>
                <p:spPr bwMode="auto">
                  <a:xfrm>
                    <a:off x="4453217" y="4424979"/>
                    <a:ext cx="48170" cy="56842"/>
                  </a:xfrm>
                  <a:custGeom>
                    <a:avLst/>
                    <a:gdLst>
                      <a:gd name="T0" fmla="*/ 0 w 50"/>
                      <a:gd name="T1" fmla="*/ 2147483646 h 60"/>
                      <a:gd name="T2" fmla="*/ 2147483646 w 50"/>
                      <a:gd name="T3" fmla="*/ 2147483646 h 60"/>
                      <a:gd name="T4" fmla="*/ 2147483646 w 50"/>
                      <a:gd name="T5" fmla="*/ 2147483646 h 60"/>
                      <a:gd name="T6" fmla="*/ 2147483646 w 50"/>
                      <a:gd name="T7" fmla="*/ 2147483646 h 60"/>
                      <a:gd name="T8" fmla="*/ 2147483646 w 50"/>
                      <a:gd name="T9" fmla="*/ 2147483646 h 60"/>
                      <a:gd name="T10" fmla="*/ 2147483646 w 50"/>
                      <a:gd name="T11" fmla="*/ 2147483646 h 60"/>
                      <a:gd name="T12" fmla="*/ 2147483646 w 50"/>
                      <a:gd name="T13" fmla="*/ 2147483646 h 60"/>
                      <a:gd name="T14" fmla="*/ 2147483646 w 50"/>
                      <a:gd name="T15" fmla="*/ 2147483646 h 60"/>
                      <a:gd name="T16" fmla="*/ 2147483646 w 50"/>
                      <a:gd name="T17" fmla="*/ 2147483646 h 60"/>
                      <a:gd name="T18" fmla="*/ 2147483646 w 50"/>
                      <a:gd name="T19" fmla="*/ 2147483646 h 60"/>
                      <a:gd name="T20" fmla="*/ 2147483646 w 50"/>
                      <a:gd name="T21" fmla="*/ 2147483646 h 60"/>
                      <a:gd name="T22" fmla="*/ 2147483646 w 50"/>
                      <a:gd name="T23" fmla="*/ 2147483646 h 60"/>
                      <a:gd name="T24" fmla="*/ 2147483646 w 50"/>
                      <a:gd name="T25" fmla="*/ 2147483646 h 60"/>
                      <a:gd name="T26" fmla="*/ 2147483646 w 50"/>
                      <a:gd name="T27" fmla="*/ 2147483646 h 60"/>
                      <a:gd name="T28" fmla="*/ 2147483646 w 50"/>
                      <a:gd name="T29" fmla="*/ 2147483646 h 60"/>
                      <a:gd name="T30" fmla="*/ 2147483646 w 50"/>
                      <a:gd name="T31" fmla="*/ 2147483646 h 60"/>
                      <a:gd name="T32" fmla="*/ 2147483646 w 50"/>
                      <a:gd name="T33" fmla="*/ 2147483646 h 60"/>
                      <a:gd name="T34" fmla="*/ 2147483646 w 50"/>
                      <a:gd name="T35" fmla="*/ 2147483646 h 60"/>
                      <a:gd name="T36" fmla="*/ 2147483646 w 50"/>
                      <a:gd name="T37" fmla="*/ 2147483646 h 60"/>
                      <a:gd name="T38" fmla="*/ 2147483646 w 50"/>
                      <a:gd name="T39" fmla="*/ 0 h 60"/>
                      <a:gd name="T40" fmla="*/ 2147483646 w 50"/>
                      <a:gd name="T41" fmla="*/ 2147483646 h 60"/>
                      <a:gd name="T42" fmla="*/ 2147483646 w 50"/>
                      <a:gd name="T43" fmla="*/ 2147483646 h 60"/>
                      <a:gd name="T44" fmla="*/ 2147483646 w 50"/>
                      <a:gd name="T45" fmla="*/ 2147483646 h 60"/>
                      <a:gd name="T46" fmla="*/ 2147483646 w 50"/>
                      <a:gd name="T47" fmla="*/ 2147483646 h 60"/>
                      <a:gd name="T48" fmla="*/ 2147483646 w 50"/>
                      <a:gd name="T49" fmla="*/ 2147483646 h 60"/>
                      <a:gd name="T50" fmla="*/ 2147483646 w 50"/>
                      <a:gd name="T51" fmla="*/ 2147483646 h 60"/>
                      <a:gd name="T52" fmla="*/ 2147483646 w 50"/>
                      <a:gd name="T53" fmla="*/ 2147483646 h 60"/>
                      <a:gd name="T54" fmla="*/ 2147483646 w 50"/>
                      <a:gd name="T55" fmla="*/ 2147483646 h 60"/>
                      <a:gd name="T56" fmla="*/ 2147483646 w 50"/>
                      <a:gd name="T57" fmla="*/ 2147483646 h 60"/>
                      <a:gd name="T58" fmla="*/ 2147483646 w 50"/>
                      <a:gd name="T59" fmla="*/ 2147483646 h 60"/>
                      <a:gd name="T60" fmla="*/ 2147483646 w 50"/>
                      <a:gd name="T61" fmla="*/ 2147483646 h 60"/>
                      <a:gd name="T62" fmla="*/ 2147483646 w 50"/>
                      <a:gd name="T63" fmla="*/ 2147483646 h 60"/>
                      <a:gd name="T64" fmla="*/ 2147483646 w 50"/>
                      <a:gd name="T65" fmla="*/ 2147483646 h 60"/>
                      <a:gd name="T66" fmla="*/ 2147483646 w 50"/>
                      <a:gd name="T67" fmla="*/ 2147483646 h 60"/>
                      <a:gd name="T68" fmla="*/ 2147483646 w 50"/>
                      <a:gd name="T69" fmla="*/ 2147483646 h 60"/>
                      <a:gd name="T70" fmla="*/ 2147483646 w 50"/>
                      <a:gd name="T71" fmla="*/ 2147483646 h 60"/>
                      <a:gd name="T72" fmla="*/ 2147483646 w 50"/>
                      <a:gd name="T73" fmla="*/ 2147483646 h 60"/>
                      <a:gd name="T74" fmla="*/ 2147483646 w 50"/>
                      <a:gd name="T75" fmla="*/ 2147483646 h 6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0" h="60">
                        <a:moveTo>
                          <a:pt x="2" y="34"/>
                        </a:moveTo>
                        <a:cubicBezTo>
                          <a:pt x="1" y="37"/>
                          <a:pt x="0" y="39"/>
                          <a:pt x="0" y="42"/>
                        </a:cubicBezTo>
                        <a:cubicBezTo>
                          <a:pt x="0" y="44"/>
                          <a:pt x="1" y="47"/>
                          <a:pt x="2" y="49"/>
                        </a:cubicBezTo>
                        <a:cubicBezTo>
                          <a:pt x="3" y="51"/>
                          <a:pt x="4" y="53"/>
                          <a:pt x="6" y="55"/>
                        </a:cubicBezTo>
                        <a:cubicBezTo>
                          <a:pt x="7" y="57"/>
                          <a:pt x="9" y="58"/>
                          <a:pt x="11" y="59"/>
                        </a:cubicBezTo>
                        <a:cubicBezTo>
                          <a:pt x="13" y="60"/>
                          <a:pt x="16" y="60"/>
                          <a:pt x="18" y="60"/>
                        </a:cubicBezTo>
                        <a:cubicBezTo>
                          <a:pt x="23" y="60"/>
                          <a:pt x="28" y="59"/>
                          <a:pt x="31" y="55"/>
                        </a:cubicBezTo>
                        <a:cubicBezTo>
                          <a:pt x="31" y="55"/>
                          <a:pt x="31" y="55"/>
                          <a:pt x="31" y="55"/>
                        </a:cubicBezTo>
                        <a:cubicBezTo>
                          <a:pt x="34" y="52"/>
                          <a:pt x="34" y="52"/>
                          <a:pt x="34" y="52"/>
                        </a:cubicBezTo>
                        <a:cubicBezTo>
                          <a:pt x="40" y="59"/>
                          <a:pt x="40" y="59"/>
                          <a:pt x="40" y="59"/>
                        </a:cubicBezTo>
                        <a:cubicBezTo>
                          <a:pt x="40" y="59"/>
                          <a:pt x="40" y="59"/>
                          <a:pt x="40" y="59"/>
                        </a:cubicBezTo>
                        <a:cubicBezTo>
                          <a:pt x="41" y="60"/>
                          <a:pt x="43" y="60"/>
                          <a:pt x="44" y="60"/>
                        </a:cubicBezTo>
                        <a:cubicBezTo>
                          <a:pt x="45" y="60"/>
                          <a:pt x="46" y="60"/>
                          <a:pt x="47" y="60"/>
                        </a:cubicBezTo>
                        <a:cubicBezTo>
                          <a:pt x="46" y="60"/>
                          <a:pt x="46" y="60"/>
                          <a:pt x="46" y="60"/>
                        </a:cubicBezTo>
                        <a:cubicBezTo>
                          <a:pt x="47" y="60"/>
                          <a:pt x="48" y="59"/>
                          <a:pt x="48" y="59"/>
                        </a:cubicBezTo>
                        <a:cubicBezTo>
                          <a:pt x="48" y="59"/>
                          <a:pt x="48" y="59"/>
                          <a:pt x="48" y="59"/>
                        </a:cubicBezTo>
                        <a:cubicBezTo>
                          <a:pt x="49" y="58"/>
                          <a:pt x="49" y="58"/>
                          <a:pt x="50" y="57"/>
                        </a:cubicBezTo>
                        <a:cubicBezTo>
                          <a:pt x="50" y="56"/>
                          <a:pt x="50" y="55"/>
                          <a:pt x="50" y="55"/>
                        </a:cubicBezTo>
                        <a:cubicBezTo>
                          <a:pt x="50" y="53"/>
                          <a:pt x="49" y="52"/>
                          <a:pt x="48" y="51"/>
                        </a:cubicBezTo>
                        <a:cubicBezTo>
                          <a:pt x="48" y="51"/>
                          <a:pt x="48" y="51"/>
                          <a:pt x="48" y="51"/>
                        </a:cubicBezTo>
                        <a:cubicBezTo>
                          <a:pt x="42" y="44"/>
                          <a:pt x="42" y="44"/>
                          <a:pt x="42" y="44"/>
                        </a:cubicBezTo>
                        <a:cubicBezTo>
                          <a:pt x="46" y="39"/>
                          <a:pt x="46" y="39"/>
                          <a:pt x="46" y="39"/>
                        </a:cubicBezTo>
                        <a:cubicBezTo>
                          <a:pt x="46" y="39"/>
                          <a:pt x="46" y="39"/>
                          <a:pt x="46" y="39"/>
                        </a:cubicBezTo>
                        <a:cubicBezTo>
                          <a:pt x="46" y="39"/>
                          <a:pt x="47" y="38"/>
                          <a:pt x="47" y="38"/>
                        </a:cubicBezTo>
                        <a:cubicBezTo>
                          <a:pt x="47" y="38"/>
                          <a:pt x="47" y="38"/>
                          <a:pt x="47" y="38"/>
                        </a:cubicBezTo>
                        <a:cubicBezTo>
                          <a:pt x="47" y="37"/>
                          <a:pt x="47" y="36"/>
                          <a:pt x="47" y="35"/>
                        </a:cubicBezTo>
                        <a:cubicBezTo>
                          <a:pt x="47" y="34"/>
                          <a:pt x="47" y="32"/>
                          <a:pt x="46" y="31"/>
                        </a:cubicBezTo>
                        <a:cubicBezTo>
                          <a:pt x="45" y="30"/>
                          <a:pt x="43" y="30"/>
                          <a:pt x="42" y="30"/>
                        </a:cubicBezTo>
                        <a:cubicBezTo>
                          <a:pt x="41" y="30"/>
                          <a:pt x="40" y="30"/>
                          <a:pt x="39" y="30"/>
                        </a:cubicBezTo>
                        <a:cubicBezTo>
                          <a:pt x="39" y="30"/>
                          <a:pt x="38" y="31"/>
                          <a:pt x="37" y="31"/>
                        </a:cubicBezTo>
                        <a:cubicBezTo>
                          <a:pt x="37" y="31"/>
                          <a:pt x="37" y="31"/>
                          <a:pt x="37" y="31"/>
                        </a:cubicBezTo>
                        <a:cubicBezTo>
                          <a:pt x="33" y="36"/>
                          <a:pt x="33" y="36"/>
                          <a:pt x="33" y="36"/>
                        </a:cubicBezTo>
                        <a:cubicBezTo>
                          <a:pt x="26" y="28"/>
                          <a:pt x="26" y="28"/>
                          <a:pt x="26" y="28"/>
                        </a:cubicBezTo>
                        <a:cubicBezTo>
                          <a:pt x="27" y="27"/>
                          <a:pt x="27" y="27"/>
                          <a:pt x="27" y="27"/>
                        </a:cubicBezTo>
                        <a:cubicBezTo>
                          <a:pt x="28" y="27"/>
                          <a:pt x="28" y="27"/>
                          <a:pt x="28" y="27"/>
                        </a:cubicBezTo>
                        <a:cubicBezTo>
                          <a:pt x="31" y="24"/>
                          <a:pt x="34" y="20"/>
                          <a:pt x="34" y="15"/>
                        </a:cubicBezTo>
                        <a:cubicBezTo>
                          <a:pt x="34" y="13"/>
                          <a:pt x="33" y="11"/>
                          <a:pt x="32" y="9"/>
                        </a:cubicBezTo>
                        <a:cubicBezTo>
                          <a:pt x="32" y="7"/>
                          <a:pt x="30" y="6"/>
                          <a:pt x="29" y="4"/>
                        </a:cubicBezTo>
                        <a:cubicBezTo>
                          <a:pt x="28" y="3"/>
                          <a:pt x="26" y="2"/>
                          <a:pt x="24" y="1"/>
                        </a:cubicBezTo>
                        <a:cubicBezTo>
                          <a:pt x="22" y="0"/>
                          <a:pt x="20" y="0"/>
                          <a:pt x="18" y="0"/>
                        </a:cubicBezTo>
                        <a:cubicBezTo>
                          <a:pt x="16" y="0"/>
                          <a:pt x="14" y="0"/>
                          <a:pt x="12" y="1"/>
                        </a:cubicBezTo>
                        <a:cubicBezTo>
                          <a:pt x="11" y="2"/>
                          <a:pt x="9" y="3"/>
                          <a:pt x="8" y="4"/>
                        </a:cubicBezTo>
                        <a:cubicBezTo>
                          <a:pt x="6" y="6"/>
                          <a:pt x="5" y="7"/>
                          <a:pt x="4" y="9"/>
                        </a:cubicBezTo>
                        <a:cubicBezTo>
                          <a:pt x="3" y="11"/>
                          <a:pt x="3" y="13"/>
                          <a:pt x="3" y="15"/>
                        </a:cubicBezTo>
                        <a:cubicBezTo>
                          <a:pt x="3" y="18"/>
                          <a:pt x="4" y="20"/>
                          <a:pt x="5" y="22"/>
                        </a:cubicBezTo>
                        <a:cubicBezTo>
                          <a:pt x="4" y="22"/>
                          <a:pt x="4" y="22"/>
                          <a:pt x="4" y="22"/>
                        </a:cubicBezTo>
                        <a:cubicBezTo>
                          <a:pt x="9" y="27"/>
                          <a:pt x="9" y="27"/>
                          <a:pt x="9" y="27"/>
                        </a:cubicBezTo>
                        <a:cubicBezTo>
                          <a:pt x="8" y="28"/>
                          <a:pt x="8" y="28"/>
                          <a:pt x="8" y="28"/>
                        </a:cubicBezTo>
                        <a:cubicBezTo>
                          <a:pt x="5" y="30"/>
                          <a:pt x="3" y="32"/>
                          <a:pt x="2" y="34"/>
                        </a:cubicBezTo>
                        <a:close/>
                        <a:moveTo>
                          <a:pt x="18" y="11"/>
                        </a:moveTo>
                        <a:cubicBezTo>
                          <a:pt x="19" y="11"/>
                          <a:pt x="19" y="11"/>
                          <a:pt x="20" y="11"/>
                        </a:cubicBezTo>
                        <a:cubicBezTo>
                          <a:pt x="20" y="12"/>
                          <a:pt x="21" y="12"/>
                          <a:pt x="21" y="12"/>
                        </a:cubicBezTo>
                        <a:cubicBezTo>
                          <a:pt x="21" y="13"/>
                          <a:pt x="22" y="13"/>
                          <a:pt x="22" y="14"/>
                        </a:cubicBezTo>
                        <a:cubicBezTo>
                          <a:pt x="22" y="14"/>
                          <a:pt x="22" y="14"/>
                          <a:pt x="22" y="15"/>
                        </a:cubicBezTo>
                        <a:cubicBezTo>
                          <a:pt x="22" y="15"/>
                          <a:pt x="22" y="16"/>
                          <a:pt x="22" y="17"/>
                        </a:cubicBezTo>
                        <a:cubicBezTo>
                          <a:pt x="21" y="17"/>
                          <a:pt x="21" y="18"/>
                          <a:pt x="20" y="19"/>
                        </a:cubicBezTo>
                        <a:cubicBezTo>
                          <a:pt x="20" y="19"/>
                          <a:pt x="20" y="19"/>
                          <a:pt x="20" y="19"/>
                        </a:cubicBezTo>
                        <a:cubicBezTo>
                          <a:pt x="18" y="20"/>
                          <a:pt x="18" y="20"/>
                          <a:pt x="18" y="20"/>
                        </a:cubicBezTo>
                        <a:cubicBezTo>
                          <a:pt x="16" y="18"/>
                          <a:pt x="16" y="18"/>
                          <a:pt x="16" y="18"/>
                        </a:cubicBezTo>
                        <a:cubicBezTo>
                          <a:pt x="16" y="18"/>
                          <a:pt x="16" y="18"/>
                          <a:pt x="16" y="18"/>
                        </a:cubicBezTo>
                        <a:cubicBezTo>
                          <a:pt x="15" y="17"/>
                          <a:pt x="15" y="16"/>
                          <a:pt x="14" y="15"/>
                        </a:cubicBezTo>
                        <a:cubicBezTo>
                          <a:pt x="14" y="14"/>
                          <a:pt x="15" y="14"/>
                          <a:pt x="15" y="14"/>
                        </a:cubicBezTo>
                        <a:cubicBezTo>
                          <a:pt x="15" y="13"/>
                          <a:pt x="15" y="13"/>
                          <a:pt x="16" y="12"/>
                        </a:cubicBezTo>
                        <a:cubicBezTo>
                          <a:pt x="16" y="12"/>
                          <a:pt x="16" y="12"/>
                          <a:pt x="17" y="11"/>
                        </a:cubicBezTo>
                        <a:cubicBezTo>
                          <a:pt x="17" y="11"/>
                          <a:pt x="18" y="11"/>
                          <a:pt x="18" y="11"/>
                        </a:cubicBezTo>
                        <a:close/>
                        <a:moveTo>
                          <a:pt x="23" y="47"/>
                        </a:moveTo>
                        <a:cubicBezTo>
                          <a:pt x="22" y="48"/>
                          <a:pt x="20" y="49"/>
                          <a:pt x="18" y="49"/>
                        </a:cubicBezTo>
                        <a:cubicBezTo>
                          <a:pt x="17" y="49"/>
                          <a:pt x="17" y="49"/>
                          <a:pt x="16" y="48"/>
                        </a:cubicBezTo>
                        <a:cubicBezTo>
                          <a:pt x="15" y="48"/>
                          <a:pt x="14" y="48"/>
                          <a:pt x="14" y="47"/>
                        </a:cubicBezTo>
                        <a:cubicBezTo>
                          <a:pt x="13" y="46"/>
                          <a:pt x="13" y="46"/>
                          <a:pt x="12" y="45"/>
                        </a:cubicBezTo>
                        <a:cubicBezTo>
                          <a:pt x="12" y="44"/>
                          <a:pt x="12" y="43"/>
                          <a:pt x="12" y="42"/>
                        </a:cubicBezTo>
                        <a:cubicBezTo>
                          <a:pt x="12" y="41"/>
                          <a:pt x="12" y="40"/>
                          <a:pt x="12" y="39"/>
                        </a:cubicBezTo>
                        <a:cubicBezTo>
                          <a:pt x="13" y="38"/>
                          <a:pt x="14" y="38"/>
                          <a:pt x="15" y="37"/>
                        </a:cubicBezTo>
                        <a:cubicBezTo>
                          <a:pt x="17" y="35"/>
                          <a:pt x="17" y="35"/>
                          <a:pt x="17" y="35"/>
                        </a:cubicBezTo>
                        <a:cubicBezTo>
                          <a:pt x="26" y="44"/>
                          <a:pt x="26" y="44"/>
                          <a:pt x="26" y="44"/>
                        </a:cubicBezTo>
                        <a:lnTo>
                          <a:pt x="23" y="4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3" name="Freeform 390">
                    <a:extLst>
                      <a:ext uri="{FF2B5EF4-FFF2-40B4-BE49-F238E27FC236}">
                        <a16:creationId xmlns:a16="http://schemas.microsoft.com/office/drawing/2014/main" id="{F8E97836-9A66-4D5B-95DC-AE113521E012}"/>
                      </a:ext>
                    </a:extLst>
                  </p:cNvPr>
                  <p:cNvSpPr>
                    <a:spLocks/>
                  </p:cNvSpPr>
                  <p:nvPr/>
                </p:nvSpPr>
                <p:spPr bwMode="auto">
                  <a:xfrm>
                    <a:off x="4490789" y="4453881"/>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4" name="Rectangle 391">
                    <a:extLst>
                      <a:ext uri="{FF2B5EF4-FFF2-40B4-BE49-F238E27FC236}">
                        <a16:creationId xmlns:a16="http://schemas.microsoft.com/office/drawing/2014/main" id="{100EF0B6-A583-4A06-86E5-3890D32445E3}"/>
                      </a:ext>
                    </a:extLst>
                  </p:cNvPr>
                  <p:cNvSpPr>
                    <a:spLocks noChangeArrowheads="1"/>
                  </p:cNvSpPr>
                  <p:nvPr/>
                </p:nvSpPr>
                <p:spPr bwMode="auto">
                  <a:xfrm>
                    <a:off x="4501387" y="4478929"/>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45" name="Freeform 392">
                    <a:extLst>
                      <a:ext uri="{FF2B5EF4-FFF2-40B4-BE49-F238E27FC236}">
                        <a16:creationId xmlns:a16="http://schemas.microsoft.com/office/drawing/2014/main" id="{7C4153F8-EC87-426A-B74F-79B25423D1A8}"/>
                      </a:ext>
                    </a:extLst>
                  </p:cNvPr>
                  <p:cNvSpPr>
                    <a:spLocks noEditPoints="1"/>
                  </p:cNvSpPr>
                  <p:nvPr/>
                </p:nvSpPr>
                <p:spPr bwMode="auto">
                  <a:xfrm>
                    <a:off x="5109293" y="3715915"/>
                    <a:ext cx="47207" cy="57804"/>
                  </a:xfrm>
                  <a:custGeom>
                    <a:avLst/>
                    <a:gdLst>
                      <a:gd name="T0" fmla="*/ 2147483646 w 50"/>
                      <a:gd name="T1" fmla="*/ 2147483646 h 61"/>
                      <a:gd name="T2" fmla="*/ 2147483646 w 50"/>
                      <a:gd name="T3" fmla="*/ 2147483646 h 61"/>
                      <a:gd name="T4" fmla="*/ 2147483646 w 50"/>
                      <a:gd name="T5" fmla="*/ 2147483646 h 61"/>
                      <a:gd name="T6" fmla="*/ 2147483646 w 50"/>
                      <a:gd name="T7" fmla="*/ 2147483646 h 61"/>
                      <a:gd name="T8" fmla="*/ 2147483646 w 50"/>
                      <a:gd name="T9" fmla="*/ 2147483646 h 61"/>
                      <a:gd name="T10" fmla="*/ 2147483646 w 50"/>
                      <a:gd name="T11" fmla="*/ 2147483646 h 61"/>
                      <a:gd name="T12" fmla="*/ 2147483646 w 50"/>
                      <a:gd name="T13" fmla="*/ 2147483646 h 61"/>
                      <a:gd name="T14" fmla="*/ 2147483646 w 50"/>
                      <a:gd name="T15" fmla="*/ 2147483646 h 61"/>
                      <a:gd name="T16" fmla="*/ 2147483646 w 50"/>
                      <a:gd name="T17" fmla="*/ 2147483646 h 61"/>
                      <a:gd name="T18" fmla="*/ 2147483646 w 50"/>
                      <a:gd name="T19" fmla="*/ 2147483646 h 61"/>
                      <a:gd name="T20" fmla="*/ 2147483646 w 50"/>
                      <a:gd name="T21" fmla="*/ 2147483646 h 61"/>
                      <a:gd name="T22" fmla="*/ 2147483646 w 50"/>
                      <a:gd name="T23" fmla="*/ 2147483646 h 61"/>
                      <a:gd name="T24" fmla="*/ 2147483646 w 50"/>
                      <a:gd name="T25" fmla="*/ 2147483646 h 61"/>
                      <a:gd name="T26" fmla="*/ 2147483646 w 50"/>
                      <a:gd name="T27" fmla="*/ 2147483646 h 61"/>
                      <a:gd name="T28" fmla="*/ 2147483646 w 50"/>
                      <a:gd name="T29" fmla="*/ 2147483646 h 61"/>
                      <a:gd name="T30" fmla="*/ 2147483646 w 50"/>
                      <a:gd name="T31" fmla="*/ 2147483646 h 61"/>
                      <a:gd name="T32" fmla="*/ 2147483646 w 50"/>
                      <a:gd name="T33" fmla="*/ 2147483646 h 61"/>
                      <a:gd name="T34" fmla="*/ 2147483646 w 50"/>
                      <a:gd name="T35" fmla="*/ 2147483646 h 61"/>
                      <a:gd name="T36" fmla="*/ 2147483646 w 50"/>
                      <a:gd name="T37" fmla="*/ 0 h 61"/>
                      <a:gd name="T38" fmla="*/ 2147483646 w 50"/>
                      <a:gd name="T39" fmla="*/ 2147483646 h 61"/>
                      <a:gd name="T40" fmla="*/ 2147483646 w 50"/>
                      <a:gd name="T41" fmla="*/ 2147483646 h 61"/>
                      <a:gd name="T42" fmla="*/ 2147483646 w 50"/>
                      <a:gd name="T43" fmla="*/ 2147483646 h 61"/>
                      <a:gd name="T44" fmla="*/ 2147483646 w 50"/>
                      <a:gd name="T45" fmla="*/ 2147483646 h 61"/>
                      <a:gd name="T46" fmla="*/ 0 w 50"/>
                      <a:gd name="T47" fmla="*/ 2147483646 h 61"/>
                      <a:gd name="T48" fmla="*/ 2147483646 w 50"/>
                      <a:gd name="T49" fmla="*/ 2147483646 h 61"/>
                      <a:gd name="T50" fmla="*/ 2147483646 w 50"/>
                      <a:gd name="T51" fmla="*/ 2147483646 h 61"/>
                      <a:gd name="T52" fmla="*/ 2147483646 w 50"/>
                      <a:gd name="T53" fmla="*/ 2147483646 h 61"/>
                      <a:gd name="T54" fmla="*/ 2147483646 w 50"/>
                      <a:gd name="T55" fmla="*/ 2147483646 h 61"/>
                      <a:gd name="T56" fmla="*/ 2147483646 w 50"/>
                      <a:gd name="T57" fmla="*/ 2147483646 h 61"/>
                      <a:gd name="T58" fmla="*/ 2147483646 w 50"/>
                      <a:gd name="T59" fmla="*/ 2147483646 h 61"/>
                      <a:gd name="T60" fmla="*/ 2147483646 w 50"/>
                      <a:gd name="T61" fmla="*/ 2147483646 h 61"/>
                      <a:gd name="T62" fmla="*/ 2147483646 w 50"/>
                      <a:gd name="T63" fmla="*/ 2147483646 h 61"/>
                      <a:gd name="T64" fmla="*/ 2147483646 w 50"/>
                      <a:gd name="T65" fmla="*/ 2147483646 h 61"/>
                      <a:gd name="T66" fmla="*/ 2147483646 w 50"/>
                      <a:gd name="T67" fmla="*/ 2147483646 h 61"/>
                      <a:gd name="T68" fmla="*/ 2147483646 w 50"/>
                      <a:gd name="T69" fmla="*/ 2147483646 h 61"/>
                      <a:gd name="T70" fmla="*/ 2147483646 w 50"/>
                      <a:gd name="T71" fmla="*/ 2147483646 h 61"/>
                      <a:gd name="T72" fmla="*/ 2147483646 w 50"/>
                      <a:gd name="T73" fmla="*/ 2147483646 h 61"/>
                      <a:gd name="T74" fmla="*/ 2147483646 w 50"/>
                      <a:gd name="T75" fmla="*/ 2147483646 h 6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0" h="61">
                        <a:moveTo>
                          <a:pt x="6" y="56"/>
                        </a:moveTo>
                        <a:cubicBezTo>
                          <a:pt x="7" y="57"/>
                          <a:pt x="9" y="59"/>
                          <a:pt x="12" y="59"/>
                        </a:cubicBezTo>
                        <a:cubicBezTo>
                          <a:pt x="14" y="60"/>
                          <a:pt x="16" y="61"/>
                          <a:pt x="19" y="61"/>
                        </a:cubicBezTo>
                        <a:cubicBezTo>
                          <a:pt x="23" y="61"/>
                          <a:pt x="28" y="59"/>
                          <a:pt x="31" y="56"/>
                        </a:cubicBezTo>
                        <a:cubicBezTo>
                          <a:pt x="31" y="56"/>
                          <a:pt x="31" y="56"/>
                          <a:pt x="31" y="56"/>
                        </a:cubicBezTo>
                        <a:cubicBezTo>
                          <a:pt x="34" y="53"/>
                          <a:pt x="34" y="53"/>
                          <a:pt x="34" y="53"/>
                        </a:cubicBezTo>
                        <a:cubicBezTo>
                          <a:pt x="40" y="59"/>
                          <a:pt x="40" y="59"/>
                          <a:pt x="40" y="59"/>
                        </a:cubicBezTo>
                        <a:cubicBezTo>
                          <a:pt x="41" y="59"/>
                          <a:pt x="41" y="59"/>
                          <a:pt x="41" y="59"/>
                        </a:cubicBezTo>
                        <a:cubicBezTo>
                          <a:pt x="42" y="60"/>
                          <a:pt x="43" y="61"/>
                          <a:pt x="44" y="61"/>
                        </a:cubicBezTo>
                        <a:cubicBezTo>
                          <a:pt x="45" y="61"/>
                          <a:pt x="46" y="61"/>
                          <a:pt x="47" y="60"/>
                        </a:cubicBezTo>
                        <a:cubicBezTo>
                          <a:pt x="47" y="60"/>
                          <a:pt x="47" y="60"/>
                          <a:pt x="47" y="60"/>
                        </a:cubicBezTo>
                        <a:cubicBezTo>
                          <a:pt x="47" y="60"/>
                          <a:pt x="47" y="60"/>
                          <a:pt x="47" y="60"/>
                        </a:cubicBezTo>
                        <a:cubicBezTo>
                          <a:pt x="47" y="60"/>
                          <a:pt x="48" y="60"/>
                          <a:pt x="49" y="59"/>
                        </a:cubicBezTo>
                        <a:cubicBezTo>
                          <a:pt x="49" y="59"/>
                          <a:pt x="49" y="59"/>
                          <a:pt x="49" y="59"/>
                        </a:cubicBezTo>
                        <a:cubicBezTo>
                          <a:pt x="49" y="59"/>
                          <a:pt x="49" y="58"/>
                          <a:pt x="50" y="57"/>
                        </a:cubicBezTo>
                        <a:cubicBezTo>
                          <a:pt x="50" y="57"/>
                          <a:pt x="50" y="57"/>
                          <a:pt x="50" y="57"/>
                        </a:cubicBezTo>
                        <a:cubicBezTo>
                          <a:pt x="50" y="57"/>
                          <a:pt x="50" y="56"/>
                          <a:pt x="50" y="55"/>
                        </a:cubicBezTo>
                        <a:cubicBezTo>
                          <a:pt x="50" y="54"/>
                          <a:pt x="50" y="52"/>
                          <a:pt x="49" y="51"/>
                        </a:cubicBezTo>
                        <a:cubicBezTo>
                          <a:pt x="49" y="51"/>
                          <a:pt x="49" y="51"/>
                          <a:pt x="49" y="51"/>
                        </a:cubicBezTo>
                        <a:cubicBezTo>
                          <a:pt x="42" y="44"/>
                          <a:pt x="42" y="44"/>
                          <a:pt x="42" y="44"/>
                        </a:cubicBezTo>
                        <a:cubicBezTo>
                          <a:pt x="46" y="40"/>
                          <a:pt x="46" y="40"/>
                          <a:pt x="46" y="40"/>
                        </a:cubicBezTo>
                        <a:cubicBezTo>
                          <a:pt x="46" y="40"/>
                          <a:pt x="46" y="40"/>
                          <a:pt x="46" y="40"/>
                        </a:cubicBezTo>
                        <a:cubicBezTo>
                          <a:pt x="47" y="39"/>
                          <a:pt x="47" y="39"/>
                          <a:pt x="47" y="38"/>
                        </a:cubicBezTo>
                        <a:cubicBezTo>
                          <a:pt x="47" y="38"/>
                          <a:pt x="47" y="38"/>
                          <a:pt x="47" y="38"/>
                        </a:cubicBezTo>
                        <a:cubicBezTo>
                          <a:pt x="47" y="37"/>
                          <a:pt x="48" y="37"/>
                          <a:pt x="48" y="36"/>
                        </a:cubicBezTo>
                        <a:cubicBezTo>
                          <a:pt x="48" y="34"/>
                          <a:pt x="47" y="33"/>
                          <a:pt x="46" y="32"/>
                        </a:cubicBezTo>
                        <a:cubicBezTo>
                          <a:pt x="45" y="31"/>
                          <a:pt x="43" y="30"/>
                          <a:pt x="42" y="30"/>
                        </a:cubicBezTo>
                        <a:cubicBezTo>
                          <a:pt x="41" y="30"/>
                          <a:pt x="40" y="30"/>
                          <a:pt x="40" y="31"/>
                        </a:cubicBezTo>
                        <a:cubicBezTo>
                          <a:pt x="39" y="31"/>
                          <a:pt x="38" y="31"/>
                          <a:pt x="38" y="32"/>
                        </a:cubicBezTo>
                        <a:cubicBezTo>
                          <a:pt x="34" y="36"/>
                          <a:pt x="34" y="36"/>
                          <a:pt x="34" y="36"/>
                        </a:cubicBezTo>
                        <a:cubicBezTo>
                          <a:pt x="26" y="29"/>
                          <a:pt x="26" y="29"/>
                          <a:pt x="26" y="29"/>
                        </a:cubicBezTo>
                        <a:cubicBezTo>
                          <a:pt x="28" y="28"/>
                          <a:pt x="28" y="28"/>
                          <a:pt x="28" y="28"/>
                        </a:cubicBezTo>
                        <a:cubicBezTo>
                          <a:pt x="28" y="28"/>
                          <a:pt x="28" y="28"/>
                          <a:pt x="28" y="28"/>
                        </a:cubicBezTo>
                        <a:cubicBezTo>
                          <a:pt x="32" y="24"/>
                          <a:pt x="34" y="20"/>
                          <a:pt x="34" y="15"/>
                        </a:cubicBezTo>
                        <a:cubicBezTo>
                          <a:pt x="34" y="13"/>
                          <a:pt x="33" y="11"/>
                          <a:pt x="33" y="10"/>
                        </a:cubicBezTo>
                        <a:cubicBezTo>
                          <a:pt x="32" y="8"/>
                          <a:pt x="31" y="6"/>
                          <a:pt x="29" y="5"/>
                        </a:cubicBezTo>
                        <a:cubicBezTo>
                          <a:pt x="28" y="3"/>
                          <a:pt x="26" y="2"/>
                          <a:pt x="25" y="1"/>
                        </a:cubicBezTo>
                        <a:cubicBezTo>
                          <a:pt x="23" y="1"/>
                          <a:pt x="21" y="0"/>
                          <a:pt x="19" y="0"/>
                        </a:cubicBezTo>
                        <a:cubicBezTo>
                          <a:pt x="16" y="0"/>
                          <a:pt x="14" y="1"/>
                          <a:pt x="13" y="1"/>
                        </a:cubicBezTo>
                        <a:cubicBezTo>
                          <a:pt x="11" y="2"/>
                          <a:pt x="9" y="3"/>
                          <a:pt x="8" y="5"/>
                        </a:cubicBezTo>
                        <a:cubicBezTo>
                          <a:pt x="6" y="6"/>
                          <a:pt x="5" y="8"/>
                          <a:pt x="4" y="9"/>
                        </a:cubicBezTo>
                        <a:cubicBezTo>
                          <a:pt x="4" y="11"/>
                          <a:pt x="3" y="13"/>
                          <a:pt x="3" y="15"/>
                        </a:cubicBezTo>
                        <a:cubicBezTo>
                          <a:pt x="3" y="18"/>
                          <a:pt x="4" y="21"/>
                          <a:pt x="5" y="23"/>
                        </a:cubicBezTo>
                        <a:cubicBezTo>
                          <a:pt x="4" y="23"/>
                          <a:pt x="4" y="23"/>
                          <a:pt x="4" y="23"/>
                        </a:cubicBezTo>
                        <a:cubicBezTo>
                          <a:pt x="9" y="28"/>
                          <a:pt x="9" y="28"/>
                          <a:pt x="9" y="28"/>
                        </a:cubicBezTo>
                        <a:cubicBezTo>
                          <a:pt x="8" y="28"/>
                          <a:pt x="8" y="28"/>
                          <a:pt x="8" y="28"/>
                        </a:cubicBezTo>
                        <a:cubicBezTo>
                          <a:pt x="6" y="30"/>
                          <a:pt x="4" y="32"/>
                          <a:pt x="2" y="35"/>
                        </a:cubicBezTo>
                        <a:cubicBezTo>
                          <a:pt x="1" y="37"/>
                          <a:pt x="0" y="40"/>
                          <a:pt x="0" y="42"/>
                        </a:cubicBezTo>
                        <a:cubicBezTo>
                          <a:pt x="0" y="45"/>
                          <a:pt x="1" y="47"/>
                          <a:pt x="2" y="50"/>
                        </a:cubicBezTo>
                        <a:cubicBezTo>
                          <a:pt x="3" y="52"/>
                          <a:pt x="4" y="54"/>
                          <a:pt x="6" y="56"/>
                        </a:cubicBezTo>
                        <a:close/>
                        <a:moveTo>
                          <a:pt x="19" y="12"/>
                        </a:moveTo>
                        <a:cubicBezTo>
                          <a:pt x="19" y="12"/>
                          <a:pt x="19" y="12"/>
                          <a:pt x="20" y="12"/>
                        </a:cubicBezTo>
                        <a:cubicBezTo>
                          <a:pt x="20" y="12"/>
                          <a:pt x="21" y="12"/>
                          <a:pt x="21" y="13"/>
                        </a:cubicBezTo>
                        <a:cubicBezTo>
                          <a:pt x="22" y="13"/>
                          <a:pt x="22" y="13"/>
                          <a:pt x="22" y="14"/>
                        </a:cubicBezTo>
                        <a:cubicBezTo>
                          <a:pt x="22" y="14"/>
                          <a:pt x="22" y="15"/>
                          <a:pt x="22" y="15"/>
                        </a:cubicBezTo>
                        <a:cubicBezTo>
                          <a:pt x="22" y="16"/>
                          <a:pt x="22" y="16"/>
                          <a:pt x="22" y="17"/>
                        </a:cubicBezTo>
                        <a:cubicBezTo>
                          <a:pt x="21" y="18"/>
                          <a:pt x="21" y="18"/>
                          <a:pt x="20" y="19"/>
                        </a:cubicBezTo>
                        <a:cubicBezTo>
                          <a:pt x="20" y="19"/>
                          <a:pt x="20" y="19"/>
                          <a:pt x="20" y="19"/>
                        </a:cubicBezTo>
                        <a:cubicBezTo>
                          <a:pt x="18" y="20"/>
                          <a:pt x="18" y="20"/>
                          <a:pt x="18" y="20"/>
                        </a:cubicBezTo>
                        <a:cubicBezTo>
                          <a:pt x="16" y="18"/>
                          <a:pt x="16" y="18"/>
                          <a:pt x="16" y="18"/>
                        </a:cubicBezTo>
                        <a:cubicBezTo>
                          <a:pt x="16" y="18"/>
                          <a:pt x="16" y="18"/>
                          <a:pt x="16" y="18"/>
                        </a:cubicBezTo>
                        <a:cubicBezTo>
                          <a:pt x="15" y="17"/>
                          <a:pt x="15" y="17"/>
                          <a:pt x="15" y="15"/>
                        </a:cubicBezTo>
                        <a:cubicBezTo>
                          <a:pt x="15" y="15"/>
                          <a:pt x="15" y="14"/>
                          <a:pt x="15" y="14"/>
                        </a:cubicBezTo>
                        <a:cubicBezTo>
                          <a:pt x="15" y="13"/>
                          <a:pt x="15" y="13"/>
                          <a:pt x="16" y="13"/>
                        </a:cubicBezTo>
                        <a:cubicBezTo>
                          <a:pt x="16" y="12"/>
                          <a:pt x="17" y="12"/>
                          <a:pt x="17" y="12"/>
                        </a:cubicBezTo>
                        <a:cubicBezTo>
                          <a:pt x="18" y="12"/>
                          <a:pt x="18" y="12"/>
                          <a:pt x="19" y="12"/>
                        </a:cubicBezTo>
                        <a:close/>
                        <a:moveTo>
                          <a:pt x="23" y="47"/>
                        </a:moveTo>
                        <a:cubicBezTo>
                          <a:pt x="22" y="49"/>
                          <a:pt x="20" y="49"/>
                          <a:pt x="19" y="49"/>
                        </a:cubicBezTo>
                        <a:cubicBezTo>
                          <a:pt x="18" y="49"/>
                          <a:pt x="17" y="49"/>
                          <a:pt x="16" y="49"/>
                        </a:cubicBezTo>
                        <a:cubicBezTo>
                          <a:pt x="15" y="48"/>
                          <a:pt x="15" y="48"/>
                          <a:pt x="14" y="47"/>
                        </a:cubicBezTo>
                        <a:cubicBezTo>
                          <a:pt x="13" y="47"/>
                          <a:pt x="13" y="46"/>
                          <a:pt x="13" y="45"/>
                        </a:cubicBezTo>
                        <a:cubicBezTo>
                          <a:pt x="12" y="44"/>
                          <a:pt x="12" y="43"/>
                          <a:pt x="12" y="42"/>
                        </a:cubicBezTo>
                        <a:cubicBezTo>
                          <a:pt x="12" y="41"/>
                          <a:pt x="12" y="41"/>
                          <a:pt x="13" y="40"/>
                        </a:cubicBezTo>
                        <a:cubicBezTo>
                          <a:pt x="13" y="39"/>
                          <a:pt x="14" y="38"/>
                          <a:pt x="15" y="37"/>
                        </a:cubicBezTo>
                        <a:cubicBezTo>
                          <a:pt x="17" y="36"/>
                          <a:pt x="17" y="36"/>
                          <a:pt x="17" y="36"/>
                        </a:cubicBezTo>
                        <a:cubicBezTo>
                          <a:pt x="26" y="44"/>
                          <a:pt x="26" y="44"/>
                          <a:pt x="26" y="44"/>
                        </a:cubicBezTo>
                        <a:lnTo>
                          <a:pt x="23" y="4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6" name="Freeform 393">
                    <a:extLst>
                      <a:ext uri="{FF2B5EF4-FFF2-40B4-BE49-F238E27FC236}">
                        <a16:creationId xmlns:a16="http://schemas.microsoft.com/office/drawing/2014/main" id="{E93BADB2-1057-4F09-BB94-107DC80CA33E}"/>
                      </a:ext>
                    </a:extLst>
                  </p:cNvPr>
                  <p:cNvSpPr>
                    <a:spLocks/>
                  </p:cNvSpPr>
                  <p:nvPr/>
                </p:nvSpPr>
                <p:spPr bwMode="auto">
                  <a:xfrm>
                    <a:off x="5144939" y="3746743"/>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7" name="Freeform 394">
                    <a:extLst>
                      <a:ext uri="{FF2B5EF4-FFF2-40B4-BE49-F238E27FC236}">
                        <a16:creationId xmlns:a16="http://schemas.microsoft.com/office/drawing/2014/main" id="{471959E1-5423-4BE9-81C0-D691CB53B6DC}"/>
                      </a:ext>
                    </a:extLst>
                  </p:cNvPr>
                  <p:cNvSpPr>
                    <a:spLocks/>
                  </p:cNvSpPr>
                  <p:nvPr/>
                </p:nvSpPr>
                <p:spPr bwMode="auto">
                  <a:xfrm>
                    <a:off x="5146866" y="3745780"/>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8" name="Freeform 398">
                    <a:extLst>
                      <a:ext uri="{FF2B5EF4-FFF2-40B4-BE49-F238E27FC236}">
                        <a16:creationId xmlns:a16="http://schemas.microsoft.com/office/drawing/2014/main" id="{C9CA3CF1-1D95-4A3E-B753-A80D965E97DE}"/>
                      </a:ext>
                    </a:extLst>
                  </p:cNvPr>
                  <p:cNvSpPr>
                    <a:spLocks/>
                  </p:cNvSpPr>
                  <p:nvPr/>
                </p:nvSpPr>
                <p:spPr bwMode="auto">
                  <a:xfrm>
                    <a:off x="5200817" y="3738073"/>
                    <a:ext cx="36609" cy="35646"/>
                  </a:xfrm>
                  <a:custGeom>
                    <a:avLst/>
                    <a:gdLst>
                      <a:gd name="T0" fmla="*/ 2147483646 w 38"/>
                      <a:gd name="T1" fmla="*/ 2147483646 h 38"/>
                      <a:gd name="T2" fmla="*/ 2147483646 w 38"/>
                      <a:gd name="T3" fmla="*/ 2147483646 h 38"/>
                      <a:gd name="T4" fmla="*/ 2147483646 w 38"/>
                      <a:gd name="T5" fmla="*/ 2147483646 h 38"/>
                      <a:gd name="T6" fmla="*/ 2147483646 w 38"/>
                      <a:gd name="T7" fmla="*/ 2147483646 h 38"/>
                      <a:gd name="T8" fmla="*/ 2147483646 w 38"/>
                      <a:gd name="T9" fmla="*/ 2147483646 h 38"/>
                      <a:gd name="T10" fmla="*/ 2147483646 w 38"/>
                      <a:gd name="T11" fmla="*/ 2147483646 h 38"/>
                      <a:gd name="T12" fmla="*/ 2147483646 w 38"/>
                      <a:gd name="T13" fmla="*/ 2147483646 h 38"/>
                      <a:gd name="T14" fmla="*/ 2147483646 w 38"/>
                      <a:gd name="T15" fmla="*/ 2147483646 h 38"/>
                      <a:gd name="T16" fmla="*/ 2147483646 w 38"/>
                      <a:gd name="T17" fmla="*/ 2147483646 h 38"/>
                      <a:gd name="T18" fmla="*/ 2147483646 w 38"/>
                      <a:gd name="T19" fmla="*/ 2147483646 h 38"/>
                      <a:gd name="T20" fmla="*/ 2147483646 w 38"/>
                      <a:gd name="T21" fmla="*/ 2147483646 h 38"/>
                      <a:gd name="T22" fmla="*/ 2147483646 w 38"/>
                      <a:gd name="T23" fmla="*/ 2147483646 h 38"/>
                      <a:gd name="T24" fmla="*/ 2147483646 w 38"/>
                      <a:gd name="T25" fmla="*/ 2147483646 h 38"/>
                      <a:gd name="T26" fmla="*/ 2147483646 w 38"/>
                      <a:gd name="T27" fmla="*/ 2147483646 h 38"/>
                      <a:gd name="T28" fmla="*/ 2147483646 w 38"/>
                      <a:gd name="T29" fmla="*/ 2147483646 h 38"/>
                      <a:gd name="T30" fmla="*/ 2147483646 w 38"/>
                      <a:gd name="T31" fmla="*/ 2147483646 h 38"/>
                      <a:gd name="T32" fmla="*/ 2147483646 w 38"/>
                      <a:gd name="T33" fmla="*/ 2147483646 h 38"/>
                      <a:gd name="T34" fmla="*/ 2147483646 w 38"/>
                      <a:gd name="T35" fmla="*/ 0 h 38"/>
                      <a:gd name="T36" fmla="*/ 2147483646 w 38"/>
                      <a:gd name="T37" fmla="*/ 2147483646 h 38"/>
                      <a:gd name="T38" fmla="*/ 2147483646 w 38"/>
                      <a:gd name="T39" fmla="*/ 2147483646 h 38"/>
                      <a:gd name="T40" fmla="*/ 2147483646 w 38"/>
                      <a:gd name="T41" fmla="*/ 2147483646 h 38"/>
                      <a:gd name="T42" fmla="*/ 2147483646 w 38"/>
                      <a:gd name="T43" fmla="*/ 2147483646 h 38"/>
                      <a:gd name="T44" fmla="*/ 2147483646 w 38"/>
                      <a:gd name="T45" fmla="*/ 2147483646 h 38"/>
                      <a:gd name="T46" fmla="*/ 2147483646 w 38"/>
                      <a:gd name="T47" fmla="*/ 2147483646 h 38"/>
                      <a:gd name="T48" fmla="*/ 0 w 38"/>
                      <a:gd name="T49" fmla="*/ 2147483646 h 38"/>
                      <a:gd name="T50" fmla="*/ 2147483646 w 38"/>
                      <a:gd name="T51" fmla="*/ 2147483646 h 38"/>
                      <a:gd name="T52" fmla="*/ 2147483646 w 38"/>
                      <a:gd name="T53" fmla="*/ 2147483646 h 3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8" h="38">
                        <a:moveTo>
                          <a:pt x="5" y="25"/>
                        </a:moveTo>
                        <a:cubicBezTo>
                          <a:pt x="13" y="25"/>
                          <a:pt x="13" y="25"/>
                          <a:pt x="13" y="25"/>
                        </a:cubicBezTo>
                        <a:cubicBezTo>
                          <a:pt x="13" y="33"/>
                          <a:pt x="13" y="33"/>
                          <a:pt x="13" y="33"/>
                        </a:cubicBezTo>
                        <a:cubicBezTo>
                          <a:pt x="13" y="34"/>
                          <a:pt x="14" y="36"/>
                          <a:pt x="15" y="37"/>
                        </a:cubicBezTo>
                        <a:cubicBezTo>
                          <a:pt x="16" y="38"/>
                          <a:pt x="17" y="38"/>
                          <a:pt x="19" y="38"/>
                        </a:cubicBezTo>
                        <a:cubicBezTo>
                          <a:pt x="20" y="38"/>
                          <a:pt x="22" y="38"/>
                          <a:pt x="23" y="37"/>
                        </a:cubicBezTo>
                        <a:cubicBezTo>
                          <a:pt x="23" y="37"/>
                          <a:pt x="23" y="37"/>
                          <a:pt x="23" y="37"/>
                        </a:cubicBezTo>
                        <a:cubicBezTo>
                          <a:pt x="24" y="36"/>
                          <a:pt x="25" y="34"/>
                          <a:pt x="25" y="33"/>
                        </a:cubicBezTo>
                        <a:cubicBezTo>
                          <a:pt x="25" y="25"/>
                          <a:pt x="25" y="25"/>
                          <a:pt x="25" y="25"/>
                        </a:cubicBezTo>
                        <a:cubicBezTo>
                          <a:pt x="32" y="25"/>
                          <a:pt x="32" y="25"/>
                          <a:pt x="32" y="25"/>
                        </a:cubicBezTo>
                        <a:cubicBezTo>
                          <a:pt x="34" y="25"/>
                          <a:pt x="35" y="24"/>
                          <a:pt x="36" y="23"/>
                        </a:cubicBezTo>
                        <a:cubicBezTo>
                          <a:pt x="37" y="22"/>
                          <a:pt x="38" y="21"/>
                          <a:pt x="38" y="19"/>
                        </a:cubicBezTo>
                        <a:cubicBezTo>
                          <a:pt x="38" y="18"/>
                          <a:pt x="37" y="16"/>
                          <a:pt x="36" y="15"/>
                        </a:cubicBezTo>
                        <a:cubicBezTo>
                          <a:pt x="35" y="14"/>
                          <a:pt x="34" y="14"/>
                          <a:pt x="32" y="14"/>
                        </a:cubicBezTo>
                        <a:cubicBezTo>
                          <a:pt x="25" y="14"/>
                          <a:pt x="25" y="14"/>
                          <a:pt x="25" y="14"/>
                        </a:cubicBezTo>
                        <a:cubicBezTo>
                          <a:pt x="25" y="6"/>
                          <a:pt x="25" y="6"/>
                          <a:pt x="25" y="6"/>
                        </a:cubicBezTo>
                        <a:cubicBezTo>
                          <a:pt x="25" y="4"/>
                          <a:pt x="24" y="3"/>
                          <a:pt x="23" y="2"/>
                        </a:cubicBezTo>
                        <a:cubicBezTo>
                          <a:pt x="22" y="1"/>
                          <a:pt x="20" y="0"/>
                          <a:pt x="19" y="0"/>
                        </a:cubicBezTo>
                        <a:cubicBezTo>
                          <a:pt x="17" y="0"/>
                          <a:pt x="16" y="1"/>
                          <a:pt x="15" y="2"/>
                        </a:cubicBezTo>
                        <a:cubicBezTo>
                          <a:pt x="15" y="2"/>
                          <a:pt x="15" y="2"/>
                          <a:pt x="15" y="2"/>
                        </a:cubicBezTo>
                        <a:cubicBezTo>
                          <a:pt x="14" y="3"/>
                          <a:pt x="13" y="4"/>
                          <a:pt x="13" y="6"/>
                        </a:cubicBezTo>
                        <a:cubicBezTo>
                          <a:pt x="13" y="14"/>
                          <a:pt x="13" y="14"/>
                          <a:pt x="13" y="14"/>
                        </a:cubicBezTo>
                        <a:cubicBezTo>
                          <a:pt x="5" y="14"/>
                          <a:pt x="5" y="14"/>
                          <a:pt x="5" y="14"/>
                        </a:cubicBezTo>
                        <a:cubicBezTo>
                          <a:pt x="4" y="14"/>
                          <a:pt x="2" y="14"/>
                          <a:pt x="1" y="15"/>
                        </a:cubicBezTo>
                        <a:cubicBezTo>
                          <a:pt x="0" y="16"/>
                          <a:pt x="0" y="18"/>
                          <a:pt x="0" y="19"/>
                        </a:cubicBezTo>
                        <a:cubicBezTo>
                          <a:pt x="0" y="21"/>
                          <a:pt x="0" y="22"/>
                          <a:pt x="1" y="23"/>
                        </a:cubicBezTo>
                        <a:cubicBezTo>
                          <a:pt x="2" y="24"/>
                          <a:pt x="4" y="25"/>
                          <a:pt x="5" y="2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49" name="Rectangle 399">
                    <a:extLst>
                      <a:ext uri="{FF2B5EF4-FFF2-40B4-BE49-F238E27FC236}">
                        <a16:creationId xmlns:a16="http://schemas.microsoft.com/office/drawing/2014/main" id="{25EE0981-8F16-463E-AC5E-2D11451A2A85}"/>
                      </a:ext>
                    </a:extLst>
                  </p:cNvPr>
                  <p:cNvSpPr>
                    <a:spLocks noChangeArrowheads="1"/>
                  </p:cNvSpPr>
                  <p:nvPr/>
                </p:nvSpPr>
                <p:spPr bwMode="auto">
                  <a:xfrm>
                    <a:off x="5235499" y="3760232"/>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50" name="Freeform 400">
                    <a:extLst>
                      <a:ext uri="{FF2B5EF4-FFF2-40B4-BE49-F238E27FC236}">
                        <a16:creationId xmlns:a16="http://schemas.microsoft.com/office/drawing/2014/main" id="{EAC05C77-3177-4EFB-AC78-CE6CE8C0CA98}"/>
                      </a:ext>
                    </a:extLst>
                  </p:cNvPr>
                  <p:cNvSpPr>
                    <a:spLocks/>
                  </p:cNvSpPr>
                  <p:nvPr/>
                </p:nvSpPr>
                <p:spPr bwMode="auto">
                  <a:xfrm>
                    <a:off x="4615068" y="4163896"/>
                    <a:ext cx="36609" cy="36609"/>
                  </a:xfrm>
                  <a:custGeom>
                    <a:avLst/>
                    <a:gdLst>
                      <a:gd name="T0" fmla="*/ 2147483646 w 38"/>
                      <a:gd name="T1" fmla="*/ 2147483646 h 38"/>
                      <a:gd name="T2" fmla="*/ 2147483646 w 38"/>
                      <a:gd name="T3" fmla="*/ 0 h 38"/>
                      <a:gd name="T4" fmla="*/ 2147483646 w 38"/>
                      <a:gd name="T5" fmla="*/ 2147483646 h 38"/>
                      <a:gd name="T6" fmla="*/ 2147483646 w 38"/>
                      <a:gd name="T7" fmla="*/ 2147483646 h 38"/>
                      <a:gd name="T8" fmla="*/ 2147483646 w 38"/>
                      <a:gd name="T9" fmla="*/ 2147483646 h 38"/>
                      <a:gd name="T10" fmla="*/ 2147483646 w 38"/>
                      <a:gd name="T11" fmla="*/ 2147483646 h 38"/>
                      <a:gd name="T12" fmla="*/ 2147483646 w 38"/>
                      <a:gd name="T13" fmla="*/ 2147483646 h 38"/>
                      <a:gd name="T14" fmla="*/ 2147483646 w 38"/>
                      <a:gd name="T15" fmla="*/ 2147483646 h 38"/>
                      <a:gd name="T16" fmla="*/ 0 w 38"/>
                      <a:gd name="T17" fmla="*/ 2147483646 h 38"/>
                      <a:gd name="T18" fmla="*/ 2147483646 w 38"/>
                      <a:gd name="T19" fmla="*/ 2147483646 h 38"/>
                      <a:gd name="T20" fmla="*/ 2147483646 w 38"/>
                      <a:gd name="T21" fmla="*/ 2147483646 h 38"/>
                      <a:gd name="T22" fmla="*/ 2147483646 w 38"/>
                      <a:gd name="T23" fmla="*/ 2147483646 h 38"/>
                      <a:gd name="T24" fmla="*/ 2147483646 w 38"/>
                      <a:gd name="T25" fmla="*/ 2147483646 h 38"/>
                      <a:gd name="T26" fmla="*/ 2147483646 w 38"/>
                      <a:gd name="T27" fmla="*/ 2147483646 h 38"/>
                      <a:gd name="T28" fmla="*/ 2147483646 w 38"/>
                      <a:gd name="T29" fmla="*/ 2147483646 h 38"/>
                      <a:gd name="T30" fmla="*/ 2147483646 w 38"/>
                      <a:gd name="T31" fmla="*/ 2147483646 h 38"/>
                      <a:gd name="T32" fmla="*/ 2147483646 w 38"/>
                      <a:gd name="T33" fmla="*/ 2147483646 h 38"/>
                      <a:gd name="T34" fmla="*/ 2147483646 w 38"/>
                      <a:gd name="T35" fmla="*/ 2147483646 h 38"/>
                      <a:gd name="T36" fmla="*/ 2147483646 w 38"/>
                      <a:gd name="T37" fmla="*/ 2147483646 h 38"/>
                      <a:gd name="T38" fmla="*/ 2147483646 w 38"/>
                      <a:gd name="T39" fmla="*/ 2147483646 h 38"/>
                      <a:gd name="T40" fmla="*/ 2147483646 w 38"/>
                      <a:gd name="T41" fmla="*/ 2147483646 h 38"/>
                      <a:gd name="T42" fmla="*/ 2147483646 w 38"/>
                      <a:gd name="T43" fmla="*/ 2147483646 h 38"/>
                      <a:gd name="T44" fmla="*/ 2147483646 w 38"/>
                      <a:gd name="T45" fmla="*/ 2147483646 h 38"/>
                      <a:gd name="T46" fmla="*/ 2147483646 w 38"/>
                      <a:gd name="T47" fmla="*/ 2147483646 h 38"/>
                      <a:gd name="T48" fmla="*/ 2147483646 w 38"/>
                      <a:gd name="T49" fmla="*/ 2147483646 h 38"/>
                      <a:gd name="T50" fmla="*/ 2147483646 w 38"/>
                      <a:gd name="T51" fmla="*/ 2147483646 h 38"/>
                      <a:gd name="T52" fmla="*/ 2147483646 w 38"/>
                      <a:gd name="T53" fmla="*/ 2147483646 h 3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8" h="38">
                        <a:moveTo>
                          <a:pt x="23" y="2"/>
                        </a:moveTo>
                        <a:cubicBezTo>
                          <a:pt x="22" y="0"/>
                          <a:pt x="20" y="0"/>
                          <a:pt x="19" y="0"/>
                        </a:cubicBezTo>
                        <a:cubicBezTo>
                          <a:pt x="17" y="0"/>
                          <a:pt x="16" y="0"/>
                          <a:pt x="15" y="2"/>
                        </a:cubicBezTo>
                        <a:cubicBezTo>
                          <a:pt x="15" y="2"/>
                          <a:pt x="15" y="2"/>
                          <a:pt x="15" y="2"/>
                        </a:cubicBezTo>
                        <a:cubicBezTo>
                          <a:pt x="14" y="3"/>
                          <a:pt x="13" y="4"/>
                          <a:pt x="13" y="6"/>
                        </a:cubicBezTo>
                        <a:cubicBezTo>
                          <a:pt x="13" y="13"/>
                          <a:pt x="13" y="13"/>
                          <a:pt x="13" y="13"/>
                        </a:cubicBezTo>
                        <a:cubicBezTo>
                          <a:pt x="5" y="13"/>
                          <a:pt x="5" y="13"/>
                          <a:pt x="5" y="13"/>
                        </a:cubicBezTo>
                        <a:cubicBezTo>
                          <a:pt x="4" y="13"/>
                          <a:pt x="2" y="14"/>
                          <a:pt x="1" y="15"/>
                        </a:cubicBezTo>
                        <a:cubicBezTo>
                          <a:pt x="0" y="16"/>
                          <a:pt x="0" y="17"/>
                          <a:pt x="0" y="19"/>
                        </a:cubicBezTo>
                        <a:cubicBezTo>
                          <a:pt x="0" y="20"/>
                          <a:pt x="0" y="22"/>
                          <a:pt x="1" y="23"/>
                        </a:cubicBezTo>
                        <a:cubicBezTo>
                          <a:pt x="2" y="24"/>
                          <a:pt x="4" y="25"/>
                          <a:pt x="5" y="25"/>
                        </a:cubicBezTo>
                        <a:cubicBezTo>
                          <a:pt x="13" y="25"/>
                          <a:pt x="13" y="25"/>
                          <a:pt x="13" y="25"/>
                        </a:cubicBezTo>
                        <a:cubicBezTo>
                          <a:pt x="13" y="32"/>
                          <a:pt x="13" y="32"/>
                          <a:pt x="13" y="32"/>
                        </a:cubicBezTo>
                        <a:cubicBezTo>
                          <a:pt x="13" y="34"/>
                          <a:pt x="14" y="35"/>
                          <a:pt x="15" y="36"/>
                        </a:cubicBezTo>
                        <a:cubicBezTo>
                          <a:pt x="16" y="38"/>
                          <a:pt x="17" y="38"/>
                          <a:pt x="19" y="38"/>
                        </a:cubicBezTo>
                        <a:cubicBezTo>
                          <a:pt x="20" y="38"/>
                          <a:pt x="22" y="38"/>
                          <a:pt x="23" y="36"/>
                        </a:cubicBezTo>
                        <a:cubicBezTo>
                          <a:pt x="23" y="36"/>
                          <a:pt x="23" y="36"/>
                          <a:pt x="23" y="36"/>
                        </a:cubicBezTo>
                        <a:cubicBezTo>
                          <a:pt x="24" y="35"/>
                          <a:pt x="25" y="34"/>
                          <a:pt x="25" y="32"/>
                        </a:cubicBezTo>
                        <a:cubicBezTo>
                          <a:pt x="25" y="25"/>
                          <a:pt x="25" y="25"/>
                          <a:pt x="25" y="25"/>
                        </a:cubicBezTo>
                        <a:cubicBezTo>
                          <a:pt x="32" y="25"/>
                          <a:pt x="32" y="25"/>
                          <a:pt x="32" y="25"/>
                        </a:cubicBezTo>
                        <a:cubicBezTo>
                          <a:pt x="34" y="25"/>
                          <a:pt x="35" y="24"/>
                          <a:pt x="36" y="23"/>
                        </a:cubicBezTo>
                        <a:cubicBezTo>
                          <a:pt x="37" y="22"/>
                          <a:pt x="38" y="20"/>
                          <a:pt x="38" y="19"/>
                        </a:cubicBezTo>
                        <a:cubicBezTo>
                          <a:pt x="38" y="17"/>
                          <a:pt x="37" y="16"/>
                          <a:pt x="36" y="15"/>
                        </a:cubicBezTo>
                        <a:cubicBezTo>
                          <a:pt x="35" y="14"/>
                          <a:pt x="34" y="13"/>
                          <a:pt x="32" y="13"/>
                        </a:cubicBezTo>
                        <a:cubicBezTo>
                          <a:pt x="25" y="13"/>
                          <a:pt x="25" y="13"/>
                          <a:pt x="25" y="13"/>
                        </a:cubicBezTo>
                        <a:cubicBezTo>
                          <a:pt x="25" y="6"/>
                          <a:pt x="25" y="6"/>
                          <a:pt x="25" y="6"/>
                        </a:cubicBezTo>
                        <a:cubicBezTo>
                          <a:pt x="25" y="4"/>
                          <a:pt x="24" y="3"/>
                          <a:pt x="23" y="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1" name="Freeform 401">
                    <a:extLst>
                      <a:ext uri="{FF2B5EF4-FFF2-40B4-BE49-F238E27FC236}">
                        <a16:creationId xmlns:a16="http://schemas.microsoft.com/office/drawing/2014/main" id="{0CB98B8F-A3F3-4B9C-B746-4EF8CCB89F58}"/>
                      </a:ext>
                    </a:extLst>
                  </p:cNvPr>
                  <p:cNvSpPr>
                    <a:spLocks/>
                  </p:cNvSpPr>
                  <p:nvPr/>
                </p:nvSpPr>
                <p:spPr bwMode="auto">
                  <a:xfrm>
                    <a:off x="4649750" y="418605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2" name="Freeform 402">
                    <a:extLst>
                      <a:ext uri="{FF2B5EF4-FFF2-40B4-BE49-F238E27FC236}">
                        <a16:creationId xmlns:a16="http://schemas.microsoft.com/office/drawing/2014/main" id="{E287F404-2A7D-4A8D-8A6F-C31030976B11}"/>
                      </a:ext>
                    </a:extLst>
                  </p:cNvPr>
                  <p:cNvSpPr>
                    <a:spLocks/>
                  </p:cNvSpPr>
                  <p:nvPr/>
                </p:nvSpPr>
                <p:spPr bwMode="auto">
                  <a:xfrm>
                    <a:off x="4518728" y="5693779"/>
                    <a:ext cx="32755" cy="63584"/>
                  </a:xfrm>
                  <a:custGeom>
                    <a:avLst/>
                    <a:gdLst>
                      <a:gd name="T0" fmla="*/ 0 w 34"/>
                      <a:gd name="T1" fmla="*/ 2147483646 h 66"/>
                      <a:gd name="T2" fmla="*/ 2147483646 w 34"/>
                      <a:gd name="T3" fmla="*/ 2147483646 h 66"/>
                      <a:gd name="T4" fmla="*/ 2147483646 w 34"/>
                      <a:gd name="T5" fmla="*/ 2147483646 h 66"/>
                      <a:gd name="T6" fmla="*/ 2147483646 w 34"/>
                      <a:gd name="T7" fmla="*/ 2147483646 h 66"/>
                      <a:gd name="T8" fmla="*/ 2147483646 w 34"/>
                      <a:gd name="T9" fmla="*/ 2147483646 h 66"/>
                      <a:gd name="T10" fmla="*/ 2147483646 w 34"/>
                      <a:gd name="T11" fmla="*/ 2147483646 h 66"/>
                      <a:gd name="T12" fmla="*/ 2147483646 w 34"/>
                      <a:gd name="T13" fmla="*/ 2147483646 h 66"/>
                      <a:gd name="T14" fmla="*/ 2147483646 w 34"/>
                      <a:gd name="T15" fmla="*/ 2147483646 h 66"/>
                      <a:gd name="T16" fmla="*/ 2147483646 w 34"/>
                      <a:gd name="T17" fmla="*/ 2147483646 h 66"/>
                      <a:gd name="T18" fmla="*/ 2147483646 w 34"/>
                      <a:gd name="T19" fmla="*/ 2147483646 h 66"/>
                      <a:gd name="T20" fmla="*/ 2147483646 w 34"/>
                      <a:gd name="T21" fmla="*/ 2147483646 h 66"/>
                      <a:gd name="T22" fmla="*/ 2147483646 w 34"/>
                      <a:gd name="T23" fmla="*/ 0 h 66"/>
                      <a:gd name="T24" fmla="*/ 2147483646 w 34"/>
                      <a:gd name="T25" fmla="*/ 2147483646 h 66"/>
                      <a:gd name="T26" fmla="*/ 2147483646 w 34"/>
                      <a:gd name="T27" fmla="*/ 2147483646 h 66"/>
                      <a:gd name="T28" fmla="*/ 2147483646 w 34"/>
                      <a:gd name="T29" fmla="*/ 2147483646 h 66"/>
                      <a:gd name="T30" fmla="*/ 2147483646 w 34"/>
                      <a:gd name="T31" fmla="*/ 2147483646 h 66"/>
                      <a:gd name="T32" fmla="*/ 0 w 34"/>
                      <a:gd name="T33" fmla="*/ 2147483646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4" h="66">
                        <a:moveTo>
                          <a:pt x="0" y="60"/>
                        </a:moveTo>
                        <a:cubicBezTo>
                          <a:pt x="0" y="62"/>
                          <a:pt x="1" y="63"/>
                          <a:pt x="2" y="64"/>
                        </a:cubicBezTo>
                        <a:cubicBezTo>
                          <a:pt x="3" y="65"/>
                          <a:pt x="5" y="66"/>
                          <a:pt x="6" y="66"/>
                        </a:cubicBezTo>
                        <a:cubicBezTo>
                          <a:pt x="7" y="66"/>
                          <a:pt x="8" y="66"/>
                          <a:pt x="9" y="65"/>
                        </a:cubicBezTo>
                        <a:cubicBezTo>
                          <a:pt x="10" y="65"/>
                          <a:pt x="11" y="64"/>
                          <a:pt x="11" y="63"/>
                        </a:cubicBezTo>
                        <a:cubicBezTo>
                          <a:pt x="11" y="63"/>
                          <a:pt x="11" y="63"/>
                          <a:pt x="11" y="63"/>
                        </a:cubicBezTo>
                        <a:cubicBezTo>
                          <a:pt x="33" y="8"/>
                          <a:pt x="33" y="8"/>
                          <a:pt x="33" y="8"/>
                        </a:cubicBezTo>
                        <a:cubicBezTo>
                          <a:pt x="33" y="8"/>
                          <a:pt x="33" y="8"/>
                          <a:pt x="33" y="8"/>
                        </a:cubicBezTo>
                        <a:cubicBezTo>
                          <a:pt x="33" y="7"/>
                          <a:pt x="34" y="6"/>
                          <a:pt x="34" y="6"/>
                        </a:cubicBezTo>
                        <a:cubicBezTo>
                          <a:pt x="34" y="4"/>
                          <a:pt x="33" y="3"/>
                          <a:pt x="32" y="2"/>
                        </a:cubicBezTo>
                        <a:cubicBezTo>
                          <a:pt x="32" y="2"/>
                          <a:pt x="32" y="2"/>
                          <a:pt x="32" y="2"/>
                        </a:cubicBezTo>
                        <a:cubicBezTo>
                          <a:pt x="31" y="1"/>
                          <a:pt x="29" y="0"/>
                          <a:pt x="28" y="0"/>
                        </a:cubicBezTo>
                        <a:cubicBezTo>
                          <a:pt x="26" y="0"/>
                          <a:pt x="25" y="1"/>
                          <a:pt x="24" y="2"/>
                        </a:cubicBezTo>
                        <a:cubicBezTo>
                          <a:pt x="23" y="2"/>
                          <a:pt x="23" y="3"/>
                          <a:pt x="23" y="3"/>
                        </a:cubicBezTo>
                        <a:cubicBezTo>
                          <a:pt x="23" y="3"/>
                          <a:pt x="23" y="3"/>
                          <a:pt x="23" y="3"/>
                        </a:cubicBezTo>
                        <a:cubicBezTo>
                          <a:pt x="1" y="58"/>
                          <a:pt x="1" y="58"/>
                          <a:pt x="1" y="58"/>
                        </a:cubicBezTo>
                        <a:cubicBezTo>
                          <a:pt x="1" y="59"/>
                          <a:pt x="0" y="60"/>
                          <a:pt x="0" y="6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3" name="Rectangle 403">
                    <a:extLst>
                      <a:ext uri="{FF2B5EF4-FFF2-40B4-BE49-F238E27FC236}">
                        <a16:creationId xmlns:a16="http://schemas.microsoft.com/office/drawing/2014/main" id="{37DEF57F-3CA8-4C8D-A6A0-89C0DD4453C6}"/>
                      </a:ext>
                    </a:extLst>
                  </p:cNvPr>
                  <p:cNvSpPr>
                    <a:spLocks noChangeArrowheads="1"/>
                  </p:cNvSpPr>
                  <p:nvPr/>
                </p:nvSpPr>
                <p:spPr bwMode="auto">
                  <a:xfrm>
                    <a:off x="4541850" y="5695706"/>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54" name="Freeform 404">
                    <a:extLst>
                      <a:ext uri="{FF2B5EF4-FFF2-40B4-BE49-F238E27FC236}">
                        <a16:creationId xmlns:a16="http://schemas.microsoft.com/office/drawing/2014/main" id="{16630630-19C6-4F1C-8001-DF8901555E42}"/>
                      </a:ext>
                    </a:extLst>
                  </p:cNvPr>
                  <p:cNvSpPr>
                    <a:spLocks/>
                  </p:cNvSpPr>
                  <p:nvPr/>
                </p:nvSpPr>
                <p:spPr bwMode="auto">
                  <a:xfrm>
                    <a:off x="5051489" y="3836340"/>
                    <a:ext cx="26975" cy="10598"/>
                  </a:xfrm>
                  <a:custGeom>
                    <a:avLst/>
                    <a:gdLst>
                      <a:gd name="T0" fmla="*/ 2147483646 w 28"/>
                      <a:gd name="T1" fmla="*/ 2147483646 h 11"/>
                      <a:gd name="T2" fmla="*/ 2147483646 w 28"/>
                      <a:gd name="T3" fmla="*/ 2147483646 h 11"/>
                      <a:gd name="T4" fmla="*/ 2147483646 w 28"/>
                      <a:gd name="T5" fmla="*/ 2147483646 h 11"/>
                      <a:gd name="T6" fmla="*/ 2147483646 w 28"/>
                      <a:gd name="T7" fmla="*/ 2147483646 h 11"/>
                      <a:gd name="T8" fmla="*/ 2147483646 w 28"/>
                      <a:gd name="T9" fmla="*/ 2147483646 h 11"/>
                      <a:gd name="T10" fmla="*/ 2147483646 w 28"/>
                      <a:gd name="T11" fmla="*/ 2147483646 h 11"/>
                      <a:gd name="T12" fmla="*/ 2147483646 w 28"/>
                      <a:gd name="T13" fmla="*/ 0 h 11"/>
                      <a:gd name="T14" fmla="*/ 2147483646 w 28"/>
                      <a:gd name="T15" fmla="*/ 0 h 11"/>
                      <a:gd name="T16" fmla="*/ 2147483646 w 28"/>
                      <a:gd name="T17" fmla="*/ 2147483646 h 11"/>
                      <a:gd name="T18" fmla="*/ 0 w 28"/>
                      <a:gd name="T19" fmla="*/ 2147483646 h 11"/>
                      <a:gd name="T20" fmla="*/ 2147483646 w 28"/>
                      <a:gd name="T21" fmla="*/ 2147483646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 h="11">
                        <a:moveTo>
                          <a:pt x="2" y="10"/>
                        </a:moveTo>
                        <a:cubicBezTo>
                          <a:pt x="3" y="11"/>
                          <a:pt x="4" y="11"/>
                          <a:pt x="6" y="11"/>
                        </a:cubicBezTo>
                        <a:cubicBezTo>
                          <a:pt x="22" y="11"/>
                          <a:pt x="22" y="11"/>
                          <a:pt x="22" y="11"/>
                        </a:cubicBezTo>
                        <a:cubicBezTo>
                          <a:pt x="23" y="11"/>
                          <a:pt x="25" y="11"/>
                          <a:pt x="26" y="10"/>
                        </a:cubicBezTo>
                        <a:cubicBezTo>
                          <a:pt x="27" y="9"/>
                          <a:pt x="28" y="7"/>
                          <a:pt x="28" y="6"/>
                        </a:cubicBezTo>
                        <a:cubicBezTo>
                          <a:pt x="28" y="4"/>
                          <a:pt x="27" y="3"/>
                          <a:pt x="26" y="2"/>
                        </a:cubicBezTo>
                        <a:cubicBezTo>
                          <a:pt x="25" y="1"/>
                          <a:pt x="23" y="0"/>
                          <a:pt x="22" y="0"/>
                        </a:cubicBezTo>
                        <a:cubicBezTo>
                          <a:pt x="6" y="0"/>
                          <a:pt x="6" y="0"/>
                          <a:pt x="6" y="0"/>
                        </a:cubicBezTo>
                        <a:cubicBezTo>
                          <a:pt x="4" y="0"/>
                          <a:pt x="3" y="1"/>
                          <a:pt x="2" y="2"/>
                        </a:cubicBezTo>
                        <a:cubicBezTo>
                          <a:pt x="1" y="3"/>
                          <a:pt x="0" y="4"/>
                          <a:pt x="0" y="6"/>
                        </a:cubicBezTo>
                        <a:cubicBezTo>
                          <a:pt x="0" y="7"/>
                          <a:pt x="1" y="9"/>
                          <a:pt x="2" y="1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5" name="Freeform 405">
                    <a:extLst>
                      <a:ext uri="{FF2B5EF4-FFF2-40B4-BE49-F238E27FC236}">
                        <a16:creationId xmlns:a16="http://schemas.microsoft.com/office/drawing/2014/main" id="{FB002D07-FB1A-4F8B-96A3-DE952F681299}"/>
                      </a:ext>
                    </a:extLst>
                  </p:cNvPr>
                  <p:cNvSpPr>
                    <a:spLocks/>
                  </p:cNvSpPr>
                  <p:nvPr/>
                </p:nvSpPr>
                <p:spPr bwMode="auto">
                  <a:xfrm>
                    <a:off x="4390596" y="4830571"/>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6" name="Freeform 406">
                    <a:extLst>
                      <a:ext uri="{FF2B5EF4-FFF2-40B4-BE49-F238E27FC236}">
                        <a16:creationId xmlns:a16="http://schemas.microsoft.com/office/drawing/2014/main" id="{6C8EF87A-5B76-485B-A8CA-4E7D350C0603}"/>
                      </a:ext>
                    </a:extLst>
                  </p:cNvPr>
                  <p:cNvSpPr>
                    <a:spLocks/>
                  </p:cNvSpPr>
                  <p:nvPr/>
                </p:nvSpPr>
                <p:spPr bwMode="auto">
                  <a:xfrm>
                    <a:off x="4388668" y="4820937"/>
                    <a:ext cx="26975" cy="11561"/>
                  </a:xfrm>
                  <a:custGeom>
                    <a:avLst/>
                    <a:gdLst>
                      <a:gd name="T0" fmla="*/ 2147483646 w 28"/>
                      <a:gd name="T1" fmla="*/ 2147483646 h 12"/>
                      <a:gd name="T2" fmla="*/ 2147483646 w 28"/>
                      <a:gd name="T3" fmla="*/ 2147483646 h 12"/>
                      <a:gd name="T4" fmla="*/ 2147483646 w 28"/>
                      <a:gd name="T5" fmla="*/ 2147483646 h 12"/>
                      <a:gd name="T6" fmla="*/ 2147483646 w 28"/>
                      <a:gd name="T7" fmla="*/ 2147483646 h 12"/>
                      <a:gd name="T8" fmla="*/ 2147483646 w 28"/>
                      <a:gd name="T9" fmla="*/ 0 h 12"/>
                      <a:gd name="T10" fmla="*/ 2147483646 w 28"/>
                      <a:gd name="T11" fmla="*/ 0 h 12"/>
                      <a:gd name="T12" fmla="*/ 2147483646 w 28"/>
                      <a:gd name="T13" fmla="*/ 2147483646 h 12"/>
                      <a:gd name="T14" fmla="*/ 0 w 28"/>
                      <a:gd name="T15" fmla="*/ 2147483646 h 12"/>
                      <a:gd name="T16" fmla="*/ 2147483646 w 28"/>
                      <a:gd name="T17" fmla="*/ 2147483646 h 12"/>
                      <a:gd name="T18" fmla="*/ 2147483646 w 28"/>
                      <a:gd name="T19" fmla="*/ 2147483646 h 12"/>
                      <a:gd name="T20" fmla="*/ 2147483646 w 28"/>
                      <a:gd name="T21" fmla="*/ 2147483646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 h="12">
                        <a:moveTo>
                          <a:pt x="22" y="11"/>
                        </a:moveTo>
                        <a:cubicBezTo>
                          <a:pt x="23" y="12"/>
                          <a:pt x="25" y="11"/>
                          <a:pt x="26" y="10"/>
                        </a:cubicBezTo>
                        <a:cubicBezTo>
                          <a:pt x="27" y="9"/>
                          <a:pt x="28" y="7"/>
                          <a:pt x="28" y="6"/>
                        </a:cubicBezTo>
                        <a:cubicBezTo>
                          <a:pt x="28" y="4"/>
                          <a:pt x="27" y="3"/>
                          <a:pt x="26" y="2"/>
                        </a:cubicBezTo>
                        <a:cubicBezTo>
                          <a:pt x="25" y="1"/>
                          <a:pt x="23" y="0"/>
                          <a:pt x="22" y="0"/>
                        </a:cubicBezTo>
                        <a:cubicBezTo>
                          <a:pt x="6" y="0"/>
                          <a:pt x="6" y="0"/>
                          <a:pt x="6" y="0"/>
                        </a:cubicBezTo>
                        <a:cubicBezTo>
                          <a:pt x="4" y="0"/>
                          <a:pt x="3" y="1"/>
                          <a:pt x="2" y="2"/>
                        </a:cubicBezTo>
                        <a:cubicBezTo>
                          <a:pt x="1" y="3"/>
                          <a:pt x="0" y="4"/>
                          <a:pt x="0" y="6"/>
                        </a:cubicBezTo>
                        <a:cubicBezTo>
                          <a:pt x="0" y="7"/>
                          <a:pt x="1" y="9"/>
                          <a:pt x="2" y="10"/>
                        </a:cubicBezTo>
                        <a:cubicBezTo>
                          <a:pt x="3" y="11"/>
                          <a:pt x="4" y="12"/>
                          <a:pt x="6" y="11"/>
                        </a:cubicBezTo>
                        <a:lnTo>
                          <a:pt x="22" y="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7" name="Freeform 407">
                    <a:extLst>
                      <a:ext uri="{FF2B5EF4-FFF2-40B4-BE49-F238E27FC236}">
                        <a16:creationId xmlns:a16="http://schemas.microsoft.com/office/drawing/2014/main" id="{FCC80AEB-79DF-4CFE-8927-0B3B960E76E1}"/>
                      </a:ext>
                    </a:extLst>
                  </p:cNvPr>
                  <p:cNvSpPr>
                    <a:spLocks/>
                  </p:cNvSpPr>
                  <p:nvPr/>
                </p:nvSpPr>
                <p:spPr bwMode="auto">
                  <a:xfrm>
                    <a:off x="5821248" y="4576233"/>
                    <a:ext cx="26975" cy="10598"/>
                  </a:xfrm>
                  <a:custGeom>
                    <a:avLst/>
                    <a:gdLst>
                      <a:gd name="T0" fmla="*/ 2147483646 w 28"/>
                      <a:gd name="T1" fmla="*/ 2147483646 h 11"/>
                      <a:gd name="T2" fmla="*/ 2147483646 w 28"/>
                      <a:gd name="T3" fmla="*/ 2147483646 h 11"/>
                      <a:gd name="T4" fmla="*/ 2147483646 w 28"/>
                      <a:gd name="T5" fmla="*/ 2147483646 h 11"/>
                      <a:gd name="T6" fmla="*/ 2147483646 w 28"/>
                      <a:gd name="T7" fmla="*/ 2147483646 h 11"/>
                      <a:gd name="T8" fmla="*/ 2147483646 w 28"/>
                      <a:gd name="T9" fmla="*/ 2147483646 h 11"/>
                      <a:gd name="T10" fmla="*/ 2147483646 w 28"/>
                      <a:gd name="T11" fmla="*/ 2147483646 h 11"/>
                      <a:gd name="T12" fmla="*/ 2147483646 w 28"/>
                      <a:gd name="T13" fmla="*/ 0 h 11"/>
                      <a:gd name="T14" fmla="*/ 2147483646 w 28"/>
                      <a:gd name="T15" fmla="*/ 0 h 11"/>
                      <a:gd name="T16" fmla="*/ 2147483646 w 28"/>
                      <a:gd name="T17" fmla="*/ 2147483646 h 11"/>
                      <a:gd name="T18" fmla="*/ 0 w 28"/>
                      <a:gd name="T19" fmla="*/ 2147483646 h 11"/>
                      <a:gd name="T20" fmla="*/ 2147483646 w 28"/>
                      <a:gd name="T21" fmla="*/ 2147483646 h 11"/>
                      <a:gd name="T22" fmla="*/ 2147483646 w 28"/>
                      <a:gd name="T23" fmla="*/ 2147483646 h 11"/>
                      <a:gd name="T24" fmla="*/ 2147483646 w 28"/>
                      <a:gd name="T25" fmla="*/ 2147483646 h 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11">
                        <a:moveTo>
                          <a:pt x="22" y="11"/>
                        </a:moveTo>
                        <a:cubicBezTo>
                          <a:pt x="24" y="11"/>
                          <a:pt x="25" y="11"/>
                          <a:pt x="26" y="10"/>
                        </a:cubicBezTo>
                        <a:cubicBezTo>
                          <a:pt x="26" y="10"/>
                          <a:pt x="26" y="10"/>
                          <a:pt x="26" y="10"/>
                        </a:cubicBezTo>
                        <a:cubicBezTo>
                          <a:pt x="27" y="9"/>
                          <a:pt x="28" y="7"/>
                          <a:pt x="28" y="6"/>
                        </a:cubicBezTo>
                        <a:cubicBezTo>
                          <a:pt x="28" y="4"/>
                          <a:pt x="27" y="3"/>
                          <a:pt x="26" y="2"/>
                        </a:cubicBezTo>
                        <a:cubicBezTo>
                          <a:pt x="26" y="2"/>
                          <a:pt x="26" y="2"/>
                          <a:pt x="26" y="2"/>
                        </a:cubicBezTo>
                        <a:cubicBezTo>
                          <a:pt x="25" y="1"/>
                          <a:pt x="24" y="0"/>
                          <a:pt x="22" y="0"/>
                        </a:cubicBezTo>
                        <a:cubicBezTo>
                          <a:pt x="6" y="0"/>
                          <a:pt x="6" y="0"/>
                          <a:pt x="6" y="0"/>
                        </a:cubicBezTo>
                        <a:cubicBezTo>
                          <a:pt x="4" y="0"/>
                          <a:pt x="3" y="1"/>
                          <a:pt x="2" y="2"/>
                        </a:cubicBezTo>
                        <a:cubicBezTo>
                          <a:pt x="1" y="3"/>
                          <a:pt x="0" y="4"/>
                          <a:pt x="0" y="6"/>
                        </a:cubicBezTo>
                        <a:cubicBezTo>
                          <a:pt x="0" y="7"/>
                          <a:pt x="1" y="9"/>
                          <a:pt x="2" y="10"/>
                        </a:cubicBezTo>
                        <a:cubicBezTo>
                          <a:pt x="3" y="11"/>
                          <a:pt x="4" y="11"/>
                          <a:pt x="6" y="11"/>
                        </a:cubicBezTo>
                        <a:lnTo>
                          <a:pt x="22" y="1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58" name="Rectangle 408">
                    <a:extLst>
                      <a:ext uri="{FF2B5EF4-FFF2-40B4-BE49-F238E27FC236}">
                        <a16:creationId xmlns:a16="http://schemas.microsoft.com/office/drawing/2014/main" id="{DB8F6FBF-CF7A-40BE-A865-F5233303B158}"/>
                      </a:ext>
                    </a:extLst>
                  </p:cNvPr>
                  <p:cNvSpPr>
                    <a:spLocks noChangeArrowheads="1"/>
                  </p:cNvSpPr>
                  <p:nvPr/>
                </p:nvSpPr>
                <p:spPr bwMode="auto">
                  <a:xfrm>
                    <a:off x="4754761" y="5973167"/>
                    <a:ext cx="964" cy="964"/>
                  </a:xfrm>
                  <a:prstGeom prst="rect">
                    <a:avLst/>
                  </a:prstGeom>
                  <a:solidFill>
                    <a:srgbClr val="9D9F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59" name="Freeform 409">
                    <a:extLst>
                      <a:ext uri="{FF2B5EF4-FFF2-40B4-BE49-F238E27FC236}">
                        <a16:creationId xmlns:a16="http://schemas.microsoft.com/office/drawing/2014/main" id="{E41CBF2D-A76B-447C-B845-8DB6C1A805A7}"/>
                      </a:ext>
                    </a:extLst>
                  </p:cNvPr>
                  <p:cNvSpPr>
                    <a:spLocks/>
                  </p:cNvSpPr>
                  <p:nvPr/>
                </p:nvSpPr>
                <p:spPr bwMode="auto">
                  <a:xfrm>
                    <a:off x="4752834" y="5975092"/>
                    <a:ext cx="26012" cy="11561"/>
                  </a:xfrm>
                  <a:custGeom>
                    <a:avLst/>
                    <a:gdLst>
                      <a:gd name="T0" fmla="*/ 2147483646 w 28"/>
                      <a:gd name="T1" fmla="*/ 2147483646 h 12"/>
                      <a:gd name="T2" fmla="*/ 2147483646 w 28"/>
                      <a:gd name="T3" fmla="*/ 2147483646 h 12"/>
                      <a:gd name="T4" fmla="*/ 2147483646 w 28"/>
                      <a:gd name="T5" fmla="*/ 2147483646 h 12"/>
                      <a:gd name="T6" fmla="*/ 2147483646 w 28"/>
                      <a:gd name="T7" fmla="*/ 2147483646 h 12"/>
                      <a:gd name="T8" fmla="*/ 2147483646 w 28"/>
                      <a:gd name="T9" fmla="*/ 0 h 12"/>
                      <a:gd name="T10" fmla="*/ 2147483646 w 28"/>
                      <a:gd name="T11" fmla="*/ 0 h 12"/>
                      <a:gd name="T12" fmla="*/ 2147483646 w 28"/>
                      <a:gd name="T13" fmla="*/ 2147483646 h 12"/>
                      <a:gd name="T14" fmla="*/ 0 w 28"/>
                      <a:gd name="T15" fmla="*/ 2147483646 h 12"/>
                      <a:gd name="T16" fmla="*/ 2147483646 w 28"/>
                      <a:gd name="T17" fmla="*/ 2147483646 h 12"/>
                      <a:gd name="T18" fmla="*/ 2147483646 w 28"/>
                      <a:gd name="T19" fmla="*/ 2147483646 h 12"/>
                      <a:gd name="T20" fmla="*/ 2147483646 w 28"/>
                      <a:gd name="T21" fmla="*/ 2147483646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 h="12">
                        <a:moveTo>
                          <a:pt x="22" y="12"/>
                        </a:moveTo>
                        <a:cubicBezTo>
                          <a:pt x="23" y="12"/>
                          <a:pt x="25" y="11"/>
                          <a:pt x="26" y="10"/>
                        </a:cubicBezTo>
                        <a:cubicBezTo>
                          <a:pt x="27" y="9"/>
                          <a:pt x="28" y="7"/>
                          <a:pt x="28" y="6"/>
                        </a:cubicBezTo>
                        <a:cubicBezTo>
                          <a:pt x="28" y="4"/>
                          <a:pt x="27" y="3"/>
                          <a:pt x="26" y="2"/>
                        </a:cubicBezTo>
                        <a:cubicBezTo>
                          <a:pt x="25" y="1"/>
                          <a:pt x="23" y="0"/>
                          <a:pt x="22" y="0"/>
                        </a:cubicBezTo>
                        <a:cubicBezTo>
                          <a:pt x="6" y="0"/>
                          <a:pt x="6" y="0"/>
                          <a:pt x="6" y="0"/>
                        </a:cubicBezTo>
                        <a:cubicBezTo>
                          <a:pt x="4" y="0"/>
                          <a:pt x="3" y="1"/>
                          <a:pt x="2" y="2"/>
                        </a:cubicBezTo>
                        <a:cubicBezTo>
                          <a:pt x="1" y="3"/>
                          <a:pt x="0" y="4"/>
                          <a:pt x="0" y="6"/>
                        </a:cubicBezTo>
                        <a:cubicBezTo>
                          <a:pt x="0" y="7"/>
                          <a:pt x="1" y="9"/>
                          <a:pt x="2" y="10"/>
                        </a:cubicBezTo>
                        <a:cubicBezTo>
                          <a:pt x="3" y="11"/>
                          <a:pt x="4" y="12"/>
                          <a:pt x="6" y="12"/>
                        </a:cubicBezTo>
                        <a:lnTo>
                          <a:pt x="22" y="12"/>
                        </a:lnTo>
                        <a:close/>
                      </a:path>
                    </a:pathLst>
                  </a:custGeom>
                  <a:solidFill>
                    <a:srgbClr val="9D9F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0" name="Freeform 410">
                    <a:extLst>
                      <a:ext uri="{FF2B5EF4-FFF2-40B4-BE49-F238E27FC236}">
                        <a16:creationId xmlns:a16="http://schemas.microsoft.com/office/drawing/2014/main" id="{B65231BA-FDE3-410F-AA4E-39ABA2B800AC}"/>
                      </a:ext>
                    </a:extLst>
                  </p:cNvPr>
                  <p:cNvSpPr>
                    <a:spLocks/>
                  </p:cNvSpPr>
                  <p:nvPr/>
                </p:nvSpPr>
                <p:spPr bwMode="auto">
                  <a:xfrm>
                    <a:off x="5189255" y="5967386"/>
                    <a:ext cx="26975" cy="11561"/>
                  </a:xfrm>
                  <a:custGeom>
                    <a:avLst/>
                    <a:gdLst>
                      <a:gd name="T0" fmla="*/ 2147483646 w 28"/>
                      <a:gd name="T1" fmla="*/ 2147483646 h 12"/>
                      <a:gd name="T2" fmla="*/ 2147483646 w 28"/>
                      <a:gd name="T3" fmla="*/ 2147483646 h 12"/>
                      <a:gd name="T4" fmla="*/ 2147483646 w 28"/>
                      <a:gd name="T5" fmla="*/ 2147483646 h 12"/>
                      <a:gd name="T6" fmla="*/ 2147483646 w 28"/>
                      <a:gd name="T7" fmla="*/ 2147483646 h 12"/>
                      <a:gd name="T8" fmla="*/ 2147483646 w 28"/>
                      <a:gd name="T9" fmla="*/ 0 h 12"/>
                      <a:gd name="T10" fmla="*/ 2147483646 w 28"/>
                      <a:gd name="T11" fmla="*/ 0 h 12"/>
                      <a:gd name="T12" fmla="*/ 2147483646 w 28"/>
                      <a:gd name="T13" fmla="*/ 2147483646 h 12"/>
                      <a:gd name="T14" fmla="*/ 0 w 28"/>
                      <a:gd name="T15" fmla="*/ 2147483646 h 12"/>
                      <a:gd name="T16" fmla="*/ 2147483646 w 28"/>
                      <a:gd name="T17" fmla="*/ 2147483646 h 12"/>
                      <a:gd name="T18" fmla="*/ 2147483646 w 28"/>
                      <a:gd name="T19" fmla="*/ 2147483646 h 12"/>
                      <a:gd name="T20" fmla="*/ 2147483646 w 28"/>
                      <a:gd name="T21" fmla="*/ 2147483646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8" h="12">
                        <a:moveTo>
                          <a:pt x="22" y="12"/>
                        </a:moveTo>
                        <a:cubicBezTo>
                          <a:pt x="23" y="12"/>
                          <a:pt x="25" y="11"/>
                          <a:pt x="26" y="10"/>
                        </a:cubicBezTo>
                        <a:cubicBezTo>
                          <a:pt x="27" y="9"/>
                          <a:pt x="28" y="7"/>
                          <a:pt x="28" y="6"/>
                        </a:cubicBezTo>
                        <a:cubicBezTo>
                          <a:pt x="28" y="4"/>
                          <a:pt x="27" y="3"/>
                          <a:pt x="26" y="2"/>
                        </a:cubicBezTo>
                        <a:cubicBezTo>
                          <a:pt x="25" y="1"/>
                          <a:pt x="23" y="0"/>
                          <a:pt x="22" y="0"/>
                        </a:cubicBezTo>
                        <a:cubicBezTo>
                          <a:pt x="6" y="0"/>
                          <a:pt x="6" y="0"/>
                          <a:pt x="6" y="0"/>
                        </a:cubicBezTo>
                        <a:cubicBezTo>
                          <a:pt x="4" y="0"/>
                          <a:pt x="3" y="1"/>
                          <a:pt x="2" y="2"/>
                        </a:cubicBezTo>
                        <a:cubicBezTo>
                          <a:pt x="1" y="3"/>
                          <a:pt x="0" y="4"/>
                          <a:pt x="0" y="6"/>
                        </a:cubicBezTo>
                        <a:cubicBezTo>
                          <a:pt x="0" y="7"/>
                          <a:pt x="1" y="9"/>
                          <a:pt x="2" y="10"/>
                        </a:cubicBezTo>
                        <a:cubicBezTo>
                          <a:pt x="3" y="11"/>
                          <a:pt x="4" y="12"/>
                          <a:pt x="6" y="12"/>
                        </a:cubicBezTo>
                        <a:lnTo>
                          <a:pt x="22" y="12"/>
                        </a:lnTo>
                        <a:close/>
                      </a:path>
                    </a:pathLst>
                  </a:custGeom>
                  <a:solidFill>
                    <a:srgbClr val="9D9F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1" name="Freeform 411">
                    <a:extLst>
                      <a:ext uri="{FF2B5EF4-FFF2-40B4-BE49-F238E27FC236}">
                        <a16:creationId xmlns:a16="http://schemas.microsoft.com/office/drawing/2014/main" id="{36771F37-532E-4C15-A3D5-AAC93CB0F887}"/>
                      </a:ext>
                    </a:extLst>
                  </p:cNvPr>
                  <p:cNvSpPr>
                    <a:spLocks/>
                  </p:cNvSpPr>
                  <p:nvPr/>
                </p:nvSpPr>
                <p:spPr bwMode="auto">
                  <a:xfrm>
                    <a:off x="4553410" y="5289150"/>
                    <a:ext cx="26975" cy="11561"/>
                  </a:xfrm>
                  <a:custGeom>
                    <a:avLst/>
                    <a:gdLst>
                      <a:gd name="T0" fmla="*/ 2147483646 w 28"/>
                      <a:gd name="T1" fmla="*/ 2147483646 h 12"/>
                      <a:gd name="T2" fmla="*/ 2147483646 w 28"/>
                      <a:gd name="T3" fmla="*/ 2147483646 h 12"/>
                      <a:gd name="T4" fmla="*/ 2147483646 w 28"/>
                      <a:gd name="T5" fmla="*/ 0 h 12"/>
                      <a:gd name="T6" fmla="*/ 2147483646 w 28"/>
                      <a:gd name="T7" fmla="*/ 0 h 12"/>
                      <a:gd name="T8" fmla="*/ 2147483646 w 28"/>
                      <a:gd name="T9" fmla="*/ 2147483646 h 12"/>
                      <a:gd name="T10" fmla="*/ 0 w 28"/>
                      <a:gd name="T11" fmla="*/ 2147483646 h 12"/>
                      <a:gd name="T12" fmla="*/ 2147483646 w 28"/>
                      <a:gd name="T13" fmla="*/ 2147483646 h 12"/>
                      <a:gd name="T14" fmla="*/ 2147483646 w 28"/>
                      <a:gd name="T15" fmla="*/ 2147483646 h 12"/>
                      <a:gd name="T16" fmla="*/ 2147483646 w 28"/>
                      <a:gd name="T17" fmla="*/ 2147483646 h 12"/>
                      <a:gd name="T18" fmla="*/ 2147483646 w 28"/>
                      <a:gd name="T19" fmla="*/ 2147483646 h 12"/>
                      <a:gd name="T20" fmla="*/ 2147483646 w 28"/>
                      <a:gd name="T21" fmla="*/ 2147483646 h 12"/>
                      <a:gd name="T22" fmla="*/ 2147483646 w 28"/>
                      <a:gd name="T23" fmla="*/ 2147483646 h 12"/>
                      <a:gd name="T24" fmla="*/ 2147483646 w 28"/>
                      <a:gd name="T25" fmla="*/ 2147483646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 h="12">
                        <a:moveTo>
                          <a:pt x="26" y="2"/>
                        </a:moveTo>
                        <a:cubicBezTo>
                          <a:pt x="26" y="2"/>
                          <a:pt x="26" y="2"/>
                          <a:pt x="26" y="2"/>
                        </a:cubicBezTo>
                        <a:cubicBezTo>
                          <a:pt x="25" y="1"/>
                          <a:pt x="23" y="0"/>
                          <a:pt x="22" y="0"/>
                        </a:cubicBezTo>
                        <a:cubicBezTo>
                          <a:pt x="6" y="0"/>
                          <a:pt x="6" y="0"/>
                          <a:pt x="6" y="0"/>
                        </a:cubicBezTo>
                        <a:cubicBezTo>
                          <a:pt x="4" y="0"/>
                          <a:pt x="3" y="1"/>
                          <a:pt x="2" y="2"/>
                        </a:cubicBezTo>
                        <a:cubicBezTo>
                          <a:pt x="1" y="3"/>
                          <a:pt x="0" y="4"/>
                          <a:pt x="0" y="6"/>
                        </a:cubicBezTo>
                        <a:cubicBezTo>
                          <a:pt x="0" y="7"/>
                          <a:pt x="1" y="9"/>
                          <a:pt x="2" y="10"/>
                        </a:cubicBezTo>
                        <a:cubicBezTo>
                          <a:pt x="3" y="11"/>
                          <a:pt x="4" y="12"/>
                          <a:pt x="6" y="12"/>
                        </a:cubicBezTo>
                        <a:cubicBezTo>
                          <a:pt x="22" y="12"/>
                          <a:pt x="22" y="12"/>
                          <a:pt x="22" y="12"/>
                        </a:cubicBezTo>
                        <a:cubicBezTo>
                          <a:pt x="23" y="12"/>
                          <a:pt x="25" y="11"/>
                          <a:pt x="26" y="10"/>
                        </a:cubicBezTo>
                        <a:cubicBezTo>
                          <a:pt x="26" y="10"/>
                          <a:pt x="26" y="10"/>
                          <a:pt x="26" y="10"/>
                        </a:cubicBezTo>
                        <a:cubicBezTo>
                          <a:pt x="27" y="9"/>
                          <a:pt x="28" y="7"/>
                          <a:pt x="28" y="6"/>
                        </a:cubicBezTo>
                        <a:cubicBezTo>
                          <a:pt x="28" y="4"/>
                          <a:pt x="27" y="3"/>
                          <a:pt x="26" y="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2" name="Freeform 412">
                    <a:extLst>
                      <a:ext uri="{FF2B5EF4-FFF2-40B4-BE49-F238E27FC236}">
                        <a16:creationId xmlns:a16="http://schemas.microsoft.com/office/drawing/2014/main" id="{771C2CB6-EF32-4183-A2C0-BA5E52E6A670}"/>
                      </a:ext>
                    </a:extLst>
                  </p:cNvPr>
                  <p:cNvSpPr>
                    <a:spLocks noEditPoints="1"/>
                  </p:cNvSpPr>
                  <p:nvPr/>
                </p:nvSpPr>
                <p:spPr bwMode="auto">
                  <a:xfrm>
                    <a:off x="5589067" y="4172567"/>
                    <a:ext cx="101158" cy="65512"/>
                  </a:xfrm>
                  <a:custGeom>
                    <a:avLst/>
                    <a:gdLst>
                      <a:gd name="T0" fmla="*/ 2147483646 w 106"/>
                      <a:gd name="T1" fmla="*/ 2147483646 h 68"/>
                      <a:gd name="T2" fmla="*/ 2147483646 w 106"/>
                      <a:gd name="T3" fmla="*/ 0 h 68"/>
                      <a:gd name="T4" fmla="*/ 2147483646 w 106"/>
                      <a:gd name="T5" fmla="*/ 2147483646 h 68"/>
                      <a:gd name="T6" fmla="*/ 0 w 106"/>
                      <a:gd name="T7" fmla="*/ 2147483646 h 68"/>
                      <a:gd name="T8" fmla="*/ 2147483646 w 106"/>
                      <a:gd name="T9" fmla="*/ 2147483646 h 68"/>
                      <a:gd name="T10" fmla="*/ 2147483646 w 106"/>
                      <a:gd name="T11" fmla="*/ 2147483646 h 68"/>
                      <a:gd name="T12" fmla="*/ 2147483646 w 106"/>
                      <a:gd name="T13" fmla="*/ 2147483646 h 68"/>
                      <a:gd name="T14" fmla="*/ 2147483646 w 106"/>
                      <a:gd name="T15" fmla="*/ 2147483646 h 68"/>
                      <a:gd name="T16" fmla="*/ 2147483646 w 106"/>
                      <a:gd name="T17" fmla="*/ 2147483646 h 68"/>
                      <a:gd name="T18" fmla="*/ 2147483646 w 106"/>
                      <a:gd name="T19" fmla="*/ 2147483646 h 68"/>
                      <a:gd name="T20" fmla="*/ 2147483646 w 106"/>
                      <a:gd name="T21" fmla="*/ 2147483646 h 68"/>
                      <a:gd name="T22" fmla="*/ 2147483646 w 106"/>
                      <a:gd name="T23" fmla="*/ 2147483646 h 68"/>
                      <a:gd name="T24" fmla="*/ 2147483646 w 106"/>
                      <a:gd name="T25" fmla="*/ 2147483646 h 68"/>
                      <a:gd name="T26" fmla="*/ 2147483646 w 106"/>
                      <a:gd name="T27" fmla="*/ 2147483646 h 68"/>
                      <a:gd name="T28" fmla="*/ 2147483646 w 106"/>
                      <a:gd name="T29" fmla="*/ 2147483646 h 68"/>
                      <a:gd name="T30" fmla="*/ 2147483646 w 106"/>
                      <a:gd name="T31" fmla="*/ 2147483646 h 68"/>
                      <a:gd name="T32" fmla="*/ 2147483646 w 106"/>
                      <a:gd name="T33" fmla="*/ 2147483646 h 68"/>
                      <a:gd name="T34" fmla="*/ 2147483646 w 106"/>
                      <a:gd name="T35" fmla="*/ 2147483646 h 68"/>
                      <a:gd name="T36" fmla="*/ 2147483646 w 106"/>
                      <a:gd name="T37" fmla="*/ 2147483646 h 68"/>
                      <a:gd name="T38" fmla="*/ 2147483646 w 106"/>
                      <a:gd name="T39" fmla="*/ 2147483646 h 68"/>
                      <a:gd name="T40" fmla="*/ 2147483646 w 106"/>
                      <a:gd name="T41" fmla="*/ 2147483646 h 68"/>
                      <a:gd name="T42" fmla="*/ 2147483646 w 106"/>
                      <a:gd name="T43" fmla="*/ 2147483646 h 68"/>
                      <a:gd name="T44" fmla="*/ 2147483646 w 106"/>
                      <a:gd name="T45" fmla="*/ 2147483646 h 68"/>
                      <a:gd name="T46" fmla="*/ 2147483646 w 106"/>
                      <a:gd name="T47" fmla="*/ 2147483646 h 68"/>
                      <a:gd name="T48" fmla="*/ 2147483646 w 106"/>
                      <a:gd name="T49" fmla="*/ 2147483646 h 68"/>
                      <a:gd name="T50" fmla="*/ 2147483646 w 106"/>
                      <a:gd name="T51" fmla="*/ 2147483646 h 68"/>
                      <a:gd name="T52" fmla="*/ 2147483646 w 106"/>
                      <a:gd name="T53" fmla="*/ 2147483646 h 68"/>
                      <a:gd name="T54" fmla="*/ 2147483646 w 106"/>
                      <a:gd name="T55" fmla="*/ 2147483646 h 68"/>
                      <a:gd name="T56" fmla="*/ 2147483646 w 106"/>
                      <a:gd name="T57" fmla="*/ 2147483646 h 68"/>
                      <a:gd name="T58" fmla="*/ 2147483646 w 106"/>
                      <a:gd name="T59" fmla="*/ 2147483646 h 68"/>
                      <a:gd name="T60" fmla="*/ 2147483646 w 106"/>
                      <a:gd name="T61" fmla="*/ 2147483646 h 68"/>
                      <a:gd name="T62" fmla="*/ 2147483646 w 106"/>
                      <a:gd name="T63" fmla="*/ 2147483646 h 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6" h="68">
                        <a:moveTo>
                          <a:pt x="64" y="6"/>
                        </a:moveTo>
                        <a:cubicBezTo>
                          <a:pt x="59" y="2"/>
                          <a:pt x="53" y="0"/>
                          <a:pt x="46" y="0"/>
                        </a:cubicBezTo>
                        <a:cubicBezTo>
                          <a:pt x="31" y="0"/>
                          <a:pt x="18" y="11"/>
                          <a:pt x="15" y="25"/>
                        </a:cubicBezTo>
                        <a:cubicBezTo>
                          <a:pt x="6" y="28"/>
                          <a:pt x="0" y="36"/>
                          <a:pt x="0" y="46"/>
                        </a:cubicBezTo>
                        <a:cubicBezTo>
                          <a:pt x="0" y="58"/>
                          <a:pt x="10" y="68"/>
                          <a:pt x="22" y="68"/>
                        </a:cubicBezTo>
                        <a:cubicBezTo>
                          <a:pt x="82" y="68"/>
                          <a:pt x="82" y="68"/>
                          <a:pt x="82" y="68"/>
                        </a:cubicBezTo>
                        <a:cubicBezTo>
                          <a:pt x="82" y="68"/>
                          <a:pt x="82" y="68"/>
                          <a:pt x="82" y="68"/>
                        </a:cubicBezTo>
                        <a:cubicBezTo>
                          <a:pt x="89" y="68"/>
                          <a:pt x="95" y="65"/>
                          <a:pt x="99" y="61"/>
                        </a:cubicBezTo>
                        <a:cubicBezTo>
                          <a:pt x="104" y="57"/>
                          <a:pt x="106" y="51"/>
                          <a:pt x="106" y="44"/>
                        </a:cubicBezTo>
                        <a:cubicBezTo>
                          <a:pt x="106" y="35"/>
                          <a:pt x="101" y="27"/>
                          <a:pt x="94" y="23"/>
                        </a:cubicBezTo>
                        <a:cubicBezTo>
                          <a:pt x="94" y="22"/>
                          <a:pt x="94" y="21"/>
                          <a:pt x="94" y="20"/>
                        </a:cubicBezTo>
                        <a:cubicBezTo>
                          <a:pt x="94" y="10"/>
                          <a:pt x="86" y="2"/>
                          <a:pt x="76" y="2"/>
                        </a:cubicBezTo>
                        <a:cubicBezTo>
                          <a:pt x="71" y="2"/>
                          <a:pt x="67" y="4"/>
                          <a:pt x="64" y="6"/>
                        </a:cubicBezTo>
                        <a:close/>
                        <a:moveTo>
                          <a:pt x="82" y="20"/>
                        </a:moveTo>
                        <a:cubicBezTo>
                          <a:pt x="82" y="22"/>
                          <a:pt x="81" y="23"/>
                          <a:pt x="81" y="24"/>
                        </a:cubicBezTo>
                        <a:cubicBezTo>
                          <a:pt x="76" y="31"/>
                          <a:pt x="76" y="31"/>
                          <a:pt x="76" y="31"/>
                        </a:cubicBezTo>
                        <a:cubicBezTo>
                          <a:pt x="85" y="33"/>
                          <a:pt x="85" y="33"/>
                          <a:pt x="85" y="33"/>
                        </a:cubicBezTo>
                        <a:cubicBezTo>
                          <a:pt x="90" y="34"/>
                          <a:pt x="94" y="39"/>
                          <a:pt x="94" y="44"/>
                        </a:cubicBezTo>
                        <a:cubicBezTo>
                          <a:pt x="94" y="51"/>
                          <a:pt x="89" y="56"/>
                          <a:pt x="82" y="56"/>
                        </a:cubicBezTo>
                        <a:cubicBezTo>
                          <a:pt x="82" y="62"/>
                          <a:pt x="82" y="62"/>
                          <a:pt x="82" y="62"/>
                        </a:cubicBezTo>
                        <a:cubicBezTo>
                          <a:pt x="82" y="56"/>
                          <a:pt x="82" y="56"/>
                          <a:pt x="82" y="56"/>
                        </a:cubicBezTo>
                        <a:cubicBezTo>
                          <a:pt x="22" y="56"/>
                          <a:pt x="22" y="56"/>
                          <a:pt x="22" y="56"/>
                        </a:cubicBezTo>
                        <a:cubicBezTo>
                          <a:pt x="16" y="56"/>
                          <a:pt x="12" y="52"/>
                          <a:pt x="12" y="46"/>
                        </a:cubicBezTo>
                        <a:cubicBezTo>
                          <a:pt x="12" y="41"/>
                          <a:pt x="16" y="36"/>
                          <a:pt x="21" y="36"/>
                        </a:cubicBezTo>
                        <a:cubicBezTo>
                          <a:pt x="26" y="35"/>
                          <a:pt x="26" y="35"/>
                          <a:pt x="26" y="35"/>
                        </a:cubicBezTo>
                        <a:cubicBezTo>
                          <a:pt x="26" y="30"/>
                          <a:pt x="26" y="30"/>
                          <a:pt x="26" y="30"/>
                        </a:cubicBezTo>
                        <a:cubicBezTo>
                          <a:pt x="27" y="20"/>
                          <a:pt x="35" y="12"/>
                          <a:pt x="46" y="12"/>
                        </a:cubicBezTo>
                        <a:cubicBezTo>
                          <a:pt x="52" y="12"/>
                          <a:pt x="57" y="14"/>
                          <a:pt x="60" y="18"/>
                        </a:cubicBezTo>
                        <a:cubicBezTo>
                          <a:pt x="66" y="25"/>
                          <a:pt x="66" y="25"/>
                          <a:pt x="66" y="25"/>
                        </a:cubicBezTo>
                        <a:cubicBezTo>
                          <a:pt x="70" y="17"/>
                          <a:pt x="70" y="17"/>
                          <a:pt x="70" y="17"/>
                        </a:cubicBezTo>
                        <a:cubicBezTo>
                          <a:pt x="71" y="15"/>
                          <a:pt x="73" y="14"/>
                          <a:pt x="76" y="14"/>
                        </a:cubicBezTo>
                        <a:cubicBezTo>
                          <a:pt x="79" y="14"/>
                          <a:pt x="82" y="17"/>
                          <a:pt x="82" y="2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3" name="Freeform 413">
                    <a:extLst>
                      <a:ext uri="{FF2B5EF4-FFF2-40B4-BE49-F238E27FC236}">
                        <a16:creationId xmlns:a16="http://schemas.microsoft.com/office/drawing/2014/main" id="{B64DF25D-1B40-4B83-810B-B53CD01E2A47}"/>
                      </a:ext>
                    </a:extLst>
                  </p:cNvPr>
                  <p:cNvSpPr>
                    <a:spLocks noEditPoints="1"/>
                  </p:cNvSpPr>
                  <p:nvPr/>
                </p:nvSpPr>
                <p:spPr bwMode="auto">
                  <a:xfrm>
                    <a:off x="4622775" y="3724585"/>
                    <a:ext cx="103084" cy="64549"/>
                  </a:xfrm>
                  <a:custGeom>
                    <a:avLst/>
                    <a:gdLst>
                      <a:gd name="T0" fmla="*/ 2147483646 w 107"/>
                      <a:gd name="T1" fmla="*/ 2147483646 h 68"/>
                      <a:gd name="T2" fmla="*/ 2147483646 w 107"/>
                      <a:gd name="T3" fmla="*/ 2147483646 h 68"/>
                      <a:gd name="T4" fmla="*/ 2147483646 w 107"/>
                      <a:gd name="T5" fmla="*/ 2147483646 h 68"/>
                      <a:gd name="T6" fmla="*/ 2147483646 w 107"/>
                      <a:gd name="T7" fmla="*/ 2147483646 h 68"/>
                      <a:gd name="T8" fmla="*/ 2147483646 w 107"/>
                      <a:gd name="T9" fmla="*/ 2147483646 h 68"/>
                      <a:gd name="T10" fmla="*/ 2147483646 w 107"/>
                      <a:gd name="T11" fmla="*/ 2147483646 h 68"/>
                      <a:gd name="T12" fmla="*/ 2147483646 w 107"/>
                      <a:gd name="T13" fmla="*/ 2147483646 h 68"/>
                      <a:gd name="T14" fmla="*/ 2147483646 w 107"/>
                      <a:gd name="T15" fmla="*/ 2147483646 h 68"/>
                      <a:gd name="T16" fmla="*/ 2147483646 w 107"/>
                      <a:gd name="T17" fmla="*/ 2147483646 h 68"/>
                      <a:gd name="T18" fmla="*/ 2147483646 w 107"/>
                      <a:gd name="T19" fmla="*/ 0 h 68"/>
                      <a:gd name="T20" fmla="*/ 2147483646 w 107"/>
                      <a:gd name="T21" fmla="*/ 2147483646 h 68"/>
                      <a:gd name="T22" fmla="*/ 0 w 107"/>
                      <a:gd name="T23" fmla="*/ 2147483646 h 68"/>
                      <a:gd name="T24" fmla="*/ 2147483646 w 107"/>
                      <a:gd name="T25" fmla="*/ 2147483646 h 68"/>
                      <a:gd name="T26" fmla="*/ 2147483646 w 107"/>
                      <a:gd name="T27" fmla="*/ 2147483646 h 68"/>
                      <a:gd name="T28" fmla="*/ 2147483646 w 107"/>
                      <a:gd name="T29" fmla="*/ 2147483646 h 68"/>
                      <a:gd name="T30" fmla="*/ 2147483646 w 107"/>
                      <a:gd name="T31" fmla="*/ 2147483646 h 68"/>
                      <a:gd name="T32" fmla="*/ 2147483646 w 107"/>
                      <a:gd name="T33" fmla="*/ 2147483646 h 68"/>
                      <a:gd name="T34" fmla="*/ 2147483646 w 107"/>
                      <a:gd name="T35" fmla="*/ 2147483646 h 68"/>
                      <a:gd name="T36" fmla="*/ 2147483646 w 107"/>
                      <a:gd name="T37" fmla="*/ 2147483646 h 68"/>
                      <a:gd name="T38" fmla="*/ 2147483646 w 107"/>
                      <a:gd name="T39" fmla="*/ 2147483646 h 68"/>
                      <a:gd name="T40" fmla="*/ 2147483646 w 107"/>
                      <a:gd name="T41" fmla="*/ 2147483646 h 68"/>
                      <a:gd name="T42" fmla="*/ 2147483646 w 107"/>
                      <a:gd name="T43" fmla="*/ 2147483646 h 68"/>
                      <a:gd name="T44" fmla="*/ 2147483646 w 107"/>
                      <a:gd name="T45" fmla="*/ 2147483646 h 68"/>
                      <a:gd name="T46" fmla="*/ 2147483646 w 107"/>
                      <a:gd name="T47" fmla="*/ 2147483646 h 68"/>
                      <a:gd name="T48" fmla="*/ 2147483646 w 107"/>
                      <a:gd name="T49" fmla="*/ 2147483646 h 68"/>
                      <a:gd name="T50" fmla="*/ 2147483646 w 107"/>
                      <a:gd name="T51" fmla="*/ 2147483646 h 68"/>
                      <a:gd name="T52" fmla="*/ 2147483646 w 107"/>
                      <a:gd name="T53" fmla="*/ 2147483646 h 68"/>
                      <a:gd name="T54" fmla="*/ 2147483646 w 107"/>
                      <a:gd name="T55" fmla="*/ 2147483646 h 68"/>
                      <a:gd name="T56" fmla="*/ 2147483646 w 107"/>
                      <a:gd name="T57" fmla="*/ 2147483646 h 68"/>
                      <a:gd name="T58" fmla="*/ 2147483646 w 107"/>
                      <a:gd name="T59" fmla="*/ 2147483646 h 68"/>
                      <a:gd name="T60" fmla="*/ 2147483646 w 107"/>
                      <a:gd name="T61" fmla="*/ 2147483646 h 68"/>
                      <a:gd name="T62" fmla="*/ 2147483646 w 107"/>
                      <a:gd name="T63" fmla="*/ 2147483646 h 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7" h="68">
                        <a:moveTo>
                          <a:pt x="23" y="68"/>
                        </a:moveTo>
                        <a:cubicBezTo>
                          <a:pt x="83" y="68"/>
                          <a:pt x="83" y="68"/>
                          <a:pt x="83" y="68"/>
                        </a:cubicBezTo>
                        <a:cubicBezTo>
                          <a:pt x="83" y="68"/>
                          <a:pt x="83" y="68"/>
                          <a:pt x="83" y="68"/>
                        </a:cubicBezTo>
                        <a:cubicBezTo>
                          <a:pt x="90" y="68"/>
                          <a:pt x="96" y="66"/>
                          <a:pt x="100" y="61"/>
                        </a:cubicBezTo>
                        <a:cubicBezTo>
                          <a:pt x="104" y="57"/>
                          <a:pt x="107" y="51"/>
                          <a:pt x="107" y="45"/>
                        </a:cubicBezTo>
                        <a:cubicBezTo>
                          <a:pt x="107" y="35"/>
                          <a:pt x="102" y="28"/>
                          <a:pt x="94" y="24"/>
                        </a:cubicBezTo>
                        <a:cubicBezTo>
                          <a:pt x="94" y="23"/>
                          <a:pt x="94" y="22"/>
                          <a:pt x="94" y="21"/>
                        </a:cubicBezTo>
                        <a:cubicBezTo>
                          <a:pt x="94" y="10"/>
                          <a:pt x="86" y="2"/>
                          <a:pt x="76" y="2"/>
                        </a:cubicBezTo>
                        <a:cubicBezTo>
                          <a:pt x="72" y="2"/>
                          <a:pt x="68" y="4"/>
                          <a:pt x="65" y="6"/>
                        </a:cubicBezTo>
                        <a:cubicBezTo>
                          <a:pt x="60" y="2"/>
                          <a:pt x="53" y="0"/>
                          <a:pt x="46" y="0"/>
                        </a:cubicBezTo>
                        <a:cubicBezTo>
                          <a:pt x="31" y="0"/>
                          <a:pt x="19" y="11"/>
                          <a:pt x="16" y="25"/>
                        </a:cubicBezTo>
                        <a:cubicBezTo>
                          <a:pt x="7" y="28"/>
                          <a:pt x="0" y="36"/>
                          <a:pt x="0" y="46"/>
                        </a:cubicBezTo>
                        <a:cubicBezTo>
                          <a:pt x="0" y="58"/>
                          <a:pt x="10" y="68"/>
                          <a:pt x="23" y="68"/>
                        </a:cubicBezTo>
                        <a:close/>
                        <a:moveTo>
                          <a:pt x="21" y="36"/>
                        </a:moveTo>
                        <a:cubicBezTo>
                          <a:pt x="27" y="36"/>
                          <a:pt x="27" y="36"/>
                          <a:pt x="27" y="36"/>
                        </a:cubicBezTo>
                        <a:cubicBezTo>
                          <a:pt x="27" y="30"/>
                          <a:pt x="27" y="30"/>
                          <a:pt x="27" y="30"/>
                        </a:cubicBezTo>
                        <a:cubicBezTo>
                          <a:pt x="27" y="20"/>
                          <a:pt x="36" y="12"/>
                          <a:pt x="46" y="12"/>
                        </a:cubicBezTo>
                        <a:cubicBezTo>
                          <a:pt x="52" y="12"/>
                          <a:pt x="57" y="15"/>
                          <a:pt x="61" y="19"/>
                        </a:cubicBezTo>
                        <a:cubicBezTo>
                          <a:pt x="67" y="25"/>
                          <a:pt x="67" y="25"/>
                          <a:pt x="67" y="25"/>
                        </a:cubicBezTo>
                        <a:cubicBezTo>
                          <a:pt x="71" y="17"/>
                          <a:pt x="71" y="17"/>
                          <a:pt x="71" y="17"/>
                        </a:cubicBezTo>
                        <a:cubicBezTo>
                          <a:pt x="72" y="16"/>
                          <a:pt x="74" y="14"/>
                          <a:pt x="76" y="14"/>
                        </a:cubicBezTo>
                        <a:cubicBezTo>
                          <a:pt x="80" y="14"/>
                          <a:pt x="82" y="17"/>
                          <a:pt x="82" y="21"/>
                        </a:cubicBezTo>
                        <a:cubicBezTo>
                          <a:pt x="82" y="22"/>
                          <a:pt x="82" y="23"/>
                          <a:pt x="81" y="24"/>
                        </a:cubicBezTo>
                        <a:cubicBezTo>
                          <a:pt x="77" y="31"/>
                          <a:pt x="77" y="31"/>
                          <a:pt x="77" y="31"/>
                        </a:cubicBezTo>
                        <a:cubicBezTo>
                          <a:pt x="85" y="33"/>
                          <a:pt x="85" y="33"/>
                          <a:pt x="85" y="33"/>
                        </a:cubicBezTo>
                        <a:cubicBezTo>
                          <a:pt x="91" y="34"/>
                          <a:pt x="95" y="39"/>
                          <a:pt x="95" y="45"/>
                        </a:cubicBezTo>
                        <a:cubicBezTo>
                          <a:pt x="95" y="51"/>
                          <a:pt x="90" y="56"/>
                          <a:pt x="83" y="56"/>
                        </a:cubicBezTo>
                        <a:cubicBezTo>
                          <a:pt x="83" y="62"/>
                          <a:pt x="83" y="62"/>
                          <a:pt x="83" y="62"/>
                        </a:cubicBezTo>
                        <a:cubicBezTo>
                          <a:pt x="83" y="56"/>
                          <a:pt x="83" y="56"/>
                          <a:pt x="83" y="56"/>
                        </a:cubicBezTo>
                        <a:cubicBezTo>
                          <a:pt x="23" y="56"/>
                          <a:pt x="23" y="56"/>
                          <a:pt x="23" y="56"/>
                        </a:cubicBezTo>
                        <a:cubicBezTo>
                          <a:pt x="17" y="56"/>
                          <a:pt x="12" y="52"/>
                          <a:pt x="12" y="46"/>
                        </a:cubicBezTo>
                        <a:cubicBezTo>
                          <a:pt x="12" y="41"/>
                          <a:pt x="16" y="37"/>
                          <a:pt x="21" y="3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4" name="Freeform 414">
                    <a:extLst>
                      <a:ext uri="{FF2B5EF4-FFF2-40B4-BE49-F238E27FC236}">
                        <a16:creationId xmlns:a16="http://schemas.microsoft.com/office/drawing/2014/main" id="{992F5183-360D-4D27-893E-9D6C499DF4E8}"/>
                      </a:ext>
                    </a:extLst>
                  </p:cNvPr>
                  <p:cNvSpPr>
                    <a:spLocks noEditPoints="1"/>
                  </p:cNvSpPr>
                  <p:nvPr/>
                </p:nvSpPr>
                <p:spPr bwMode="auto">
                  <a:xfrm>
                    <a:off x="4522582" y="4069483"/>
                    <a:ext cx="68402" cy="66475"/>
                  </a:xfrm>
                  <a:custGeom>
                    <a:avLst/>
                    <a:gdLst>
                      <a:gd name="T0" fmla="*/ 2147483646 w 71"/>
                      <a:gd name="T1" fmla="*/ 2147483646 h 70"/>
                      <a:gd name="T2" fmla="*/ 2147483646 w 71"/>
                      <a:gd name="T3" fmla="*/ 2147483646 h 70"/>
                      <a:gd name="T4" fmla="*/ 2147483646 w 71"/>
                      <a:gd name="T5" fmla="*/ 2147483646 h 70"/>
                      <a:gd name="T6" fmla="*/ 2147483646 w 71"/>
                      <a:gd name="T7" fmla="*/ 2147483646 h 70"/>
                      <a:gd name="T8" fmla="*/ 2147483646 w 71"/>
                      <a:gd name="T9" fmla="*/ 2147483646 h 70"/>
                      <a:gd name="T10" fmla="*/ 2147483646 w 71"/>
                      <a:gd name="T11" fmla="*/ 2147483646 h 70"/>
                      <a:gd name="T12" fmla="*/ 2147483646 w 71"/>
                      <a:gd name="T13" fmla="*/ 2147483646 h 70"/>
                      <a:gd name="T14" fmla="*/ 2147483646 w 71"/>
                      <a:gd name="T15" fmla="*/ 2147483646 h 70"/>
                      <a:gd name="T16" fmla="*/ 2147483646 w 71"/>
                      <a:gd name="T17" fmla="*/ 2147483646 h 70"/>
                      <a:gd name="T18" fmla="*/ 2147483646 w 71"/>
                      <a:gd name="T19" fmla="*/ 2147483646 h 70"/>
                      <a:gd name="T20" fmla="*/ 2147483646 w 71"/>
                      <a:gd name="T21" fmla="*/ 2147483646 h 70"/>
                      <a:gd name="T22" fmla="*/ 2147483646 w 71"/>
                      <a:gd name="T23" fmla="*/ 2147483646 h 70"/>
                      <a:gd name="T24" fmla="*/ 2147483646 w 71"/>
                      <a:gd name="T25" fmla="*/ 2147483646 h 70"/>
                      <a:gd name="T26" fmla="*/ 2147483646 w 71"/>
                      <a:gd name="T27" fmla="*/ 2147483646 h 70"/>
                      <a:gd name="T28" fmla="*/ 2147483646 w 71"/>
                      <a:gd name="T29" fmla="*/ 2147483646 h 70"/>
                      <a:gd name="T30" fmla="*/ 2147483646 w 71"/>
                      <a:gd name="T31" fmla="*/ 2147483646 h 70"/>
                      <a:gd name="T32" fmla="*/ 2147483646 w 71"/>
                      <a:gd name="T33" fmla="*/ 2147483646 h 70"/>
                      <a:gd name="T34" fmla="*/ 2147483646 w 71"/>
                      <a:gd name="T35" fmla="*/ 2147483646 h 70"/>
                      <a:gd name="T36" fmla="*/ 2147483646 w 71"/>
                      <a:gd name="T37" fmla="*/ 2147483646 h 70"/>
                      <a:gd name="T38" fmla="*/ 2147483646 w 71"/>
                      <a:gd name="T39" fmla="*/ 2147483646 h 70"/>
                      <a:gd name="T40" fmla="*/ 2147483646 w 71"/>
                      <a:gd name="T41" fmla="*/ 2147483646 h 70"/>
                      <a:gd name="T42" fmla="*/ 2147483646 w 71"/>
                      <a:gd name="T43" fmla="*/ 2147483646 h 70"/>
                      <a:gd name="T44" fmla="*/ 2147483646 w 71"/>
                      <a:gd name="T45" fmla="*/ 2147483646 h 70"/>
                      <a:gd name="T46" fmla="*/ 2147483646 w 71"/>
                      <a:gd name="T47" fmla="*/ 2147483646 h 70"/>
                      <a:gd name="T48" fmla="*/ 2147483646 w 71"/>
                      <a:gd name="T49" fmla="*/ 2147483646 h 70"/>
                      <a:gd name="T50" fmla="*/ 2147483646 w 71"/>
                      <a:gd name="T51" fmla="*/ 2147483646 h 70"/>
                      <a:gd name="T52" fmla="*/ 2147483646 w 71"/>
                      <a:gd name="T53" fmla="*/ 2147483646 h 70"/>
                      <a:gd name="T54" fmla="*/ 2147483646 w 71"/>
                      <a:gd name="T55" fmla="*/ 2147483646 h 70"/>
                      <a:gd name="T56" fmla="*/ 2147483646 w 71"/>
                      <a:gd name="T57" fmla="*/ 2147483646 h 70"/>
                      <a:gd name="T58" fmla="*/ 2147483646 w 71"/>
                      <a:gd name="T59" fmla="*/ 2147483646 h 70"/>
                      <a:gd name="T60" fmla="*/ 2147483646 w 71"/>
                      <a:gd name="T61" fmla="*/ 2147483646 h 70"/>
                      <a:gd name="T62" fmla="*/ 2147483646 w 71"/>
                      <a:gd name="T63" fmla="*/ 2147483646 h 70"/>
                      <a:gd name="T64" fmla="*/ 2147483646 w 71"/>
                      <a:gd name="T65" fmla="*/ 2147483646 h 70"/>
                      <a:gd name="T66" fmla="*/ 2147483646 w 71"/>
                      <a:gd name="T67" fmla="*/ 2147483646 h 70"/>
                      <a:gd name="T68" fmla="*/ 2147483646 w 71"/>
                      <a:gd name="T69" fmla="*/ 2147483646 h 70"/>
                      <a:gd name="T70" fmla="*/ 2147483646 w 71"/>
                      <a:gd name="T71" fmla="*/ 2147483646 h 70"/>
                      <a:gd name="T72" fmla="*/ 2147483646 w 71"/>
                      <a:gd name="T73" fmla="*/ 2147483646 h 70"/>
                      <a:gd name="T74" fmla="*/ 2147483646 w 71"/>
                      <a:gd name="T75" fmla="*/ 2147483646 h 70"/>
                      <a:gd name="T76" fmla="*/ 2147483646 w 71"/>
                      <a:gd name="T77" fmla="*/ 2147483646 h 70"/>
                      <a:gd name="T78" fmla="*/ 2147483646 w 71"/>
                      <a:gd name="T79" fmla="*/ 2147483646 h 70"/>
                      <a:gd name="T80" fmla="*/ 2147483646 w 71"/>
                      <a:gd name="T81" fmla="*/ 2147483646 h 70"/>
                      <a:gd name="T82" fmla="*/ 2147483646 w 71"/>
                      <a:gd name="T83" fmla="*/ 2147483646 h 70"/>
                      <a:gd name="T84" fmla="*/ 2147483646 w 71"/>
                      <a:gd name="T85" fmla="*/ 2147483646 h 7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1" h="70">
                        <a:moveTo>
                          <a:pt x="37" y="19"/>
                        </a:moveTo>
                        <a:cubicBezTo>
                          <a:pt x="37" y="17"/>
                          <a:pt x="36" y="14"/>
                          <a:pt x="35" y="12"/>
                        </a:cubicBezTo>
                        <a:cubicBezTo>
                          <a:pt x="34" y="10"/>
                          <a:pt x="33" y="8"/>
                          <a:pt x="31" y="6"/>
                        </a:cubicBezTo>
                        <a:cubicBezTo>
                          <a:pt x="30" y="4"/>
                          <a:pt x="28" y="3"/>
                          <a:pt x="25" y="2"/>
                        </a:cubicBezTo>
                        <a:cubicBezTo>
                          <a:pt x="23" y="1"/>
                          <a:pt x="21" y="1"/>
                          <a:pt x="18" y="1"/>
                        </a:cubicBezTo>
                        <a:cubicBezTo>
                          <a:pt x="16" y="1"/>
                          <a:pt x="13" y="1"/>
                          <a:pt x="11" y="2"/>
                        </a:cubicBezTo>
                        <a:cubicBezTo>
                          <a:pt x="9" y="3"/>
                          <a:pt x="7" y="4"/>
                          <a:pt x="5" y="6"/>
                        </a:cubicBezTo>
                        <a:cubicBezTo>
                          <a:pt x="3" y="8"/>
                          <a:pt x="2" y="10"/>
                          <a:pt x="1" y="12"/>
                        </a:cubicBezTo>
                        <a:cubicBezTo>
                          <a:pt x="0" y="14"/>
                          <a:pt x="0" y="17"/>
                          <a:pt x="0" y="19"/>
                        </a:cubicBezTo>
                        <a:cubicBezTo>
                          <a:pt x="0" y="22"/>
                          <a:pt x="0" y="24"/>
                          <a:pt x="1" y="26"/>
                        </a:cubicBezTo>
                        <a:cubicBezTo>
                          <a:pt x="2" y="29"/>
                          <a:pt x="3" y="31"/>
                          <a:pt x="5" y="32"/>
                        </a:cubicBezTo>
                        <a:cubicBezTo>
                          <a:pt x="7" y="34"/>
                          <a:pt x="9" y="35"/>
                          <a:pt x="11" y="36"/>
                        </a:cubicBezTo>
                        <a:cubicBezTo>
                          <a:pt x="13" y="37"/>
                          <a:pt x="16" y="38"/>
                          <a:pt x="18" y="38"/>
                        </a:cubicBezTo>
                        <a:cubicBezTo>
                          <a:pt x="21" y="38"/>
                          <a:pt x="23" y="37"/>
                          <a:pt x="25" y="36"/>
                        </a:cubicBezTo>
                        <a:cubicBezTo>
                          <a:pt x="26" y="36"/>
                          <a:pt x="26" y="36"/>
                          <a:pt x="27" y="35"/>
                        </a:cubicBezTo>
                        <a:cubicBezTo>
                          <a:pt x="8" y="59"/>
                          <a:pt x="8" y="59"/>
                          <a:pt x="8" y="59"/>
                        </a:cubicBezTo>
                        <a:cubicBezTo>
                          <a:pt x="8" y="59"/>
                          <a:pt x="8" y="59"/>
                          <a:pt x="8" y="59"/>
                        </a:cubicBezTo>
                        <a:cubicBezTo>
                          <a:pt x="7" y="60"/>
                          <a:pt x="7" y="62"/>
                          <a:pt x="7" y="63"/>
                        </a:cubicBezTo>
                        <a:cubicBezTo>
                          <a:pt x="7" y="64"/>
                          <a:pt x="7" y="65"/>
                          <a:pt x="7" y="66"/>
                        </a:cubicBezTo>
                        <a:cubicBezTo>
                          <a:pt x="8" y="66"/>
                          <a:pt x="8" y="67"/>
                          <a:pt x="9" y="68"/>
                        </a:cubicBezTo>
                        <a:cubicBezTo>
                          <a:pt x="9" y="68"/>
                          <a:pt x="10" y="69"/>
                          <a:pt x="11" y="69"/>
                        </a:cubicBezTo>
                        <a:cubicBezTo>
                          <a:pt x="11" y="69"/>
                          <a:pt x="11" y="69"/>
                          <a:pt x="11" y="69"/>
                        </a:cubicBezTo>
                        <a:cubicBezTo>
                          <a:pt x="12" y="69"/>
                          <a:pt x="12" y="70"/>
                          <a:pt x="13" y="70"/>
                        </a:cubicBezTo>
                        <a:cubicBezTo>
                          <a:pt x="15" y="70"/>
                          <a:pt x="17" y="69"/>
                          <a:pt x="18" y="68"/>
                        </a:cubicBezTo>
                        <a:cubicBezTo>
                          <a:pt x="18" y="67"/>
                          <a:pt x="18" y="67"/>
                          <a:pt x="18" y="67"/>
                        </a:cubicBezTo>
                        <a:cubicBezTo>
                          <a:pt x="34" y="47"/>
                          <a:pt x="34" y="47"/>
                          <a:pt x="34" y="47"/>
                        </a:cubicBezTo>
                        <a:cubicBezTo>
                          <a:pt x="34" y="48"/>
                          <a:pt x="33" y="50"/>
                          <a:pt x="33" y="51"/>
                        </a:cubicBezTo>
                        <a:cubicBezTo>
                          <a:pt x="33" y="53"/>
                          <a:pt x="34" y="56"/>
                          <a:pt x="35" y="58"/>
                        </a:cubicBezTo>
                        <a:cubicBezTo>
                          <a:pt x="36" y="60"/>
                          <a:pt x="37" y="62"/>
                          <a:pt x="39" y="64"/>
                        </a:cubicBezTo>
                        <a:cubicBezTo>
                          <a:pt x="41" y="66"/>
                          <a:pt x="43" y="67"/>
                          <a:pt x="45" y="68"/>
                        </a:cubicBezTo>
                        <a:cubicBezTo>
                          <a:pt x="47" y="69"/>
                          <a:pt x="50" y="70"/>
                          <a:pt x="52" y="70"/>
                        </a:cubicBezTo>
                        <a:cubicBezTo>
                          <a:pt x="55" y="70"/>
                          <a:pt x="57" y="69"/>
                          <a:pt x="59" y="68"/>
                        </a:cubicBezTo>
                        <a:cubicBezTo>
                          <a:pt x="61" y="67"/>
                          <a:pt x="63" y="66"/>
                          <a:pt x="65" y="64"/>
                        </a:cubicBezTo>
                        <a:cubicBezTo>
                          <a:pt x="67" y="62"/>
                          <a:pt x="68" y="60"/>
                          <a:pt x="69" y="58"/>
                        </a:cubicBezTo>
                        <a:cubicBezTo>
                          <a:pt x="70" y="56"/>
                          <a:pt x="71" y="53"/>
                          <a:pt x="71" y="51"/>
                        </a:cubicBezTo>
                        <a:cubicBezTo>
                          <a:pt x="71" y="48"/>
                          <a:pt x="70" y="46"/>
                          <a:pt x="69" y="44"/>
                        </a:cubicBezTo>
                        <a:cubicBezTo>
                          <a:pt x="68" y="41"/>
                          <a:pt x="67" y="39"/>
                          <a:pt x="65" y="38"/>
                        </a:cubicBezTo>
                        <a:cubicBezTo>
                          <a:pt x="63" y="36"/>
                          <a:pt x="61" y="35"/>
                          <a:pt x="59" y="34"/>
                        </a:cubicBezTo>
                        <a:cubicBezTo>
                          <a:pt x="57" y="33"/>
                          <a:pt x="55" y="32"/>
                          <a:pt x="52" y="32"/>
                        </a:cubicBezTo>
                        <a:cubicBezTo>
                          <a:pt x="49" y="32"/>
                          <a:pt x="47" y="33"/>
                          <a:pt x="45" y="34"/>
                        </a:cubicBezTo>
                        <a:cubicBezTo>
                          <a:pt x="44" y="34"/>
                          <a:pt x="44" y="34"/>
                          <a:pt x="44" y="35"/>
                        </a:cubicBezTo>
                        <a:cubicBezTo>
                          <a:pt x="62" y="11"/>
                          <a:pt x="62" y="11"/>
                          <a:pt x="62" y="11"/>
                        </a:cubicBezTo>
                        <a:cubicBezTo>
                          <a:pt x="63" y="9"/>
                          <a:pt x="63" y="8"/>
                          <a:pt x="63" y="7"/>
                        </a:cubicBezTo>
                        <a:cubicBezTo>
                          <a:pt x="63" y="6"/>
                          <a:pt x="63" y="5"/>
                          <a:pt x="63" y="4"/>
                        </a:cubicBezTo>
                        <a:cubicBezTo>
                          <a:pt x="63" y="4"/>
                          <a:pt x="62" y="3"/>
                          <a:pt x="62" y="2"/>
                        </a:cubicBezTo>
                        <a:cubicBezTo>
                          <a:pt x="61" y="2"/>
                          <a:pt x="60" y="1"/>
                          <a:pt x="60" y="1"/>
                        </a:cubicBezTo>
                        <a:cubicBezTo>
                          <a:pt x="59" y="1"/>
                          <a:pt x="58" y="0"/>
                          <a:pt x="57" y="0"/>
                        </a:cubicBezTo>
                        <a:cubicBezTo>
                          <a:pt x="55" y="0"/>
                          <a:pt x="53" y="1"/>
                          <a:pt x="52" y="3"/>
                        </a:cubicBezTo>
                        <a:cubicBezTo>
                          <a:pt x="52" y="3"/>
                          <a:pt x="52" y="3"/>
                          <a:pt x="52" y="3"/>
                        </a:cubicBezTo>
                        <a:cubicBezTo>
                          <a:pt x="36" y="24"/>
                          <a:pt x="36" y="24"/>
                          <a:pt x="36" y="24"/>
                        </a:cubicBezTo>
                        <a:cubicBezTo>
                          <a:pt x="37" y="22"/>
                          <a:pt x="37" y="21"/>
                          <a:pt x="37" y="19"/>
                        </a:cubicBezTo>
                        <a:close/>
                        <a:moveTo>
                          <a:pt x="18" y="25"/>
                        </a:moveTo>
                        <a:cubicBezTo>
                          <a:pt x="17" y="25"/>
                          <a:pt x="17" y="25"/>
                          <a:pt x="16" y="25"/>
                        </a:cubicBezTo>
                        <a:cubicBezTo>
                          <a:pt x="15" y="24"/>
                          <a:pt x="14" y="24"/>
                          <a:pt x="14" y="23"/>
                        </a:cubicBezTo>
                        <a:cubicBezTo>
                          <a:pt x="13" y="23"/>
                          <a:pt x="13" y="22"/>
                          <a:pt x="13" y="21"/>
                        </a:cubicBezTo>
                        <a:cubicBezTo>
                          <a:pt x="12" y="21"/>
                          <a:pt x="12" y="20"/>
                          <a:pt x="12" y="19"/>
                        </a:cubicBezTo>
                        <a:cubicBezTo>
                          <a:pt x="12" y="18"/>
                          <a:pt x="12" y="18"/>
                          <a:pt x="13" y="17"/>
                        </a:cubicBezTo>
                        <a:cubicBezTo>
                          <a:pt x="13" y="16"/>
                          <a:pt x="13" y="15"/>
                          <a:pt x="14" y="15"/>
                        </a:cubicBezTo>
                        <a:cubicBezTo>
                          <a:pt x="14" y="14"/>
                          <a:pt x="15" y="14"/>
                          <a:pt x="16" y="14"/>
                        </a:cubicBezTo>
                        <a:cubicBezTo>
                          <a:pt x="17" y="13"/>
                          <a:pt x="17" y="13"/>
                          <a:pt x="18" y="13"/>
                        </a:cubicBezTo>
                        <a:cubicBezTo>
                          <a:pt x="19" y="13"/>
                          <a:pt x="20" y="13"/>
                          <a:pt x="21" y="14"/>
                        </a:cubicBezTo>
                        <a:cubicBezTo>
                          <a:pt x="21" y="14"/>
                          <a:pt x="21" y="14"/>
                          <a:pt x="21" y="14"/>
                        </a:cubicBezTo>
                        <a:cubicBezTo>
                          <a:pt x="21" y="14"/>
                          <a:pt x="22" y="14"/>
                          <a:pt x="22" y="15"/>
                        </a:cubicBezTo>
                        <a:cubicBezTo>
                          <a:pt x="23" y="15"/>
                          <a:pt x="23" y="16"/>
                          <a:pt x="24" y="17"/>
                        </a:cubicBezTo>
                        <a:cubicBezTo>
                          <a:pt x="24" y="18"/>
                          <a:pt x="24" y="18"/>
                          <a:pt x="24" y="19"/>
                        </a:cubicBezTo>
                        <a:cubicBezTo>
                          <a:pt x="24" y="20"/>
                          <a:pt x="24" y="21"/>
                          <a:pt x="24" y="21"/>
                        </a:cubicBezTo>
                        <a:cubicBezTo>
                          <a:pt x="23" y="22"/>
                          <a:pt x="23" y="23"/>
                          <a:pt x="23" y="23"/>
                        </a:cubicBezTo>
                        <a:cubicBezTo>
                          <a:pt x="22" y="24"/>
                          <a:pt x="21" y="24"/>
                          <a:pt x="21" y="25"/>
                        </a:cubicBezTo>
                        <a:cubicBezTo>
                          <a:pt x="20" y="25"/>
                          <a:pt x="19" y="25"/>
                          <a:pt x="18" y="25"/>
                        </a:cubicBezTo>
                        <a:close/>
                        <a:moveTo>
                          <a:pt x="50" y="45"/>
                        </a:moveTo>
                        <a:cubicBezTo>
                          <a:pt x="50" y="45"/>
                          <a:pt x="51" y="45"/>
                          <a:pt x="52" y="45"/>
                        </a:cubicBezTo>
                        <a:cubicBezTo>
                          <a:pt x="53" y="45"/>
                          <a:pt x="54" y="45"/>
                          <a:pt x="54" y="45"/>
                        </a:cubicBezTo>
                        <a:cubicBezTo>
                          <a:pt x="55" y="46"/>
                          <a:pt x="56" y="46"/>
                          <a:pt x="56" y="47"/>
                        </a:cubicBezTo>
                        <a:cubicBezTo>
                          <a:pt x="57" y="47"/>
                          <a:pt x="57" y="48"/>
                          <a:pt x="58" y="49"/>
                        </a:cubicBezTo>
                        <a:cubicBezTo>
                          <a:pt x="58" y="49"/>
                          <a:pt x="58" y="50"/>
                          <a:pt x="58" y="51"/>
                        </a:cubicBezTo>
                        <a:cubicBezTo>
                          <a:pt x="58" y="52"/>
                          <a:pt x="58" y="53"/>
                          <a:pt x="58" y="53"/>
                        </a:cubicBezTo>
                        <a:cubicBezTo>
                          <a:pt x="57" y="54"/>
                          <a:pt x="57" y="55"/>
                          <a:pt x="56" y="55"/>
                        </a:cubicBezTo>
                        <a:cubicBezTo>
                          <a:pt x="56" y="56"/>
                          <a:pt x="55" y="56"/>
                          <a:pt x="54" y="57"/>
                        </a:cubicBezTo>
                        <a:cubicBezTo>
                          <a:pt x="54" y="57"/>
                          <a:pt x="53" y="57"/>
                          <a:pt x="52" y="57"/>
                        </a:cubicBezTo>
                        <a:cubicBezTo>
                          <a:pt x="51" y="57"/>
                          <a:pt x="50" y="57"/>
                          <a:pt x="50" y="57"/>
                        </a:cubicBezTo>
                        <a:cubicBezTo>
                          <a:pt x="49" y="56"/>
                          <a:pt x="48" y="56"/>
                          <a:pt x="48" y="55"/>
                        </a:cubicBezTo>
                        <a:cubicBezTo>
                          <a:pt x="47" y="55"/>
                          <a:pt x="47" y="54"/>
                          <a:pt x="46" y="53"/>
                        </a:cubicBezTo>
                        <a:cubicBezTo>
                          <a:pt x="46" y="53"/>
                          <a:pt x="46" y="52"/>
                          <a:pt x="46" y="51"/>
                        </a:cubicBezTo>
                        <a:cubicBezTo>
                          <a:pt x="46" y="50"/>
                          <a:pt x="46" y="49"/>
                          <a:pt x="46" y="49"/>
                        </a:cubicBezTo>
                        <a:cubicBezTo>
                          <a:pt x="47" y="48"/>
                          <a:pt x="47" y="47"/>
                          <a:pt x="48" y="47"/>
                        </a:cubicBezTo>
                        <a:cubicBezTo>
                          <a:pt x="48" y="46"/>
                          <a:pt x="49" y="46"/>
                          <a:pt x="50" y="4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5" name="Freeform 415">
                    <a:extLst>
                      <a:ext uri="{FF2B5EF4-FFF2-40B4-BE49-F238E27FC236}">
                        <a16:creationId xmlns:a16="http://schemas.microsoft.com/office/drawing/2014/main" id="{B3844C76-F6E0-40F9-BB92-B78DF5ACA960}"/>
                      </a:ext>
                    </a:extLst>
                  </p:cNvPr>
                  <p:cNvSpPr>
                    <a:spLocks/>
                  </p:cNvSpPr>
                  <p:nvPr/>
                </p:nvSpPr>
                <p:spPr bwMode="auto">
                  <a:xfrm>
                    <a:off x="4368438" y="4328639"/>
                    <a:ext cx="36609" cy="58768"/>
                  </a:xfrm>
                  <a:custGeom>
                    <a:avLst/>
                    <a:gdLst>
                      <a:gd name="T0" fmla="*/ 0 w 38"/>
                      <a:gd name="T1" fmla="*/ 2147483646 h 61"/>
                      <a:gd name="T2" fmla="*/ 2147483646 w 38"/>
                      <a:gd name="T3" fmla="*/ 2147483646 h 61"/>
                      <a:gd name="T4" fmla="*/ 2147483646 w 38"/>
                      <a:gd name="T5" fmla="*/ 2147483646 h 61"/>
                      <a:gd name="T6" fmla="*/ 2147483646 w 38"/>
                      <a:gd name="T7" fmla="*/ 2147483646 h 61"/>
                      <a:gd name="T8" fmla="*/ 2147483646 w 38"/>
                      <a:gd name="T9" fmla="*/ 2147483646 h 61"/>
                      <a:gd name="T10" fmla="*/ 2147483646 w 38"/>
                      <a:gd name="T11" fmla="*/ 2147483646 h 61"/>
                      <a:gd name="T12" fmla="*/ 2147483646 w 38"/>
                      <a:gd name="T13" fmla="*/ 2147483646 h 61"/>
                      <a:gd name="T14" fmla="*/ 2147483646 w 38"/>
                      <a:gd name="T15" fmla="*/ 2147483646 h 61"/>
                      <a:gd name="T16" fmla="*/ 2147483646 w 38"/>
                      <a:gd name="T17" fmla="*/ 2147483646 h 61"/>
                      <a:gd name="T18" fmla="*/ 2147483646 w 38"/>
                      <a:gd name="T19" fmla="*/ 2147483646 h 61"/>
                      <a:gd name="T20" fmla="*/ 2147483646 w 38"/>
                      <a:gd name="T21" fmla="*/ 2147483646 h 61"/>
                      <a:gd name="T22" fmla="*/ 2147483646 w 38"/>
                      <a:gd name="T23" fmla="*/ 2147483646 h 61"/>
                      <a:gd name="T24" fmla="*/ 2147483646 w 38"/>
                      <a:gd name="T25" fmla="*/ 2147483646 h 61"/>
                      <a:gd name="T26" fmla="*/ 2147483646 w 38"/>
                      <a:gd name="T27" fmla="*/ 2147483646 h 61"/>
                      <a:gd name="T28" fmla="*/ 2147483646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0 h 61"/>
                      <a:gd name="T38" fmla="*/ 2147483646 w 38"/>
                      <a:gd name="T39" fmla="*/ 2147483646 h 61"/>
                      <a:gd name="T40" fmla="*/ 2147483646 w 38"/>
                      <a:gd name="T41" fmla="*/ 2147483646 h 61"/>
                      <a:gd name="T42" fmla="*/ 2147483646 w 38"/>
                      <a:gd name="T43" fmla="*/ 2147483646 h 61"/>
                      <a:gd name="T44" fmla="*/ 0 w 38"/>
                      <a:gd name="T45" fmla="*/ 2147483646 h 61"/>
                      <a:gd name="T46" fmla="*/ 2147483646 w 38"/>
                      <a:gd name="T47" fmla="*/ 2147483646 h 61"/>
                      <a:gd name="T48" fmla="*/ 2147483646 w 38"/>
                      <a:gd name="T49" fmla="*/ 2147483646 h 61"/>
                      <a:gd name="T50" fmla="*/ 2147483646 w 38"/>
                      <a:gd name="T51" fmla="*/ 2147483646 h 61"/>
                      <a:gd name="T52" fmla="*/ 2147483646 w 38"/>
                      <a:gd name="T53" fmla="*/ 2147483646 h 61"/>
                      <a:gd name="T54" fmla="*/ 2147483646 w 38"/>
                      <a:gd name="T55" fmla="*/ 2147483646 h 61"/>
                      <a:gd name="T56" fmla="*/ 2147483646 w 38"/>
                      <a:gd name="T57" fmla="*/ 2147483646 h 61"/>
                      <a:gd name="T58" fmla="*/ 2147483646 w 38"/>
                      <a:gd name="T59" fmla="*/ 2147483646 h 61"/>
                      <a:gd name="T60" fmla="*/ 2147483646 w 38"/>
                      <a:gd name="T61" fmla="*/ 2147483646 h 61"/>
                      <a:gd name="T62" fmla="*/ 2147483646 w 38"/>
                      <a:gd name="T63" fmla="*/ 2147483646 h 61"/>
                      <a:gd name="T64" fmla="*/ 2147483646 w 38"/>
                      <a:gd name="T65" fmla="*/ 2147483646 h 61"/>
                      <a:gd name="T66" fmla="*/ 2147483646 w 38"/>
                      <a:gd name="T67" fmla="*/ 2147483646 h 61"/>
                      <a:gd name="T68" fmla="*/ 2147483646 w 38"/>
                      <a:gd name="T69" fmla="*/ 2147483646 h 61"/>
                      <a:gd name="T70" fmla="*/ 2147483646 w 38"/>
                      <a:gd name="T71" fmla="*/ 2147483646 h 61"/>
                      <a:gd name="T72" fmla="*/ 2147483646 w 38"/>
                      <a:gd name="T73" fmla="*/ 2147483646 h 61"/>
                      <a:gd name="T74" fmla="*/ 2147483646 w 38"/>
                      <a:gd name="T75" fmla="*/ 2147483646 h 61"/>
                      <a:gd name="T76" fmla="*/ 2147483646 w 38"/>
                      <a:gd name="T77" fmla="*/ 2147483646 h 61"/>
                      <a:gd name="T78" fmla="*/ 0 w 38"/>
                      <a:gd name="T79" fmla="*/ 2147483646 h 61"/>
                      <a:gd name="T80" fmla="*/ 0 w 38"/>
                      <a:gd name="T81" fmla="*/ 2147483646 h 6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38" h="61">
                        <a:moveTo>
                          <a:pt x="0" y="58"/>
                        </a:moveTo>
                        <a:cubicBezTo>
                          <a:pt x="1" y="58"/>
                          <a:pt x="1" y="59"/>
                          <a:pt x="2" y="59"/>
                        </a:cubicBezTo>
                        <a:cubicBezTo>
                          <a:pt x="2" y="59"/>
                          <a:pt x="2" y="59"/>
                          <a:pt x="2" y="59"/>
                        </a:cubicBezTo>
                        <a:cubicBezTo>
                          <a:pt x="2" y="60"/>
                          <a:pt x="3" y="60"/>
                          <a:pt x="3" y="61"/>
                        </a:cubicBezTo>
                        <a:cubicBezTo>
                          <a:pt x="4" y="61"/>
                          <a:pt x="5" y="61"/>
                          <a:pt x="6" y="61"/>
                        </a:cubicBezTo>
                        <a:cubicBezTo>
                          <a:pt x="32" y="61"/>
                          <a:pt x="32" y="61"/>
                          <a:pt x="32" y="61"/>
                        </a:cubicBezTo>
                        <a:cubicBezTo>
                          <a:pt x="34" y="61"/>
                          <a:pt x="35" y="60"/>
                          <a:pt x="37" y="59"/>
                        </a:cubicBezTo>
                        <a:cubicBezTo>
                          <a:pt x="38" y="58"/>
                          <a:pt x="38" y="57"/>
                          <a:pt x="38" y="55"/>
                        </a:cubicBezTo>
                        <a:cubicBezTo>
                          <a:pt x="38" y="54"/>
                          <a:pt x="38" y="52"/>
                          <a:pt x="37" y="51"/>
                        </a:cubicBezTo>
                        <a:cubicBezTo>
                          <a:pt x="36" y="50"/>
                          <a:pt x="34" y="50"/>
                          <a:pt x="32" y="50"/>
                        </a:cubicBezTo>
                        <a:cubicBezTo>
                          <a:pt x="18" y="50"/>
                          <a:pt x="18" y="50"/>
                          <a:pt x="18" y="50"/>
                        </a:cubicBezTo>
                        <a:cubicBezTo>
                          <a:pt x="33" y="33"/>
                          <a:pt x="33" y="33"/>
                          <a:pt x="33" y="33"/>
                        </a:cubicBezTo>
                        <a:cubicBezTo>
                          <a:pt x="33" y="33"/>
                          <a:pt x="33" y="33"/>
                          <a:pt x="33" y="33"/>
                        </a:cubicBezTo>
                        <a:cubicBezTo>
                          <a:pt x="34" y="31"/>
                          <a:pt x="36" y="29"/>
                          <a:pt x="37" y="27"/>
                        </a:cubicBezTo>
                        <a:cubicBezTo>
                          <a:pt x="38" y="25"/>
                          <a:pt x="38" y="22"/>
                          <a:pt x="38" y="20"/>
                        </a:cubicBezTo>
                        <a:cubicBezTo>
                          <a:pt x="38" y="17"/>
                          <a:pt x="38" y="14"/>
                          <a:pt x="37" y="12"/>
                        </a:cubicBezTo>
                        <a:cubicBezTo>
                          <a:pt x="36" y="10"/>
                          <a:pt x="34" y="8"/>
                          <a:pt x="33" y="6"/>
                        </a:cubicBezTo>
                        <a:cubicBezTo>
                          <a:pt x="31" y="4"/>
                          <a:pt x="29" y="3"/>
                          <a:pt x="27" y="2"/>
                        </a:cubicBezTo>
                        <a:cubicBezTo>
                          <a:pt x="24" y="1"/>
                          <a:pt x="22" y="0"/>
                          <a:pt x="19" y="0"/>
                        </a:cubicBezTo>
                        <a:cubicBezTo>
                          <a:pt x="16" y="0"/>
                          <a:pt x="14" y="1"/>
                          <a:pt x="12" y="2"/>
                        </a:cubicBezTo>
                        <a:cubicBezTo>
                          <a:pt x="9" y="3"/>
                          <a:pt x="7" y="4"/>
                          <a:pt x="6" y="6"/>
                        </a:cubicBezTo>
                        <a:cubicBezTo>
                          <a:pt x="4" y="8"/>
                          <a:pt x="2" y="10"/>
                          <a:pt x="1" y="12"/>
                        </a:cubicBezTo>
                        <a:cubicBezTo>
                          <a:pt x="0" y="14"/>
                          <a:pt x="0" y="17"/>
                          <a:pt x="0" y="20"/>
                        </a:cubicBezTo>
                        <a:cubicBezTo>
                          <a:pt x="0" y="21"/>
                          <a:pt x="1" y="22"/>
                          <a:pt x="2" y="24"/>
                        </a:cubicBezTo>
                        <a:cubicBezTo>
                          <a:pt x="3" y="25"/>
                          <a:pt x="4" y="25"/>
                          <a:pt x="6" y="25"/>
                        </a:cubicBezTo>
                        <a:cubicBezTo>
                          <a:pt x="7" y="25"/>
                          <a:pt x="9" y="25"/>
                          <a:pt x="10" y="24"/>
                        </a:cubicBezTo>
                        <a:cubicBezTo>
                          <a:pt x="11" y="22"/>
                          <a:pt x="11" y="21"/>
                          <a:pt x="11" y="20"/>
                        </a:cubicBezTo>
                        <a:cubicBezTo>
                          <a:pt x="11" y="18"/>
                          <a:pt x="12" y="17"/>
                          <a:pt x="12" y="16"/>
                        </a:cubicBezTo>
                        <a:cubicBezTo>
                          <a:pt x="12" y="16"/>
                          <a:pt x="13" y="15"/>
                          <a:pt x="14" y="14"/>
                        </a:cubicBezTo>
                        <a:cubicBezTo>
                          <a:pt x="14" y="13"/>
                          <a:pt x="15" y="13"/>
                          <a:pt x="16" y="12"/>
                        </a:cubicBezTo>
                        <a:cubicBezTo>
                          <a:pt x="17" y="12"/>
                          <a:pt x="18" y="12"/>
                          <a:pt x="19" y="12"/>
                        </a:cubicBezTo>
                        <a:cubicBezTo>
                          <a:pt x="20" y="12"/>
                          <a:pt x="21" y="12"/>
                          <a:pt x="22" y="12"/>
                        </a:cubicBezTo>
                        <a:cubicBezTo>
                          <a:pt x="23" y="13"/>
                          <a:pt x="24" y="13"/>
                          <a:pt x="25" y="14"/>
                        </a:cubicBezTo>
                        <a:cubicBezTo>
                          <a:pt x="25" y="15"/>
                          <a:pt x="26" y="16"/>
                          <a:pt x="26" y="17"/>
                        </a:cubicBezTo>
                        <a:cubicBezTo>
                          <a:pt x="27" y="17"/>
                          <a:pt x="27" y="18"/>
                          <a:pt x="27" y="20"/>
                        </a:cubicBezTo>
                        <a:cubicBezTo>
                          <a:pt x="27" y="22"/>
                          <a:pt x="26" y="23"/>
                          <a:pt x="24" y="25"/>
                        </a:cubicBezTo>
                        <a:cubicBezTo>
                          <a:pt x="24" y="25"/>
                          <a:pt x="24" y="25"/>
                          <a:pt x="24" y="25"/>
                        </a:cubicBezTo>
                        <a:cubicBezTo>
                          <a:pt x="1" y="51"/>
                          <a:pt x="1" y="51"/>
                          <a:pt x="1" y="51"/>
                        </a:cubicBezTo>
                        <a:cubicBezTo>
                          <a:pt x="1" y="51"/>
                          <a:pt x="1" y="51"/>
                          <a:pt x="1" y="51"/>
                        </a:cubicBezTo>
                        <a:cubicBezTo>
                          <a:pt x="0" y="52"/>
                          <a:pt x="0" y="54"/>
                          <a:pt x="0" y="55"/>
                        </a:cubicBezTo>
                        <a:cubicBezTo>
                          <a:pt x="0" y="56"/>
                          <a:pt x="0" y="57"/>
                          <a:pt x="0" y="5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6" name="Freeform 416">
                    <a:extLst>
                      <a:ext uri="{FF2B5EF4-FFF2-40B4-BE49-F238E27FC236}">
                        <a16:creationId xmlns:a16="http://schemas.microsoft.com/office/drawing/2014/main" id="{2F3900C9-A129-42D3-8B99-56F21F369667}"/>
                      </a:ext>
                    </a:extLst>
                  </p:cNvPr>
                  <p:cNvSpPr>
                    <a:spLocks/>
                  </p:cNvSpPr>
                  <p:nvPr/>
                </p:nvSpPr>
                <p:spPr bwMode="auto">
                  <a:xfrm>
                    <a:off x="4368438" y="4384516"/>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7" name="Freeform 417">
                    <a:extLst>
                      <a:ext uri="{FF2B5EF4-FFF2-40B4-BE49-F238E27FC236}">
                        <a16:creationId xmlns:a16="http://schemas.microsoft.com/office/drawing/2014/main" id="{223281A9-B6C9-4B81-AEC9-B98949316C7F}"/>
                      </a:ext>
                    </a:extLst>
                  </p:cNvPr>
                  <p:cNvSpPr>
                    <a:spLocks noEditPoints="1"/>
                  </p:cNvSpPr>
                  <p:nvPr/>
                </p:nvSpPr>
                <p:spPr bwMode="auto">
                  <a:xfrm>
                    <a:off x="4406973" y="4328639"/>
                    <a:ext cx="35646" cy="58768"/>
                  </a:xfrm>
                  <a:custGeom>
                    <a:avLst/>
                    <a:gdLst>
                      <a:gd name="T0" fmla="*/ 2147483646 w 38"/>
                      <a:gd name="T1" fmla="*/ 2147483646 h 61"/>
                      <a:gd name="T2" fmla="*/ 2147483646 w 38"/>
                      <a:gd name="T3" fmla="*/ 2147483646 h 61"/>
                      <a:gd name="T4" fmla="*/ 2147483646 w 38"/>
                      <a:gd name="T5" fmla="*/ 2147483646 h 61"/>
                      <a:gd name="T6" fmla="*/ 2147483646 w 38"/>
                      <a:gd name="T7" fmla="*/ 2147483646 h 61"/>
                      <a:gd name="T8" fmla="*/ 2147483646 w 38"/>
                      <a:gd name="T9" fmla="*/ 2147483646 h 61"/>
                      <a:gd name="T10" fmla="*/ 2147483646 w 38"/>
                      <a:gd name="T11" fmla="*/ 2147483646 h 61"/>
                      <a:gd name="T12" fmla="*/ 2147483646 w 38"/>
                      <a:gd name="T13" fmla="*/ 0 h 61"/>
                      <a:gd name="T14" fmla="*/ 2147483646 w 38"/>
                      <a:gd name="T15" fmla="*/ 2147483646 h 61"/>
                      <a:gd name="T16" fmla="*/ 2147483646 w 38"/>
                      <a:gd name="T17" fmla="*/ 2147483646 h 61"/>
                      <a:gd name="T18" fmla="*/ 2147483646 w 38"/>
                      <a:gd name="T19" fmla="*/ 2147483646 h 61"/>
                      <a:gd name="T20" fmla="*/ 0 w 38"/>
                      <a:gd name="T21" fmla="*/ 2147483646 h 61"/>
                      <a:gd name="T22" fmla="*/ 2147483646 w 38"/>
                      <a:gd name="T23" fmla="*/ 2147483646 h 61"/>
                      <a:gd name="T24" fmla="*/ 2147483646 w 38"/>
                      <a:gd name="T25" fmla="*/ 2147483646 h 61"/>
                      <a:gd name="T26" fmla="*/ 2147483646 w 38"/>
                      <a:gd name="T27" fmla="*/ 2147483646 h 61"/>
                      <a:gd name="T28" fmla="*/ 2147483646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2147483646 h 61"/>
                      <a:gd name="T38" fmla="*/ 2147483646 w 38"/>
                      <a:gd name="T39" fmla="*/ 2147483646 h 61"/>
                      <a:gd name="T40" fmla="*/ 2147483646 w 38"/>
                      <a:gd name="T41" fmla="*/ 2147483646 h 61"/>
                      <a:gd name="T42" fmla="*/ 2147483646 w 38"/>
                      <a:gd name="T43" fmla="*/ 2147483646 h 61"/>
                      <a:gd name="T44" fmla="*/ 2147483646 w 38"/>
                      <a:gd name="T45" fmla="*/ 2147483646 h 61"/>
                      <a:gd name="T46" fmla="*/ 2147483646 w 38"/>
                      <a:gd name="T47" fmla="*/ 2147483646 h 61"/>
                      <a:gd name="T48" fmla="*/ 2147483646 w 38"/>
                      <a:gd name="T49" fmla="*/ 2147483646 h 61"/>
                      <a:gd name="T50" fmla="*/ 2147483646 w 38"/>
                      <a:gd name="T51" fmla="*/ 2147483646 h 61"/>
                      <a:gd name="T52" fmla="*/ 2147483646 w 38"/>
                      <a:gd name="T53" fmla="*/ 2147483646 h 61"/>
                      <a:gd name="T54" fmla="*/ 2147483646 w 38"/>
                      <a:gd name="T55" fmla="*/ 2147483646 h 61"/>
                      <a:gd name="T56" fmla="*/ 2147483646 w 38"/>
                      <a:gd name="T57" fmla="*/ 2147483646 h 61"/>
                      <a:gd name="T58" fmla="*/ 2147483646 w 38"/>
                      <a:gd name="T59" fmla="*/ 2147483646 h 61"/>
                      <a:gd name="T60" fmla="*/ 2147483646 w 38"/>
                      <a:gd name="T61" fmla="*/ 2147483646 h 61"/>
                      <a:gd name="T62" fmla="*/ 2147483646 w 38"/>
                      <a:gd name="T63" fmla="*/ 2147483646 h 61"/>
                      <a:gd name="T64" fmla="*/ 2147483646 w 38"/>
                      <a:gd name="T65" fmla="*/ 2147483646 h 61"/>
                      <a:gd name="T66" fmla="*/ 2147483646 w 38"/>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8" h="61">
                        <a:moveTo>
                          <a:pt x="33" y="52"/>
                        </a:moveTo>
                        <a:cubicBezTo>
                          <a:pt x="35" y="50"/>
                          <a:pt x="36" y="47"/>
                          <a:pt x="37" y="43"/>
                        </a:cubicBezTo>
                        <a:cubicBezTo>
                          <a:pt x="38" y="39"/>
                          <a:pt x="38" y="35"/>
                          <a:pt x="38" y="31"/>
                        </a:cubicBezTo>
                        <a:cubicBezTo>
                          <a:pt x="38" y="26"/>
                          <a:pt x="38" y="22"/>
                          <a:pt x="37" y="18"/>
                        </a:cubicBezTo>
                        <a:cubicBezTo>
                          <a:pt x="36" y="15"/>
                          <a:pt x="35" y="11"/>
                          <a:pt x="33" y="9"/>
                        </a:cubicBezTo>
                        <a:cubicBezTo>
                          <a:pt x="32" y="6"/>
                          <a:pt x="30" y="4"/>
                          <a:pt x="27" y="3"/>
                        </a:cubicBezTo>
                        <a:cubicBezTo>
                          <a:pt x="25" y="1"/>
                          <a:pt x="22" y="0"/>
                          <a:pt x="19" y="0"/>
                        </a:cubicBezTo>
                        <a:cubicBezTo>
                          <a:pt x="16" y="0"/>
                          <a:pt x="13" y="1"/>
                          <a:pt x="11" y="2"/>
                        </a:cubicBezTo>
                        <a:cubicBezTo>
                          <a:pt x="8" y="4"/>
                          <a:pt x="6" y="6"/>
                          <a:pt x="4" y="9"/>
                        </a:cubicBezTo>
                        <a:cubicBezTo>
                          <a:pt x="3" y="11"/>
                          <a:pt x="2" y="15"/>
                          <a:pt x="1" y="18"/>
                        </a:cubicBezTo>
                        <a:cubicBezTo>
                          <a:pt x="0" y="22"/>
                          <a:pt x="0" y="26"/>
                          <a:pt x="0" y="31"/>
                        </a:cubicBezTo>
                        <a:cubicBezTo>
                          <a:pt x="0" y="35"/>
                          <a:pt x="0" y="39"/>
                          <a:pt x="1" y="43"/>
                        </a:cubicBezTo>
                        <a:cubicBezTo>
                          <a:pt x="2" y="47"/>
                          <a:pt x="3" y="50"/>
                          <a:pt x="4" y="53"/>
                        </a:cubicBezTo>
                        <a:cubicBezTo>
                          <a:pt x="6" y="55"/>
                          <a:pt x="8" y="57"/>
                          <a:pt x="11" y="59"/>
                        </a:cubicBezTo>
                        <a:cubicBezTo>
                          <a:pt x="13" y="60"/>
                          <a:pt x="16" y="61"/>
                          <a:pt x="19" y="61"/>
                        </a:cubicBezTo>
                        <a:cubicBezTo>
                          <a:pt x="22" y="61"/>
                          <a:pt x="25" y="60"/>
                          <a:pt x="27" y="59"/>
                        </a:cubicBezTo>
                        <a:cubicBezTo>
                          <a:pt x="30" y="57"/>
                          <a:pt x="32" y="55"/>
                          <a:pt x="33" y="52"/>
                        </a:cubicBezTo>
                        <a:close/>
                        <a:moveTo>
                          <a:pt x="19" y="49"/>
                        </a:moveTo>
                        <a:cubicBezTo>
                          <a:pt x="18" y="49"/>
                          <a:pt x="17" y="49"/>
                          <a:pt x="16" y="48"/>
                        </a:cubicBezTo>
                        <a:cubicBezTo>
                          <a:pt x="15" y="48"/>
                          <a:pt x="14" y="46"/>
                          <a:pt x="13" y="45"/>
                        </a:cubicBezTo>
                        <a:cubicBezTo>
                          <a:pt x="13" y="43"/>
                          <a:pt x="12" y="41"/>
                          <a:pt x="12" y="39"/>
                        </a:cubicBezTo>
                        <a:cubicBezTo>
                          <a:pt x="11" y="36"/>
                          <a:pt x="11" y="34"/>
                          <a:pt x="11" y="31"/>
                        </a:cubicBezTo>
                        <a:cubicBezTo>
                          <a:pt x="11" y="28"/>
                          <a:pt x="11" y="25"/>
                          <a:pt x="12" y="23"/>
                        </a:cubicBezTo>
                        <a:cubicBezTo>
                          <a:pt x="12" y="20"/>
                          <a:pt x="13" y="18"/>
                          <a:pt x="13" y="17"/>
                        </a:cubicBezTo>
                        <a:cubicBezTo>
                          <a:pt x="14" y="15"/>
                          <a:pt x="15" y="14"/>
                          <a:pt x="16" y="13"/>
                        </a:cubicBezTo>
                        <a:cubicBezTo>
                          <a:pt x="17" y="12"/>
                          <a:pt x="18" y="12"/>
                          <a:pt x="19" y="12"/>
                        </a:cubicBezTo>
                        <a:cubicBezTo>
                          <a:pt x="20" y="12"/>
                          <a:pt x="21" y="12"/>
                          <a:pt x="22" y="13"/>
                        </a:cubicBezTo>
                        <a:cubicBezTo>
                          <a:pt x="23" y="14"/>
                          <a:pt x="24" y="15"/>
                          <a:pt x="24" y="17"/>
                        </a:cubicBezTo>
                        <a:cubicBezTo>
                          <a:pt x="25" y="18"/>
                          <a:pt x="26" y="20"/>
                          <a:pt x="26" y="23"/>
                        </a:cubicBezTo>
                        <a:cubicBezTo>
                          <a:pt x="27" y="25"/>
                          <a:pt x="27" y="28"/>
                          <a:pt x="27" y="31"/>
                        </a:cubicBezTo>
                        <a:cubicBezTo>
                          <a:pt x="27" y="34"/>
                          <a:pt x="27" y="36"/>
                          <a:pt x="26" y="39"/>
                        </a:cubicBezTo>
                        <a:cubicBezTo>
                          <a:pt x="26" y="41"/>
                          <a:pt x="25" y="43"/>
                          <a:pt x="25" y="45"/>
                        </a:cubicBezTo>
                        <a:cubicBezTo>
                          <a:pt x="24" y="46"/>
                          <a:pt x="23" y="48"/>
                          <a:pt x="22" y="48"/>
                        </a:cubicBezTo>
                        <a:cubicBezTo>
                          <a:pt x="21" y="49"/>
                          <a:pt x="20" y="49"/>
                          <a:pt x="19" y="4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8" name="Freeform 418">
                    <a:extLst>
                      <a:ext uri="{FF2B5EF4-FFF2-40B4-BE49-F238E27FC236}">
                        <a16:creationId xmlns:a16="http://schemas.microsoft.com/office/drawing/2014/main" id="{98894E78-2EB6-42C0-8246-01ABBB23B85D}"/>
                      </a:ext>
                    </a:extLst>
                  </p:cNvPr>
                  <p:cNvSpPr>
                    <a:spLocks noEditPoints="1"/>
                  </p:cNvSpPr>
                  <p:nvPr/>
                </p:nvSpPr>
                <p:spPr bwMode="auto">
                  <a:xfrm>
                    <a:off x="4443582" y="4328639"/>
                    <a:ext cx="37573" cy="58768"/>
                  </a:xfrm>
                  <a:custGeom>
                    <a:avLst/>
                    <a:gdLst>
                      <a:gd name="T0" fmla="*/ 2147483646 w 39"/>
                      <a:gd name="T1" fmla="*/ 2147483646 h 61"/>
                      <a:gd name="T2" fmla="*/ 2147483646 w 39"/>
                      <a:gd name="T3" fmla="*/ 2147483646 h 61"/>
                      <a:gd name="T4" fmla="*/ 0 w 39"/>
                      <a:gd name="T5" fmla="*/ 2147483646 h 61"/>
                      <a:gd name="T6" fmla="*/ 2147483646 w 39"/>
                      <a:gd name="T7" fmla="*/ 2147483646 h 61"/>
                      <a:gd name="T8" fmla="*/ 2147483646 w 39"/>
                      <a:gd name="T9" fmla="*/ 2147483646 h 61"/>
                      <a:gd name="T10" fmla="*/ 2147483646 w 39"/>
                      <a:gd name="T11" fmla="*/ 2147483646 h 61"/>
                      <a:gd name="T12" fmla="*/ 2147483646 w 39"/>
                      <a:gd name="T13" fmla="*/ 2147483646 h 61"/>
                      <a:gd name="T14" fmla="*/ 2147483646 w 39"/>
                      <a:gd name="T15" fmla="*/ 2147483646 h 61"/>
                      <a:gd name="T16" fmla="*/ 2147483646 w 39"/>
                      <a:gd name="T17" fmla="*/ 2147483646 h 61"/>
                      <a:gd name="T18" fmla="*/ 2147483646 w 39"/>
                      <a:gd name="T19" fmla="*/ 2147483646 h 61"/>
                      <a:gd name="T20" fmla="*/ 2147483646 w 39"/>
                      <a:gd name="T21" fmla="*/ 2147483646 h 61"/>
                      <a:gd name="T22" fmla="*/ 2147483646 w 39"/>
                      <a:gd name="T23" fmla="*/ 2147483646 h 61"/>
                      <a:gd name="T24" fmla="*/ 2147483646 w 39"/>
                      <a:gd name="T25" fmla="*/ 2147483646 h 61"/>
                      <a:gd name="T26" fmla="*/ 2147483646 w 39"/>
                      <a:gd name="T27" fmla="*/ 2147483646 h 61"/>
                      <a:gd name="T28" fmla="*/ 2147483646 w 39"/>
                      <a:gd name="T29" fmla="*/ 0 h 61"/>
                      <a:gd name="T30" fmla="*/ 2147483646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9" h="61">
                        <a:moveTo>
                          <a:pt x="5" y="9"/>
                        </a:moveTo>
                        <a:cubicBezTo>
                          <a:pt x="3" y="11"/>
                          <a:pt x="2" y="15"/>
                          <a:pt x="1" y="18"/>
                        </a:cubicBezTo>
                        <a:cubicBezTo>
                          <a:pt x="1" y="22"/>
                          <a:pt x="0" y="26"/>
                          <a:pt x="0" y="31"/>
                        </a:cubicBezTo>
                        <a:cubicBezTo>
                          <a:pt x="0" y="35"/>
                          <a:pt x="1" y="39"/>
                          <a:pt x="1" y="43"/>
                        </a:cubicBezTo>
                        <a:cubicBezTo>
                          <a:pt x="2" y="47"/>
                          <a:pt x="3" y="50"/>
                          <a:pt x="5" y="53"/>
                        </a:cubicBezTo>
                        <a:cubicBezTo>
                          <a:pt x="7" y="55"/>
                          <a:pt x="9" y="57"/>
                          <a:pt x="11" y="59"/>
                        </a:cubicBezTo>
                        <a:cubicBezTo>
                          <a:pt x="14" y="60"/>
                          <a:pt x="17" y="61"/>
                          <a:pt x="20" y="61"/>
                        </a:cubicBezTo>
                        <a:cubicBezTo>
                          <a:pt x="23" y="61"/>
                          <a:pt x="26" y="60"/>
                          <a:pt x="28" y="59"/>
                        </a:cubicBezTo>
                        <a:cubicBezTo>
                          <a:pt x="30" y="57"/>
                          <a:pt x="33" y="55"/>
                          <a:pt x="34" y="52"/>
                        </a:cubicBezTo>
                        <a:cubicBezTo>
                          <a:pt x="36" y="50"/>
                          <a:pt x="37" y="47"/>
                          <a:pt x="38" y="43"/>
                        </a:cubicBezTo>
                        <a:cubicBezTo>
                          <a:pt x="39" y="39"/>
                          <a:pt x="39" y="35"/>
                          <a:pt x="39" y="31"/>
                        </a:cubicBezTo>
                        <a:cubicBezTo>
                          <a:pt x="39" y="26"/>
                          <a:pt x="39" y="22"/>
                          <a:pt x="38" y="18"/>
                        </a:cubicBezTo>
                        <a:cubicBezTo>
                          <a:pt x="37" y="15"/>
                          <a:pt x="36" y="11"/>
                          <a:pt x="34" y="9"/>
                        </a:cubicBezTo>
                        <a:cubicBezTo>
                          <a:pt x="33" y="6"/>
                          <a:pt x="30" y="4"/>
                          <a:pt x="28" y="3"/>
                        </a:cubicBezTo>
                        <a:cubicBezTo>
                          <a:pt x="26" y="1"/>
                          <a:pt x="23" y="0"/>
                          <a:pt x="20" y="0"/>
                        </a:cubicBezTo>
                        <a:cubicBezTo>
                          <a:pt x="17" y="0"/>
                          <a:pt x="14" y="1"/>
                          <a:pt x="11" y="2"/>
                        </a:cubicBezTo>
                        <a:cubicBezTo>
                          <a:pt x="9" y="4"/>
                          <a:pt x="7" y="6"/>
                          <a:pt x="5" y="9"/>
                        </a:cubicBezTo>
                        <a:close/>
                        <a:moveTo>
                          <a:pt x="20" y="12"/>
                        </a:moveTo>
                        <a:cubicBezTo>
                          <a:pt x="21" y="12"/>
                          <a:pt x="22" y="12"/>
                          <a:pt x="23" y="13"/>
                        </a:cubicBezTo>
                        <a:cubicBezTo>
                          <a:pt x="24" y="14"/>
                          <a:pt x="24" y="15"/>
                          <a:pt x="25" y="17"/>
                        </a:cubicBezTo>
                        <a:cubicBezTo>
                          <a:pt x="26" y="18"/>
                          <a:pt x="26" y="20"/>
                          <a:pt x="27" y="23"/>
                        </a:cubicBezTo>
                        <a:cubicBezTo>
                          <a:pt x="27" y="25"/>
                          <a:pt x="27" y="28"/>
                          <a:pt x="27" y="31"/>
                        </a:cubicBezTo>
                        <a:cubicBezTo>
                          <a:pt x="27" y="34"/>
                          <a:pt x="27" y="36"/>
                          <a:pt x="27" y="39"/>
                        </a:cubicBezTo>
                        <a:cubicBezTo>
                          <a:pt x="26" y="41"/>
                          <a:pt x="26" y="43"/>
                          <a:pt x="25" y="45"/>
                        </a:cubicBezTo>
                        <a:cubicBezTo>
                          <a:pt x="24" y="46"/>
                          <a:pt x="24" y="48"/>
                          <a:pt x="23" y="48"/>
                        </a:cubicBezTo>
                        <a:cubicBezTo>
                          <a:pt x="22" y="49"/>
                          <a:pt x="21" y="49"/>
                          <a:pt x="20" y="49"/>
                        </a:cubicBezTo>
                        <a:cubicBezTo>
                          <a:pt x="18" y="49"/>
                          <a:pt x="17" y="49"/>
                          <a:pt x="17" y="48"/>
                        </a:cubicBezTo>
                        <a:cubicBezTo>
                          <a:pt x="16" y="48"/>
                          <a:pt x="15" y="46"/>
                          <a:pt x="14" y="45"/>
                        </a:cubicBezTo>
                        <a:cubicBezTo>
                          <a:pt x="13" y="43"/>
                          <a:pt x="13" y="41"/>
                          <a:pt x="12" y="39"/>
                        </a:cubicBezTo>
                        <a:cubicBezTo>
                          <a:pt x="12" y="36"/>
                          <a:pt x="12" y="34"/>
                          <a:pt x="12" y="31"/>
                        </a:cubicBezTo>
                        <a:cubicBezTo>
                          <a:pt x="12" y="28"/>
                          <a:pt x="12" y="25"/>
                          <a:pt x="12" y="23"/>
                        </a:cubicBezTo>
                        <a:cubicBezTo>
                          <a:pt x="13" y="20"/>
                          <a:pt x="13" y="18"/>
                          <a:pt x="14" y="17"/>
                        </a:cubicBezTo>
                        <a:cubicBezTo>
                          <a:pt x="15" y="15"/>
                          <a:pt x="16" y="14"/>
                          <a:pt x="17" y="13"/>
                        </a:cubicBezTo>
                        <a:cubicBezTo>
                          <a:pt x="17" y="12"/>
                          <a:pt x="18" y="12"/>
                          <a:pt x="2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69" name="Rectangle 419">
                    <a:extLst>
                      <a:ext uri="{FF2B5EF4-FFF2-40B4-BE49-F238E27FC236}">
                        <a16:creationId xmlns:a16="http://schemas.microsoft.com/office/drawing/2014/main" id="{A67A316A-8553-41AB-ABF8-1E7E36948842}"/>
                      </a:ext>
                    </a:extLst>
                  </p:cNvPr>
                  <p:cNvSpPr>
                    <a:spLocks noChangeArrowheads="1"/>
                  </p:cNvSpPr>
                  <p:nvPr/>
                </p:nvSpPr>
                <p:spPr bwMode="auto">
                  <a:xfrm>
                    <a:off x="4692141" y="5918253"/>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70" name="Freeform 420">
                    <a:extLst>
                      <a:ext uri="{FF2B5EF4-FFF2-40B4-BE49-F238E27FC236}">
                        <a16:creationId xmlns:a16="http://schemas.microsoft.com/office/drawing/2014/main" id="{034A4315-198E-455C-BD43-CDB7C6563AFB}"/>
                      </a:ext>
                    </a:extLst>
                  </p:cNvPr>
                  <p:cNvSpPr>
                    <a:spLocks/>
                  </p:cNvSpPr>
                  <p:nvPr/>
                </p:nvSpPr>
                <p:spPr bwMode="auto">
                  <a:xfrm>
                    <a:off x="4699848" y="588453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1" name="Freeform 421">
                    <a:extLst>
                      <a:ext uri="{FF2B5EF4-FFF2-40B4-BE49-F238E27FC236}">
                        <a16:creationId xmlns:a16="http://schemas.microsoft.com/office/drawing/2014/main" id="{298BE45F-132D-42A6-A12E-CBF4CB013E68}"/>
                      </a:ext>
                    </a:extLst>
                  </p:cNvPr>
                  <p:cNvSpPr>
                    <a:spLocks/>
                  </p:cNvSpPr>
                  <p:nvPr/>
                </p:nvSpPr>
                <p:spPr bwMode="auto">
                  <a:xfrm>
                    <a:off x="4690213" y="5862376"/>
                    <a:ext cx="36609" cy="57804"/>
                  </a:xfrm>
                  <a:custGeom>
                    <a:avLst/>
                    <a:gdLst>
                      <a:gd name="T0" fmla="*/ 2147483646 w 38"/>
                      <a:gd name="T1" fmla="*/ 2147483646 h 60"/>
                      <a:gd name="T2" fmla="*/ 2147483646 w 38"/>
                      <a:gd name="T3" fmla="*/ 2147483646 h 60"/>
                      <a:gd name="T4" fmla="*/ 2147483646 w 38"/>
                      <a:gd name="T5" fmla="*/ 2147483646 h 60"/>
                      <a:gd name="T6" fmla="*/ 2147483646 w 38"/>
                      <a:gd name="T7" fmla="*/ 2147483646 h 60"/>
                      <a:gd name="T8" fmla="*/ 2147483646 w 38"/>
                      <a:gd name="T9" fmla="*/ 0 h 60"/>
                      <a:gd name="T10" fmla="*/ 2147483646 w 38"/>
                      <a:gd name="T11" fmla="*/ 2147483646 h 60"/>
                      <a:gd name="T12" fmla="*/ 2147483646 w 38"/>
                      <a:gd name="T13" fmla="*/ 2147483646 h 60"/>
                      <a:gd name="T14" fmla="*/ 2147483646 w 38"/>
                      <a:gd name="T15" fmla="*/ 2147483646 h 60"/>
                      <a:gd name="T16" fmla="*/ 0 w 38"/>
                      <a:gd name="T17" fmla="*/ 2147483646 h 60"/>
                      <a:gd name="T18" fmla="*/ 2147483646 w 38"/>
                      <a:gd name="T19" fmla="*/ 2147483646 h 60"/>
                      <a:gd name="T20" fmla="*/ 2147483646 w 38"/>
                      <a:gd name="T21" fmla="*/ 2147483646 h 60"/>
                      <a:gd name="T22" fmla="*/ 2147483646 w 38"/>
                      <a:gd name="T23" fmla="*/ 2147483646 h 60"/>
                      <a:gd name="T24" fmla="*/ 2147483646 w 38"/>
                      <a:gd name="T25" fmla="*/ 2147483646 h 60"/>
                      <a:gd name="T26" fmla="*/ 2147483646 w 38"/>
                      <a:gd name="T27" fmla="*/ 2147483646 h 60"/>
                      <a:gd name="T28" fmla="*/ 2147483646 w 38"/>
                      <a:gd name="T29" fmla="*/ 2147483646 h 60"/>
                      <a:gd name="T30" fmla="*/ 2147483646 w 38"/>
                      <a:gd name="T31" fmla="*/ 2147483646 h 60"/>
                      <a:gd name="T32" fmla="*/ 2147483646 w 38"/>
                      <a:gd name="T33" fmla="*/ 2147483646 h 60"/>
                      <a:gd name="T34" fmla="*/ 2147483646 w 38"/>
                      <a:gd name="T35" fmla="*/ 2147483646 h 60"/>
                      <a:gd name="T36" fmla="*/ 2147483646 w 38"/>
                      <a:gd name="T37" fmla="*/ 2147483646 h 60"/>
                      <a:gd name="T38" fmla="*/ 2147483646 w 38"/>
                      <a:gd name="T39" fmla="*/ 2147483646 h 60"/>
                      <a:gd name="T40" fmla="*/ 2147483646 w 38"/>
                      <a:gd name="T41" fmla="*/ 2147483646 h 60"/>
                      <a:gd name="T42" fmla="*/ 2147483646 w 38"/>
                      <a:gd name="T43" fmla="*/ 2147483646 h 60"/>
                      <a:gd name="T44" fmla="*/ 2147483646 w 38"/>
                      <a:gd name="T45" fmla="*/ 2147483646 h 60"/>
                      <a:gd name="T46" fmla="*/ 2147483646 w 38"/>
                      <a:gd name="T47" fmla="*/ 2147483646 h 60"/>
                      <a:gd name="T48" fmla="*/ 2147483646 w 38"/>
                      <a:gd name="T49" fmla="*/ 2147483646 h 60"/>
                      <a:gd name="T50" fmla="*/ 2147483646 w 38"/>
                      <a:gd name="T51" fmla="*/ 2147483646 h 60"/>
                      <a:gd name="T52" fmla="*/ 0 w 38"/>
                      <a:gd name="T53" fmla="*/ 2147483646 h 60"/>
                      <a:gd name="T54" fmla="*/ 0 w 38"/>
                      <a:gd name="T55" fmla="*/ 2147483646 h 60"/>
                      <a:gd name="T56" fmla="*/ 2147483646 w 38"/>
                      <a:gd name="T57" fmla="*/ 2147483646 h 60"/>
                      <a:gd name="T58" fmla="*/ 2147483646 w 38"/>
                      <a:gd name="T59" fmla="*/ 2147483646 h 60"/>
                      <a:gd name="T60" fmla="*/ 2147483646 w 38"/>
                      <a:gd name="T61" fmla="*/ 2147483646 h 60"/>
                      <a:gd name="T62" fmla="*/ 2147483646 w 38"/>
                      <a:gd name="T63" fmla="*/ 2147483646 h 60"/>
                      <a:gd name="T64" fmla="*/ 2147483646 w 38"/>
                      <a:gd name="T65" fmla="*/ 2147483646 h 60"/>
                      <a:gd name="T66" fmla="*/ 2147483646 w 38"/>
                      <a:gd name="T67" fmla="*/ 2147483646 h 60"/>
                      <a:gd name="T68" fmla="*/ 2147483646 w 38"/>
                      <a:gd name="T69" fmla="*/ 2147483646 h 60"/>
                      <a:gd name="T70" fmla="*/ 2147483646 w 38"/>
                      <a:gd name="T71" fmla="*/ 2147483646 h 60"/>
                      <a:gd name="T72" fmla="*/ 2147483646 w 38"/>
                      <a:gd name="T73" fmla="*/ 2147483646 h 60"/>
                      <a:gd name="T74" fmla="*/ 2147483646 w 38"/>
                      <a:gd name="T75" fmla="*/ 2147483646 h 60"/>
                      <a:gd name="T76" fmla="*/ 2147483646 w 38"/>
                      <a:gd name="T77" fmla="*/ 2147483646 h 60"/>
                      <a:gd name="T78" fmla="*/ 2147483646 w 38"/>
                      <a:gd name="T79" fmla="*/ 2147483646 h 60"/>
                      <a:gd name="T80" fmla="*/ 2147483646 w 38"/>
                      <a:gd name="T81" fmla="*/ 2147483646 h 60"/>
                      <a:gd name="T82" fmla="*/ 2147483646 w 38"/>
                      <a:gd name="T83" fmla="*/ 2147483646 h 60"/>
                      <a:gd name="T84" fmla="*/ 2147483646 w 38"/>
                      <a:gd name="T85" fmla="*/ 2147483646 h 60"/>
                      <a:gd name="T86" fmla="*/ 2147483646 w 38"/>
                      <a:gd name="T87" fmla="*/ 2147483646 h 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8" h="60">
                        <a:moveTo>
                          <a:pt x="38" y="19"/>
                        </a:moveTo>
                        <a:cubicBezTo>
                          <a:pt x="38" y="16"/>
                          <a:pt x="38" y="14"/>
                          <a:pt x="37" y="11"/>
                        </a:cubicBezTo>
                        <a:cubicBezTo>
                          <a:pt x="36" y="9"/>
                          <a:pt x="34" y="7"/>
                          <a:pt x="33" y="5"/>
                        </a:cubicBezTo>
                        <a:cubicBezTo>
                          <a:pt x="31" y="3"/>
                          <a:pt x="29" y="2"/>
                          <a:pt x="27" y="1"/>
                        </a:cubicBezTo>
                        <a:cubicBezTo>
                          <a:pt x="24" y="0"/>
                          <a:pt x="22" y="0"/>
                          <a:pt x="19" y="0"/>
                        </a:cubicBezTo>
                        <a:cubicBezTo>
                          <a:pt x="16" y="0"/>
                          <a:pt x="14" y="0"/>
                          <a:pt x="12" y="1"/>
                        </a:cubicBezTo>
                        <a:cubicBezTo>
                          <a:pt x="9" y="2"/>
                          <a:pt x="7" y="3"/>
                          <a:pt x="6" y="5"/>
                        </a:cubicBezTo>
                        <a:cubicBezTo>
                          <a:pt x="4" y="7"/>
                          <a:pt x="2" y="9"/>
                          <a:pt x="1" y="11"/>
                        </a:cubicBezTo>
                        <a:cubicBezTo>
                          <a:pt x="0" y="14"/>
                          <a:pt x="0" y="16"/>
                          <a:pt x="0" y="19"/>
                        </a:cubicBezTo>
                        <a:cubicBezTo>
                          <a:pt x="0" y="20"/>
                          <a:pt x="1" y="22"/>
                          <a:pt x="2" y="23"/>
                        </a:cubicBezTo>
                        <a:cubicBezTo>
                          <a:pt x="3" y="24"/>
                          <a:pt x="4" y="24"/>
                          <a:pt x="6" y="24"/>
                        </a:cubicBezTo>
                        <a:cubicBezTo>
                          <a:pt x="7" y="24"/>
                          <a:pt x="9" y="24"/>
                          <a:pt x="10" y="23"/>
                        </a:cubicBezTo>
                        <a:cubicBezTo>
                          <a:pt x="11" y="22"/>
                          <a:pt x="11" y="20"/>
                          <a:pt x="11" y="19"/>
                        </a:cubicBezTo>
                        <a:cubicBezTo>
                          <a:pt x="11" y="18"/>
                          <a:pt x="12" y="17"/>
                          <a:pt x="12" y="16"/>
                        </a:cubicBezTo>
                        <a:cubicBezTo>
                          <a:pt x="12" y="15"/>
                          <a:pt x="13" y="14"/>
                          <a:pt x="14" y="13"/>
                        </a:cubicBezTo>
                        <a:cubicBezTo>
                          <a:pt x="14" y="12"/>
                          <a:pt x="15" y="12"/>
                          <a:pt x="16" y="12"/>
                        </a:cubicBezTo>
                        <a:cubicBezTo>
                          <a:pt x="17" y="11"/>
                          <a:pt x="18" y="11"/>
                          <a:pt x="19" y="11"/>
                        </a:cubicBezTo>
                        <a:cubicBezTo>
                          <a:pt x="20" y="11"/>
                          <a:pt x="21" y="11"/>
                          <a:pt x="22" y="12"/>
                        </a:cubicBezTo>
                        <a:cubicBezTo>
                          <a:pt x="22" y="12"/>
                          <a:pt x="22" y="12"/>
                          <a:pt x="22" y="12"/>
                        </a:cubicBezTo>
                        <a:cubicBezTo>
                          <a:pt x="23" y="12"/>
                          <a:pt x="24" y="13"/>
                          <a:pt x="25" y="13"/>
                        </a:cubicBezTo>
                        <a:cubicBezTo>
                          <a:pt x="25" y="14"/>
                          <a:pt x="26" y="15"/>
                          <a:pt x="26" y="16"/>
                        </a:cubicBezTo>
                        <a:cubicBezTo>
                          <a:pt x="27" y="17"/>
                          <a:pt x="27" y="18"/>
                          <a:pt x="27" y="19"/>
                        </a:cubicBezTo>
                        <a:cubicBezTo>
                          <a:pt x="27" y="21"/>
                          <a:pt x="26" y="23"/>
                          <a:pt x="25" y="24"/>
                        </a:cubicBezTo>
                        <a:cubicBezTo>
                          <a:pt x="24" y="24"/>
                          <a:pt x="24" y="24"/>
                          <a:pt x="24" y="24"/>
                        </a:cubicBezTo>
                        <a:cubicBezTo>
                          <a:pt x="1" y="51"/>
                          <a:pt x="1" y="51"/>
                          <a:pt x="1" y="51"/>
                        </a:cubicBezTo>
                        <a:cubicBezTo>
                          <a:pt x="1" y="51"/>
                          <a:pt x="1" y="51"/>
                          <a:pt x="1" y="51"/>
                        </a:cubicBezTo>
                        <a:cubicBezTo>
                          <a:pt x="0" y="52"/>
                          <a:pt x="0" y="53"/>
                          <a:pt x="0" y="54"/>
                        </a:cubicBezTo>
                        <a:cubicBezTo>
                          <a:pt x="0" y="55"/>
                          <a:pt x="0" y="56"/>
                          <a:pt x="0" y="57"/>
                        </a:cubicBezTo>
                        <a:cubicBezTo>
                          <a:pt x="1" y="57"/>
                          <a:pt x="1" y="58"/>
                          <a:pt x="2" y="58"/>
                        </a:cubicBezTo>
                        <a:cubicBezTo>
                          <a:pt x="2" y="58"/>
                          <a:pt x="2" y="58"/>
                          <a:pt x="2" y="58"/>
                        </a:cubicBezTo>
                        <a:cubicBezTo>
                          <a:pt x="2" y="59"/>
                          <a:pt x="3" y="59"/>
                          <a:pt x="3" y="60"/>
                        </a:cubicBezTo>
                        <a:cubicBezTo>
                          <a:pt x="3" y="60"/>
                          <a:pt x="3" y="60"/>
                          <a:pt x="3" y="60"/>
                        </a:cubicBezTo>
                        <a:cubicBezTo>
                          <a:pt x="4" y="60"/>
                          <a:pt x="5" y="60"/>
                          <a:pt x="6" y="60"/>
                        </a:cubicBezTo>
                        <a:cubicBezTo>
                          <a:pt x="33" y="60"/>
                          <a:pt x="33" y="60"/>
                          <a:pt x="33" y="60"/>
                        </a:cubicBezTo>
                        <a:cubicBezTo>
                          <a:pt x="34" y="60"/>
                          <a:pt x="36" y="60"/>
                          <a:pt x="37" y="59"/>
                        </a:cubicBezTo>
                        <a:cubicBezTo>
                          <a:pt x="37" y="58"/>
                          <a:pt x="37" y="58"/>
                          <a:pt x="37" y="58"/>
                        </a:cubicBezTo>
                        <a:cubicBezTo>
                          <a:pt x="38" y="57"/>
                          <a:pt x="38" y="56"/>
                          <a:pt x="38" y="54"/>
                        </a:cubicBezTo>
                        <a:cubicBezTo>
                          <a:pt x="38" y="53"/>
                          <a:pt x="38" y="52"/>
                          <a:pt x="37" y="50"/>
                        </a:cubicBezTo>
                        <a:cubicBezTo>
                          <a:pt x="36" y="49"/>
                          <a:pt x="34" y="49"/>
                          <a:pt x="33" y="49"/>
                        </a:cubicBezTo>
                        <a:cubicBezTo>
                          <a:pt x="18" y="49"/>
                          <a:pt x="18" y="49"/>
                          <a:pt x="18" y="49"/>
                        </a:cubicBezTo>
                        <a:cubicBezTo>
                          <a:pt x="33" y="32"/>
                          <a:pt x="33" y="32"/>
                          <a:pt x="33" y="32"/>
                        </a:cubicBezTo>
                        <a:cubicBezTo>
                          <a:pt x="33" y="32"/>
                          <a:pt x="33" y="32"/>
                          <a:pt x="33" y="32"/>
                        </a:cubicBezTo>
                        <a:cubicBezTo>
                          <a:pt x="34" y="30"/>
                          <a:pt x="36" y="28"/>
                          <a:pt x="37" y="26"/>
                        </a:cubicBezTo>
                        <a:cubicBezTo>
                          <a:pt x="38" y="24"/>
                          <a:pt x="38" y="21"/>
                          <a:pt x="38" y="1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2" name="Freeform 422">
                    <a:extLst>
                      <a:ext uri="{FF2B5EF4-FFF2-40B4-BE49-F238E27FC236}">
                        <a16:creationId xmlns:a16="http://schemas.microsoft.com/office/drawing/2014/main" id="{4562226D-3035-4863-BF65-5CB750191A79}"/>
                      </a:ext>
                    </a:extLst>
                  </p:cNvPr>
                  <p:cNvSpPr>
                    <a:spLocks noEditPoints="1"/>
                  </p:cNvSpPr>
                  <p:nvPr/>
                </p:nvSpPr>
                <p:spPr bwMode="auto">
                  <a:xfrm>
                    <a:off x="4728750" y="5861411"/>
                    <a:ext cx="36609" cy="58768"/>
                  </a:xfrm>
                  <a:custGeom>
                    <a:avLst/>
                    <a:gdLst>
                      <a:gd name="T0" fmla="*/ 2147483646 w 38"/>
                      <a:gd name="T1" fmla="*/ 2147483646 h 61"/>
                      <a:gd name="T2" fmla="*/ 2147483646 w 38"/>
                      <a:gd name="T3" fmla="*/ 2147483646 h 61"/>
                      <a:gd name="T4" fmla="*/ 2147483646 w 38"/>
                      <a:gd name="T5" fmla="*/ 2147483646 h 61"/>
                      <a:gd name="T6" fmla="*/ 2147483646 w 38"/>
                      <a:gd name="T7" fmla="*/ 2147483646 h 61"/>
                      <a:gd name="T8" fmla="*/ 2147483646 w 38"/>
                      <a:gd name="T9" fmla="*/ 2147483646 h 61"/>
                      <a:gd name="T10" fmla="*/ 2147483646 w 38"/>
                      <a:gd name="T11" fmla="*/ 2147483646 h 61"/>
                      <a:gd name="T12" fmla="*/ 2147483646 w 38"/>
                      <a:gd name="T13" fmla="*/ 0 h 61"/>
                      <a:gd name="T14" fmla="*/ 2147483646 w 38"/>
                      <a:gd name="T15" fmla="*/ 2147483646 h 61"/>
                      <a:gd name="T16" fmla="*/ 2147483646 w 38"/>
                      <a:gd name="T17" fmla="*/ 2147483646 h 61"/>
                      <a:gd name="T18" fmla="*/ 2147483646 w 38"/>
                      <a:gd name="T19" fmla="*/ 2147483646 h 61"/>
                      <a:gd name="T20" fmla="*/ 0 w 38"/>
                      <a:gd name="T21" fmla="*/ 2147483646 h 61"/>
                      <a:gd name="T22" fmla="*/ 2147483646 w 38"/>
                      <a:gd name="T23" fmla="*/ 2147483646 h 61"/>
                      <a:gd name="T24" fmla="*/ 2147483646 w 38"/>
                      <a:gd name="T25" fmla="*/ 2147483646 h 61"/>
                      <a:gd name="T26" fmla="*/ 2147483646 w 38"/>
                      <a:gd name="T27" fmla="*/ 2147483646 h 61"/>
                      <a:gd name="T28" fmla="*/ 2147483646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2147483646 h 61"/>
                      <a:gd name="T38" fmla="*/ 2147483646 w 38"/>
                      <a:gd name="T39" fmla="*/ 2147483646 h 61"/>
                      <a:gd name="T40" fmla="*/ 2147483646 w 38"/>
                      <a:gd name="T41" fmla="*/ 2147483646 h 61"/>
                      <a:gd name="T42" fmla="*/ 2147483646 w 38"/>
                      <a:gd name="T43" fmla="*/ 2147483646 h 61"/>
                      <a:gd name="T44" fmla="*/ 2147483646 w 38"/>
                      <a:gd name="T45" fmla="*/ 2147483646 h 61"/>
                      <a:gd name="T46" fmla="*/ 2147483646 w 38"/>
                      <a:gd name="T47" fmla="*/ 2147483646 h 61"/>
                      <a:gd name="T48" fmla="*/ 2147483646 w 38"/>
                      <a:gd name="T49" fmla="*/ 2147483646 h 61"/>
                      <a:gd name="T50" fmla="*/ 2147483646 w 38"/>
                      <a:gd name="T51" fmla="*/ 2147483646 h 61"/>
                      <a:gd name="T52" fmla="*/ 2147483646 w 38"/>
                      <a:gd name="T53" fmla="*/ 2147483646 h 61"/>
                      <a:gd name="T54" fmla="*/ 2147483646 w 38"/>
                      <a:gd name="T55" fmla="*/ 2147483646 h 61"/>
                      <a:gd name="T56" fmla="*/ 2147483646 w 38"/>
                      <a:gd name="T57" fmla="*/ 2147483646 h 61"/>
                      <a:gd name="T58" fmla="*/ 2147483646 w 38"/>
                      <a:gd name="T59" fmla="*/ 2147483646 h 61"/>
                      <a:gd name="T60" fmla="*/ 2147483646 w 38"/>
                      <a:gd name="T61" fmla="*/ 2147483646 h 61"/>
                      <a:gd name="T62" fmla="*/ 2147483646 w 38"/>
                      <a:gd name="T63" fmla="*/ 2147483646 h 61"/>
                      <a:gd name="T64" fmla="*/ 2147483646 w 38"/>
                      <a:gd name="T65" fmla="*/ 2147483646 h 61"/>
                      <a:gd name="T66" fmla="*/ 2147483646 w 38"/>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8" h="61">
                        <a:moveTo>
                          <a:pt x="33" y="53"/>
                        </a:moveTo>
                        <a:cubicBezTo>
                          <a:pt x="35" y="50"/>
                          <a:pt x="36" y="47"/>
                          <a:pt x="37" y="43"/>
                        </a:cubicBezTo>
                        <a:cubicBezTo>
                          <a:pt x="38" y="39"/>
                          <a:pt x="38" y="35"/>
                          <a:pt x="38" y="31"/>
                        </a:cubicBezTo>
                        <a:cubicBezTo>
                          <a:pt x="38" y="26"/>
                          <a:pt x="38" y="22"/>
                          <a:pt x="37" y="19"/>
                        </a:cubicBezTo>
                        <a:cubicBezTo>
                          <a:pt x="36" y="15"/>
                          <a:pt x="35" y="12"/>
                          <a:pt x="33" y="9"/>
                        </a:cubicBezTo>
                        <a:cubicBezTo>
                          <a:pt x="32" y="6"/>
                          <a:pt x="30" y="4"/>
                          <a:pt x="27" y="3"/>
                        </a:cubicBezTo>
                        <a:cubicBezTo>
                          <a:pt x="25" y="1"/>
                          <a:pt x="22" y="0"/>
                          <a:pt x="19" y="0"/>
                        </a:cubicBezTo>
                        <a:cubicBezTo>
                          <a:pt x="16" y="0"/>
                          <a:pt x="13" y="1"/>
                          <a:pt x="11" y="3"/>
                        </a:cubicBezTo>
                        <a:cubicBezTo>
                          <a:pt x="8" y="4"/>
                          <a:pt x="6" y="6"/>
                          <a:pt x="4" y="9"/>
                        </a:cubicBezTo>
                        <a:cubicBezTo>
                          <a:pt x="3" y="12"/>
                          <a:pt x="2" y="15"/>
                          <a:pt x="1" y="18"/>
                        </a:cubicBezTo>
                        <a:cubicBezTo>
                          <a:pt x="0" y="22"/>
                          <a:pt x="0" y="26"/>
                          <a:pt x="0" y="31"/>
                        </a:cubicBezTo>
                        <a:cubicBezTo>
                          <a:pt x="0" y="35"/>
                          <a:pt x="0" y="40"/>
                          <a:pt x="1" y="43"/>
                        </a:cubicBezTo>
                        <a:cubicBezTo>
                          <a:pt x="2" y="47"/>
                          <a:pt x="3" y="50"/>
                          <a:pt x="4" y="53"/>
                        </a:cubicBezTo>
                        <a:cubicBezTo>
                          <a:pt x="6" y="55"/>
                          <a:pt x="8" y="57"/>
                          <a:pt x="11" y="59"/>
                        </a:cubicBezTo>
                        <a:cubicBezTo>
                          <a:pt x="13" y="60"/>
                          <a:pt x="16" y="61"/>
                          <a:pt x="19" y="61"/>
                        </a:cubicBezTo>
                        <a:cubicBezTo>
                          <a:pt x="22" y="61"/>
                          <a:pt x="25" y="60"/>
                          <a:pt x="27" y="59"/>
                        </a:cubicBezTo>
                        <a:cubicBezTo>
                          <a:pt x="30" y="57"/>
                          <a:pt x="32" y="55"/>
                          <a:pt x="33" y="53"/>
                        </a:cubicBezTo>
                        <a:close/>
                        <a:moveTo>
                          <a:pt x="19" y="50"/>
                        </a:moveTo>
                        <a:cubicBezTo>
                          <a:pt x="18" y="50"/>
                          <a:pt x="17" y="49"/>
                          <a:pt x="16" y="49"/>
                        </a:cubicBezTo>
                        <a:cubicBezTo>
                          <a:pt x="15" y="48"/>
                          <a:pt x="14" y="47"/>
                          <a:pt x="13" y="45"/>
                        </a:cubicBezTo>
                        <a:cubicBezTo>
                          <a:pt x="13" y="43"/>
                          <a:pt x="12" y="41"/>
                          <a:pt x="12" y="39"/>
                        </a:cubicBezTo>
                        <a:cubicBezTo>
                          <a:pt x="11" y="36"/>
                          <a:pt x="11" y="34"/>
                          <a:pt x="11" y="31"/>
                        </a:cubicBezTo>
                        <a:cubicBezTo>
                          <a:pt x="11" y="28"/>
                          <a:pt x="11" y="25"/>
                          <a:pt x="12" y="23"/>
                        </a:cubicBezTo>
                        <a:cubicBezTo>
                          <a:pt x="12" y="20"/>
                          <a:pt x="13" y="18"/>
                          <a:pt x="13" y="17"/>
                        </a:cubicBezTo>
                        <a:cubicBezTo>
                          <a:pt x="14" y="15"/>
                          <a:pt x="15" y="14"/>
                          <a:pt x="16" y="13"/>
                        </a:cubicBezTo>
                        <a:cubicBezTo>
                          <a:pt x="17" y="12"/>
                          <a:pt x="18" y="12"/>
                          <a:pt x="19" y="12"/>
                        </a:cubicBezTo>
                        <a:cubicBezTo>
                          <a:pt x="20" y="12"/>
                          <a:pt x="21" y="12"/>
                          <a:pt x="22" y="13"/>
                        </a:cubicBezTo>
                        <a:cubicBezTo>
                          <a:pt x="23" y="14"/>
                          <a:pt x="24" y="15"/>
                          <a:pt x="25" y="17"/>
                        </a:cubicBezTo>
                        <a:cubicBezTo>
                          <a:pt x="25" y="18"/>
                          <a:pt x="26" y="20"/>
                          <a:pt x="26" y="23"/>
                        </a:cubicBezTo>
                        <a:cubicBezTo>
                          <a:pt x="27" y="25"/>
                          <a:pt x="27" y="28"/>
                          <a:pt x="27" y="31"/>
                        </a:cubicBezTo>
                        <a:cubicBezTo>
                          <a:pt x="27" y="34"/>
                          <a:pt x="27" y="36"/>
                          <a:pt x="26" y="39"/>
                        </a:cubicBezTo>
                        <a:cubicBezTo>
                          <a:pt x="26" y="41"/>
                          <a:pt x="25" y="43"/>
                          <a:pt x="25" y="45"/>
                        </a:cubicBezTo>
                        <a:cubicBezTo>
                          <a:pt x="24" y="47"/>
                          <a:pt x="23" y="48"/>
                          <a:pt x="22" y="49"/>
                        </a:cubicBezTo>
                        <a:cubicBezTo>
                          <a:pt x="21" y="49"/>
                          <a:pt x="20" y="50"/>
                          <a:pt x="19" y="5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3" name="Freeform 423">
                    <a:extLst>
                      <a:ext uri="{FF2B5EF4-FFF2-40B4-BE49-F238E27FC236}">
                        <a16:creationId xmlns:a16="http://schemas.microsoft.com/office/drawing/2014/main" id="{0E32C654-F186-43C9-9D9A-C11802BBCA5F}"/>
                      </a:ext>
                    </a:extLst>
                  </p:cNvPr>
                  <p:cNvSpPr>
                    <a:spLocks noEditPoints="1"/>
                  </p:cNvSpPr>
                  <p:nvPr/>
                </p:nvSpPr>
                <p:spPr bwMode="auto">
                  <a:xfrm>
                    <a:off x="4765359" y="5861411"/>
                    <a:ext cx="37573" cy="58768"/>
                  </a:xfrm>
                  <a:custGeom>
                    <a:avLst/>
                    <a:gdLst>
                      <a:gd name="T0" fmla="*/ 2147483646 w 39"/>
                      <a:gd name="T1" fmla="*/ 2147483646 h 61"/>
                      <a:gd name="T2" fmla="*/ 2147483646 w 39"/>
                      <a:gd name="T3" fmla="*/ 2147483646 h 61"/>
                      <a:gd name="T4" fmla="*/ 2147483646 w 39"/>
                      <a:gd name="T5" fmla="*/ 2147483646 h 61"/>
                      <a:gd name="T6" fmla="*/ 2147483646 w 39"/>
                      <a:gd name="T7" fmla="*/ 2147483646 h 61"/>
                      <a:gd name="T8" fmla="*/ 2147483646 w 39"/>
                      <a:gd name="T9" fmla="*/ 2147483646 h 61"/>
                      <a:gd name="T10" fmla="*/ 2147483646 w 39"/>
                      <a:gd name="T11" fmla="*/ 2147483646 h 61"/>
                      <a:gd name="T12" fmla="*/ 2147483646 w 39"/>
                      <a:gd name="T13" fmla="*/ 2147483646 h 61"/>
                      <a:gd name="T14" fmla="*/ 2147483646 w 39"/>
                      <a:gd name="T15" fmla="*/ 0 h 61"/>
                      <a:gd name="T16" fmla="*/ 2147483646 w 39"/>
                      <a:gd name="T17" fmla="*/ 2147483646 h 61"/>
                      <a:gd name="T18" fmla="*/ 2147483646 w 39"/>
                      <a:gd name="T19" fmla="*/ 2147483646 h 61"/>
                      <a:gd name="T20" fmla="*/ 2147483646 w 39"/>
                      <a:gd name="T21" fmla="*/ 2147483646 h 61"/>
                      <a:gd name="T22" fmla="*/ 0 w 39"/>
                      <a:gd name="T23" fmla="*/ 2147483646 h 61"/>
                      <a:gd name="T24" fmla="*/ 2147483646 w 39"/>
                      <a:gd name="T25" fmla="*/ 2147483646 h 61"/>
                      <a:gd name="T26" fmla="*/ 2147483646 w 39"/>
                      <a:gd name="T27" fmla="*/ 2147483646 h 61"/>
                      <a:gd name="T28" fmla="*/ 2147483646 w 39"/>
                      <a:gd name="T29" fmla="*/ 2147483646 h 61"/>
                      <a:gd name="T30" fmla="*/ 2147483646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9" h="61">
                        <a:moveTo>
                          <a:pt x="28" y="59"/>
                        </a:moveTo>
                        <a:cubicBezTo>
                          <a:pt x="30" y="57"/>
                          <a:pt x="33" y="55"/>
                          <a:pt x="34" y="53"/>
                        </a:cubicBezTo>
                        <a:cubicBezTo>
                          <a:pt x="36" y="50"/>
                          <a:pt x="37" y="47"/>
                          <a:pt x="38" y="43"/>
                        </a:cubicBezTo>
                        <a:cubicBezTo>
                          <a:pt x="39" y="39"/>
                          <a:pt x="39" y="35"/>
                          <a:pt x="39" y="31"/>
                        </a:cubicBezTo>
                        <a:cubicBezTo>
                          <a:pt x="39" y="26"/>
                          <a:pt x="39" y="22"/>
                          <a:pt x="38" y="19"/>
                        </a:cubicBezTo>
                        <a:cubicBezTo>
                          <a:pt x="37" y="15"/>
                          <a:pt x="36" y="12"/>
                          <a:pt x="34" y="9"/>
                        </a:cubicBezTo>
                        <a:cubicBezTo>
                          <a:pt x="33" y="6"/>
                          <a:pt x="30" y="4"/>
                          <a:pt x="28" y="3"/>
                        </a:cubicBezTo>
                        <a:cubicBezTo>
                          <a:pt x="26" y="1"/>
                          <a:pt x="23" y="0"/>
                          <a:pt x="20" y="0"/>
                        </a:cubicBezTo>
                        <a:cubicBezTo>
                          <a:pt x="17" y="0"/>
                          <a:pt x="14" y="1"/>
                          <a:pt x="11" y="3"/>
                        </a:cubicBezTo>
                        <a:cubicBezTo>
                          <a:pt x="9" y="4"/>
                          <a:pt x="7" y="6"/>
                          <a:pt x="5" y="9"/>
                        </a:cubicBezTo>
                        <a:cubicBezTo>
                          <a:pt x="4" y="12"/>
                          <a:pt x="2" y="15"/>
                          <a:pt x="2" y="18"/>
                        </a:cubicBezTo>
                        <a:cubicBezTo>
                          <a:pt x="1" y="22"/>
                          <a:pt x="0" y="26"/>
                          <a:pt x="0" y="31"/>
                        </a:cubicBezTo>
                        <a:cubicBezTo>
                          <a:pt x="0" y="35"/>
                          <a:pt x="1" y="40"/>
                          <a:pt x="2" y="43"/>
                        </a:cubicBezTo>
                        <a:cubicBezTo>
                          <a:pt x="2" y="47"/>
                          <a:pt x="4" y="50"/>
                          <a:pt x="5" y="53"/>
                        </a:cubicBezTo>
                        <a:cubicBezTo>
                          <a:pt x="7" y="55"/>
                          <a:pt x="9" y="57"/>
                          <a:pt x="11" y="59"/>
                        </a:cubicBezTo>
                        <a:cubicBezTo>
                          <a:pt x="14" y="60"/>
                          <a:pt x="17" y="61"/>
                          <a:pt x="20" y="61"/>
                        </a:cubicBezTo>
                        <a:cubicBezTo>
                          <a:pt x="23" y="61"/>
                          <a:pt x="26" y="60"/>
                          <a:pt x="28" y="59"/>
                        </a:cubicBezTo>
                        <a:close/>
                        <a:moveTo>
                          <a:pt x="20" y="12"/>
                        </a:moveTo>
                        <a:cubicBezTo>
                          <a:pt x="21" y="12"/>
                          <a:pt x="22" y="12"/>
                          <a:pt x="23" y="13"/>
                        </a:cubicBezTo>
                        <a:cubicBezTo>
                          <a:pt x="24" y="14"/>
                          <a:pt x="24" y="15"/>
                          <a:pt x="25" y="17"/>
                        </a:cubicBezTo>
                        <a:cubicBezTo>
                          <a:pt x="26" y="18"/>
                          <a:pt x="26" y="20"/>
                          <a:pt x="27" y="23"/>
                        </a:cubicBezTo>
                        <a:cubicBezTo>
                          <a:pt x="27" y="25"/>
                          <a:pt x="27" y="28"/>
                          <a:pt x="27" y="31"/>
                        </a:cubicBezTo>
                        <a:cubicBezTo>
                          <a:pt x="27" y="34"/>
                          <a:pt x="27" y="36"/>
                          <a:pt x="27" y="39"/>
                        </a:cubicBezTo>
                        <a:cubicBezTo>
                          <a:pt x="27" y="41"/>
                          <a:pt x="26" y="43"/>
                          <a:pt x="25" y="45"/>
                        </a:cubicBezTo>
                        <a:cubicBezTo>
                          <a:pt x="25" y="47"/>
                          <a:pt x="24" y="48"/>
                          <a:pt x="23" y="49"/>
                        </a:cubicBezTo>
                        <a:cubicBezTo>
                          <a:pt x="22" y="49"/>
                          <a:pt x="21" y="50"/>
                          <a:pt x="20" y="50"/>
                        </a:cubicBezTo>
                        <a:cubicBezTo>
                          <a:pt x="18" y="50"/>
                          <a:pt x="17" y="49"/>
                          <a:pt x="17" y="49"/>
                        </a:cubicBezTo>
                        <a:cubicBezTo>
                          <a:pt x="16" y="48"/>
                          <a:pt x="15" y="47"/>
                          <a:pt x="14" y="45"/>
                        </a:cubicBezTo>
                        <a:cubicBezTo>
                          <a:pt x="13" y="43"/>
                          <a:pt x="13" y="41"/>
                          <a:pt x="12" y="39"/>
                        </a:cubicBezTo>
                        <a:cubicBezTo>
                          <a:pt x="12" y="36"/>
                          <a:pt x="12" y="34"/>
                          <a:pt x="12" y="31"/>
                        </a:cubicBezTo>
                        <a:cubicBezTo>
                          <a:pt x="12" y="28"/>
                          <a:pt x="12" y="25"/>
                          <a:pt x="12" y="23"/>
                        </a:cubicBezTo>
                        <a:cubicBezTo>
                          <a:pt x="13" y="20"/>
                          <a:pt x="13" y="18"/>
                          <a:pt x="14" y="17"/>
                        </a:cubicBezTo>
                        <a:cubicBezTo>
                          <a:pt x="15" y="15"/>
                          <a:pt x="16" y="14"/>
                          <a:pt x="17" y="13"/>
                        </a:cubicBezTo>
                        <a:cubicBezTo>
                          <a:pt x="18" y="12"/>
                          <a:pt x="18" y="12"/>
                          <a:pt x="2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4" name="Freeform 424">
                    <a:extLst>
                      <a:ext uri="{FF2B5EF4-FFF2-40B4-BE49-F238E27FC236}">
                        <a16:creationId xmlns:a16="http://schemas.microsoft.com/office/drawing/2014/main" id="{6B193C93-8DD4-4442-A427-E4AC076BD6B3}"/>
                      </a:ext>
                    </a:extLst>
                  </p:cNvPr>
                  <p:cNvSpPr>
                    <a:spLocks/>
                  </p:cNvSpPr>
                  <p:nvPr/>
                </p:nvSpPr>
                <p:spPr bwMode="auto">
                  <a:xfrm>
                    <a:off x="5441667" y="4792999"/>
                    <a:ext cx="35646" cy="57804"/>
                  </a:xfrm>
                  <a:custGeom>
                    <a:avLst/>
                    <a:gdLst>
                      <a:gd name="T0" fmla="*/ 2147483646 w 38"/>
                      <a:gd name="T1" fmla="*/ 2147483646 h 61"/>
                      <a:gd name="T2" fmla="*/ 2147483646 w 38"/>
                      <a:gd name="T3" fmla="*/ 2147483646 h 61"/>
                      <a:gd name="T4" fmla="*/ 2147483646 w 38"/>
                      <a:gd name="T5" fmla="*/ 2147483646 h 61"/>
                      <a:gd name="T6" fmla="*/ 2147483646 w 38"/>
                      <a:gd name="T7" fmla="*/ 2147483646 h 61"/>
                      <a:gd name="T8" fmla="*/ 2147483646 w 38"/>
                      <a:gd name="T9" fmla="*/ 0 h 61"/>
                      <a:gd name="T10" fmla="*/ 2147483646 w 38"/>
                      <a:gd name="T11" fmla="*/ 2147483646 h 61"/>
                      <a:gd name="T12" fmla="*/ 2147483646 w 38"/>
                      <a:gd name="T13" fmla="*/ 2147483646 h 61"/>
                      <a:gd name="T14" fmla="*/ 2147483646 w 38"/>
                      <a:gd name="T15" fmla="*/ 2147483646 h 61"/>
                      <a:gd name="T16" fmla="*/ 0 w 38"/>
                      <a:gd name="T17" fmla="*/ 2147483646 h 61"/>
                      <a:gd name="T18" fmla="*/ 2147483646 w 38"/>
                      <a:gd name="T19" fmla="*/ 2147483646 h 61"/>
                      <a:gd name="T20" fmla="*/ 2147483646 w 38"/>
                      <a:gd name="T21" fmla="*/ 2147483646 h 61"/>
                      <a:gd name="T22" fmla="*/ 2147483646 w 38"/>
                      <a:gd name="T23" fmla="*/ 2147483646 h 61"/>
                      <a:gd name="T24" fmla="*/ 2147483646 w 38"/>
                      <a:gd name="T25" fmla="*/ 2147483646 h 61"/>
                      <a:gd name="T26" fmla="*/ 2147483646 w 38"/>
                      <a:gd name="T27" fmla="*/ 2147483646 h 61"/>
                      <a:gd name="T28" fmla="*/ 2147483646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2147483646 h 61"/>
                      <a:gd name="T38" fmla="*/ 2147483646 w 38"/>
                      <a:gd name="T39" fmla="*/ 2147483646 h 61"/>
                      <a:gd name="T40" fmla="*/ 2147483646 w 38"/>
                      <a:gd name="T41" fmla="*/ 2147483646 h 61"/>
                      <a:gd name="T42" fmla="*/ 2147483646 w 38"/>
                      <a:gd name="T43" fmla="*/ 2147483646 h 61"/>
                      <a:gd name="T44" fmla="*/ 2147483646 w 38"/>
                      <a:gd name="T45" fmla="*/ 2147483646 h 61"/>
                      <a:gd name="T46" fmla="*/ 2147483646 w 38"/>
                      <a:gd name="T47" fmla="*/ 2147483646 h 61"/>
                      <a:gd name="T48" fmla="*/ 2147483646 w 38"/>
                      <a:gd name="T49" fmla="*/ 2147483646 h 61"/>
                      <a:gd name="T50" fmla="*/ 0 w 38"/>
                      <a:gd name="T51" fmla="*/ 2147483646 h 61"/>
                      <a:gd name="T52" fmla="*/ 0 w 38"/>
                      <a:gd name="T53" fmla="*/ 2147483646 h 61"/>
                      <a:gd name="T54" fmla="*/ 0 w 38"/>
                      <a:gd name="T55" fmla="*/ 2147483646 h 61"/>
                      <a:gd name="T56" fmla="*/ 0 w 38"/>
                      <a:gd name="T57" fmla="*/ 2147483646 h 61"/>
                      <a:gd name="T58" fmla="*/ 0 w 38"/>
                      <a:gd name="T59" fmla="*/ 2147483646 h 61"/>
                      <a:gd name="T60" fmla="*/ 0 w 38"/>
                      <a:gd name="T61" fmla="*/ 2147483646 h 61"/>
                      <a:gd name="T62" fmla="*/ 2147483646 w 38"/>
                      <a:gd name="T63" fmla="*/ 2147483646 h 61"/>
                      <a:gd name="T64" fmla="*/ 2147483646 w 38"/>
                      <a:gd name="T65" fmla="*/ 2147483646 h 61"/>
                      <a:gd name="T66" fmla="*/ 2147483646 w 38"/>
                      <a:gd name="T67" fmla="*/ 2147483646 h 61"/>
                      <a:gd name="T68" fmla="*/ 2147483646 w 38"/>
                      <a:gd name="T69" fmla="*/ 2147483646 h 61"/>
                      <a:gd name="T70" fmla="*/ 2147483646 w 38"/>
                      <a:gd name="T71" fmla="*/ 2147483646 h 61"/>
                      <a:gd name="T72" fmla="*/ 2147483646 w 38"/>
                      <a:gd name="T73" fmla="*/ 2147483646 h 61"/>
                      <a:gd name="T74" fmla="*/ 2147483646 w 38"/>
                      <a:gd name="T75" fmla="*/ 2147483646 h 61"/>
                      <a:gd name="T76" fmla="*/ 2147483646 w 38"/>
                      <a:gd name="T77" fmla="*/ 2147483646 h 61"/>
                      <a:gd name="T78" fmla="*/ 2147483646 w 38"/>
                      <a:gd name="T79" fmla="*/ 2147483646 h 61"/>
                      <a:gd name="T80" fmla="*/ 2147483646 w 38"/>
                      <a:gd name="T81" fmla="*/ 2147483646 h 61"/>
                      <a:gd name="T82" fmla="*/ 2147483646 w 38"/>
                      <a:gd name="T83" fmla="*/ 2147483646 h 61"/>
                      <a:gd name="T84" fmla="*/ 2147483646 w 38"/>
                      <a:gd name="T85" fmla="*/ 2147483646 h 61"/>
                      <a:gd name="T86" fmla="*/ 2147483646 w 38"/>
                      <a:gd name="T87" fmla="*/ 2147483646 h 61"/>
                      <a:gd name="T88" fmla="*/ 2147483646 w 38"/>
                      <a:gd name="T89" fmla="*/ 2147483646 h 61"/>
                      <a:gd name="T90" fmla="*/ 2147483646 w 38"/>
                      <a:gd name="T91" fmla="*/ 2147483646 h 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 h="61">
                        <a:moveTo>
                          <a:pt x="38" y="20"/>
                        </a:moveTo>
                        <a:cubicBezTo>
                          <a:pt x="38" y="17"/>
                          <a:pt x="38" y="14"/>
                          <a:pt x="37" y="12"/>
                        </a:cubicBezTo>
                        <a:cubicBezTo>
                          <a:pt x="36" y="10"/>
                          <a:pt x="34" y="8"/>
                          <a:pt x="33" y="6"/>
                        </a:cubicBezTo>
                        <a:cubicBezTo>
                          <a:pt x="31" y="4"/>
                          <a:pt x="29" y="3"/>
                          <a:pt x="27" y="2"/>
                        </a:cubicBezTo>
                        <a:cubicBezTo>
                          <a:pt x="24" y="1"/>
                          <a:pt x="22" y="0"/>
                          <a:pt x="19" y="0"/>
                        </a:cubicBezTo>
                        <a:cubicBezTo>
                          <a:pt x="17" y="0"/>
                          <a:pt x="14" y="1"/>
                          <a:pt x="12" y="2"/>
                        </a:cubicBezTo>
                        <a:cubicBezTo>
                          <a:pt x="9" y="3"/>
                          <a:pt x="7" y="4"/>
                          <a:pt x="6" y="6"/>
                        </a:cubicBezTo>
                        <a:cubicBezTo>
                          <a:pt x="4" y="8"/>
                          <a:pt x="3" y="10"/>
                          <a:pt x="2" y="12"/>
                        </a:cubicBezTo>
                        <a:cubicBezTo>
                          <a:pt x="1" y="14"/>
                          <a:pt x="0" y="17"/>
                          <a:pt x="0" y="20"/>
                        </a:cubicBezTo>
                        <a:cubicBezTo>
                          <a:pt x="0" y="21"/>
                          <a:pt x="1" y="23"/>
                          <a:pt x="2" y="24"/>
                        </a:cubicBezTo>
                        <a:cubicBezTo>
                          <a:pt x="3" y="25"/>
                          <a:pt x="4" y="25"/>
                          <a:pt x="6" y="25"/>
                        </a:cubicBezTo>
                        <a:cubicBezTo>
                          <a:pt x="7" y="25"/>
                          <a:pt x="9" y="25"/>
                          <a:pt x="10" y="24"/>
                        </a:cubicBezTo>
                        <a:cubicBezTo>
                          <a:pt x="11" y="23"/>
                          <a:pt x="11" y="21"/>
                          <a:pt x="11" y="20"/>
                        </a:cubicBezTo>
                        <a:cubicBezTo>
                          <a:pt x="11" y="18"/>
                          <a:pt x="12" y="17"/>
                          <a:pt x="12" y="17"/>
                        </a:cubicBezTo>
                        <a:cubicBezTo>
                          <a:pt x="12" y="16"/>
                          <a:pt x="13" y="15"/>
                          <a:pt x="14" y="14"/>
                        </a:cubicBezTo>
                        <a:cubicBezTo>
                          <a:pt x="14" y="13"/>
                          <a:pt x="15" y="13"/>
                          <a:pt x="16" y="12"/>
                        </a:cubicBezTo>
                        <a:cubicBezTo>
                          <a:pt x="17" y="12"/>
                          <a:pt x="18" y="12"/>
                          <a:pt x="19" y="12"/>
                        </a:cubicBezTo>
                        <a:cubicBezTo>
                          <a:pt x="20" y="12"/>
                          <a:pt x="21" y="12"/>
                          <a:pt x="22" y="12"/>
                        </a:cubicBezTo>
                        <a:cubicBezTo>
                          <a:pt x="23" y="13"/>
                          <a:pt x="24" y="13"/>
                          <a:pt x="25" y="14"/>
                        </a:cubicBezTo>
                        <a:cubicBezTo>
                          <a:pt x="25" y="15"/>
                          <a:pt x="26" y="16"/>
                          <a:pt x="26" y="17"/>
                        </a:cubicBezTo>
                        <a:cubicBezTo>
                          <a:pt x="27" y="18"/>
                          <a:pt x="27" y="18"/>
                          <a:pt x="27" y="20"/>
                        </a:cubicBezTo>
                        <a:cubicBezTo>
                          <a:pt x="27" y="22"/>
                          <a:pt x="26" y="24"/>
                          <a:pt x="25" y="25"/>
                        </a:cubicBezTo>
                        <a:cubicBezTo>
                          <a:pt x="25" y="25"/>
                          <a:pt x="25" y="25"/>
                          <a:pt x="25" y="25"/>
                        </a:cubicBezTo>
                        <a:cubicBezTo>
                          <a:pt x="2" y="51"/>
                          <a:pt x="2" y="51"/>
                          <a:pt x="2" y="51"/>
                        </a:cubicBezTo>
                        <a:cubicBezTo>
                          <a:pt x="2" y="51"/>
                          <a:pt x="2" y="51"/>
                          <a:pt x="2" y="51"/>
                        </a:cubicBezTo>
                        <a:cubicBezTo>
                          <a:pt x="1" y="52"/>
                          <a:pt x="0" y="54"/>
                          <a:pt x="0" y="55"/>
                        </a:cubicBezTo>
                        <a:cubicBezTo>
                          <a:pt x="0" y="56"/>
                          <a:pt x="0" y="57"/>
                          <a:pt x="0" y="58"/>
                        </a:cubicBezTo>
                        <a:cubicBezTo>
                          <a:pt x="0" y="58"/>
                          <a:pt x="0" y="58"/>
                          <a:pt x="0" y="58"/>
                        </a:cubicBezTo>
                        <a:cubicBezTo>
                          <a:pt x="0" y="58"/>
                          <a:pt x="0" y="58"/>
                          <a:pt x="0" y="58"/>
                        </a:cubicBezTo>
                        <a:cubicBezTo>
                          <a:pt x="0" y="58"/>
                          <a:pt x="0" y="58"/>
                          <a:pt x="0" y="58"/>
                        </a:cubicBezTo>
                        <a:cubicBezTo>
                          <a:pt x="0" y="58"/>
                          <a:pt x="0" y="58"/>
                          <a:pt x="0" y="58"/>
                        </a:cubicBezTo>
                        <a:cubicBezTo>
                          <a:pt x="1" y="58"/>
                          <a:pt x="1" y="59"/>
                          <a:pt x="2" y="59"/>
                        </a:cubicBezTo>
                        <a:cubicBezTo>
                          <a:pt x="2" y="60"/>
                          <a:pt x="3" y="60"/>
                          <a:pt x="3" y="61"/>
                        </a:cubicBezTo>
                        <a:cubicBezTo>
                          <a:pt x="3" y="61"/>
                          <a:pt x="3" y="61"/>
                          <a:pt x="3" y="61"/>
                        </a:cubicBezTo>
                        <a:cubicBezTo>
                          <a:pt x="4" y="61"/>
                          <a:pt x="5" y="61"/>
                          <a:pt x="6" y="61"/>
                        </a:cubicBezTo>
                        <a:cubicBezTo>
                          <a:pt x="33" y="61"/>
                          <a:pt x="33" y="61"/>
                          <a:pt x="33" y="61"/>
                        </a:cubicBezTo>
                        <a:cubicBezTo>
                          <a:pt x="34" y="61"/>
                          <a:pt x="36" y="60"/>
                          <a:pt x="37" y="59"/>
                        </a:cubicBezTo>
                        <a:cubicBezTo>
                          <a:pt x="38" y="58"/>
                          <a:pt x="38" y="57"/>
                          <a:pt x="38" y="55"/>
                        </a:cubicBezTo>
                        <a:cubicBezTo>
                          <a:pt x="38" y="54"/>
                          <a:pt x="38" y="52"/>
                          <a:pt x="37" y="51"/>
                        </a:cubicBezTo>
                        <a:cubicBezTo>
                          <a:pt x="37" y="51"/>
                          <a:pt x="37" y="51"/>
                          <a:pt x="37" y="51"/>
                        </a:cubicBezTo>
                        <a:cubicBezTo>
                          <a:pt x="36" y="50"/>
                          <a:pt x="34" y="50"/>
                          <a:pt x="33" y="50"/>
                        </a:cubicBezTo>
                        <a:cubicBezTo>
                          <a:pt x="18" y="50"/>
                          <a:pt x="18" y="50"/>
                          <a:pt x="18" y="50"/>
                        </a:cubicBezTo>
                        <a:cubicBezTo>
                          <a:pt x="33" y="33"/>
                          <a:pt x="33" y="33"/>
                          <a:pt x="33" y="33"/>
                        </a:cubicBezTo>
                        <a:cubicBezTo>
                          <a:pt x="33" y="33"/>
                          <a:pt x="33" y="33"/>
                          <a:pt x="33" y="33"/>
                        </a:cubicBezTo>
                        <a:cubicBezTo>
                          <a:pt x="35" y="31"/>
                          <a:pt x="36" y="29"/>
                          <a:pt x="37" y="27"/>
                        </a:cubicBezTo>
                        <a:cubicBezTo>
                          <a:pt x="38" y="25"/>
                          <a:pt x="38" y="22"/>
                          <a:pt x="38" y="2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5" name="Rectangle 425">
                    <a:extLst>
                      <a:ext uri="{FF2B5EF4-FFF2-40B4-BE49-F238E27FC236}">
                        <a16:creationId xmlns:a16="http://schemas.microsoft.com/office/drawing/2014/main" id="{A7849289-2BA5-47ED-B351-674FE648BC23}"/>
                      </a:ext>
                    </a:extLst>
                  </p:cNvPr>
                  <p:cNvSpPr>
                    <a:spLocks noChangeArrowheads="1"/>
                  </p:cNvSpPr>
                  <p:nvPr/>
                </p:nvSpPr>
                <p:spPr bwMode="auto">
                  <a:xfrm>
                    <a:off x="5451301" y="4815157"/>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76" name="Freeform 426">
                    <a:extLst>
                      <a:ext uri="{FF2B5EF4-FFF2-40B4-BE49-F238E27FC236}">
                        <a16:creationId xmlns:a16="http://schemas.microsoft.com/office/drawing/2014/main" id="{42FFC79E-409B-4567-87E3-982A4E6BC427}"/>
                      </a:ext>
                    </a:extLst>
                  </p:cNvPr>
                  <p:cNvSpPr>
                    <a:spLocks noEditPoints="1"/>
                  </p:cNvSpPr>
                  <p:nvPr/>
                </p:nvSpPr>
                <p:spPr bwMode="auto">
                  <a:xfrm>
                    <a:off x="5479239" y="4792999"/>
                    <a:ext cx="36609" cy="57804"/>
                  </a:xfrm>
                  <a:custGeom>
                    <a:avLst/>
                    <a:gdLst>
                      <a:gd name="T0" fmla="*/ 2147483646 w 38"/>
                      <a:gd name="T1" fmla="*/ 2147483646 h 61"/>
                      <a:gd name="T2" fmla="*/ 2147483646 w 38"/>
                      <a:gd name="T3" fmla="*/ 2147483646 h 61"/>
                      <a:gd name="T4" fmla="*/ 2147483646 w 38"/>
                      <a:gd name="T5" fmla="*/ 2147483646 h 61"/>
                      <a:gd name="T6" fmla="*/ 2147483646 w 38"/>
                      <a:gd name="T7" fmla="*/ 2147483646 h 61"/>
                      <a:gd name="T8" fmla="*/ 2147483646 w 38"/>
                      <a:gd name="T9" fmla="*/ 2147483646 h 61"/>
                      <a:gd name="T10" fmla="*/ 2147483646 w 38"/>
                      <a:gd name="T11" fmla="*/ 2147483646 h 61"/>
                      <a:gd name="T12" fmla="*/ 2147483646 w 38"/>
                      <a:gd name="T13" fmla="*/ 2147483646 h 61"/>
                      <a:gd name="T14" fmla="*/ 2147483646 w 38"/>
                      <a:gd name="T15" fmla="*/ 2147483646 h 61"/>
                      <a:gd name="T16" fmla="*/ 2147483646 w 38"/>
                      <a:gd name="T17" fmla="*/ 2147483646 h 61"/>
                      <a:gd name="T18" fmla="*/ 2147483646 w 38"/>
                      <a:gd name="T19" fmla="*/ 2147483646 h 61"/>
                      <a:gd name="T20" fmla="*/ 2147483646 w 38"/>
                      <a:gd name="T21" fmla="*/ 0 h 61"/>
                      <a:gd name="T22" fmla="*/ 2147483646 w 38"/>
                      <a:gd name="T23" fmla="*/ 2147483646 h 61"/>
                      <a:gd name="T24" fmla="*/ 2147483646 w 38"/>
                      <a:gd name="T25" fmla="*/ 2147483646 h 61"/>
                      <a:gd name="T26" fmla="*/ 2147483646 w 38"/>
                      <a:gd name="T27" fmla="*/ 2147483646 h 61"/>
                      <a:gd name="T28" fmla="*/ 0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2147483646 h 61"/>
                      <a:gd name="T38" fmla="*/ 2147483646 w 38"/>
                      <a:gd name="T39" fmla="*/ 2147483646 h 61"/>
                      <a:gd name="T40" fmla="*/ 2147483646 w 38"/>
                      <a:gd name="T41" fmla="*/ 2147483646 h 61"/>
                      <a:gd name="T42" fmla="*/ 2147483646 w 38"/>
                      <a:gd name="T43" fmla="*/ 2147483646 h 61"/>
                      <a:gd name="T44" fmla="*/ 2147483646 w 38"/>
                      <a:gd name="T45" fmla="*/ 2147483646 h 61"/>
                      <a:gd name="T46" fmla="*/ 2147483646 w 38"/>
                      <a:gd name="T47" fmla="*/ 2147483646 h 61"/>
                      <a:gd name="T48" fmla="*/ 2147483646 w 38"/>
                      <a:gd name="T49" fmla="*/ 2147483646 h 61"/>
                      <a:gd name="T50" fmla="*/ 2147483646 w 38"/>
                      <a:gd name="T51" fmla="*/ 2147483646 h 61"/>
                      <a:gd name="T52" fmla="*/ 2147483646 w 38"/>
                      <a:gd name="T53" fmla="*/ 2147483646 h 61"/>
                      <a:gd name="T54" fmla="*/ 2147483646 w 38"/>
                      <a:gd name="T55" fmla="*/ 2147483646 h 61"/>
                      <a:gd name="T56" fmla="*/ 2147483646 w 38"/>
                      <a:gd name="T57" fmla="*/ 2147483646 h 61"/>
                      <a:gd name="T58" fmla="*/ 2147483646 w 38"/>
                      <a:gd name="T59" fmla="*/ 2147483646 h 61"/>
                      <a:gd name="T60" fmla="*/ 2147483646 w 38"/>
                      <a:gd name="T61" fmla="*/ 2147483646 h 61"/>
                      <a:gd name="T62" fmla="*/ 2147483646 w 38"/>
                      <a:gd name="T63" fmla="*/ 2147483646 h 61"/>
                      <a:gd name="T64" fmla="*/ 2147483646 w 38"/>
                      <a:gd name="T65" fmla="*/ 2147483646 h 61"/>
                      <a:gd name="T66" fmla="*/ 2147483646 w 38"/>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8" h="61">
                        <a:moveTo>
                          <a:pt x="5" y="53"/>
                        </a:moveTo>
                        <a:cubicBezTo>
                          <a:pt x="6" y="55"/>
                          <a:pt x="8" y="57"/>
                          <a:pt x="11" y="59"/>
                        </a:cubicBezTo>
                        <a:cubicBezTo>
                          <a:pt x="13" y="60"/>
                          <a:pt x="16" y="61"/>
                          <a:pt x="19" y="61"/>
                        </a:cubicBezTo>
                        <a:cubicBezTo>
                          <a:pt x="22" y="61"/>
                          <a:pt x="25" y="60"/>
                          <a:pt x="27" y="59"/>
                        </a:cubicBezTo>
                        <a:cubicBezTo>
                          <a:pt x="30" y="57"/>
                          <a:pt x="32" y="55"/>
                          <a:pt x="34" y="52"/>
                        </a:cubicBezTo>
                        <a:cubicBezTo>
                          <a:pt x="35" y="50"/>
                          <a:pt x="36" y="47"/>
                          <a:pt x="37" y="43"/>
                        </a:cubicBezTo>
                        <a:cubicBezTo>
                          <a:pt x="38" y="39"/>
                          <a:pt x="38" y="35"/>
                          <a:pt x="38" y="31"/>
                        </a:cubicBezTo>
                        <a:cubicBezTo>
                          <a:pt x="38" y="26"/>
                          <a:pt x="38" y="22"/>
                          <a:pt x="37" y="18"/>
                        </a:cubicBezTo>
                        <a:cubicBezTo>
                          <a:pt x="36" y="15"/>
                          <a:pt x="35" y="12"/>
                          <a:pt x="34" y="9"/>
                        </a:cubicBezTo>
                        <a:cubicBezTo>
                          <a:pt x="32" y="6"/>
                          <a:pt x="30" y="4"/>
                          <a:pt x="27" y="3"/>
                        </a:cubicBezTo>
                        <a:cubicBezTo>
                          <a:pt x="25" y="1"/>
                          <a:pt x="22" y="0"/>
                          <a:pt x="19" y="0"/>
                        </a:cubicBezTo>
                        <a:cubicBezTo>
                          <a:pt x="16" y="0"/>
                          <a:pt x="13" y="1"/>
                          <a:pt x="11" y="3"/>
                        </a:cubicBezTo>
                        <a:cubicBezTo>
                          <a:pt x="8" y="4"/>
                          <a:pt x="6" y="6"/>
                          <a:pt x="5" y="9"/>
                        </a:cubicBezTo>
                        <a:cubicBezTo>
                          <a:pt x="3" y="11"/>
                          <a:pt x="2" y="15"/>
                          <a:pt x="1" y="18"/>
                        </a:cubicBezTo>
                        <a:cubicBezTo>
                          <a:pt x="0" y="22"/>
                          <a:pt x="0" y="26"/>
                          <a:pt x="0" y="31"/>
                        </a:cubicBezTo>
                        <a:cubicBezTo>
                          <a:pt x="0" y="35"/>
                          <a:pt x="0" y="39"/>
                          <a:pt x="1" y="43"/>
                        </a:cubicBezTo>
                        <a:cubicBezTo>
                          <a:pt x="2" y="47"/>
                          <a:pt x="3" y="50"/>
                          <a:pt x="5" y="53"/>
                        </a:cubicBezTo>
                        <a:close/>
                        <a:moveTo>
                          <a:pt x="19" y="12"/>
                        </a:moveTo>
                        <a:cubicBezTo>
                          <a:pt x="20" y="12"/>
                          <a:pt x="21" y="12"/>
                          <a:pt x="22" y="13"/>
                        </a:cubicBezTo>
                        <a:cubicBezTo>
                          <a:pt x="23" y="14"/>
                          <a:pt x="24" y="15"/>
                          <a:pt x="25" y="17"/>
                        </a:cubicBezTo>
                        <a:cubicBezTo>
                          <a:pt x="25" y="18"/>
                          <a:pt x="26" y="20"/>
                          <a:pt x="26" y="23"/>
                        </a:cubicBezTo>
                        <a:cubicBezTo>
                          <a:pt x="27" y="25"/>
                          <a:pt x="27" y="28"/>
                          <a:pt x="27" y="31"/>
                        </a:cubicBezTo>
                        <a:cubicBezTo>
                          <a:pt x="27" y="34"/>
                          <a:pt x="27" y="36"/>
                          <a:pt x="26" y="39"/>
                        </a:cubicBezTo>
                        <a:cubicBezTo>
                          <a:pt x="26" y="41"/>
                          <a:pt x="25" y="43"/>
                          <a:pt x="25" y="45"/>
                        </a:cubicBezTo>
                        <a:cubicBezTo>
                          <a:pt x="24" y="46"/>
                          <a:pt x="23" y="48"/>
                          <a:pt x="22" y="48"/>
                        </a:cubicBezTo>
                        <a:cubicBezTo>
                          <a:pt x="21" y="49"/>
                          <a:pt x="20" y="50"/>
                          <a:pt x="19" y="50"/>
                        </a:cubicBezTo>
                        <a:cubicBezTo>
                          <a:pt x="18" y="50"/>
                          <a:pt x="17" y="49"/>
                          <a:pt x="16" y="48"/>
                        </a:cubicBezTo>
                        <a:cubicBezTo>
                          <a:pt x="15" y="48"/>
                          <a:pt x="14" y="46"/>
                          <a:pt x="13" y="45"/>
                        </a:cubicBezTo>
                        <a:cubicBezTo>
                          <a:pt x="13" y="43"/>
                          <a:pt x="12" y="41"/>
                          <a:pt x="12" y="39"/>
                        </a:cubicBezTo>
                        <a:cubicBezTo>
                          <a:pt x="11" y="36"/>
                          <a:pt x="11" y="34"/>
                          <a:pt x="11" y="31"/>
                        </a:cubicBezTo>
                        <a:cubicBezTo>
                          <a:pt x="11" y="28"/>
                          <a:pt x="11" y="25"/>
                          <a:pt x="12" y="23"/>
                        </a:cubicBezTo>
                        <a:cubicBezTo>
                          <a:pt x="12" y="20"/>
                          <a:pt x="13" y="18"/>
                          <a:pt x="13" y="17"/>
                        </a:cubicBezTo>
                        <a:cubicBezTo>
                          <a:pt x="14" y="15"/>
                          <a:pt x="15" y="14"/>
                          <a:pt x="16" y="13"/>
                        </a:cubicBezTo>
                        <a:cubicBezTo>
                          <a:pt x="17" y="12"/>
                          <a:pt x="18" y="12"/>
                          <a:pt x="19"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7" name="Freeform 427">
                    <a:extLst>
                      <a:ext uri="{FF2B5EF4-FFF2-40B4-BE49-F238E27FC236}">
                        <a16:creationId xmlns:a16="http://schemas.microsoft.com/office/drawing/2014/main" id="{905CC140-4411-465A-AC8F-3635E4EC3486}"/>
                      </a:ext>
                    </a:extLst>
                  </p:cNvPr>
                  <p:cNvSpPr>
                    <a:spLocks noEditPoints="1"/>
                  </p:cNvSpPr>
                  <p:nvPr/>
                </p:nvSpPr>
                <p:spPr bwMode="auto">
                  <a:xfrm>
                    <a:off x="5516813" y="4792999"/>
                    <a:ext cx="37573" cy="57804"/>
                  </a:xfrm>
                  <a:custGeom>
                    <a:avLst/>
                    <a:gdLst>
                      <a:gd name="T0" fmla="*/ 2147483646 w 39"/>
                      <a:gd name="T1" fmla="*/ 2147483646 h 61"/>
                      <a:gd name="T2" fmla="*/ 2147483646 w 39"/>
                      <a:gd name="T3" fmla="*/ 2147483646 h 61"/>
                      <a:gd name="T4" fmla="*/ 2147483646 w 39"/>
                      <a:gd name="T5" fmla="*/ 2147483646 h 61"/>
                      <a:gd name="T6" fmla="*/ 2147483646 w 39"/>
                      <a:gd name="T7" fmla="*/ 2147483646 h 61"/>
                      <a:gd name="T8" fmla="*/ 2147483646 w 39"/>
                      <a:gd name="T9" fmla="*/ 0 h 61"/>
                      <a:gd name="T10" fmla="*/ 2147483646 w 39"/>
                      <a:gd name="T11" fmla="*/ 2147483646 h 61"/>
                      <a:gd name="T12" fmla="*/ 2147483646 w 39"/>
                      <a:gd name="T13" fmla="*/ 2147483646 h 61"/>
                      <a:gd name="T14" fmla="*/ 2147483646 w 39"/>
                      <a:gd name="T15" fmla="*/ 2147483646 h 61"/>
                      <a:gd name="T16" fmla="*/ 0 w 39"/>
                      <a:gd name="T17" fmla="*/ 2147483646 h 61"/>
                      <a:gd name="T18" fmla="*/ 2147483646 w 39"/>
                      <a:gd name="T19" fmla="*/ 2147483646 h 61"/>
                      <a:gd name="T20" fmla="*/ 2147483646 w 39"/>
                      <a:gd name="T21" fmla="*/ 2147483646 h 61"/>
                      <a:gd name="T22" fmla="*/ 2147483646 w 39"/>
                      <a:gd name="T23" fmla="*/ 2147483646 h 61"/>
                      <a:gd name="T24" fmla="*/ 2147483646 w 39"/>
                      <a:gd name="T25" fmla="*/ 2147483646 h 61"/>
                      <a:gd name="T26" fmla="*/ 2147483646 w 39"/>
                      <a:gd name="T27" fmla="*/ 2147483646 h 61"/>
                      <a:gd name="T28" fmla="*/ 2147483646 w 39"/>
                      <a:gd name="T29" fmla="*/ 2147483646 h 61"/>
                      <a:gd name="T30" fmla="*/ 2147483646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9" h="61">
                        <a:moveTo>
                          <a:pt x="39" y="31"/>
                        </a:moveTo>
                        <a:cubicBezTo>
                          <a:pt x="39" y="26"/>
                          <a:pt x="39" y="22"/>
                          <a:pt x="38" y="18"/>
                        </a:cubicBezTo>
                        <a:cubicBezTo>
                          <a:pt x="37" y="15"/>
                          <a:pt x="36" y="12"/>
                          <a:pt x="34" y="9"/>
                        </a:cubicBezTo>
                        <a:cubicBezTo>
                          <a:pt x="33" y="6"/>
                          <a:pt x="31" y="4"/>
                          <a:pt x="28" y="3"/>
                        </a:cubicBezTo>
                        <a:cubicBezTo>
                          <a:pt x="26" y="1"/>
                          <a:pt x="23" y="0"/>
                          <a:pt x="20" y="0"/>
                        </a:cubicBezTo>
                        <a:cubicBezTo>
                          <a:pt x="17" y="0"/>
                          <a:pt x="14" y="1"/>
                          <a:pt x="11" y="3"/>
                        </a:cubicBezTo>
                        <a:cubicBezTo>
                          <a:pt x="9" y="4"/>
                          <a:pt x="7" y="6"/>
                          <a:pt x="5" y="9"/>
                        </a:cubicBezTo>
                        <a:cubicBezTo>
                          <a:pt x="4" y="11"/>
                          <a:pt x="2" y="15"/>
                          <a:pt x="2" y="18"/>
                        </a:cubicBezTo>
                        <a:cubicBezTo>
                          <a:pt x="1" y="22"/>
                          <a:pt x="0" y="26"/>
                          <a:pt x="0" y="31"/>
                        </a:cubicBezTo>
                        <a:cubicBezTo>
                          <a:pt x="0" y="35"/>
                          <a:pt x="1" y="39"/>
                          <a:pt x="2" y="43"/>
                        </a:cubicBezTo>
                        <a:cubicBezTo>
                          <a:pt x="2" y="47"/>
                          <a:pt x="4" y="50"/>
                          <a:pt x="5" y="53"/>
                        </a:cubicBezTo>
                        <a:cubicBezTo>
                          <a:pt x="7" y="55"/>
                          <a:pt x="9" y="57"/>
                          <a:pt x="11" y="59"/>
                        </a:cubicBezTo>
                        <a:cubicBezTo>
                          <a:pt x="14" y="60"/>
                          <a:pt x="17" y="61"/>
                          <a:pt x="20" y="61"/>
                        </a:cubicBezTo>
                        <a:cubicBezTo>
                          <a:pt x="23" y="61"/>
                          <a:pt x="26" y="60"/>
                          <a:pt x="28" y="59"/>
                        </a:cubicBezTo>
                        <a:cubicBezTo>
                          <a:pt x="31" y="57"/>
                          <a:pt x="33" y="55"/>
                          <a:pt x="34" y="52"/>
                        </a:cubicBezTo>
                        <a:cubicBezTo>
                          <a:pt x="36" y="50"/>
                          <a:pt x="37" y="47"/>
                          <a:pt x="38" y="43"/>
                        </a:cubicBezTo>
                        <a:cubicBezTo>
                          <a:pt x="39" y="39"/>
                          <a:pt x="39" y="35"/>
                          <a:pt x="39" y="31"/>
                        </a:cubicBezTo>
                        <a:close/>
                        <a:moveTo>
                          <a:pt x="20" y="50"/>
                        </a:moveTo>
                        <a:cubicBezTo>
                          <a:pt x="18" y="50"/>
                          <a:pt x="18" y="49"/>
                          <a:pt x="17" y="48"/>
                        </a:cubicBezTo>
                        <a:cubicBezTo>
                          <a:pt x="16" y="48"/>
                          <a:pt x="15" y="46"/>
                          <a:pt x="14" y="45"/>
                        </a:cubicBezTo>
                        <a:cubicBezTo>
                          <a:pt x="13" y="43"/>
                          <a:pt x="13" y="41"/>
                          <a:pt x="12" y="39"/>
                        </a:cubicBezTo>
                        <a:cubicBezTo>
                          <a:pt x="12" y="36"/>
                          <a:pt x="12" y="34"/>
                          <a:pt x="12" y="31"/>
                        </a:cubicBezTo>
                        <a:cubicBezTo>
                          <a:pt x="12" y="28"/>
                          <a:pt x="12" y="25"/>
                          <a:pt x="12" y="23"/>
                        </a:cubicBezTo>
                        <a:cubicBezTo>
                          <a:pt x="13" y="20"/>
                          <a:pt x="13" y="18"/>
                          <a:pt x="14" y="17"/>
                        </a:cubicBezTo>
                        <a:cubicBezTo>
                          <a:pt x="15" y="15"/>
                          <a:pt x="16" y="14"/>
                          <a:pt x="17" y="13"/>
                        </a:cubicBezTo>
                        <a:cubicBezTo>
                          <a:pt x="18" y="12"/>
                          <a:pt x="18" y="12"/>
                          <a:pt x="20" y="12"/>
                        </a:cubicBezTo>
                        <a:cubicBezTo>
                          <a:pt x="21" y="12"/>
                          <a:pt x="22" y="12"/>
                          <a:pt x="23" y="13"/>
                        </a:cubicBezTo>
                        <a:cubicBezTo>
                          <a:pt x="24" y="14"/>
                          <a:pt x="25" y="15"/>
                          <a:pt x="25" y="17"/>
                        </a:cubicBezTo>
                        <a:cubicBezTo>
                          <a:pt x="26" y="18"/>
                          <a:pt x="27" y="20"/>
                          <a:pt x="27" y="23"/>
                        </a:cubicBezTo>
                        <a:cubicBezTo>
                          <a:pt x="27" y="25"/>
                          <a:pt x="28" y="28"/>
                          <a:pt x="28" y="31"/>
                        </a:cubicBezTo>
                        <a:cubicBezTo>
                          <a:pt x="28" y="34"/>
                          <a:pt x="27" y="36"/>
                          <a:pt x="27" y="39"/>
                        </a:cubicBezTo>
                        <a:cubicBezTo>
                          <a:pt x="27" y="41"/>
                          <a:pt x="26" y="43"/>
                          <a:pt x="25" y="45"/>
                        </a:cubicBezTo>
                        <a:cubicBezTo>
                          <a:pt x="25" y="46"/>
                          <a:pt x="24" y="48"/>
                          <a:pt x="23" y="48"/>
                        </a:cubicBezTo>
                        <a:cubicBezTo>
                          <a:pt x="22" y="49"/>
                          <a:pt x="21" y="50"/>
                          <a:pt x="20" y="5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8" name="Freeform 428">
                    <a:extLst>
                      <a:ext uri="{FF2B5EF4-FFF2-40B4-BE49-F238E27FC236}">
                        <a16:creationId xmlns:a16="http://schemas.microsoft.com/office/drawing/2014/main" id="{192BC871-C666-43FC-8CC6-C12D3916A34F}"/>
                      </a:ext>
                    </a:extLst>
                  </p:cNvPr>
                  <p:cNvSpPr>
                    <a:spLocks/>
                  </p:cNvSpPr>
                  <p:nvPr/>
                </p:nvSpPr>
                <p:spPr bwMode="auto">
                  <a:xfrm>
                    <a:off x="5008136" y="4297810"/>
                    <a:ext cx="36609" cy="58768"/>
                  </a:xfrm>
                  <a:custGeom>
                    <a:avLst/>
                    <a:gdLst>
                      <a:gd name="T0" fmla="*/ 0 w 38"/>
                      <a:gd name="T1" fmla="*/ 2147483646 h 61"/>
                      <a:gd name="T2" fmla="*/ 0 w 38"/>
                      <a:gd name="T3" fmla="*/ 2147483646 h 61"/>
                      <a:gd name="T4" fmla="*/ 0 w 38"/>
                      <a:gd name="T5" fmla="*/ 2147483646 h 61"/>
                      <a:gd name="T6" fmla="*/ 0 w 38"/>
                      <a:gd name="T7" fmla="*/ 2147483646 h 61"/>
                      <a:gd name="T8" fmla="*/ 0 w 38"/>
                      <a:gd name="T9" fmla="*/ 2147483646 h 61"/>
                      <a:gd name="T10" fmla="*/ 2147483646 w 38"/>
                      <a:gd name="T11" fmla="*/ 2147483646 h 61"/>
                      <a:gd name="T12" fmla="*/ 2147483646 w 38"/>
                      <a:gd name="T13" fmla="*/ 2147483646 h 61"/>
                      <a:gd name="T14" fmla="*/ 2147483646 w 38"/>
                      <a:gd name="T15" fmla="*/ 2147483646 h 61"/>
                      <a:gd name="T16" fmla="*/ 2147483646 w 38"/>
                      <a:gd name="T17" fmla="*/ 2147483646 h 61"/>
                      <a:gd name="T18" fmla="*/ 2147483646 w 38"/>
                      <a:gd name="T19" fmla="*/ 2147483646 h 61"/>
                      <a:gd name="T20" fmla="*/ 2147483646 w 38"/>
                      <a:gd name="T21" fmla="*/ 2147483646 h 61"/>
                      <a:gd name="T22" fmla="*/ 2147483646 w 38"/>
                      <a:gd name="T23" fmla="*/ 2147483646 h 61"/>
                      <a:gd name="T24" fmla="*/ 2147483646 w 38"/>
                      <a:gd name="T25" fmla="*/ 2147483646 h 61"/>
                      <a:gd name="T26" fmla="*/ 2147483646 w 38"/>
                      <a:gd name="T27" fmla="*/ 2147483646 h 61"/>
                      <a:gd name="T28" fmla="*/ 2147483646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2147483646 h 61"/>
                      <a:gd name="T38" fmla="*/ 2147483646 w 38"/>
                      <a:gd name="T39" fmla="*/ 2147483646 h 61"/>
                      <a:gd name="T40" fmla="*/ 2147483646 w 38"/>
                      <a:gd name="T41" fmla="*/ 2147483646 h 61"/>
                      <a:gd name="T42" fmla="*/ 2147483646 w 38"/>
                      <a:gd name="T43" fmla="*/ 2147483646 h 61"/>
                      <a:gd name="T44" fmla="*/ 2147483646 w 38"/>
                      <a:gd name="T45" fmla="*/ 2147483646 h 61"/>
                      <a:gd name="T46" fmla="*/ 2147483646 w 38"/>
                      <a:gd name="T47" fmla="*/ 0 h 61"/>
                      <a:gd name="T48" fmla="*/ 2147483646 w 38"/>
                      <a:gd name="T49" fmla="*/ 2147483646 h 61"/>
                      <a:gd name="T50" fmla="*/ 2147483646 w 38"/>
                      <a:gd name="T51" fmla="*/ 2147483646 h 61"/>
                      <a:gd name="T52" fmla="*/ 2147483646 w 38"/>
                      <a:gd name="T53" fmla="*/ 2147483646 h 61"/>
                      <a:gd name="T54" fmla="*/ 0 w 38"/>
                      <a:gd name="T55" fmla="*/ 2147483646 h 61"/>
                      <a:gd name="T56" fmla="*/ 2147483646 w 38"/>
                      <a:gd name="T57" fmla="*/ 2147483646 h 61"/>
                      <a:gd name="T58" fmla="*/ 2147483646 w 38"/>
                      <a:gd name="T59" fmla="*/ 2147483646 h 61"/>
                      <a:gd name="T60" fmla="*/ 2147483646 w 38"/>
                      <a:gd name="T61" fmla="*/ 2147483646 h 61"/>
                      <a:gd name="T62" fmla="*/ 2147483646 w 38"/>
                      <a:gd name="T63" fmla="*/ 2147483646 h 61"/>
                      <a:gd name="T64" fmla="*/ 2147483646 w 38"/>
                      <a:gd name="T65" fmla="*/ 2147483646 h 61"/>
                      <a:gd name="T66" fmla="*/ 2147483646 w 38"/>
                      <a:gd name="T67" fmla="*/ 2147483646 h 61"/>
                      <a:gd name="T68" fmla="*/ 2147483646 w 38"/>
                      <a:gd name="T69" fmla="*/ 2147483646 h 61"/>
                      <a:gd name="T70" fmla="*/ 2147483646 w 38"/>
                      <a:gd name="T71" fmla="*/ 2147483646 h 61"/>
                      <a:gd name="T72" fmla="*/ 2147483646 w 38"/>
                      <a:gd name="T73" fmla="*/ 2147483646 h 61"/>
                      <a:gd name="T74" fmla="*/ 2147483646 w 38"/>
                      <a:gd name="T75" fmla="*/ 2147483646 h 61"/>
                      <a:gd name="T76" fmla="*/ 2147483646 w 38"/>
                      <a:gd name="T77" fmla="*/ 2147483646 h 61"/>
                      <a:gd name="T78" fmla="*/ 2147483646 w 38"/>
                      <a:gd name="T79" fmla="*/ 2147483646 h 61"/>
                      <a:gd name="T80" fmla="*/ 2147483646 w 38"/>
                      <a:gd name="T81" fmla="*/ 2147483646 h 61"/>
                      <a:gd name="T82" fmla="*/ 2147483646 w 38"/>
                      <a:gd name="T83" fmla="*/ 2147483646 h 61"/>
                      <a:gd name="T84" fmla="*/ 2147483646 w 38"/>
                      <a:gd name="T85" fmla="*/ 2147483646 h 61"/>
                      <a:gd name="T86" fmla="*/ 2147483646 w 38"/>
                      <a:gd name="T87" fmla="*/ 2147483646 h 61"/>
                      <a:gd name="T88" fmla="*/ 0 w 38"/>
                      <a:gd name="T89" fmla="*/ 2147483646 h 61"/>
                      <a:gd name="T90" fmla="*/ 0 w 38"/>
                      <a:gd name="T91" fmla="*/ 2147483646 h 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 h="61">
                        <a:moveTo>
                          <a:pt x="0" y="58"/>
                        </a:moveTo>
                        <a:cubicBezTo>
                          <a:pt x="0" y="58"/>
                          <a:pt x="0" y="58"/>
                          <a:pt x="0" y="58"/>
                        </a:cubicBezTo>
                        <a:cubicBezTo>
                          <a:pt x="0" y="58"/>
                          <a:pt x="0" y="58"/>
                          <a:pt x="0" y="58"/>
                        </a:cubicBezTo>
                        <a:cubicBezTo>
                          <a:pt x="0" y="58"/>
                          <a:pt x="0" y="58"/>
                          <a:pt x="0" y="58"/>
                        </a:cubicBezTo>
                        <a:cubicBezTo>
                          <a:pt x="0" y="58"/>
                          <a:pt x="0" y="58"/>
                          <a:pt x="0" y="58"/>
                        </a:cubicBezTo>
                        <a:cubicBezTo>
                          <a:pt x="1" y="58"/>
                          <a:pt x="1" y="59"/>
                          <a:pt x="2" y="59"/>
                        </a:cubicBezTo>
                        <a:cubicBezTo>
                          <a:pt x="2" y="60"/>
                          <a:pt x="3" y="60"/>
                          <a:pt x="3" y="61"/>
                        </a:cubicBezTo>
                        <a:cubicBezTo>
                          <a:pt x="3" y="61"/>
                          <a:pt x="3" y="61"/>
                          <a:pt x="3" y="61"/>
                        </a:cubicBezTo>
                        <a:cubicBezTo>
                          <a:pt x="4" y="61"/>
                          <a:pt x="5" y="61"/>
                          <a:pt x="6" y="61"/>
                        </a:cubicBezTo>
                        <a:cubicBezTo>
                          <a:pt x="33" y="61"/>
                          <a:pt x="33" y="61"/>
                          <a:pt x="33" y="61"/>
                        </a:cubicBezTo>
                        <a:cubicBezTo>
                          <a:pt x="34" y="61"/>
                          <a:pt x="36" y="60"/>
                          <a:pt x="37" y="59"/>
                        </a:cubicBezTo>
                        <a:cubicBezTo>
                          <a:pt x="38" y="58"/>
                          <a:pt x="38" y="57"/>
                          <a:pt x="38" y="55"/>
                        </a:cubicBezTo>
                        <a:cubicBezTo>
                          <a:pt x="38" y="54"/>
                          <a:pt x="38" y="52"/>
                          <a:pt x="37" y="51"/>
                        </a:cubicBezTo>
                        <a:cubicBezTo>
                          <a:pt x="37" y="51"/>
                          <a:pt x="37" y="51"/>
                          <a:pt x="37" y="51"/>
                        </a:cubicBezTo>
                        <a:cubicBezTo>
                          <a:pt x="36" y="50"/>
                          <a:pt x="34" y="50"/>
                          <a:pt x="33" y="50"/>
                        </a:cubicBezTo>
                        <a:cubicBezTo>
                          <a:pt x="18" y="50"/>
                          <a:pt x="18" y="50"/>
                          <a:pt x="18" y="50"/>
                        </a:cubicBezTo>
                        <a:cubicBezTo>
                          <a:pt x="33" y="33"/>
                          <a:pt x="33" y="33"/>
                          <a:pt x="33" y="33"/>
                        </a:cubicBezTo>
                        <a:cubicBezTo>
                          <a:pt x="33" y="33"/>
                          <a:pt x="33" y="33"/>
                          <a:pt x="33" y="33"/>
                        </a:cubicBezTo>
                        <a:cubicBezTo>
                          <a:pt x="35" y="31"/>
                          <a:pt x="36" y="29"/>
                          <a:pt x="37" y="27"/>
                        </a:cubicBezTo>
                        <a:cubicBezTo>
                          <a:pt x="38" y="25"/>
                          <a:pt x="38" y="22"/>
                          <a:pt x="38" y="20"/>
                        </a:cubicBezTo>
                        <a:cubicBezTo>
                          <a:pt x="38" y="17"/>
                          <a:pt x="38" y="14"/>
                          <a:pt x="37" y="12"/>
                        </a:cubicBezTo>
                        <a:cubicBezTo>
                          <a:pt x="36" y="10"/>
                          <a:pt x="34" y="8"/>
                          <a:pt x="33" y="6"/>
                        </a:cubicBezTo>
                        <a:cubicBezTo>
                          <a:pt x="31" y="4"/>
                          <a:pt x="29" y="3"/>
                          <a:pt x="27" y="2"/>
                        </a:cubicBezTo>
                        <a:cubicBezTo>
                          <a:pt x="24" y="1"/>
                          <a:pt x="22" y="0"/>
                          <a:pt x="19" y="0"/>
                        </a:cubicBezTo>
                        <a:cubicBezTo>
                          <a:pt x="17" y="0"/>
                          <a:pt x="14" y="1"/>
                          <a:pt x="12" y="2"/>
                        </a:cubicBezTo>
                        <a:cubicBezTo>
                          <a:pt x="9" y="3"/>
                          <a:pt x="7" y="4"/>
                          <a:pt x="6" y="6"/>
                        </a:cubicBezTo>
                        <a:cubicBezTo>
                          <a:pt x="4" y="8"/>
                          <a:pt x="3" y="10"/>
                          <a:pt x="2" y="12"/>
                        </a:cubicBezTo>
                        <a:cubicBezTo>
                          <a:pt x="0" y="14"/>
                          <a:pt x="0" y="17"/>
                          <a:pt x="0" y="20"/>
                        </a:cubicBezTo>
                        <a:cubicBezTo>
                          <a:pt x="0" y="21"/>
                          <a:pt x="1" y="22"/>
                          <a:pt x="2" y="24"/>
                        </a:cubicBezTo>
                        <a:cubicBezTo>
                          <a:pt x="3" y="25"/>
                          <a:pt x="4" y="25"/>
                          <a:pt x="6" y="25"/>
                        </a:cubicBezTo>
                        <a:cubicBezTo>
                          <a:pt x="7" y="25"/>
                          <a:pt x="9" y="25"/>
                          <a:pt x="10" y="24"/>
                        </a:cubicBezTo>
                        <a:cubicBezTo>
                          <a:pt x="11" y="22"/>
                          <a:pt x="11" y="21"/>
                          <a:pt x="11" y="20"/>
                        </a:cubicBezTo>
                        <a:cubicBezTo>
                          <a:pt x="11" y="18"/>
                          <a:pt x="12" y="17"/>
                          <a:pt x="12" y="16"/>
                        </a:cubicBezTo>
                        <a:cubicBezTo>
                          <a:pt x="12" y="16"/>
                          <a:pt x="13" y="15"/>
                          <a:pt x="14" y="14"/>
                        </a:cubicBezTo>
                        <a:cubicBezTo>
                          <a:pt x="14" y="13"/>
                          <a:pt x="15" y="13"/>
                          <a:pt x="16" y="12"/>
                        </a:cubicBezTo>
                        <a:cubicBezTo>
                          <a:pt x="17" y="12"/>
                          <a:pt x="18" y="12"/>
                          <a:pt x="19" y="12"/>
                        </a:cubicBezTo>
                        <a:cubicBezTo>
                          <a:pt x="20" y="12"/>
                          <a:pt x="21" y="12"/>
                          <a:pt x="22" y="12"/>
                        </a:cubicBezTo>
                        <a:cubicBezTo>
                          <a:pt x="23" y="13"/>
                          <a:pt x="24" y="13"/>
                          <a:pt x="25" y="14"/>
                        </a:cubicBezTo>
                        <a:cubicBezTo>
                          <a:pt x="25" y="15"/>
                          <a:pt x="26" y="16"/>
                          <a:pt x="26" y="17"/>
                        </a:cubicBezTo>
                        <a:cubicBezTo>
                          <a:pt x="27" y="17"/>
                          <a:pt x="27" y="18"/>
                          <a:pt x="27" y="20"/>
                        </a:cubicBezTo>
                        <a:cubicBezTo>
                          <a:pt x="27" y="22"/>
                          <a:pt x="26" y="23"/>
                          <a:pt x="25" y="25"/>
                        </a:cubicBezTo>
                        <a:cubicBezTo>
                          <a:pt x="25" y="25"/>
                          <a:pt x="25" y="25"/>
                          <a:pt x="25" y="25"/>
                        </a:cubicBezTo>
                        <a:cubicBezTo>
                          <a:pt x="2" y="51"/>
                          <a:pt x="2" y="51"/>
                          <a:pt x="2" y="51"/>
                        </a:cubicBezTo>
                        <a:cubicBezTo>
                          <a:pt x="2" y="51"/>
                          <a:pt x="2" y="51"/>
                          <a:pt x="2" y="51"/>
                        </a:cubicBezTo>
                        <a:cubicBezTo>
                          <a:pt x="1" y="52"/>
                          <a:pt x="0" y="54"/>
                          <a:pt x="0" y="55"/>
                        </a:cubicBezTo>
                        <a:cubicBezTo>
                          <a:pt x="0" y="56"/>
                          <a:pt x="0" y="57"/>
                          <a:pt x="0" y="5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79" name="Rectangle 429">
                    <a:extLst>
                      <a:ext uri="{FF2B5EF4-FFF2-40B4-BE49-F238E27FC236}">
                        <a16:creationId xmlns:a16="http://schemas.microsoft.com/office/drawing/2014/main" id="{0651D5CD-85D0-467B-B533-3022D210EED3}"/>
                      </a:ext>
                    </a:extLst>
                  </p:cNvPr>
                  <p:cNvSpPr>
                    <a:spLocks noChangeArrowheads="1"/>
                  </p:cNvSpPr>
                  <p:nvPr/>
                </p:nvSpPr>
                <p:spPr bwMode="auto">
                  <a:xfrm>
                    <a:off x="5017770" y="4320932"/>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80" name="Freeform 430">
                    <a:extLst>
                      <a:ext uri="{FF2B5EF4-FFF2-40B4-BE49-F238E27FC236}">
                        <a16:creationId xmlns:a16="http://schemas.microsoft.com/office/drawing/2014/main" id="{3D6A484C-D774-4E8C-B89B-3D4C6259AF65}"/>
                      </a:ext>
                    </a:extLst>
                  </p:cNvPr>
                  <p:cNvSpPr>
                    <a:spLocks noEditPoints="1"/>
                  </p:cNvSpPr>
                  <p:nvPr/>
                </p:nvSpPr>
                <p:spPr bwMode="auto">
                  <a:xfrm>
                    <a:off x="5046673" y="4297810"/>
                    <a:ext cx="36609" cy="58768"/>
                  </a:xfrm>
                  <a:custGeom>
                    <a:avLst/>
                    <a:gdLst>
                      <a:gd name="T0" fmla="*/ 2147483646 w 38"/>
                      <a:gd name="T1" fmla="*/ 2147483646 h 61"/>
                      <a:gd name="T2" fmla="*/ 2147483646 w 38"/>
                      <a:gd name="T3" fmla="*/ 2147483646 h 61"/>
                      <a:gd name="T4" fmla="*/ 2147483646 w 38"/>
                      <a:gd name="T5" fmla="*/ 2147483646 h 61"/>
                      <a:gd name="T6" fmla="*/ 2147483646 w 38"/>
                      <a:gd name="T7" fmla="*/ 2147483646 h 61"/>
                      <a:gd name="T8" fmla="*/ 2147483646 w 38"/>
                      <a:gd name="T9" fmla="*/ 2147483646 h 61"/>
                      <a:gd name="T10" fmla="*/ 2147483646 w 38"/>
                      <a:gd name="T11" fmla="*/ 2147483646 h 61"/>
                      <a:gd name="T12" fmla="*/ 2147483646 w 38"/>
                      <a:gd name="T13" fmla="*/ 2147483646 h 61"/>
                      <a:gd name="T14" fmla="*/ 2147483646 w 38"/>
                      <a:gd name="T15" fmla="*/ 2147483646 h 61"/>
                      <a:gd name="T16" fmla="*/ 2147483646 w 38"/>
                      <a:gd name="T17" fmla="*/ 2147483646 h 61"/>
                      <a:gd name="T18" fmla="*/ 2147483646 w 38"/>
                      <a:gd name="T19" fmla="*/ 0 h 61"/>
                      <a:gd name="T20" fmla="*/ 2147483646 w 38"/>
                      <a:gd name="T21" fmla="*/ 2147483646 h 61"/>
                      <a:gd name="T22" fmla="*/ 2147483646 w 38"/>
                      <a:gd name="T23" fmla="*/ 2147483646 h 61"/>
                      <a:gd name="T24" fmla="*/ 2147483646 w 38"/>
                      <a:gd name="T25" fmla="*/ 2147483646 h 61"/>
                      <a:gd name="T26" fmla="*/ 0 w 38"/>
                      <a:gd name="T27" fmla="*/ 2147483646 h 61"/>
                      <a:gd name="T28" fmla="*/ 2147483646 w 38"/>
                      <a:gd name="T29" fmla="*/ 2147483646 h 61"/>
                      <a:gd name="T30" fmla="*/ 2147483646 w 38"/>
                      <a:gd name="T31" fmla="*/ 2147483646 h 61"/>
                      <a:gd name="T32" fmla="*/ 2147483646 w 38"/>
                      <a:gd name="T33" fmla="*/ 2147483646 h 61"/>
                      <a:gd name="T34" fmla="*/ 2147483646 w 38"/>
                      <a:gd name="T35" fmla="*/ 2147483646 h 61"/>
                      <a:gd name="T36" fmla="*/ 2147483646 w 38"/>
                      <a:gd name="T37" fmla="*/ 2147483646 h 61"/>
                      <a:gd name="T38" fmla="*/ 2147483646 w 38"/>
                      <a:gd name="T39" fmla="*/ 2147483646 h 61"/>
                      <a:gd name="T40" fmla="*/ 2147483646 w 38"/>
                      <a:gd name="T41" fmla="*/ 2147483646 h 61"/>
                      <a:gd name="T42" fmla="*/ 2147483646 w 38"/>
                      <a:gd name="T43" fmla="*/ 2147483646 h 61"/>
                      <a:gd name="T44" fmla="*/ 2147483646 w 38"/>
                      <a:gd name="T45" fmla="*/ 2147483646 h 61"/>
                      <a:gd name="T46" fmla="*/ 2147483646 w 38"/>
                      <a:gd name="T47" fmla="*/ 2147483646 h 61"/>
                      <a:gd name="T48" fmla="*/ 2147483646 w 38"/>
                      <a:gd name="T49" fmla="*/ 2147483646 h 61"/>
                      <a:gd name="T50" fmla="*/ 2147483646 w 38"/>
                      <a:gd name="T51" fmla="*/ 2147483646 h 61"/>
                      <a:gd name="T52" fmla="*/ 2147483646 w 38"/>
                      <a:gd name="T53" fmla="*/ 2147483646 h 61"/>
                      <a:gd name="T54" fmla="*/ 2147483646 w 38"/>
                      <a:gd name="T55" fmla="*/ 2147483646 h 61"/>
                      <a:gd name="T56" fmla="*/ 2147483646 w 38"/>
                      <a:gd name="T57" fmla="*/ 2147483646 h 61"/>
                      <a:gd name="T58" fmla="*/ 2147483646 w 38"/>
                      <a:gd name="T59" fmla="*/ 2147483646 h 61"/>
                      <a:gd name="T60" fmla="*/ 2147483646 w 38"/>
                      <a:gd name="T61" fmla="*/ 2147483646 h 61"/>
                      <a:gd name="T62" fmla="*/ 2147483646 w 38"/>
                      <a:gd name="T63" fmla="*/ 2147483646 h 61"/>
                      <a:gd name="T64" fmla="*/ 2147483646 w 38"/>
                      <a:gd name="T65" fmla="*/ 2147483646 h 61"/>
                      <a:gd name="T66" fmla="*/ 2147483646 w 38"/>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8" h="61">
                        <a:moveTo>
                          <a:pt x="11" y="59"/>
                        </a:moveTo>
                        <a:cubicBezTo>
                          <a:pt x="13" y="60"/>
                          <a:pt x="16" y="61"/>
                          <a:pt x="19" y="61"/>
                        </a:cubicBezTo>
                        <a:cubicBezTo>
                          <a:pt x="22" y="61"/>
                          <a:pt x="25" y="60"/>
                          <a:pt x="27" y="59"/>
                        </a:cubicBezTo>
                        <a:cubicBezTo>
                          <a:pt x="30" y="57"/>
                          <a:pt x="32" y="55"/>
                          <a:pt x="34" y="52"/>
                        </a:cubicBezTo>
                        <a:cubicBezTo>
                          <a:pt x="35" y="50"/>
                          <a:pt x="36" y="47"/>
                          <a:pt x="37" y="43"/>
                        </a:cubicBezTo>
                        <a:cubicBezTo>
                          <a:pt x="38" y="39"/>
                          <a:pt x="38" y="35"/>
                          <a:pt x="38" y="31"/>
                        </a:cubicBezTo>
                        <a:cubicBezTo>
                          <a:pt x="38" y="26"/>
                          <a:pt x="38" y="22"/>
                          <a:pt x="37" y="18"/>
                        </a:cubicBezTo>
                        <a:cubicBezTo>
                          <a:pt x="36" y="15"/>
                          <a:pt x="35" y="11"/>
                          <a:pt x="34" y="9"/>
                        </a:cubicBezTo>
                        <a:cubicBezTo>
                          <a:pt x="32" y="6"/>
                          <a:pt x="30" y="4"/>
                          <a:pt x="27" y="3"/>
                        </a:cubicBezTo>
                        <a:cubicBezTo>
                          <a:pt x="25" y="1"/>
                          <a:pt x="22" y="0"/>
                          <a:pt x="19" y="0"/>
                        </a:cubicBezTo>
                        <a:cubicBezTo>
                          <a:pt x="16" y="0"/>
                          <a:pt x="13" y="1"/>
                          <a:pt x="11" y="2"/>
                        </a:cubicBezTo>
                        <a:cubicBezTo>
                          <a:pt x="8" y="4"/>
                          <a:pt x="6" y="6"/>
                          <a:pt x="4" y="9"/>
                        </a:cubicBezTo>
                        <a:cubicBezTo>
                          <a:pt x="3" y="11"/>
                          <a:pt x="2" y="15"/>
                          <a:pt x="1" y="18"/>
                        </a:cubicBezTo>
                        <a:cubicBezTo>
                          <a:pt x="0" y="22"/>
                          <a:pt x="0" y="26"/>
                          <a:pt x="0" y="31"/>
                        </a:cubicBezTo>
                        <a:cubicBezTo>
                          <a:pt x="0" y="35"/>
                          <a:pt x="0" y="39"/>
                          <a:pt x="1" y="43"/>
                        </a:cubicBezTo>
                        <a:cubicBezTo>
                          <a:pt x="2" y="47"/>
                          <a:pt x="3" y="50"/>
                          <a:pt x="4" y="53"/>
                        </a:cubicBezTo>
                        <a:cubicBezTo>
                          <a:pt x="6" y="55"/>
                          <a:pt x="8" y="57"/>
                          <a:pt x="11" y="59"/>
                        </a:cubicBezTo>
                        <a:close/>
                        <a:moveTo>
                          <a:pt x="19" y="12"/>
                        </a:moveTo>
                        <a:cubicBezTo>
                          <a:pt x="20" y="12"/>
                          <a:pt x="21" y="12"/>
                          <a:pt x="22" y="13"/>
                        </a:cubicBezTo>
                        <a:cubicBezTo>
                          <a:pt x="23" y="14"/>
                          <a:pt x="24" y="15"/>
                          <a:pt x="25" y="17"/>
                        </a:cubicBezTo>
                        <a:cubicBezTo>
                          <a:pt x="25" y="18"/>
                          <a:pt x="26" y="20"/>
                          <a:pt x="26" y="23"/>
                        </a:cubicBezTo>
                        <a:cubicBezTo>
                          <a:pt x="27" y="25"/>
                          <a:pt x="27" y="28"/>
                          <a:pt x="27" y="31"/>
                        </a:cubicBezTo>
                        <a:cubicBezTo>
                          <a:pt x="27" y="34"/>
                          <a:pt x="27" y="36"/>
                          <a:pt x="26" y="39"/>
                        </a:cubicBezTo>
                        <a:cubicBezTo>
                          <a:pt x="26" y="41"/>
                          <a:pt x="25" y="43"/>
                          <a:pt x="25" y="45"/>
                        </a:cubicBezTo>
                        <a:cubicBezTo>
                          <a:pt x="24" y="46"/>
                          <a:pt x="23" y="48"/>
                          <a:pt x="22" y="48"/>
                        </a:cubicBezTo>
                        <a:cubicBezTo>
                          <a:pt x="21" y="49"/>
                          <a:pt x="20" y="49"/>
                          <a:pt x="19" y="49"/>
                        </a:cubicBezTo>
                        <a:cubicBezTo>
                          <a:pt x="18" y="49"/>
                          <a:pt x="17" y="49"/>
                          <a:pt x="16" y="48"/>
                        </a:cubicBezTo>
                        <a:cubicBezTo>
                          <a:pt x="15" y="48"/>
                          <a:pt x="14" y="46"/>
                          <a:pt x="13" y="45"/>
                        </a:cubicBezTo>
                        <a:cubicBezTo>
                          <a:pt x="13" y="43"/>
                          <a:pt x="12" y="41"/>
                          <a:pt x="12" y="39"/>
                        </a:cubicBezTo>
                        <a:cubicBezTo>
                          <a:pt x="11" y="36"/>
                          <a:pt x="11" y="34"/>
                          <a:pt x="11" y="31"/>
                        </a:cubicBezTo>
                        <a:cubicBezTo>
                          <a:pt x="11" y="28"/>
                          <a:pt x="11" y="25"/>
                          <a:pt x="12" y="23"/>
                        </a:cubicBezTo>
                        <a:cubicBezTo>
                          <a:pt x="12" y="20"/>
                          <a:pt x="13" y="18"/>
                          <a:pt x="13" y="17"/>
                        </a:cubicBezTo>
                        <a:cubicBezTo>
                          <a:pt x="14" y="15"/>
                          <a:pt x="15" y="14"/>
                          <a:pt x="16" y="13"/>
                        </a:cubicBezTo>
                        <a:cubicBezTo>
                          <a:pt x="17" y="12"/>
                          <a:pt x="18" y="12"/>
                          <a:pt x="19"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81" name="Freeform 431">
                    <a:extLst>
                      <a:ext uri="{FF2B5EF4-FFF2-40B4-BE49-F238E27FC236}">
                        <a16:creationId xmlns:a16="http://schemas.microsoft.com/office/drawing/2014/main" id="{2F195775-C480-47C3-A59A-5DFDE59F3A46}"/>
                      </a:ext>
                    </a:extLst>
                  </p:cNvPr>
                  <p:cNvSpPr>
                    <a:spLocks noEditPoints="1"/>
                  </p:cNvSpPr>
                  <p:nvPr/>
                </p:nvSpPr>
                <p:spPr bwMode="auto">
                  <a:xfrm>
                    <a:off x="5084245" y="4297810"/>
                    <a:ext cx="36609" cy="58768"/>
                  </a:xfrm>
                  <a:custGeom>
                    <a:avLst/>
                    <a:gdLst>
                      <a:gd name="T0" fmla="*/ 2147483646 w 39"/>
                      <a:gd name="T1" fmla="*/ 2147483646 h 61"/>
                      <a:gd name="T2" fmla="*/ 2147483646 w 39"/>
                      <a:gd name="T3" fmla="*/ 2147483646 h 61"/>
                      <a:gd name="T4" fmla="*/ 2147483646 w 39"/>
                      <a:gd name="T5" fmla="*/ 2147483646 h 61"/>
                      <a:gd name="T6" fmla="*/ 2147483646 w 39"/>
                      <a:gd name="T7" fmla="*/ 2147483646 h 61"/>
                      <a:gd name="T8" fmla="*/ 2147483646 w 39"/>
                      <a:gd name="T9" fmla="*/ 2147483646 h 61"/>
                      <a:gd name="T10" fmla="*/ 2147483646 w 39"/>
                      <a:gd name="T11" fmla="*/ 2147483646 h 61"/>
                      <a:gd name="T12" fmla="*/ 2147483646 w 39"/>
                      <a:gd name="T13" fmla="*/ 2147483646 h 61"/>
                      <a:gd name="T14" fmla="*/ 2147483646 w 39"/>
                      <a:gd name="T15" fmla="*/ 2147483646 h 61"/>
                      <a:gd name="T16" fmla="*/ 2147483646 w 39"/>
                      <a:gd name="T17" fmla="*/ 2147483646 h 61"/>
                      <a:gd name="T18" fmla="*/ 2147483646 w 39"/>
                      <a:gd name="T19" fmla="*/ 2147483646 h 61"/>
                      <a:gd name="T20" fmla="*/ 2147483646 w 39"/>
                      <a:gd name="T21" fmla="*/ 2147483646 h 61"/>
                      <a:gd name="T22" fmla="*/ 2147483646 w 39"/>
                      <a:gd name="T23" fmla="*/ 0 h 61"/>
                      <a:gd name="T24" fmla="*/ 2147483646 w 39"/>
                      <a:gd name="T25" fmla="*/ 2147483646 h 61"/>
                      <a:gd name="T26" fmla="*/ 2147483646 w 39"/>
                      <a:gd name="T27" fmla="*/ 2147483646 h 61"/>
                      <a:gd name="T28" fmla="*/ 2147483646 w 39"/>
                      <a:gd name="T29" fmla="*/ 2147483646 h 61"/>
                      <a:gd name="T30" fmla="*/ 0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9" h="61">
                        <a:moveTo>
                          <a:pt x="2" y="43"/>
                        </a:moveTo>
                        <a:cubicBezTo>
                          <a:pt x="2" y="47"/>
                          <a:pt x="4" y="50"/>
                          <a:pt x="5" y="53"/>
                        </a:cubicBezTo>
                        <a:cubicBezTo>
                          <a:pt x="7" y="55"/>
                          <a:pt x="9" y="57"/>
                          <a:pt x="11" y="59"/>
                        </a:cubicBezTo>
                        <a:cubicBezTo>
                          <a:pt x="14" y="60"/>
                          <a:pt x="17" y="61"/>
                          <a:pt x="20" y="61"/>
                        </a:cubicBezTo>
                        <a:cubicBezTo>
                          <a:pt x="23" y="61"/>
                          <a:pt x="26" y="60"/>
                          <a:pt x="28" y="59"/>
                        </a:cubicBezTo>
                        <a:cubicBezTo>
                          <a:pt x="31" y="57"/>
                          <a:pt x="33" y="55"/>
                          <a:pt x="34" y="52"/>
                        </a:cubicBezTo>
                        <a:cubicBezTo>
                          <a:pt x="36" y="50"/>
                          <a:pt x="37" y="47"/>
                          <a:pt x="38" y="43"/>
                        </a:cubicBezTo>
                        <a:cubicBezTo>
                          <a:pt x="39" y="39"/>
                          <a:pt x="39" y="35"/>
                          <a:pt x="39" y="31"/>
                        </a:cubicBezTo>
                        <a:cubicBezTo>
                          <a:pt x="39" y="26"/>
                          <a:pt x="39" y="22"/>
                          <a:pt x="38" y="18"/>
                        </a:cubicBezTo>
                        <a:cubicBezTo>
                          <a:pt x="37" y="15"/>
                          <a:pt x="36" y="11"/>
                          <a:pt x="34" y="9"/>
                        </a:cubicBezTo>
                        <a:cubicBezTo>
                          <a:pt x="33" y="6"/>
                          <a:pt x="31" y="4"/>
                          <a:pt x="28" y="3"/>
                        </a:cubicBezTo>
                        <a:cubicBezTo>
                          <a:pt x="26" y="1"/>
                          <a:pt x="23" y="0"/>
                          <a:pt x="20" y="0"/>
                        </a:cubicBezTo>
                        <a:cubicBezTo>
                          <a:pt x="17" y="0"/>
                          <a:pt x="14" y="1"/>
                          <a:pt x="11" y="2"/>
                        </a:cubicBezTo>
                        <a:cubicBezTo>
                          <a:pt x="9" y="4"/>
                          <a:pt x="7" y="6"/>
                          <a:pt x="5" y="9"/>
                        </a:cubicBezTo>
                        <a:cubicBezTo>
                          <a:pt x="4" y="11"/>
                          <a:pt x="2" y="15"/>
                          <a:pt x="2" y="18"/>
                        </a:cubicBezTo>
                        <a:cubicBezTo>
                          <a:pt x="1" y="22"/>
                          <a:pt x="0" y="26"/>
                          <a:pt x="0" y="31"/>
                        </a:cubicBezTo>
                        <a:cubicBezTo>
                          <a:pt x="0" y="35"/>
                          <a:pt x="1" y="39"/>
                          <a:pt x="2" y="43"/>
                        </a:cubicBezTo>
                        <a:close/>
                        <a:moveTo>
                          <a:pt x="20" y="12"/>
                        </a:moveTo>
                        <a:cubicBezTo>
                          <a:pt x="21" y="12"/>
                          <a:pt x="22" y="12"/>
                          <a:pt x="23" y="13"/>
                        </a:cubicBezTo>
                        <a:cubicBezTo>
                          <a:pt x="24" y="14"/>
                          <a:pt x="25" y="15"/>
                          <a:pt x="25" y="17"/>
                        </a:cubicBezTo>
                        <a:cubicBezTo>
                          <a:pt x="26" y="18"/>
                          <a:pt x="27" y="20"/>
                          <a:pt x="27" y="23"/>
                        </a:cubicBezTo>
                        <a:cubicBezTo>
                          <a:pt x="27" y="25"/>
                          <a:pt x="28" y="28"/>
                          <a:pt x="28" y="31"/>
                        </a:cubicBezTo>
                        <a:cubicBezTo>
                          <a:pt x="28" y="34"/>
                          <a:pt x="27" y="36"/>
                          <a:pt x="27" y="39"/>
                        </a:cubicBezTo>
                        <a:cubicBezTo>
                          <a:pt x="27" y="41"/>
                          <a:pt x="26" y="43"/>
                          <a:pt x="25" y="45"/>
                        </a:cubicBezTo>
                        <a:cubicBezTo>
                          <a:pt x="25" y="46"/>
                          <a:pt x="24" y="48"/>
                          <a:pt x="23" y="48"/>
                        </a:cubicBezTo>
                        <a:cubicBezTo>
                          <a:pt x="22" y="49"/>
                          <a:pt x="21" y="49"/>
                          <a:pt x="20" y="49"/>
                        </a:cubicBezTo>
                        <a:cubicBezTo>
                          <a:pt x="18" y="49"/>
                          <a:pt x="18" y="49"/>
                          <a:pt x="17" y="48"/>
                        </a:cubicBezTo>
                        <a:cubicBezTo>
                          <a:pt x="16" y="48"/>
                          <a:pt x="15" y="46"/>
                          <a:pt x="14" y="45"/>
                        </a:cubicBezTo>
                        <a:cubicBezTo>
                          <a:pt x="13" y="43"/>
                          <a:pt x="13" y="41"/>
                          <a:pt x="12" y="39"/>
                        </a:cubicBezTo>
                        <a:cubicBezTo>
                          <a:pt x="12" y="36"/>
                          <a:pt x="12" y="34"/>
                          <a:pt x="12" y="31"/>
                        </a:cubicBezTo>
                        <a:cubicBezTo>
                          <a:pt x="12" y="28"/>
                          <a:pt x="12" y="25"/>
                          <a:pt x="12" y="23"/>
                        </a:cubicBezTo>
                        <a:cubicBezTo>
                          <a:pt x="13" y="20"/>
                          <a:pt x="13" y="18"/>
                          <a:pt x="14" y="17"/>
                        </a:cubicBezTo>
                        <a:cubicBezTo>
                          <a:pt x="15" y="15"/>
                          <a:pt x="16" y="14"/>
                          <a:pt x="17" y="13"/>
                        </a:cubicBezTo>
                        <a:cubicBezTo>
                          <a:pt x="18" y="12"/>
                          <a:pt x="18" y="12"/>
                          <a:pt x="2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82" name="Freeform 432">
                    <a:extLst>
                      <a:ext uri="{FF2B5EF4-FFF2-40B4-BE49-F238E27FC236}">
                        <a16:creationId xmlns:a16="http://schemas.microsoft.com/office/drawing/2014/main" id="{308E296E-C137-4257-9EEC-84491F7228E7}"/>
                      </a:ext>
                    </a:extLst>
                  </p:cNvPr>
                  <p:cNvSpPr>
                    <a:spLocks noEditPoints="1"/>
                  </p:cNvSpPr>
                  <p:nvPr/>
                </p:nvSpPr>
                <p:spPr bwMode="auto">
                  <a:xfrm>
                    <a:off x="4499460" y="4215920"/>
                    <a:ext cx="37573" cy="57804"/>
                  </a:xfrm>
                  <a:custGeom>
                    <a:avLst/>
                    <a:gdLst>
                      <a:gd name="T0" fmla="*/ 2147483646 w 39"/>
                      <a:gd name="T1" fmla="*/ 2147483646 h 60"/>
                      <a:gd name="T2" fmla="*/ 2147483646 w 39"/>
                      <a:gd name="T3" fmla="*/ 2147483646 h 60"/>
                      <a:gd name="T4" fmla="*/ 2147483646 w 39"/>
                      <a:gd name="T5" fmla="*/ 2147483646 h 60"/>
                      <a:gd name="T6" fmla="*/ 2147483646 w 39"/>
                      <a:gd name="T7" fmla="*/ 0 h 60"/>
                      <a:gd name="T8" fmla="*/ 2147483646 w 39"/>
                      <a:gd name="T9" fmla="*/ 2147483646 h 60"/>
                      <a:gd name="T10" fmla="*/ 2147483646 w 39"/>
                      <a:gd name="T11" fmla="*/ 2147483646 h 60"/>
                      <a:gd name="T12" fmla="*/ 2147483646 w 39"/>
                      <a:gd name="T13" fmla="*/ 2147483646 h 60"/>
                      <a:gd name="T14" fmla="*/ 0 w 39"/>
                      <a:gd name="T15" fmla="*/ 2147483646 h 60"/>
                      <a:gd name="T16" fmla="*/ 2147483646 w 39"/>
                      <a:gd name="T17" fmla="*/ 2147483646 h 60"/>
                      <a:gd name="T18" fmla="*/ 2147483646 w 39"/>
                      <a:gd name="T19" fmla="*/ 2147483646 h 60"/>
                      <a:gd name="T20" fmla="*/ 2147483646 w 39"/>
                      <a:gd name="T21" fmla="*/ 2147483646 h 60"/>
                      <a:gd name="T22" fmla="*/ 2147483646 w 39"/>
                      <a:gd name="T23" fmla="*/ 2147483646 h 60"/>
                      <a:gd name="T24" fmla="*/ 2147483646 w 39"/>
                      <a:gd name="T25" fmla="*/ 2147483646 h 60"/>
                      <a:gd name="T26" fmla="*/ 2147483646 w 39"/>
                      <a:gd name="T27" fmla="*/ 2147483646 h 60"/>
                      <a:gd name="T28" fmla="*/ 2147483646 w 39"/>
                      <a:gd name="T29" fmla="*/ 2147483646 h 60"/>
                      <a:gd name="T30" fmla="*/ 2147483646 w 39"/>
                      <a:gd name="T31" fmla="*/ 2147483646 h 60"/>
                      <a:gd name="T32" fmla="*/ 2147483646 w 39"/>
                      <a:gd name="T33" fmla="*/ 2147483646 h 60"/>
                      <a:gd name="T34" fmla="*/ 2147483646 w 39"/>
                      <a:gd name="T35" fmla="*/ 2147483646 h 60"/>
                      <a:gd name="T36" fmla="*/ 2147483646 w 39"/>
                      <a:gd name="T37" fmla="*/ 2147483646 h 60"/>
                      <a:gd name="T38" fmla="*/ 2147483646 w 39"/>
                      <a:gd name="T39" fmla="*/ 2147483646 h 60"/>
                      <a:gd name="T40" fmla="*/ 2147483646 w 39"/>
                      <a:gd name="T41" fmla="*/ 2147483646 h 60"/>
                      <a:gd name="T42" fmla="*/ 2147483646 w 39"/>
                      <a:gd name="T43" fmla="*/ 2147483646 h 60"/>
                      <a:gd name="T44" fmla="*/ 2147483646 w 39"/>
                      <a:gd name="T45" fmla="*/ 2147483646 h 60"/>
                      <a:gd name="T46" fmla="*/ 2147483646 w 39"/>
                      <a:gd name="T47" fmla="*/ 2147483646 h 60"/>
                      <a:gd name="T48" fmla="*/ 2147483646 w 39"/>
                      <a:gd name="T49" fmla="*/ 2147483646 h 60"/>
                      <a:gd name="T50" fmla="*/ 2147483646 w 39"/>
                      <a:gd name="T51" fmla="*/ 2147483646 h 60"/>
                      <a:gd name="T52" fmla="*/ 2147483646 w 39"/>
                      <a:gd name="T53" fmla="*/ 2147483646 h 60"/>
                      <a:gd name="T54" fmla="*/ 2147483646 w 39"/>
                      <a:gd name="T55" fmla="*/ 2147483646 h 60"/>
                      <a:gd name="T56" fmla="*/ 2147483646 w 39"/>
                      <a:gd name="T57" fmla="*/ 2147483646 h 60"/>
                      <a:gd name="T58" fmla="*/ 2147483646 w 39"/>
                      <a:gd name="T59" fmla="*/ 2147483646 h 60"/>
                      <a:gd name="T60" fmla="*/ 2147483646 w 39"/>
                      <a:gd name="T61" fmla="*/ 2147483646 h 60"/>
                      <a:gd name="T62" fmla="*/ 2147483646 w 39"/>
                      <a:gd name="T63" fmla="*/ 2147483646 h 60"/>
                      <a:gd name="T64" fmla="*/ 2147483646 w 39"/>
                      <a:gd name="T65" fmla="*/ 2147483646 h 60"/>
                      <a:gd name="T66" fmla="*/ 2147483646 w 39"/>
                      <a:gd name="T67" fmla="*/ 2147483646 h 60"/>
                      <a:gd name="T68" fmla="*/ 2147483646 w 39"/>
                      <a:gd name="T69" fmla="*/ 2147483646 h 60"/>
                      <a:gd name="T70" fmla="*/ 2147483646 w 39"/>
                      <a:gd name="T71" fmla="*/ 2147483646 h 60"/>
                      <a:gd name="T72" fmla="*/ 2147483646 w 39"/>
                      <a:gd name="T73" fmla="*/ 2147483646 h 60"/>
                      <a:gd name="T74" fmla="*/ 2147483646 w 39"/>
                      <a:gd name="T75" fmla="*/ 2147483646 h 60"/>
                      <a:gd name="T76" fmla="*/ 2147483646 w 39"/>
                      <a:gd name="T77" fmla="*/ 2147483646 h 60"/>
                      <a:gd name="T78" fmla="*/ 2147483646 w 39"/>
                      <a:gd name="T79" fmla="*/ 2147483646 h 60"/>
                      <a:gd name="T80" fmla="*/ 2147483646 w 39"/>
                      <a:gd name="T81" fmla="*/ 2147483646 h 60"/>
                      <a:gd name="T82" fmla="*/ 2147483646 w 39"/>
                      <a:gd name="T83" fmla="*/ 2147483646 h 60"/>
                      <a:gd name="T84" fmla="*/ 2147483646 w 39"/>
                      <a:gd name="T85" fmla="*/ 2147483646 h 60"/>
                      <a:gd name="T86" fmla="*/ 2147483646 w 39"/>
                      <a:gd name="T87" fmla="*/ 2147483646 h 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9" h="60">
                        <a:moveTo>
                          <a:pt x="37" y="12"/>
                        </a:moveTo>
                        <a:cubicBezTo>
                          <a:pt x="36" y="9"/>
                          <a:pt x="35" y="7"/>
                          <a:pt x="33" y="6"/>
                        </a:cubicBezTo>
                        <a:cubicBezTo>
                          <a:pt x="31" y="4"/>
                          <a:pt x="29" y="2"/>
                          <a:pt x="27" y="1"/>
                        </a:cubicBezTo>
                        <a:cubicBezTo>
                          <a:pt x="25" y="0"/>
                          <a:pt x="22" y="0"/>
                          <a:pt x="19" y="0"/>
                        </a:cubicBezTo>
                        <a:cubicBezTo>
                          <a:pt x="17" y="0"/>
                          <a:pt x="14" y="0"/>
                          <a:pt x="12" y="1"/>
                        </a:cubicBezTo>
                        <a:cubicBezTo>
                          <a:pt x="10" y="2"/>
                          <a:pt x="8" y="4"/>
                          <a:pt x="6" y="5"/>
                        </a:cubicBezTo>
                        <a:cubicBezTo>
                          <a:pt x="4" y="7"/>
                          <a:pt x="3" y="9"/>
                          <a:pt x="2" y="12"/>
                        </a:cubicBezTo>
                        <a:cubicBezTo>
                          <a:pt x="1" y="14"/>
                          <a:pt x="0" y="17"/>
                          <a:pt x="0" y="19"/>
                        </a:cubicBezTo>
                        <a:cubicBezTo>
                          <a:pt x="0" y="22"/>
                          <a:pt x="1" y="24"/>
                          <a:pt x="2" y="27"/>
                        </a:cubicBezTo>
                        <a:cubicBezTo>
                          <a:pt x="3" y="29"/>
                          <a:pt x="4" y="31"/>
                          <a:pt x="6" y="33"/>
                        </a:cubicBezTo>
                        <a:cubicBezTo>
                          <a:pt x="8" y="35"/>
                          <a:pt x="10" y="36"/>
                          <a:pt x="12" y="37"/>
                        </a:cubicBezTo>
                        <a:cubicBezTo>
                          <a:pt x="14" y="38"/>
                          <a:pt x="15" y="38"/>
                          <a:pt x="17" y="38"/>
                        </a:cubicBezTo>
                        <a:cubicBezTo>
                          <a:pt x="9" y="52"/>
                          <a:pt x="9" y="52"/>
                          <a:pt x="9" y="52"/>
                        </a:cubicBezTo>
                        <a:cubicBezTo>
                          <a:pt x="9" y="53"/>
                          <a:pt x="8" y="54"/>
                          <a:pt x="8" y="55"/>
                        </a:cubicBezTo>
                        <a:cubicBezTo>
                          <a:pt x="8" y="55"/>
                          <a:pt x="8" y="56"/>
                          <a:pt x="9" y="57"/>
                        </a:cubicBezTo>
                        <a:cubicBezTo>
                          <a:pt x="9" y="58"/>
                          <a:pt x="9" y="58"/>
                          <a:pt x="10" y="59"/>
                        </a:cubicBezTo>
                        <a:cubicBezTo>
                          <a:pt x="10" y="59"/>
                          <a:pt x="10" y="59"/>
                          <a:pt x="10" y="59"/>
                        </a:cubicBezTo>
                        <a:cubicBezTo>
                          <a:pt x="10" y="59"/>
                          <a:pt x="11" y="60"/>
                          <a:pt x="12" y="60"/>
                        </a:cubicBezTo>
                        <a:cubicBezTo>
                          <a:pt x="12" y="60"/>
                          <a:pt x="12" y="60"/>
                          <a:pt x="12" y="60"/>
                        </a:cubicBezTo>
                        <a:cubicBezTo>
                          <a:pt x="12" y="60"/>
                          <a:pt x="13" y="60"/>
                          <a:pt x="14" y="60"/>
                        </a:cubicBezTo>
                        <a:cubicBezTo>
                          <a:pt x="15" y="60"/>
                          <a:pt x="16" y="60"/>
                          <a:pt x="17" y="60"/>
                        </a:cubicBezTo>
                        <a:cubicBezTo>
                          <a:pt x="18" y="59"/>
                          <a:pt x="19" y="58"/>
                          <a:pt x="19" y="57"/>
                        </a:cubicBezTo>
                        <a:cubicBezTo>
                          <a:pt x="19" y="57"/>
                          <a:pt x="19" y="57"/>
                          <a:pt x="19" y="57"/>
                        </a:cubicBezTo>
                        <a:cubicBezTo>
                          <a:pt x="36" y="30"/>
                          <a:pt x="36" y="30"/>
                          <a:pt x="36" y="30"/>
                        </a:cubicBezTo>
                        <a:cubicBezTo>
                          <a:pt x="36" y="30"/>
                          <a:pt x="36" y="30"/>
                          <a:pt x="36" y="30"/>
                        </a:cubicBezTo>
                        <a:cubicBezTo>
                          <a:pt x="38" y="27"/>
                          <a:pt x="39" y="23"/>
                          <a:pt x="39" y="19"/>
                        </a:cubicBezTo>
                        <a:cubicBezTo>
                          <a:pt x="39" y="17"/>
                          <a:pt x="38" y="14"/>
                          <a:pt x="37" y="12"/>
                        </a:cubicBezTo>
                        <a:close/>
                        <a:moveTo>
                          <a:pt x="19" y="11"/>
                        </a:moveTo>
                        <a:cubicBezTo>
                          <a:pt x="21" y="11"/>
                          <a:pt x="22" y="11"/>
                          <a:pt x="22" y="12"/>
                        </a:cubicBezTo>
                        <a:cubicBezTo>
                          <a:pt x="23" y="12"/>
                          <a:pt x="24" y="13"/>
                          <a:pt x="25" y="14"/>
                        </a:cubicBezTo>
                        <a:cubicBezTo>
                          <a:pt x="26" y="14"/>
                          <a:pt x="26" y="15"/>
                          <a:pt x="27" y="16"/>
                        </a:cubicBezTo>
                        <a:cubicBezTo>
                          <a:pt x="27" y="17"/>
                          <a:pt x="27" y="18"/>
                          <a:pt x="27" y="19"/>
                        </a:cubicBezTo>
                        <a:cubicBezTo>
                          <a:pt x="27" y="20"/>
                          <a:pt x="27" y="21"/>
                          <a:pt x="27" y="22"/>
                        </a:cubicBezTo>
                        <a:cubicBezTo>
                          <a:pt x="26" y="23"/>
                          <a:pt x="26" y="24"/>
                          <a:pt x="25" y="25"/>
                        </a:cubicBezTo>
                        <a:cubicBezTo>
                          <a:pt x="24" y="25"/>
                          <a:pt x="23" y="26"/>
                          <a:pt x="23" y="26"/>
                        </a:cubicBezTo>
                        <a:cubicBezTo>
                          <a:pt x="22" y="27"/>
                          <a:pt x="21" y="27"/>
                          <a:pt x="19" y="27"/>
                        </a:cubicBezTo>
                        <a:cubicBezTo>
                          <a:pt x="18" y="27"/>
                          <a:pt x="17" y="27"/>
                          <a:pt x="16" y="26"/>
                        </a:cubicBezTo>
                        <a:cubicBezTo>
                          <a:pt x="15" y="26"/>
                          <a:pt x="15" y="26"/>
                          <a:pt x="14" y="25"/>
                        </a:cubicBezTo>
                        <a:cubicBezTo>
                          <a:pt x="13" y="24"/>
                          <a:pt x="13" y="23"/>
                          <a:pt x="12" y="22"/>
                        </a:cubicBezTo>
                        <a:cubicBezTo>
                          <a:pt x="12" y="21"/>
                          <a:pt x="12" y="20"/>
                          <a:pt x="12" y="19"/>
                        </a:cubicBezTo>
                        <a:cubicBezTo>
                          <a:pt x="12" y="18"/>
                          <a:pt x="12" y="17"/>
                          <a:pt x="12" y="16"/>
                        </a:cubicBezTo>
                        <a:cubicBezTo>
                          <a:pt x="13" y="15"/>
                          <a:pt x="13" y="14"/>
                          <a:pt x="14" y="14"/>
                        </a:cubicBezTo>
                        <a:cubicBezTo>
                          <a:pt x="15" y="13"/>
                          <a:pt x="15" y="12"/>
                          <a:pt x="16" y="12"/>
                        </a:cubicBezTo>
                        <a:cubicBezTo>
                          <a:pt x="17" y="11"/>
                          <a:pt x="18" y="11"/>
                          <a:pt x="19" y="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83" name="Rectangle 433">
                    <a:extLst>
                      <a:ext uri="{FF2B5EF4-FFF2-40B4-BE49-F238E27FC236}">
                        <a16:creationId xmlns:a16="http://schemas.microsoft.com/office/drawing/2014/main" id="{0F8296F9-7BAE-4015-8BB9-189D187E852B}"/>
                      </a:ext>
                    </a:extLst>
                  </p:cNvPr>
                  <p:cNvSpPr>
                    <a:spLocks noChangeArrowheads="1"/>
                  </p:cNvSpPr>
                  <p:nvPr/>
                </p:nvSpPr>
                <p:spPr bwMode="auto">
                  <a:xfrm>
                    <a:off x="4508130" y="4270834"/>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84" name="Rectangle 434">
                    <a:extLst>
                      <a:ext uri="{FF2B5EF4-FFF2-40B4-BE49-F238E27FC236}">
                        <a16:creationId xmlns:a16="http://schemas.microsoft.com/office/drawing/2014/main" id="{DDA0B826-6B78-4352-861E-B9967D0082D2}"/>
                      </a:ext>
                    </a:extLst>
                  </p:cNvPr>
                  <p:cNvSpPr>
                    <a:spLocks noChangeArrowheads="1"/>
                  </p:cNvSpPr>
                  <p:nvPr/>
                </p:nvSpPr>
                <p:spPr bwMode="auto">
                  <a:xfrm>
                    <a:off x="4508130" y="4266017"/>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85" name="Rectangle 435">
                    <a:extLst>
                      <a:ext uri="{FF2B5EF4-FFF2-40B4-BE49-F238E27FC236}">
                        <a16:creationId xmlns:a16="http://schemas.microsoft.com/office/drawing/2014/main" id="{F35097B9-E879-42F0-88C5-E3E5AF5F5F63}"/>
                      </a:ext>
                    </a:extLst>
                  </p:cNvPr>
                  <p:cNvSpPr>
                    <a:spLocks noChangeArrowheads="1"/>
                  </p:cNvSpPr>
                  <p:nvPr/>
                </p:nvSpPr>
                <p:spPr bwMode="auto">
                  <a:xfrm>
                    <a:off x="4546666" y="4266017"/>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86" name="Freeform 436">
                    <a:extLst>
                      <a:ext uri="{FF2B5EF4-FFF2-40B4-BE49-F238E27FC236}">
                        <a16:creationId xmlns:a16="http://schemas.microsoft.com/office/drawing/2014/main" id="{9D3852E3-029E-4F60-B57A-5E0DBB808B76}"/>
                      </a:ext>
                    </a:extLst>
                  </p:cNvPr>
                  <p:cNvSpPr>
                    <a:spLocks noEditPoints="1"/>
                  </p:cNvSpPr>
                  <p:nvPr/>
                </p:nvSpPr>
                <p:spPr bwMode="auto">
                  <a:xfrm>
                    <a:off x="4537996" y="4215920"/>
                    <a:ext cx="37573" cy="57804"/>
                  </a:xfrm>
                  <a:custGeom>
                    <a:avLst/>
                    <a:gdLst>
                      <a:gd name="T0" fmla="*/ 2147483646 w 39"/>
                      <a:gd name="T1" fmla="*/ 2147483646 h 60"/>
                      <a:gd name="T2" fmla="*/ 2147483646 w 39"/>
                      <a:gd name="T3" fmla="*/ 2147483646 h 60"/>
                      <a:gd name="T4" fmla="*/ 2147483646 w 39"/>
                      <a:gd name="T5" fmla="*/ 2147483646 h 60"/>
                      <a:gd name="T6" fmla="*/ 2147483646 w 39"/>
                      <a:gd name="T7" fmla="*/ 0 h 60"/>
                      <a:gd name="T8" fmla="*/ 2147483646 w 39"/>
                      <a:gd name="T9" fmla="*/ 2147483646 h 60"/>
                      <a:gd name="T10" fmla="*/ 2147483646 w 39"/>
                      <a:gd name="T11" fmla="*/ 2147483646 h 60"/>
                      <a:gd name="T12" fmla="*/ 2147483646 w 39"/>
                      <a:gd name="T13" fmla="*/ 2147483646 h 60"/>
                      <a:gd name="T14" fmla="*/ 0 w 39"/>
                      <a:gd name="T15" fmla="*/ 2147483646 h 60"/>
                      <a:gd name="T16" fmla="*/ 2147483646 w 39"/>
                      <a:gd name="T17" fmla="*/ 2147483646 h 60"/>
                      <a:gd name="T18" fmla="*/ 2147483646 w 39"/>
                      <a:gd name="T19" fmla="*/ 2147483646 h 60"/>
                      <a:gd name="T20" fmla="*/ 2147483646 w 39"/>
                      <a:gd name="T21" fmla="*/ 2147483646 h 60"/>
                      <a:gd name="T22" fmla="*/ 2147483646 w 39"/>
                      <a:gd name="T23" fmla="*/ 2147483646 h 60"/>
                      <a:gd name="T24" fmla="*/ 2147483646 w 39"/>
                      <a:gd name="T25" fmla="*/ 2147483646 h 60"/>
                      <a:gd name="T26" fmla="*/ 2147483646 w 39"/>
                      <a:gd name="T27" fmla="*/ 2147483646 h 60"/>
                      <a:gd name="T28" fmla="*/ 2147483646 w 39"/>
                      <a:gd name="T29" fmla="*/ 2147483646 h 60"/>
                      <a:gd name="T30" fmla="*/ 2147483646 w 39"/>
                      <a:gd name="T31" fmla="*/ 2147483646 h 60"/>
                      <a:gd name="T32" fmla="*/ 2147483646 w 39"/>
                      <a:gd name="T33" fmla="*/ 2147483646 h 60"/>
                      <a:gd name="T34" fmla="*/ 2147483646 w 39"/>
                      <a:gd name="T35" fmla="*/ 2147483646 h 60"/>
                      <a:gd name="T36" fmla="*/ 2147483646 w 39"/>
                      <a:gd name="T37" fmla="*/ 2147483646 h 60"/>
                      <a:gd name="T38" fmla="*/ 2147483646 w 39"/>
                      <a:gd name="T39" fmla="*/ 2147483646 h 60"/>
                      <a:gd name="T40" fmla="*/ 2147483646 w 39"/>
                      <a:gd name="T41" fmla="*/ 2147483646 h 60"/>
                      <a:gd name="T42" fmla="*/ 2147483646 w 39"/>
                      <a:gd name="T43" fmla="*/ 2147483646 h 60"/>
                      <a:gd name="T44" fmla="*/ 2147483646 w 39"/>
                      <a:gd name="T45" fmla="*/ 2147483646 h 60"/>
                      <a:gd name="T46" fmla="*/ 2147483646 w 39"/>
                      <a:gd name="T47" fmla="*/ 2147483646 h 60"/>
                      <a:gd name="T48" fmla="*/ 2147483646 w 39"/>
                      <a:gd name="T49" fmla="*/ 2147483646 h 60"/>
                      <a:gd name="T50" fmla="*/ 2147483646 w 39"/>
                      <a:gd name="T51" fmla="*/ 2147483646 h 60"/>
                      <a:gd name="T52" fmla="*/ 2147483646 w 39"/>
                      <a:gd name="T53" fmla="*/ 2147483646 h 60"/>
                      <a:gd name="T54" fmla="*/ 2147483646 w 39"/>
                      <a:gd name="T55" fmla="*/ 2147483646 h 60"/>
                      <a:gd name="T56" fmla="*/ 2147483646 w 39"/>
                      <a:gd name="T57" fmla="*/ 2147483646 h 60"/>
                      <a:gd name="T58" fmla="*/ 2147483646 w 39"/>
                      <a:gd name="T59" fmla="*/ 2147483646 h 60"/>
                      <a:gd name="T60" fmla="*/ 2147483646 w 39"/>
                      <a:gd name="T61" fmla="*/ 2147483646 h 60"/>
                      <a:gd name="T62" fmla="*/ 2147483646 w 39"/>
                      <a:gd name="T63" fmla="*/ 2147483646 h 60"/>
                      <a:gd name="T64" fmla="*/ 2147483646 w 39"/>
                      <a:gd name="T65" fmla="*/ 2147483646 h 60"/>
                      <a:gd name="T66" fmla="*/ 2147483646 w 39"/>
                      <a:gd name="T67" fmla="*/ 2147483646 h 60"/>
                      <a:gd name="T68" fmla="*/ 2147483646 w 39"/>
                      <a:gd name="T69" fmla="*/ 2147483646 h 60"/>
                      <a:gd name="T70" fmla="*/ 2147483646 w 39"/>
                      <a:gd name="T71" fmla="*/ 2147483646 h 60"/>
                      <a:gd name="T72" fmla="*/ 2147483646 w 39"/>
                      <a:gd name="T73" fmla="*/ 2147483646 h 60"/>
                      <a:gd name="T74" fmla="*/ 2147483646 w 39"/>
                      <a:gd name="T75" fmla="*/ 2147483646 h 60"/>
                      <a:gd name="T76" fmla="*/ 2147483646 w 39"/>
                      <a:gd name="T77" fmla="*/ 2147483646 h 60"/>
                      <a:gd name="T78" fmla="*/ 2147483646 w 39"/>
                      <a:gd name="T79" fmla="*/ 2147483646 h 60"/>
                      <a:gd name="T80" fmla="*/ 2147483646 w 39"/>
                      <a:gd name="T81" fmla="*/ 2147483646 h 60"/>
                      <a:gd name="T82" fmla="*/ 2147483646 w 39"/>
                      <a:gd name="T83" fmla="*/ 2147483646 h 60"/>
                      <a:gd name="T84" fmla="*/ 2147483646 w 39"/>
                      <a:gd name="T85" fmla="*/ 2147483646 h 60"/>
                      <a:gd name="T86" fmla="*/ 2147483646 w 39"/>
                      <a:gd name="T87" fmla="*/ 2147483646 h 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9" h="60">
                        <a:moveTo>
                          <a:pt x="37" y="12"/>
                        </a:moveTo>
                        <a:cubicBezTo>
                          <a:pt x="36" y="9"/>
                          <a:pt x="35" y="7"/>
                          <a:pt x="33" y="6"/>
                        </a:cubicBezTo>
                        <a:cubicBezTo>
                          <a:pt x="31" y="4"/>
                          <a:pt x="29" y="2"/>
                          <a:pt x="27" y="1"/>
                        </a:cubicBezTo>
                        <a:cubicBezTo>
                          <a:pt x="24" y="0"/>
                          <a:pt x="22" y="0"/>
                          <a:pt x="19" y="0"/>
                        </a:cubicBezTo>
                        <a:cubicBezTo>
                          <a:pt x="17" y="0"/>
                          <a:pt x="14" y="0"/>
                          <a:pt x="12" y="1"/>
                        </a:cubicBezTo>
                        <a:cubicBezTo>
                          <a:pt x="9" y="2"/>
                          <a:pt x="7" y="4"/>
                          <a:pt x="5" y="5"/>
                        </a:cubicBezTo>
                        <a:cubicBezTo>
                          <a:pt x="4" y="7"/>
                          <a:pt x="2" y="9"/>
                          <a:pt x="1" y="12"/>
                        </a:cubicBezTo>
                        <a:cubicBezTo>
                          <a:pt x="0" y="14"/>
                          <a:pt x="0" y="17"/>
                          <a:pt x="0" y="19"/>
                        </a:cubicBezTo>
                        <a:cubicBezTo>
                          <a:pt x="0" y="22"/>
                          <a:pt x="0" y="24"/>
                          <a:pt x="1" y="27"/>
                        </a:cubicBezTo>
                        <a:cubicBezTo>
                          <a:pt x="2" y="29"/>
                          <a:pt x="4" y="31"/>
                          <a:pt x="5" y="33"/>
                        </a:cubicBezTo>
                        <a:cubicBezTo>
                          <a:pt x="7" y="35"/>
                          <a:pt x="9" y="36"/>
                          <a:pt x="12" y="37"/>
                        </a:cubicBezTo>
                        <a:cubicBezTo>
                          <a:pt x="13" y="38"/>
                          <a:pt x="15" y="38"/>
                          <a:pt x="17" y="38"/>
                        </a:cubicBezTo>
                        <a:cubicBezTo>
                          <a:pt x="9" y="52"/>
                          <a:pt x="9" y="52"/>
                          <a:pt x="9" y="52"/>
                        </a:cubicBezTo>
                        <a:cubicBezTo>
                          <a:pt x="8" y="53"/>
                          <a:pt x="8" y="54"/>
                          <a:pt x="8" y="55"/>
                        </a:cubicBezTo>
                        <a:cubicBezTo>
                          <a:pt x="8" y="55"/>
                          <a:pt x="8" y="56"/>
                          <a:pt x="8" y="57"/>
                        </a:cubicBezTo>
                        <a:cubicBezTo>
                          <a:pt x="9" y="58"/>
                          <a:pt x="9" y="58"/>
                          <a:pt x="10" y="59"/>
                        </a:cubicBezTo>
                        <a:cubicBezTo>
                          <a:pt x="10" y="59"/>
                          <a:pt x="10" y="59"/>
                          <a:pt x="10" y="59"/>
                        </a:cubicBezTo>
                        <a:cubicBezTo>
                          <a:pt x="10" y="59"/>
                          <a:pt x="11" y="60"/>
                          <a:pt x="11" y="60"/>
                        </a:cubicBezTo>
                        <a:cubicBezTo>
                          <a:pt x="11" y="60"/>
                          <a:pt x="11" y="60"/>
                          <a:pt x="11" y="60"/>
                        </a:cubicBezTo>
                        <a:cubicBezTo>
                          <a:pt x="12" y="60"/>
                          <a:pt x="13" y="60"/>
                          <a:pt x="14" y="60"/>
                        </a:cubicBezTo>
                        <a:cubicBezTo>
                          <a:pt x="15" y="60"/>
                          <a:pt x="16" y="60"/>
                          <a:pt x="17" y="60"/>
                        </a:cubicBezTo>
                        <a:cubicBezTo>
                          <a:pt x="17" y="59"/>
                          <a:pt x="18" y="58"/>
                          <a:pt x="19" y="57"/>
                        </a:cubicBezTo>
                        <a:cubicBezTo>
                          <a:pt x="19" y="57"/>
                          <a:pt x="19" y="57"/>
                          <a:pt x="19" y="57"/>
                        </a:cubicBezTo>
                        <a:cubicBezTo>
                          <a:pt x="35" y="30"/>
                          <a:pt x="35" y="30"/>
                          <a:pt x="35" y="30"/>
                        </a:cubicBezTo>
                        <a:cubicBezTo>
                          <a:pt x="35" y="30"/>
                          <a:pt x="35" y="30"/>
                          <a:pt x="35" y="30"/>
                        </a:cubicBezTo>
                        <a:cubicBezTo>
                          <a:pt x="38" y="27"/>
                          <a:pt x="39" y="23"/>
                          <a:pt x="39" y="19"/>
                        </a:cubicBezTo>
                        <a:cubicBezTo>
                          <a:pt x="39" y="17"/>
                          <a:pt x="38" y="14"/>
                          <a:pt x="37" y="12"/>
                        </a:cubicBezTo>
                        <a:close/>
                        <a:moveTo>
                          <a:pt x="19" y="11"/>
                        </a:moveTo>
                        <a:cubicBezTo>
                          <a:pt x="20" y="11"/>
                          <a:pt x="21" y="11"/>
                          <a:pt x="22" y="12"/>
                        </a:cubicBezTo>
                        <a:cubicBezTo>
                          <a:pt x="23" y="12"/>
                          <a:pt x="24" y="13"/>
                          <a:pt x="25" y="14"/>
                        </a:cubicBezTo>
                        <a:cubicBezTo>
                          <a:pt x="25" y="14"/>
                          <a:pt x="26" y="15"/>
                          <a:pt x="26" y="16"/>
                        </a:cubicBezTo>
                        <a:cubicBezTo>
                          <a:pt x="27" y="17"/>
                          <a:pt x="27" y="18"/>
                          <a:pt x="27" y="19"/>
                        </a:cubicBezTo>
                        <a:cubicBezTo>
                          <a:pt x="27" y="20"/>
                          <a:pt x="27" y="21"/>
                          <a:pt x="26" y="22"/>
                        </a:cubicBezTo>
                        <a:cubicBezTo>
                          <a:pt x="26" y="23"/>
                          <a:pt x="25" y="24"/>
                          <a:pt x="25" y="25"/>
                        </a:cubicBezTo>
                        <a:cubicBezTo>
                          <a:pt x="24" y="25"/>
                          <a:pt x="23" y="26"/>
                          <a:pt x="22" y="26"/>
                        </a:cubicBezTo>
                        <a:cubicBezTo>
                          <a:pt x="21" y="27"/>
                          <a:pt x="20" y="27"/>
                          <a:pt x="19" y="27"/>
                        </a:cubicBezTo>
                        <a:cubicBezTo>
                          <a:pt x="18" y="27"/>
                          <a:pt x="17" y="27"/>
                          <a:pt x="16" y="26"/>
                        </a:cubicBezTo>
                        <a:cubicBezTo>
                          <a:pt x="15" y="26"/>
                          <a:pt x="14" y="26"/>
                          <a:pt x="14" y="25"/>
                        </a:cubicBezTo>
                        <a:cubicBezTo>
                          <a:pt x="13" y="24"/>
                          <a:pt x="12" y="23"/>
                          <a:pt x="12" y="22"/>
                        </a:cubicBezTo>
                        <a:cubicBezTo>
                          <a:pt x="11" y="21"/>
                          <a:pt x="11" y="20"/>
                          <a:pt x="11" y="19"/>
                        </a:cubicBezTo>
                        <a:cubicBezTo>
                          <a:pt x="11" y="18"/>
                          <a:pt x="11" y="17"/>
                          <a:pt x="12" y="16"/>
                        </a:cubicBezTo>
                        <a:cubicBezTo>
                          <a:pt x="12" y="15"/>
                          <a:pt x="13" y="14"/>
                          <a:pt x="14" y="14"/>
                        </a:cubicBezTo>
                        <a:cubicBezTo>
                          <a:pt x="14" y="13"/>
                          <a:pt x="15" y="12"/>
                          <a:pt x="16" y="12"/>
                        </a:cubicBezTo>
                        <a:cubicBezTo>
                          <a:pt x="17" y="11"/>
                          <a:pt x="18" y="11"/>
                          <a:pt x="19" y="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87" name="Freeform 437">
                    <a:extLst>
                      <a:ext uri="{FF2B5EF4-FFF2-40B4-BE49-F238E27FC236}">
                        <a16:creationId xmlns:a16="http://schemas.microsoft.com/office/drawing/2014/main" id="{E2E16C5C-B695-4FFC-B724-2AAF881DC627}"/>
                      </a:ext>
                    </a:extLst>
                  </p:cNvPr>
                  <p:cNvSpPr>
                    <a:spLocks/>
                  </p:cNvSpPr>
                  <p:nvPr/>
                </p:nvSpPr>
                <p:spPr bwMode="auto">
                  <a:xfrm>
                    <a:off x="4545703" y="4270834"/>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88" name="Rectangle 442">
                    <a:extLst>
                      <a:ext uri="{FF2B5EF4-FFF2-40B4-BE49-F238E27FC236}">
                        <a16:creationId xmlns:a16="http://schemas.microsoft.com/office/drawing/2014/main" id="{F4777953-B871-42F2-A471-43DDE26F305D}"/>
                      </a:ext>
                    </a:extLst>
                  </p:cNvPr>
                  <p:cNvSpPr>
                    <a:spLocks noChangeArrowheads="1"/>
                  </p:cNvSpPr>
                  <p:nvPr/>
                </p:nvSpPr>
                <p:spPr bwMode="auto">
                  <a:xfrm>
                    <a:off x="4787517" y="5490502"/>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89" name="Freeform 443">
                    <a:extLst>
                      <a:ext uri="{FF2B5EF4-FFF2-40B4-BE49-F238E27FC236}">
                        <a16:creationId xmlns:a16="http://schemas.microsoft.com/office/drawing/2014/main" id="{274F590E-B047-4845-BED4-3C4F58356B73}"/>
                      </a:ext>
                    </a:extLst>
                  </p:cNvPr>
                  <p:cNvSpPr>
                    <a:spLocks/>
                  </p:cNvSpPr>
                  <p:nvPr/>
                </p:nvSpPr>
                <p:spPr bwMode="auto">
                  <a:xfrm>
                    <a:off x="4753798" y="5476050"/>
                    <a:ext cx="35646" cy="35646"/>
                  </a:xfrm>
                  <a:custGeom>
                    <a:avLst/>
                    <a:gdLst>
                      <a:gd name="T0" fmla="*/ 2147483646 w 38"/>
                      <a:gd name="T1" fmla="*/ 2147483646 h 38"/>
                      <a:gd name="T2" fmla="*/ 2147483646 w 38"/>
                      <a:gd name="T3" fmla="*/ 2147483646 h 38"/>
                      <a:gd name="T4" fmla="*/ 2147483646 w 38"/>
                      <a:gd name="T5" fmla="*/ 2147483646 h 38"/>
                      <a:gd name="T6" fmla="*/ 2147483646 w 38"/>
                      <a:gd name="T7" fmla="*/ 2147483646 h 38"/>
                      <a:gd name="T8" fmla="*/ 2147483646 w 38"/>
                      <a:gd name="T9" fmla="*/ 2147483646 h 38"/>
                      <a:gd name="T10" fmla="*/ 2147483646 w 38"/>
                      <a:gd name="T11" fmla="*/ 2147483646 h 38"/>
                      <a:gd name="T12" fmla="*/ 2147483646 w 38"/>
                      <a:gd name="T13" fmla="*/ 2147483646 h 38"/>
                      <a:gd name="T14" fmla="*/ 2147483646 w 38"/>
                      <a:gd name="T15" fmla="*/ 0 h 38"/>
                      <a:gd name="T16" fmla="*/ 2147483646 w 38"/>
                      <a:gd name="T17" fmla="*/ 2147483646 h 38"/>
                      <a:gd name="T18" fmla="*/ 2147483646 w 38"/>
                      <a:gd name="T19" fmla="*/ 2147483646 h 38"/>
                      <a:gd name="T20" fmla="*/ 2147483646 w 38"/>
                      <a:gd name="T21" fmla="*/ 2147483646 h 38"/>
                      <a:gd name="T22" fmla="*/ 2147483646 w 38"/>
                      <a:gd name="T23" fmla="*/ 2147483646 h 38"/>
                      <a:gd name="T24" fmla="*/ 2147483646 w 38"/>
                      <a:gd name="T25" fmla="*/ 2147483646 h 38"/>
                      <a:gd name="T26" fmla="*/ 0 w 38"/>
                      <a:gd name="T27" fmla="*/ 2147483646 h 38"/>
                      <a:gd name="T28" fmla="*/ 2147483646 w 38"/>
                      <a:gd name="T29" fmla="*/ 2147483646 h 38"/>
                      <a:gd name="T30" fmla="*/ 2147483646 w 38"/>
                      <a:gd name="T31" fmla="*/ 2147483646 h 38"/>
                      <a:gd name="T32" fmla="*/ 2147483646 w 38"/>
                      <a:gd name="T33" fmla="*/ 2147483646 h 38"/>
                      <a:gd name="T34" fmla="*/ 2147483646 w 38"/>
                      <a:gd name="T35" fmla="*/ 2147483646 h 38"/>
                      <a:gd name="T36" fmla="*/ 2147483646 w 38"/>
                      <a:gd name="T37" fmla="*/ 2147483646 h 38"/>
                      <a:gd name="T38" fmla="*/ 2147483646 w 38"/>
                      <a:gd name="T39" fmla="*/ 2147483646 h 38"/>
                      <a:gd name="T40" fmla="*/ 2147483646 w 38"/>
                      <a:gd name="T41" fmla="*/ 2147483646 h 38"/>
                      <a:gd name="T42" fmla="*/ 2147483646 w 38"/>
                      <a:gd name="T43" fmla="*/ 2147483646 h 38"/>
                      <a:gd name="T44" fmla="*/ 2147483646 w 38"/>
                      <a:gd name="T45" fmla="*/ 2147483646 h 38"/>
                      <a:gd name="T46" fmla="*/ 2147483646 w 38"/>
                      <a:gd name="T47" fmla="*/ 2147483646 h 38"/>
                      <a:gd name="T48" fmla="*/ 2147483646 w 38"/>
                      <a:gd name="T49" fmla="*/ 2147483646 h 3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8" h="38">
                        <a:moveTo>
                          <a:pt x="36" y="23"/>
                        </a:moveTo>
                        <a:cubicBezTo>
                          <a:pt x="37" y="22"/>
                          <a:pt x="38" y="20"/>
                          <a:pt x="38" y="19"/>
                        </a:cubicBezTo>
                        <a:cubicBezTo>
                          <a:pt x="38" y="17"/>
                          <a:pt x="37" y="16"/>
                          <a:pt x="36" y="15"/>
                        </a:cubicBezTo>
                        <a:cubicBezTo>
                          <a:pt x="35" y="14"/>
                          <a:pt x="34" y="13"/>
                          <a:pt x="32" y="13"/>
                        </a:cubicBezTo>
                        <a:cubicBezTo>
                          <a:pt x="25" y="13"/>
                          <a:pt x="25" y="13"/>
                          <a:pt x="25" y="13"/>
                        </a:cubicBezTo>
                        <a:cubicBezTo>
                          <a:pt x="25" y="5"/>
                          <a:pt x="25" y="5"/>
                          <a:pt x="25" y="5"/>
                        </a:cubicBezTo>
                        <a:cubicBezTo>
                          <a:pt x="25" y="4"/>
                          <a:pt x="24" y="2"/>
                          <a:pt x="23" y="1"/>
                        </a:cubicBezTo>
                        <a:cubicBezTo>
                          <a:pt x="22" y="0"/>
                          <a:pt x="20" y="0"/>
                          <a:pt x="19" y="0"/>
                        </a:cubicBezTo>
                        <a:cubicBezTo>
                          <a:pt x="17" y="0"/>
                          <a:pt x="16" y="0"/>
                          <a:pt x="15" y="1"/>
                        </a:cubicBezTo>
                        <a:cubicBezTo>
                          <a:pt x="14" y="2"/>
                          <a:pt x="13" y="4"/>
                          <a:pt x="13" y="5"/>
                        </a:cubicBezTo>
                        <a:cubicBezTo>
                          <a:pt x="13" y="13"/>
                          <a:pt x="13" y="13"/>
                          <a:pt x="13" y="13"/>
                        </a:cubicBezTo>
                        <a:cubicBezTo>
                          <a:pt x="5" y="13"/>
                          <a:pt x="5" y="13"/>
                          <a:pt x="5" y="13"/>
                        </a:cubicBezTo>
                        <a:cubicBezTo>
                          <a:pt x="4" y="13"/>
                          <a:pt x="2" y="14"/>
                          <a:pt x="1" y="15"/>
                        </a:cubicBezTo>
                        <a:cubicBezTo>
                          <a:pt x="0" y="16"/>
                          <a:pt x="0" y="17"/>
                          <a:pt x="0" y="19"/>
                        </a:cubicBezTo>
                        <a:cubicBezTo>
                          <a:pt x="0" y="20"/>
                          <a:pt x="0" y="22"/>
                          <a:pt x="1" y="23"/>
                        </a:cubicBezTo>
                        <a:cubicBezTo>
                          <a:pt x="2" y="24"/>
                          <a:pt x="4" y="24"/>
                          <a:pt x="5" y="24"/>
                        </a:cubicBezTo>
                        <a:cubicBezTo>
                          <a:pt x="13" y="24"/>
                          <a:pt x="13" y="24"/>
                          <a:pt x="13" y="24"/>
                        </a:cubicBezTo>
                        <a:cubicBezTo>
                          <a:pt x="13" y="32"/>
                          <a:pt x="13" y="32"/>
                          <a:pt x="13" y="32"/>
                        </a:cubicBezTo>
                        <a:cubicBezTo>
                          <a:pt x="13" y="34"/>
                          <a:pt x="14" y="35"/>
                          <a:pt x="15" y="36"/>
                        </a:cubicBezTo>
                        <a:cubicBezTo>
                          <a:pt x="16" y="37"/>
                          <a:pt x="17" y="38"/>
                          <a:pt x="19" y="38"/>
                        </a:cubicBezTo>
                        <a:cubicBezTo>
                          <a:pt x="20" y="38"/>
                          <a:pt x="22" y="37"/>
                          <a:pt x="23" y="36"/>
                        </a:cubicBezTo>
                        <a:cubicBezTo>
                          <a:pt x="24" y="35"/>
                          <a:pt x="25" y="34"/>
                          <a:pt x="25" y="32"/>
                        </a:cubicBezTo>
                        <a:cubicBezTo>
                          <a:pt x="25" y="24"/>
                          <a:pt x="25" y="24"/>
                          <a:pt x="25" y="24"/>
                        </a:cubicBezTo>
                        <a:cubicBezTo>
                          <a:pt x="32" y="24"/>
                          <a:pt x="32" y="24"/>
                          <a:pt x="32" y="24"/>
                        </a:cubicBezTo>
                        <a:cubicBezTo>
                          <a:pt x="34" y="24"/>
                          <a:pt x="35" y="24"/>
                          <a:pt x="36" y="2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0" name="Freeform 444">
                    <a:extLst>
                      <a:ext uri="{FF2B5EF4-FFF2-40B4-BE49-F238E27FC236}">
                        <a16:creationId xmlns:a16="http://schemas.microsoft.com/office/drawing/2014/main" id="{3A903241-9B69-400C-A012-E62FD9E4EC02}"/>
                      </a:ext>
                    </a:extLst>
                  </p:cNvPr>
                  <p:cNvSpPr>
                    <a:spLocks/>
                  </p:cNvSpPr>
                  <p:nvPr/>
                </p:nvSpPr>
                <p:spPr bwMode="auto">
                  <a:xfrm>
                    <a:off x="4787517" y="549050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1" name="Freeform 445">
                    <a:extLst>
                      <a:ext uri="{FF2B5EF4-FFF2-40B4-BE49-F238E27FC236}">
                        <a16:creationId xmlns:a16="http://schemas.microsoft.com/office/drawing/2014/main" id="{E021B8A5-DE40-4AEC-9906-8801F47EB268}"/>
                      </a:ext>
                    </a:extLst>
                  </p:cNvPr>
                  <p:cNvSpPr>
                    <a:spLocks noEditPoints="1"/>
                  </p:cNvSpPr>
                  <p:nvPr/>
                </p:nvSpPr>
                <p:spPr bwMode="auto">
                  <a:xfrm>
                    <a:off x="4828943" y="5438478"/>
                    <a:ext cx="68402" cy="65512"/>
                  </a:xfrm>
                  <a:custGeom>
                    <a:avLst/>
                    <a:gdLst>
                      <a:gd name="T0" fmla="*/ 2147483646 w 71"/>
                      <a:gd name="T1" fmla="*/ 2147483646 h 69"/>
                      <a:gd name="T2" fmla="*/ 2147483646 w 71"/>
                      <a:gd name="T3" fmla="*/ 2147483646 h 69"/>
                      <a:gd name="T4" fmla="*/ 2147483646 w 71"/>
                      <a:gd name="T5" fmla="*/ 2147483646 h 69"/>
                      <a:gd name="T6" fmla="*/ 2147483646 w 71"/>
                      <a:gd name="T7" fmla="*/ 2147483646 h 69"/>
                      <a:gd name="T8" fmla="*/ 2147483646 w 71"/>
                      <a:gd name="T9" fmla="*/ 2147483646 h 69"/>
                      <a:gd name="T10" fmla="*/ 2147483646 w 71"/>
                      <a:gd name="T11" fmla="*/ 2147483646 h 69"/>
                      <a:gd name="T12" fmla="*/ 2147483646 w 71"/>
                      <a:gd name="T13" fmla="*/ 2147483646 h 69"/>
                      <a:gd name="T14" fmla="*/ 2147483646 w 71"/>
                      <a:gd name="T15" fmla="*/ 2147483646 h 69"/>
                      <a:gd name="T16" fmla="*/ 2147483646 w 71"/>
                      <a:gd name="T17" fmla="*/ 2147483646 h 69"/>
                      <a:gd name="T18" fmla="*/ 2147483646 w 71"/>
                      <a:gd name="T19" fmla="*/ 0 h 69"/>
                      <a:gd name="T20" fmla="*/ 2147483646 w 71"/>
                      <a:gd name="T21" fmla="*/ 2147483646 h 69"/>
                      <a:gd name="T22" fmla="*/ 2147483646 w 71"/>
                      <a:gd name="T23" fmla="*/ 2147483646 h 69"/>
                      <a:gd name="T24" fmla="*/ 2147483646 w 71"/>
                      <a:gd name="T25" fmla="*/ 2147483646 h 69"/>
                      <a:gd name="T26" fmla="*/ 2147483646 w 71"/>
                      <a:gd name="T27" fmla="*/ 0 h 69"/>
                      <a:gd name="T28" fmla="*/ 2147483646 w 71"/>
                      <a:gd name="T29" fmla="*/ 2147483646 h 69"/>
                      <a:gd name="T30" fmla="*/ 0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2147483646 h 69"/>
                      <a:gd name="T42" fmla="*/ 2147483646 w 71"/>
                      <a:gd name="T43" fmla="*/ 2147483646 h 69"/>
                      <a:gd name="T44" fmla="*/ 2147483646 w 71"/>
                      <a:gd name="T45" fmla="*/ 2147483646 h 69"/>
                      <a:gd name="T46" fmla="*/ 2147483646 w 71"/>
                      <a:gd name="T47" fmla="*/ 2147483646 h 69"/>
                      <a:gd name="T48" fmla="*/ 2147483646 w 71"/>
                      <a:gd name="T49" fmla="*/ 2147483646 h 69"/>
                      <a:gd name="T50" fmla="*/ 2147483646 w 71"/>
                      <a:gd name="T51" fmla="*/ 2147483646 h 69"/>
                      <a:gd name="T52" fmla="*/ 2147483646 w 71"/>
                      <a:gd name="T53" fmla="*/ 2147483646 h 69"/>
                      <a:gd name="T54" fmla="*/ 2147483646 w 71"/>
                      <a:gd name="T55" fmla="*/ 2147483646 h 69"/>
                      <a:gd name="T56" fmla="*/ 2147483646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1" h="69">
                        <a:moveTo>
                          <a:pt x="35" y="58"/>
                        </a:moveTo>
                        <a:cubicBezTo>
                          <a:pt x="36" y="60"/>
                          <a:pt x="38" y="62"/>
                          <a:pt x="39" y="64"/>
                        </a:cubicBezTo>
                        <a:cubicBezTo>
                          <a:pt x="41" y="65"/>
                          <a:pt x="43" y="67"/>
                          <a:pt x="45" y="68"/>
                        </a:cubicBezTo>
                        <a:cubicBezTo>
                          <a:pt x="47" y="69"/>
                          <a:pt x="50" y="69"/>
                          <a:pt x="52" y="69"/>
                        </a:cubicBezTo>
                        <a:cubicBezTo>
                          <a:pt x="55" y="69"/>
                          <a:pt x="57" y="69"/>
                          <a:pt x="60" y="68"/>
                        </a:cubicBezTo>
                        <a:cubicBezTo>
                          <a:pt x="62" y="67"/>
                          <a:pt x="64" y="65"/>
                          <a:pt x="65" y="64"/>
                        </a:cubicBezTo>
                        <a:cubicBezTo>
                          <a:pt x="67" y="62"/>
                          <a:pt x="68" y="60"/>
                          <a:pt x="69" y="58"/>
                        </a:cubicBezTo>
                        <a:cubicBezTo>
                          <a:pt x="70" y="56"/>
                          <a:pt x="71" y="53"/>
                          <a:pt x="71" y="51"/>
                        </a:cubicBezTo>
                        <a:cubicBezTo>
                          <a:pt x="71" y="48"/>
                          <a:pt x="70" y="46"/>
                          <a:pt x="69" y="43"/>
                        </a:cubicBezTo>
                        <a:cubicBezTo>
                          <a:pt x="68" y="41"/>
                          <a:pt x="67" y="39"/>
                          <a:pt x="65" y="37"/>
                        </a:cubicBezTo>
                        <a:cubicBezTo>
                          <a:pt x="64" y="36"/>
                          <a:pt x="62" y="34"/>
                          <a:pt x="60" y="33"/>
                        </a:cubicBezTo>
                        <a:cubicBezTo>
                          <a:pt x="57" y="32"/>
                          <a:pt x="55" y="32"/>
                          <a:pt x="52" y="32"/>
                        </a:cubicBezTo>
                        <a:cubicBezTo>
                          <a:pt x="50" y="32"/>
                          <a:pt x="47" y="32"/>
                          <a:pt x="45" y="33"/>
                        </a:cubicBezTo>
                        <a:cubicBezTo>
                          <a:pt x="45" y="34"/>
                          <a:pt x="44" y="34"/>
                          <a:pt x="44" y="34"/>
                        </a:cubicBezTo>
                        <a:cubicBezTo>
                          <a:pt x="63" y="10"/>
                          <a:pt x="63" y="10"/>
                          <a:pt x="63" y="10"/>
                        </a:cubicBezTo>
                        <a:cubicBezTo>
                          <a:pt x="63" y="9"/>
                          <a:pt x="64" y="8"/>
                          <a:pt x="64" y="6"/>
                        </a:cubicBezTo>
                        <a:cubicBezTo>
                          <a:pt x="64" y="5"/>
                          <a:pt x="64" y="5"/>
                          <a:pt x="63" y="4"/>
                        </a:cubicBezTo>
                        <a:cubicBezTo>
                          <a:pt x="63" y="3"/>
                          <a:pt x="63" y="2"/>
                          <a:pt x="62" y="2"/>
                        </a:cubicBezTo>
                        <a:cubicBezTo>
                          <a:pt x="61" y="1"/>
                          <a:pt x="61" y="1"/>
                          <a:pt x="60" y="1"/>
                        </a:cubicBezTo>
                        <a:cubicBezTo>
                          <a:pt x="59" y="0"/>
                          <a:pt x="58" y="0"/>
                          <a:pt x="58" y="0"/>
                        </a:cubicBezTo>
                        <a:cubicBezTo>
                          <a:pt x="56" y="0"/>
                          <a:pt x="54" y="1"/>
                          <a:pt x="53" y="2"/>
                        </a:cubicBezTo>
                        <a:cubicBezTo>
                          <a:pt x="53" y="3"/>
                          <a:pt x="53" y="3"/>
                          <a:pt x="53" y="3"/>
                        </a:cubicBezTo>
                        <a:cubicBezTo>
                          <a:pt x="37" y="23"/>
                          <a:pt x="37" y="23"/>
                          <a:pt x="37" y="23"/>
                        </a:cubicBezTo>
                        <a:cubicBezTo>
                          <a:pt x="37" y="22"/>
                          <a:pt x="37" y="20"/>
                          <a:pt x="37" y="19"/>
                        </a:cubicBezTo>
                        <a:cubicBezTo>
                          <a:pt x="37" y="16"/>
                          <a:pt x="37" y="14"/>
                          <a:pt x="36" y="12"/>
                        </a:cubicBezTo>
                        <a:cubicBezTo>
                          <a:pt x="35" y="9"/>
                          <a:pt x="33" y="7"/>
                          <a:pt x="32" y="6"/>
                        </a:cubicBezTo>
                        <a:cubicBezTo>
                          <a:pt x="30" y="4"/>
                          <a:pt x="28" y="3"/>
                          <a:pt x="26" y="2"/>
                        </a:cubicBezTo>
                        <a:cubicBezTo>
                          <a:pt x="23" y="1"/>
                          <a:pt x="21" y="0"/>
                          <a:pt x="19" y="0"/>
                        </a:cubicBezTo>
                        <a:cubicBezTo>
                          <a:pt x="16" y="0"/>
                          <a:pt x="14" y="1"/>
                          <a:pt x="11" y="2"/>
                        </a:cubicBezTo>
                        <a:cubicBezTo>
                          <a:pt x="9" y="3"/>
                          <a:pt x="7" y="4"/>
                          <a:pt x="5" y="6"/>
                        </a:cubicBezTo>
                        <a:cubicBezTo>
                          <a:pt x="4" y="7"/>
                          <a:pt x="2" y="9"/>
                          <a:pt x="1" y="12"/>
                        </a:cubicBezTo>
                        <a:cubicBezTo>
                          <a:pt x="0" y="14"/>
                          <a:pt x="0" y="16"/>
                          <a:pt x="0" y="19"/>
                        </a:cubicBezTo>
                        <a:cubicBezTo>
                          <a:pt x="0" y="21"/>
                          <a:pt x="0" y="24"/>
                          <a:pt x="1" y="26"/>
                        </a:cubicBezTo>
                        <a:cubicBezTo>
                          <a:pt x="2" y="28"/>
                          <a:pt x="4" y="30"/>
                          <a:pt x="5" y="32"/>
                        </a:cubicBezTo>
                        <a:cubicBezTo>
                          <a:pt x="7" y="34"/>
                          <a:pt x="9" y="35"/>
                          <a:pt x="11" y="36"/>
                        </a:cubicBezTo>
                        <a:cubicBezTo>
                          <a:pt x="14" y="37"/>
                          <a:pt x="16" y="37"/>
                          <a:pt x="19" y="37"/>
                        </a:cubicBezTo>
                        <a:cubicBezTo>
                          <a:pt x="21" y="37"/>
                          <a:pt x="23" y="37"/>
                          <a:pt x="26" y="36"/>
                        </a:cubicBezTo>
                        <a:cubicBezTo>
                          <a:pt x="26" y="36"/>
                          <a:pt x="27" y="35"/>
                          <a:pt x="27" y="35"/>
                        </a:cubicBezTo>
                        <a:cubicBezTo>
                          <a:pt x="9" y="59"/>
                          <a:pt x="9" y="59"/>
                          <a:pt x="9" y="59"/>
                        </a:cubicBezTo>
                        <a:cubicBezTo>
                          <a:pt x="9" y="59"/>
                          <a:pt x="9" y="59"/>
                          <a:pt x="9" y="59"/>
                        </a:cubicBezTo>
                        <a:cubicBezTo>
                          <a:pt x="8" y="60"/>
                          <a:pt x="7" y="61"/>
                          <a:pt x="7" y="63"/>
                        </a:cubicBezTo>
                        <a:cubicBezTo>
                          <a:pt x="7" y="64"/>
                          <a:pt x="7" y="65"/>
                          <a:pt x="8" y="65"/>
                        </a:cubicBezTo>
                        <a:cubicBezTo>
                          <a:pt x="8" y="66"/>
                          <a:pt x="9" y="67"/>
                          <a:pt x="9" y="67"/>
                        </a:cubicBezTo>
                        <a:cubicBezTo>
                          <a:pt x="10" y="68"/>
                          <a:pt x="10" y="68"/>
                          <a:pt x="11" y="69"/>
                        </a:cubicBezTo>
                        <a:cubicBezTo>
                          <a:pt x="11" y="69"/>
                          <a:pt x="11" y="69"/>
                          <a:pt x="11" y="69"/>
                        </a:cubicBezTo>
                        <a:cubicBezTo>
                          <a:pt x="11" y="69"/>
                          <a:pt x="11" y="69"/>
                          <a:pt x="11" y="69"/>
                        </a:cubicBezTo>
                        <a:cubicBezTo>
                          <a:pt x="12" y="69"/>
                          <a:pt x="13" y="69"/>
                          <a:pt x="14" y="69"/>
                        </a:cubicBezTo>
                        <a:cubicBezTo>
                          <a:pt x="15" y="69"/>
                          <a:pt x="17" y="68"/>
                          <a:pt x="18" y="67"/>
                        </a:cubicBezTo>
                        <a:cubicBezTo>
                          <a:pt x="18" y="67"/>
                          <a:pt x="18" y="67"/>
                          <a:pt x="18" y="67"/>
                        </a:cubicBezTo>
                        <a:cubicBezTo>
                          <a:pt x="34" y="46"/>
                          <a:pt x="34" y="46"/>
                          <a:pt x="34" y="46"/>
                        </a:cubicBezTo>
                        <a:cubicBezTo>
                          <a:pt x="34" y="48"/>
                          <a:pt x="34" y="49"/>
                          <a:pt x="34" y="51"/>
                        </a:cubicBezTo>
                        <a:cubicBezTo>
                          <a:pt x="34" y="53"/>
                          <a:pt x="34" y="55"/>
                          <a:pt x="35" y="58"/>
                        </a:cubicBezTo>
                        <a:close/>
                        <a:moveTo>
                          <a:pt x="19" y="25"/>
                        </a:moveTo>
                        <a:cubicBezTo>
                          <a:pt x="18" y="25"/>
                          <a:pt x="17" y="25"/>
                          <a:pt x="16" y="24"/>
                        </a:cubicBezTo>
                        <a:cubicBezTo>
                          <a:pt x="15" y="24"/>
                          <a:pt x="15" y="24"/>
                          <a:pt x="14" y="23"/>
                        </a:cubicBezTo>
                        <a:cubicBezTo>
                          <a:pt x="14" y="22"/>
                          <a:pt x="13" y="22"/>
                          <a:pt x="13" y="21"/>
                        </a:cubicBezTo>
                        <a:cubicBezTo>
                          <a:pt x="13" y="20"/>
                          <a:pt x="12" y="20"/>
                          <a:pt x="12" y="19"/>
                        </a:cubicBezTo>
                        <a:cubicBezTo>
                          <a:pt x="12" y="18"/>
                          <a:pt x="13" y="17"/>
                          <a:pt x="13" y="16"/>
                        </a:cubicBezTo>
                        <a:cubicBezTo>
                          <a:pt x="13" y="16"/>
                          <a:pt x="14" y="15"/>
                          <a:pt x="14" y="14"/>
                        </a:cubicBezTo>
                        <a:cubicBezTo>
                          <a:pt x="15" y="14"/>
                          <a:pt x="15" y="13"/>
                          <a:pt x="16" y="13"/>
                        </a:cubicBezTo>
                        <a:cubicBezTo>
                          <a:pt x="17" y="13"/>
                          <a:pt x="18" y="13"/>
                          <a:pt x="19" y="13"/>
                        </a:cubicBezTo>
                        <a:cubicBezTo>
                          <a:pt x="19" y="13"/>
                          <a:pt x="20" y="13"/>
                          <a:pt x="21" y="13"/>
                        </a:cubicBezTo>
                        <a:cubicBezTo>
                          <a:pt x="22" y="13"/>
                          <a:pt x="22" y="14"/>
                          <a:pt x="23" y="14"/>
                        </a:cubicBezTo>
                        <a:cubicBezTo>
                          <a:pt x="23" y="15"/>
                          <a:pt x="24" y="16"/>
                          <a:pt x="24" y="16"/>
                        </a:cubicBezTo>
                        <a:cubicBezTo>
                          <a:pt x="24" y="17"/>
                          <a:pt x="25" y="18"/>
                          <a:pt x="25" y="19"/>
                        </a:cubicBezTo>
                        <a:cubicBezTo>
                          <a:pt x="25" y="20"/>
                          <a:pt x="24" y="20"/>
                          <a:pt x="24" y="21"/>
                        </a:cubicBezTo>
                        <a:cubicBezTo>
                          <a:pt x="24" y="22"/>
                          <a:pt x="23" y="22"/>
                          <a:pt x="23" y="23"/>
                        </a:cubicBezTo>
                        <a:cubicBezTo>
                          <a:pt x="23" y="23"/>
                          <a:pt x="23" y="23"/>
                          <a:pt x="23" y="23"/>
                        </a:cubicBezTo>
                        <a:cubicBezTo>
                          <a:pt x="22" y="24"/>
                          <a:pt x="22" y="24"/>
                          <a:pt x="21" y="24"/>
                        </a:cubicBezTo>
                        <a:cubicBezTo>
                          <a:pt x="20" y="25"/>
                          <a:pt x="19" y="25"/>
                          <a:pt x="19" y="25"/>
                        </a:cubicBezTo>
                        <a:close/>
                        <a:moveTo>
                          <a:pt x="52" y="44"/>
                        </a:moveTo>
                        <a:cubicBezTo>
                          <a:pt x="53" y="44"/>
                          <a:pt x="54" y="45"/>
                          <a:pt x="55" y="45"/>
                        </a:cubicBezTo>
                        <a:cubicBezTo>
                          <a:pt x="55" y="45"/>
                          <a:pt x="56" y="46"/>
                          <a:pt x="57" y="46"/>
                        </a:cubicBezTo>
                        <a:cubicBezTo>
                          <a:pt x="57" y="47"/>
                          <a:pt x="58" y="47"/>
                          <a:pt x="58" y="48"/>
                        </a:cubicBezTo>
                        <a:cubicBezTo>
                          <a:pt x="58" y="49"/>
                          <a:pt x="58" y="50"/>
                          <a:pt x="58" y="51"/>
                        </a:cubicBezTo>
                        <a:cubicBezTo>
                          <a:pt x="58" y="51"/>
                          <a:pt x="58" y="52"/>
                          <a:pt x="58" y="53"/>
                        </a:cubicBezTo>
                        <a:cubicBezTo>
                          <a:pt x="58" y="54"/>
                          <a:pt x="57" y="54"/>
                          <a:pt x="57" y="55"/>
                        </a:cubicBezTo>
                        <a:cubicBezTo>
                          <a:pt x="56" y="55"/>
                          <a:pt x="55" y="56"/>
                          <a:pt x="55" y="56"/>
                        </a:cubicBezTo>
                        <a:cubicBezTo>
                          <a:pt x="54" y="56"/>
                          <a:pt x="53" y="57"/>
                          <a:pt x="52" y="57"/>
                        </a:cubicBezTo>
                        <a:cubicBezTo>
                          <a:pt x="51" y="57"/>
                          <a:pt x="51" y="56"/>
                          <a:pt x="50" y="56"/>
                        </a:cubicBezTo>
                        <a:cubicBezTo>
                          <a:pt x="49" y="56"/>
                          <a:pt x="49" y="55"/>
                          <a:pt x="48" y="55"/>
                        </a:cubicBezTo>
                        <a:cubicBezTo>
                          <a:pt x="47" y="54"/>
                          <a:pt x="47" y="54"/>
                          <a:pt x="47" y="53"/>
                        </a:cubicBezTo>
                        <a:cubicBezTo>
                          <a:pt x="46" y="52"/>
                          <a:pt x="46" y="51"/>
                          <a:pt x="46" y="51"/>
                        </a:cubicBezTo>
                        <a:cubicBezTo>
                          <a:pt x="46" y="50"/>
                          <a:pt x="46" y="49"/>
                          <a:pt x="47" y="48"/>
                        </a:cubicBezTo>
                        <a:cubicBezTo>
                          <a:pt x="47" y="47"/>
                          <a:pt x="48" y="47"/>
                          <a:pt x="48" y="46"/>
                        </a:cubicBezTo>
                        <a:cubicBezTo>
                          <a:pt x="49" y="46"/>
                          <a:pt x="49" y="45"/>
                          <a:pt x="50" y="45"/>
                        </a:cubicBezTo>
                        <a:cubicBezTo>
                          <a:pt x="51" y="45"/>
                          <a:pt x="52" y="44"/>
                          <a:pt x="52" y="4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2" name="Freeform 446">
                    <a:extLst>
                      <a:ext uri="{FF2B5EF4-FFF2-40B4-BE49-F238E27FC236}">
                        <a16:creationId xmlns:a16="http://schemas.microsoft.com/office/drawing/2014/main" id="{B8AFA79F-3878-49BB-B099-51A122037415}"/>
                      </a:ext>
                    </a:extLst>
                  </p:cNvPr>
                  <p:cNvSpPr>
                    <a:spLocks noEditPoints="1"/>
                  </p:cNvSpPr>
                  <p:nvPr/>
                </p:nvSpPr>
                <p:spPr bwMode="auto">
                  <a:xfrm>
                    <a:off x="4929137" y="4188945"/>
                    <a:ext cx="67438" cy="66475"/>
                  </a:xfrm>
                  <a:custGeom>
                    <a:avLst/>
                    <a:gdLst>
                      <a:gd name="T0" fmla="*/ 2147483646 w 71"/>
                      <a:gd name="T1" fmla="*/ 2147483646 h 69"/>
                      <a:gd name="T2" fmla="*/ 2147483646 w 71"/>
                      <a:gd name="T3" fmla="*/ 0 h 69"/>
                      <a:gd name="T4" fmla="*/ 2147483646 w 71"/>
                      <a:gd name="T5" fmla="*/ 2147483646 h 69"/>
                      <a:gd name="T6" fmla="*/ 0 w 71"/>
                      <a:gd name="T7" fmla="*/ 2147483646 h 69"/>
                      <a:gd name="T8" fmla="*/ 2147483646 w 71"/>
                      <a:gd name="T9" fmla="*/ 2147483646 h 69"/>
                      <a:gd name="T10" fmla="*/ 2147483646 w 71"/>
                      <a:gd name="T11" fmla="*/ 2147483646 h 69"/>
                      <a:gd name="T12" fmla="*/ 2147483646 w 71"/>
                      <a:gd name="T13" fmla="*/ 2147483646 h 69"/>
                      <a:gd name="T14" fmla="*/ 2147483646 w 71"/>
                      <a:gd name="T15" fmla="*/ 2147483646 h 69"/>
                      <a:gd name="T16" fmla="*/ 2147483646 w 71"/>
                      <a:gd name="T17" fmla="*/ 2147483646 h 69"/>
                      <a:gd name="T18" fmla="*/ 2147483646 w 71"/>
                      <a:gd name="T19" fmla="*/ 2147483646 h 69"/>
                      <a:gd name="T20" fmla="*/ 2147483646 w 71"/>
                      <a:gd name="T21" fmla="*/ 2147483646 h 69"/>
                      <a:gd name="T22" fmla="*/ 2147483646 w 71"/>
                      <a:gd name="T23" fmla="*/ 2147483646 h 69"/>
                      <a:gd name="T24" fmla="*/ 2147483646 w 71"/>
                      <a:gd name="T25" fmla="*/ 2147483646 h 69"/>
                      <a:gd name="T26" fmla="*/ 2147483646 w 71"/>
                      <a:gd name="T27" fmla="*/ 2147483646 h 69"/>
                      <a:gd name="T28" fmla="*/ 2147483646 w 71"/>
                      <a:gd name="T29" fmla="*/ 2147483646 h 69"/>
                      <a:gd name="T30" fmla="*/ 2147483646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2147483646 h 69"/>
                      <a:gd name="T42" fmla="*/ 2147483646 w 71"/>
                      <a:gd name="T43" fmla="*/ 2147483646 h 69"/>
                      <a:gd name="T44" fmla="*/ 2147483646 w 71"/>
                      <a:gd name="T45" fmla="*/ 0 h 69"/>
                      <a:gd name="T46" fmla="*/ 2147483646 w 71"/>
                      <a:gd name="T47" fmla="*/ 2147483646 h 69"/>
                      <a:gd name="T48" fmla="*/ 2147483646 w 71"/>
                      <a:gd name="T49" fmla="*/ 2147483646 h 69"/>
                      <a:gd name="T50" fmla="*/ 2147483646 w 71"/>
                      <a:gd name="T51" fmla="*/ 2147483646 h 69"/>
                      <a:gd name="T52" fmla="*/ 2147483646 w 71"/>
                      <a:gd name="T53" fmla="*/ 2147483646 h 69"/>
                      <a:gd name="T54" fmla="*/ 2147483646 w 71"/>
                      <a:gd name="T55" fmla="*/ 2147483646 h 69"/>
                      <a:gd name="T56" fmla="*/ 2147483646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2147483646 w 71"/>
                      <a:gd name="T87" fmla="*/ 2147483646 h 6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71" h="69">
                        <a:moveTo>
                          <a:pt x="36" y="11"/>
                        </a:moveTo>
                        <a:cubicBezTo>
                          <a:pt x="35" y="9"/>
                          <a:pt x="33" y="7"/>
                          <a:pt x="32" y="5"/>
                        </a:cubicBezTo>
                        <a:cubicBezTo>
                          <a:pt x="30" y="4"/>
                          <a:pt x="28" y="2"/>
                          <a:pt x="26" y="1"/>
                        </a:cubicBezTo>
                        <a:cubicBezTo>
                          <a:pt x="23" y="0"/>
                          <a:pt x="21" y="0"/>
                          <a:pt x="19" y="0"/>
                        </a:cubicBezTo>
                        <a:cubicBezTo>
                          <a:pt x="16" y="0"/>
                          <a:pt x="14" y="0"/>
                          <a:pt x="11" y="1"/>
                        </a:cubicBezTo>
                        <a:cubicBezTo>
                          <a:pt x="9" y="2"/>
                          <a:pt x="7" y="4"/>
                          <a:pt x="5" y="5"/>
                        </a:cubicBezTo>
                        <a:cubicBezTo>
                          <a:pt x="4" y="7"/>
                          <a:pt x="2" y="9"/>
                          <a:pt x="1" y="11"/>
                        </a:cubicBezTo>
                        <a:cubicBezTo>
                          <a:pt x="0" y="14"/>
                          <a:pt x="0" y="16"/>
                          <a:pt x="0" y="19"/>
                        </a:cubicBezTo>
                        <a:cubicBezTo>
                          <a:pt x="0" y="21"/>
                          <a:pt x="0" y="24"/>
                          <a:pt x="1" y="26"/>
                        </a:cubicBezTo>
                        <a:cubicBezTo>
                          <a:pt x="2" y="28"/>
                          <a:pt x="4" y="30"/>
                          <a:pt x="5" y="32"/>
                        </a:cubicBezTo>
                        <a:cubicBezTo>
                          <a:pt x="7" y="33"/>
                          <a:pt x="9" y="35"/>
                          <a:pt x="11" y="36"/>
                        </a:cubicBezTo>
                        <a:cubicBezTo>
                          <a:pt x="14" y="37"/>
                          <a:pt x="16" y="37"/>
                          <a:pt x="19" y="37"/>
                        </a:cubicBezTo>
                        <a:cubicBezTo>
                          <a:pt x="21" y="37"/>
                          <a:pt x="23" y="37"/>
                          <a:pt x="26" y="36"/>
                        </a:cubicBezTo>
                        <a:cubicBezTo>
                          <a:pt x="26" y="35"/>
                          <a:pt x="27" y="35"/>
                          <a:pt x="27" y="35"/>
                        </a:cubicBezTo>
                        <a:cubicBezTo>
                          <a:pt x="9" y="59"/>
                          <a:pt x="9" y="59"/>
                          <a:pt x="9" y="59"/>
                        </a:cubicBezTo>
                        <a:cubicBezTo>
                          <a:pt x="9" y="59"/>
                          <a:pt x="9" y="59"/>
                          <a:pt x="9" y="59"/>
                        </a:cubicBezTo>
                        <a:cubicBezTo>
                          <a:pt x="8" y="60"/>
                          <a:pt x="7" y="61"/>
                          <a:pt x="7" y="63"/>
                        </a:cubicBezTo>
                        <a:cubicBezTo>
                          <a:pt x="7" y="64"/>
                          <a:pt x="8" y="64"/>
                          <a:pt x="8" y="65"/>
                        </a:cubicBezTo>
                        <a:cubicBezTo>
                          <a:pt x="8" y="66"/>
                          <a:pt x="9" y="67"/>
                          <a:pt x="9" y="67"/>
                        </a:cubicBezTo>
                        <a:cubicBezTo>
                          <a:pt x="10" y="68"/>
                          <a:pt x="10" y="68"/>
                          <a:pt x="11" y="68"/>
                        </a:cubicBezTo>
                        <a:cubicBezTo>
                          <a:pt x="12" y="69"/>
                          <a:pt x="13" y="69"/>
                          <a:pt x="14" y="69"/>
                        </a:cubicBezTo>
                        <a:cubicBezTo>
                          <a:pt x="15" y="69"/>
                          <a:pt x="17" y="68"/>
                          <a:pt x="18" y="67"/>
                        </a:cubicBezTo>
                        <a:cubicBezTo>
                          <a:pt x="18" y="67"/>
                          <a:pt x="18" y="67"/>
                          <a:pt x="18" y="67"/>
                        </a:cubicBezTo>
                        <a:cubicBezTo>
                          <a:pt x="34" y="46"/>
                          <a:pt x="34" y="46"/>
                          <a:pt x="34" y="46"/>
                        </a:cubicBezTo>
                        <a:cubicBezTo>
                          <a:pt x="34" y="48"/>
                          <a:pt x="34" y="49"/>
                          <a:pt x="34" y="50"/>
                        </a:cubicBezTo>
                        <a:cubicBezTo>
                          <a:pt x="34" y="53"/>
                          <a:pt x="34" y="55"/>
                          <a:pt x="35" y="58"/>
                        </a:cubicBezTo>
                        <a:cubicBezTo>
                          <a:pt x="36" y="60"/>
                          <a:pt x="38" y="62"/>
                          <a:pt x="39" y="63"/>
                        </a:cubicBezTo>
                        <a:cubicBezTo>
                          <a:pt x="41" y="65"/>
                          <a:pt x="43" y="66"/>
                          <a:pt x="45" y="67"/>
                        </a:cubicBezTo>
                        <a:cubicBezTo>
                          <a:pt x="47" y="68"/>
                          <a:pt x="50" y="69"/>
                          <a:pt x="52" y="69"/>
                        </a:cubicBezTo>
                        <a:cubicBezTo>
                          <a:pt x="55" y="69"/>
                          <a:pt x="57" y="68"/>
                          <a:pt x="60" y="67"/>
                        </a:cubicBezTo>
                        <a:cubicBezTo>
                          <a:pt x="62" y="67"/>
                          <a:pt x="64" y="65"/>
                          <a:pt x="65" y="64"/>
                        </a:cubicBezTo>
                        <a:cubicBezTo>
                          <a:pt x="67" y="62"/>
                          <a:pt x="68" y="60"/>
                          <a:pt x="69" y="58"/>
                        </a:cubicBezTo>
                        <a:cubicBezTo>
                          <a:pt x="70" y="55"/>
                          <a:pt x="71" y="53"/>
                          <a:pt x="71" y="50"/>
                        </a:cubicBezTo>
                        <a:cubicBezTo>
                          <a:pt x="71" y="48"/>
                          <a:pt x="70" y="45"/>
                          <a:pt x="69" y="43"/>
                        </a:cubicBezTo>
                        <a:cubicBezTo>
                          <a:pt x="68" y="41"/>
                          <a:pt x="67" y="39"/>
                          <a:pt x="65" y="37"/>
                        </a:cubicBezTo>
                        <a:cubicBezTo>
                          <a:pt x="64" y="36"/>
                          <a:pt x="62" y="34"/>
                          <a:pt x="60" y="33"/>
                        </a:cubicBezTo>
                        <a:cubicBezTo>
                          <a:pt x="57" y="32"/>
                          <a:pt x="55" y="32"/>
                          <a:pt x="52" y="32"/>
                        </a:cubicBezTo>
                        <a:cubicBezTo>
                          <a:pt x="50" y="32"/>
                          <a:pt x="47" y="32"/>
                          <a:pt x="45" y="33"/>
                        </a:cubicBezTo>
                        <a:cubicBezTo>
                          <a:pt x="45" y="33"/>
                          <a:pt x="44" y="34"/>
                          <a:pt x="44" y="34"/>
                        </a:cubicBezTo>
                        <a:cubicBezTo>
                          <a:pt x="63" y="10"/>
                          <a:pt x="63" y="10"/>
                          <a:pt x="63" y="10"/>
                        </a:cubicBezTo>
                        <a:cubicBezTo>
                          <a:pt x="63" y="9"/>
                          <a:pt x="64" y="8"/>
                          <a:pt x="64" y="6"/>
                        </a:cubicBezTo>
                        <a:cubicBezTo>
                          <a:pt x="64" y="5"/>
                          <a:pt x="64" y="5"/>
                          <a:pt x="63" y="4"/>
                        </a:cubicBezTo>
                        <a:cubicBezTo>
                          <a:pt x="63" y="3"/>
                          <a:pt x="63" y="2"/>
                          <a:pt x="62" y="2"/>
                        </a:cubicBezTo>
                        <a:cubicBezTo>
                          <a:pt x="62" y="2"/>
                          <a:pt x="62" y="2"/>
                          <a:pt x="62" y="2"/>
                        </a:cubicBezTo>
                        <a:cubicBezTo>
                          <a:pt x="61" y="1"/>
                          <a:pt x="61" y="1"/>
                          <a:pt x="60" y="0"/>
                        </a:cubicBezTo>
                        <a:cubicBezTo>
                          <a:pt x="60" y="0"/>
                          <a:pt x="60" y="0"/>
                          <a:pt x="60" y="0"/>
                        </a:cubicBezTo>
                        <a:cubicBezTo>
                          <a:pt x="59" y="0"/>
                          <a:pt x="58" y="0"/>
                          <a:pt x="58" y="0"/>
                        </a:cubicBezTo>
                        <a:cubicBezTo>
                          <a:pt x="56" y="0"/>
                          <a:pt x="54" y="1"/>
                          <a:pt x="53" y="2"/>
                        </a:cubicBezTo>
                        <a:cubicBezTo>
                          <a:pt x="53" y="2"/>
                          <a:pt x="53" y="2"/>
                          <a:pt x="53" y="2"/>
                        </a:cubicBezTo>
                        <a:cubicBezTo>
                          <a:pt x="37" y="23"/>
                          <a:pt x="37" y="23"/>
                          <a:pt x="37" y="23"/>
                        </a:cubicBezTo>
                        <a:cubicBezTo>
                          <a:pt x="37" y="22"/>
                          <a:pt x="37" y="20"/>
                          <a:pt x="37" y="19"/>
                        </a:cubicBezTo>
                        <a:cubicBezTo>
                          <a:pt x="37" y="16"/>
                          <a:pt x="37" y="14"/>
                          <a:pt x="36" y="11"/>
                        </a:cubicBezTo>
                        <a:close/>
                        <a:moveTo>
                          <a:pt x="48" y="46"/>
                        </a:moveTo>
                        <a:cubicBezTo>
                          <a:pt x="49" y="46"/>
                          <a:pt x="49" y="45"/>
                          <a:pt x="50" y="45"/>
                        </a:cubicBezTo>
                        <a:cubicBezTo>
                          <a:pt x="51" y="44"/>
                          <a:pt x="52" y="44"/>
                          <a:pt x="52" y="44"/>
                        </a:cubicBezTo>
                        <a:cubicBezTo>
                          <a:pt x="53" y="44"/>
                          <a:pt x="54" y="44"/>
                          <a:pt x="55" y="45"/>
                        </a:cubicBezTo>
                        <a:cubicBezTo>
                          <a:pt x="55" y="45"/>
                          <a:pt x="55" y="45"/>
                          <a:pt x="55" y="45"/>
                        </a:cubicBezTo>
                        <a:cubicBezTo>
                          <a:pt x="55" y="45"/>
                          <a:pt x="56" y="46"/>
                          <a:pt x="57" y="46"/>
                        </a:cubicBezTo>
                        <a:cubicBezTo>
                          <a:pt x="57" y="47"/>
                          <a:pt x="58" y="47"/>
                          <a:pt x="58" y="48"/>
                        </a:cubicBezTo>
                        <a:cubicBezTo>
                          <a:pt x="58" y="49"/>
                          <a:pt x="58" y="50"/>
                          <a:pt x="58" y="50"/>
                        </a:cubicBezTo>
                        <a:cubicBezTo>
                          <a:pt x="58" y="51"/>
                          <a:pt x="58" y="52"/>
                          <a:pt x="58" y="53"/>
                        </a:cubicBezTo>
                        <a:cubicBezTo>
                          <a:pt x="58" y="53"/>
                          <a:pt x="57" y="54"/>
                          <a:pt x="57" y="55"/>
                        </a:cubicBezTo>
                        <a:cubicBezTo>
                          <a:pt x="56" y="55"/>
                          <a:pt x="55" y="56"/>
                          <a:pt x="55" y="56"/>
                        </a:cubicBezTo>
                        <a:cubicBezTo>
                          <a:pt x="55" y="56"/>
                          <a:pt x="55" y="56"/>
                          <a:pt x="55" y="56"/>
                        </a:cubicBezTo>
                        <a:cubicBezTo>
                          <a:pt x="54" y="56"/>
                          <a:pt x="53" y="56"/>
                          <a:pt x="52" y="56"/>
                        </a:cubicBezTo>
                        <a:cubicBezTo>
                          <a:pt x="52" y="56"/>
                          <a:pt x="51" y="56"/>
                          <a:pt x="50" y="56"/>
                        </a:cubicBezTo>
                        <a:cubicBezTo>
                          <a:pt x="49" y="56"/>
                          <a:pt x="49" y="55"/>
                          <a:pt x="48" y="55"/>
                        </a:cubicBezTo>
                        <a:cubicBezTo>
                          <a:pt x="48" y="54"/>
                          <a:pt x="47" y="54"/>
                          <a:pt x="47" y="53"/>
                        </a:cubicBezTo>
                        <a:cubicBezTo>
                          <a:pt x="46" y="52"/>
                          <a:pt x="46" y="51"/>
                          <a:pt x="46" y="50"/>
                        </a:cubicBezTo>
                        <a:cubicBezTo>
                          <a:pt x="46" y="50"/>
                          <a:pt x="46" y="49"/>
                          <a:pt x="47" y="48"/>
                        </a:cubicBezTo>
                        <a:cubicBezTo>
                          <a:pt x="47" y="47"/>
                          <a:pt x="48" y="47"/>
                          <a:pt x="48" y="46"/>
                        </a:cubicBezTo>
                        <a:close/>
                        <a:moveTo>
                          <a:pt x="19" y="25"/>
                        </a:moveTo>
                        <a:cubicBezTo>
                          <a:pt x="18" y="25"/>
                          <a:pt x="17" y="25"/>
                          <a:pt x="16" y="24"/>
                        </a:cubicBezTo>
                        <a:cubicBezTo>
                          <a:pt x="15" y="24"/>
                          <a:pt x="15" y="23"/>
                          <a:pt x="14" y="23"/>
                        </a:cubicBezTo>
                        <a:cubicBezTo>
                          <a:pt x="14" y="22"/>
                          <a:pt x="13" y="22"/>
                          <a:pt x="13" y="21"/>
                        </a:cubicBezTo>
                        <a:cubicBezTo>
                          <a:pt x="13" y="20"/>
                          <a:pt x="12" y="19"/>
                          <a:pt x="12" y="19"/>
                        </a:cubicBezTo>
                        <a:cubicBezTo>
                          <a:pt x="12" y="18"/>
                          <a:pt x="13" y="17"/>
                          <a:pt x="13" y="16"/>
                        </a:cubicBezTo>
                        <a:cubicBezTo>
                          <a:pt x="13" y="16"/>
                          <a:pt x="14" y="15"/>
                          <a:pt x="14" y="14"/>
                        </a:cubicBezTo>
                        <a:cubicBezTo>
                          <a:pt x="15" y="14"/>
                          <a:pt x="15" y="13"/>
                          <a:pt x="16" y="13"/>
                        </a:cubicBezTo>
                        <a:cubicBezTo>
                          <a:pt x="17" y="13"/>
                          <a:pt x="18" y="12"/>
                          <a:pt x="19" y="12"/>
                        </a:cubicBezTo>
                        <a:cubicBezTo>
                          <a:pt x="19" y="12"/>
                          <a:pt x="20" y="13"/>
                          <a:pt x="21" y="13"/>
                        </a:cubicBezTo>
                        <a:cubicBezTo>
                          <a:pt x="22" y="13"/>
                          <a:pt x="22" y="14"/>
                          <a:pt x="23" y="14"/>
                        </a:cubicBezTo>
                        <a:cubicBezTo>
                          <a:pt x="23" y="15"/>
                          <a:pt x="24" y="16"/>
                          <a:pt x="24" y="16"/>
                        </a:cubicBezTo>
                        <a:cubicBezTo>
                          <a:pt x="24" y="17"/>
                          <a:pt x="25" y="18"/>
                          <a:pt x="25" y="19"/>
                        </a:cubicBezTo>
                        <a:cubicBezTo>
                          <a:pt x="25" y="19"/>
                          <a:pt x="24" y="20"/>
                          <a:pt x="24" y="21"/>
                        </a:cubicBezTo>
                        <a:cubicBezTo>
                          <a:pt x="24" y="22"/>
                          <a:pt x="23" y="22"/>
                          <a:pt x="23" y="23"/>
                        </a:cubicBezTo>
                        <a:cubicBezTo>
                          <a:pt x="22" y="23"/>
                          <a:pt x="22" y="24"/>
                          <a:pt x="21" y="24"/>
                        </a:cubicBezTo>
                        <a:cubicBezTo>
                          <a:pt x="20" y="25"/>
                          <a:pt x="19" y="25"/>
                          <a:pt x="19" y="2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3" name="Rectangle 448">
                    <a:extLst>
                      <a:ext uri="{FF2B5EF4-FFF2-40B4-BE49-F238E27FC236}">
                        <a16:creationId xmlns:a16="http://schemas.microsoft.com/office/drawing/2014/main" id="{2EDC1169-BFA9-4341-8BCA-64B44160A112}"/>
                      </a:ext>
                    </a:extLst>
                  </p:cNvPr>
                  <p:cNvSpPr>
                    <a:spLocks noChangeArrowheads="1"/>
                  </p:cNvSpPr>
                  <p:nvPr/>
                </p:nvSpPr>
                <p:spPr bwMode="auto">
                  <a:xfrm>
                    <a:off x="5619896" y="5284334"/>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94" name="Freeform 449">
                    <a:extLst>
                      <a:ext uri="{FF2B5EF4-FFF2-40B4-BE49-F238E27FC236}">
                        <a16:creationId xmlns:a16="http://schemas.microsoft.com/office/drawing/2014/main" id="{20E970CD-0B1D-4C3E-9EFE-1973A154B6F7}"/>
                      </a:ext>
                    </a:extLst>
                  </p:cNvPr>
                  <p:cNvSpPr>
                    <a:spLocks/>
                  </p:cNvSpPr>
                  <p:nvPr/>
                </p:nvSpPr>
                <p:spPr bwMode="auto">
                  <a:xfrm>
                    <a:off x="5643981" y="527566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5" name="Freeform 450">
                    <a:extLst>
                      <a:ext uri="{FF2B5EF4-FFF2-40B4-BE49-F238E27FC236}">
                        <a16:creationId xmlns:a16="http://schemas.microsoft.com/office/drawing/2014/main" id="{11B2F133-E4AB-4624-8CF1-788D989D4A0E}"/>
                      </a:ext>
                    </a:extLst>
                  </p:cNvPr>
                  <p:cNvSpPr>
                    <a:spLocks noEditPoints="1"/>
                  </p:cNvSpPr>
                  <p:nvPr/>
                </p:nvSpPr>
                <p:spPr bwMode="auto">
                  <a:xfrm>
                    <a:off x="5611225" y="5219785"/>
                    <a:ext cx="67438" cy="66475"/>
                  </a:xfrm>
                  <a:custGeom>
                    <a:avLst/>
                    <a:gdLst>
                      <a:gd name="T0" fmla="*/ 2147483646 w 71"/>
                      <a:gd name="T1" fmla="*/ 2147483646 h 69"/>
                      <a:gd name="T2" fmla="*/ 2147483646 w 71"/>
                      <a:gd name="T3" fmla="*/ 2147483646 h 69"/>
                      <a:gd name="T4" fmla="*/ 2147483646 w 71"/>
                      <a:gd name="T5" fmla="*/ 2147483646 h 69"/>
                      <a:gd name="T6" fmla="*/ 2147483646 w 71"/>
                      <a:gd name="T7" fmla="*/ 2147483646 h 69"/>
                      <a:gd name="T8" fmla="*/ 2147483646 w 71"/>
                      <a:gd name="T9" fmla="*/ 2147483646 h 69"/>
                      <a:gd name="T10" fmla="*/ 2147483646 w 71"/>
                      <a:gd name="T11" fmla="*/ 2147483646 h 69"/>
                      <a:gd name="T12" fmla="*/ 2147483646 w 71"/>
                      <a:gd name="T13" fmla="*/ 2147483646 h 69"/>
                      <a:gd name="T14" fmla="*/ 2147483646 w 71"/>
                      <a:gd name="T15" fmla="*/ 2147483646 h 69"/>
                      <a:gd name="T16" fmla="*/ 2147483646 w 71"/>
                      <a:gd name="T17" fmla="*/ 2147483646 h 69"/>
                      <a:gd name="T18" fmla="*/ 2147483646 w 71"/>
                      <a:gd name="T19" fmla="*/ 2147483646 h 69"/>
                      <a:gd name="T20" fmla="*/ 2147483646 w 71"/>
                      <a:gd name="T21" fmla="*/ 2147483646 h 69"/>
                      <a:gd name="T22" fmla="*/ 2147483646 w 71"/>
                      <a:gd name="T23" fmla="*/ 2147483646 h 69"/>
                      <a:gd name="T24" fmla="*/ 2147483646 w 71"/>
                      <a:gd name="T25" fmla="*/ 2147483646 h 69"/>
                      <a:gd name="T26" fmla="*/ 2147483646 w 71"/>
                      <a:gd name="T27" fmla="*/ 2147483646 h 69"/>
                      <a:gd name="T28" fmla="*/ 2147483646 w 71"/>
                      <a:gd name="T29" fmla="*/ 2147483646 h 69"/>
                      <a:gd name="T30" fmla="*/ 2147483646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2147483646 h 69"/>
                      <a:gd name="T42" fmla="*/ 2147483646 w 71"/>
                      <a:gd name="T43" fmla="*/ 2147483646 h 69"/>
                      <a:gd name="T44" fmla="*/ 2147483646 w 71"/>
                      <a:gd name="T45" fmla="*/ 2147483646 h 69"/>
                      <a:gd name="T46" fmla="*/ 2147483646 w 71"/>
                      <a:gd name="T47" fmla="*/ 2147483646 h 69"/>
                      <a:gd name="T48" fmla="*/ 2147483646 w 71"/>
                      <a:gd name="T49" fmla="*/ 2147483646 h 69"/>
                      <a:gd name="T50" fmla="*/ 2147483646 w 71"/>
                      <a:gd name="T51" fmla="*/ 2147483646 h 69"/>
                      <a:gd name="T52" fmla="*/ 2147483646 w 71"/>
                      <a:gd name="T53" fmla="*/ 2147483646 h 69"/>
                      <a:gd name="T54" fmla="*/ 2147483646 w 71"/>
                      <a:gd name="T55" fmla="*/ 2147483646 h 69"/>
                      <a:gd name="T56" fmla="*/ 2147483646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2147483646 w 71"/>
                      <a:gd name="T87" fmla="*/ 2147483646 h 6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71" h="69">
                        <a:moveTo>
                          <a:pt x="66" y="37"/>
                        </a:moveTo>
                        <a:cubicBezTo>
                          <a:pt x="64" y="36"/>
                          <a:pt x="62" y="34"/>
                          <a:pt x="60" y="33"/>
                        </a:cubicBezTo>
                        <a:cubicBezTo>
                          <a:pt x="57" y="32"/>
                          <a:pt x="55" y="32"/>
                          <a:pt x="52" y="32"/>
                        </a:cubicBezTo>
                        <a:cubicBezTo>
                          <a:pt x="50" y="32"/>
                          <a:pt x="47" y="32"/>
                          <a:pt x="45" y="33"/>
                        </a:cubicBezTo>
                        <a:cubicBezTo>
                          <a:pt x="45" y="34"/>
                          <a:pt x="44" y="34"/>
                          <a:pt x="44" y="34"/>
                        </a:cubicBezTo>
                        <a:cubicBezTo>
                          <a:pt x="63" y="10"/>
                          <a:pt x="63" y="10"/>
                          <a:pt x="63" y="10"/>
                        </a:cubicBezTo>
                        <a:cubicBezTo>
                          <a:pt x="63" y="9"/>
                          <a:pt x="64" y="8"/>
                          <a:pt x="64" y="6"/>
                        </a:cubicBezTo>
                        <a:cubicBezTo>
                          <a:pt x="64" y="5"/>
                          <a:pt x="64" y="5"/>
                          <a:pt x="63" y="4"/>
                        </a:cubicBezTo>
                        <a:cubicBezTo>
                          <a:pt x="63" y="3"/>
                          <a:pt x="63" y="2"/>
                          <a:pt x="62" y="2"/>
                        </a:cubicBezTo>
                        <a:cubicBezTo>
                          <a:pt x="62" y="2"/>
                          <a:pt x="62" y="2"/>
                          <a:pt x="62" y="2"/>
                        </a:cubicBezTo>
                        <a:cubicBezTo>
                          <a:pt x="61" y="1"/>
                          <a:pt x="61" y="1"/>
                          <a:pt x="60" y="1"/>
                        </a:cubicBezTo>
                        <a:cubicBezTo>
                          <a:pt x="60" y="1"/>
                          <a:pt x="60" y="1"/>
                          <a:pt x="60" y="1"/>
                        </a:cubicBezTo>
                        <a:cubicBezTo>
                          <a:pt x="59" y="0"/>
                          <a:pt x="58" y="0"/>
                          <a:pt x="58" y="0"/>
                        </a:cubicBezTo>
                        <a:cubicBezTo>
                          <a:pt x="56" y="0"/>
                          <a:pt x="54" y="1"/>
                          <a:pt x="53" y="2"/>
                        </a:cubicBezTo>
                        <a:cubicBezTo>
                          <a:pt x="53" y="2"/>
                          <a:pt x="53" y="2"/>
                          <a:pt x="53" y="2"/>
                        </a:cubicBezTo>
                        <a:cubicBezTo>
                          <a:pt x="37" y="23"/>
                          <a:pt x="37" y="23"/>
                          <a:pt x="37" y="23"/>
                        </a:cubicBezTo>
                        <a:cubicBezTo>
                          <a:pt x="37" y="22"/>
                          <a:pt x="37" y="20"/>
                          <a:pt x="37" y="19"/>
                        </a:cubicBezTo>
                        <a:cubicBezTo>
                          <a:pt x="37" y="16"/>
                          <a:pt x="37" y="14"/>
                          <a:pt x="36" y="12"/>
                        </a:cubicBezTo>
                        <a:cubicBezTo>
                          <a:pt x="35" y="9"/>
                          <a:pt x="33" y="7"/>
                          <a:pt x="32" y="6"/>
                        </a:cubicBezTo>
                        <a:cubicBezTo>
                          <a:pt x="30" y="4"/>
                          <a:pt x="28" y="3"/>
                          <a:pt x="26" y="2"/>
                        </a:cubicBezTo>
                        <a:cubicBezTo>
                          <a:pt x="24" y="1"/>
                          <a:pt x="21" y="0"/>
                          <a:pt x="19" y="0"/>
                        </a:cubicBezTo>
                        <a:cubicBezTo>
                          <a:pt x="16" y="0"/>
                          <a:pt x="14" y="1"/>
                          <a:pt x="11" y="2"/>
                        </a:cubicBezTo>
                        <a:cubicBezTo>
                          <a:pt x="9" y="3"/>
                          <a:pt x="7" y="4"/>
                          <a:pt x="5" y="6"/>
                        </a:cubicBezTo>
                        <a:cubicBezTo>
                          <a:pt x="4" y="7"/>
                          <a:pt x="2" y="9"/>
                          <a:pt x="1" y="12"/>
                        </a:cubicBezTo>
                        <a:cubicBezTo>
                          <a:pt x="1" y="14"/>
                          <a:pt x="0" y="16"/>
                          <a:pt x="0" y="19"/>
                        </a:cubicBezTo>
                        <a:cubicBezTo>
                          <a:pt x="0" y="21"/>
                          <a:pt x="1" y="24"/>
                          <a:pt x="1" y="26"/>
                        </a:cubicBezTo>
                        <a:cubicBezTo>
                          <a:pt x="2" y="28"/>
                          <a:pt x="4" y="30"/>
                          <a:pt x="5" y="32"/>
                        </a:cubicBezTo>
                        <a:cubicBezTo>
                          <a:pt x="7" y="33"/>
                          <a:pt x="9" y="35"/>
                          <a:pt x="11" y="36"/>
                        </a:cubicBezTo>
                        <a:cubicBezTo>
                          <a:pt x="14" y="37"/>
                          <a:pt x="16" y="37"/>
                          <a:pt x="19" y="37"/>
                        </a:cubicBezTo>
                        <a:cubicBezTo>
                          <a:pt x="21" y="37"/>
                          <a:pt x="24" y="37"/>
                          <a:pt x="26" y="36"/>
                        </a:cubicBezTo>
                        <a:cubicBezTo>
                          <a:pt x="26" y="36"/>
                          <a:pt x="27" y="35"/>
                          <a:pt x="27" y="35"/>
                        </a:cubicBezTo>
                        <a:cubicBezTo>
                          <a:pt x="9" y="59"/>
                          <a:pt x="9" y="59"/>
                          <a:pt x="9" y="59"/>
                        </a:cubicBezTo>
                        <a:cubicBezTo>
                          <a:pt x="9" y="59"/>
                          <a:pt x="9" y="59"/>
                          <a:pt x="9" y="59"/>
                        </a:cubicBezTo>
                        <a:cubicBezTo>
                          <a:pt x="8" y="60"/>
                          <a:pt x="7" y="61"/>
                          <a:pt x="7" y="63"/>
                        </a:cubicBezTo>
                        <a:cubicBezTo>
                          <a:pt x="7" y="64"/>
                          <a:pt x="8" y="64"/>
                          <a:pt x="8" y="65"/>
                        </a:cubicBezTo>
                        <a:cubicBezTo>
                          <a:pt x="8" y="66"/>
                          <a:pt x="9" y="67"/>
                          <a:pt x="9" y="67"/>
                        </a:cubicBezTo>
                        <a:cubicBezTo>
                          <a:pt x="10" y="68"/>
                          <a:pt x="10" y="68"/>
                          <a:pt x="11" y="69"/>
                        </a:cubicBezTo>
                        <a:cubicBezTo>
                          <a:pt x="12" y="69"/>
                          <a:pt x="13" y="69"/>
                          <a:pt x="14" y="69"/>
                        </a:cubicBezTo>
                        <a:cubicBezTo>
                          <a:pt x="15" y="69"/>
                          <a:pt x="17" y="68"/>
                          <a:pt x="18" y="67"/>
                        </a:cubicBezTo>
                        <a:cubicBezTo>
                          <a:pt x="18" y="67"/>
                          <a:pt x="18" y="67"/>
                          <a:pt x="18" y="67"/>
                        </a:cubicBezTo>
                        <a:cubicBezTo>
                          <a:pt x="34" y="46"/>
                          <a:pt x="34" y="46"/>
                          <a:pt x="34" y="46"/>
                        </a:cubicBezTo>
                        <a:cubicBezTo>
                          <a:pt x="34" y="48"/>
                          <a:pt x="34" y="49"/>
                          <a:pt x="34" y="50"/>
                        </a:cubicBezTo>
                        <a:cubicBezTo>
                          <a:pt x="34" y="53"/>
                          <a:pt x="34" y="55"/>
                          <a:pt x="35" y="58"/>
                        </a:cubicBezTo>
                        <a:cubicBezTo>
                          <a:pt x="36" y="60"/>
                          <a:pt x="38" y="62"/>
                          <a:pt x="39" y="64"/>
                        </a:cubicBezTo>
                        <a:cubicBezTo>
                          <a:pt x="41" y="65"/>
                          <a:pt x="43" y="67"/>
                          <a:pt x="45" y="68"/>
                        </a:cubicBezTo>
                        <a:cubicBezTo>
                          <a:pt x="47" y="69"/>
                          <a:pt x="50" y="69"/>
                          <a:pt x="52" y="69"/>
                        </a:cubicBezTo>
                        <a:cubicBezTo>
                          <a:pt x="55" y="69"/>
                          <a:pt x="57" y="69"/>
                          <a:pt x="60" y="68"/>
                        </a:cubicBezTo>
                        <a:cubicBezTo>
                          <a:pt x="62" y="67"/>
                          <a:pt x="64" y="65"/>
                          <a:pt x="66" y="64"/>
                        </a:cubicBezTo>
                        <a:cubicBezTo>
                          <a:pt x="67" y="62"/>
                          <a:pt x="69" y="60"/>
                          <a:pt x="70" y="58"/>
                        </a:cubicBezTo>
                        <a:cubicBezTo>
                          <a:pt x="71" y="55"/>
                          <a:pt x="71" y="53"/>
                          <a:pt x="71" y="50"/>
                        </a:cubicBezTo>
                        <a:cubicBezTo>
                          <a:pt x="71" y="48"/>
                          <a:pt x="71" y="45"/>
                          <a:pt x="70" y="43"/>
                        </a:cubicBezTo>
                        <a:cubicBezTo>
                          <a:pt x="69" y="41"/>
                          <a:pt x="67" y="39"/>
                          <a:pt x="66" y="37"/>
                        </a:cubicBezTo>
                        <a:close/>
                        <a:moveTo>
                          <a:pt x="24" y="21"/>
                        </a:moveTo>
                        <a:cubicBezTo>
                          <a:pt x="24" y="22"/>
                          <a:pt x="23" y="22"/>
                          <a:pt x="23" y="23"/>
                        </a:cubicBezTo>
                        <a:cubicBezTo>
                          <a:pt x="22" y="24"/>
                          <a:pt x="22" y="24"/>
                          <a:pt x="21" y="24"/>
                        </a:cubicBezTo>
                        <a:cubicBezTo>
                          <a:pt x="21" y="24"/>
                          <a:pt x="21" y="24"/>
                          <a:pt x="21" y="24"/>
                        </a:cubicBezTo>
                        <a:cubicBezTo>
                          <a:pt x="20" y="25"/>
                          <a:pt x="19" y="25"/>
                          <a:pt x="19" y="25"/>
                        </a:cubicBezTo>
                        <a:cubicBezTo>
                          <a:pt x="18" y="25"/>
                          <a:pt x="17" y="25"/>
                          <a:pt x="16" y="24"/>
                        </a:cubicBezTo>
                        <a:cubicBezTo>
                          <a:pt x="16" y="24"/>
                          <a:pt x="16" y="24"/>
                          <a:pt x="16" y="24"/>
                        </a:cubicBezTo>
                        <a:cubicBezTo>
                          <a:pt x="15" y="24"/>
                          <a:pt x="15" y="24"/>
                          <a:pt x="14" y="23"/>
                        </a:cubicBezTo>
                        <a:cubicBezTo>
                          <a:pt x="14" y="22"/>
                          <a:pt x="13" y="22"/>
                          <a:pt x="13" y="21"/>
                        </a:cubicBezTo>
                        <a:cubicBezTo>
                          <a:pt x="13" y="20"/>
                          <a:pt x="13" y="20"/>
                          <a:pt x="13" y="19"/>
                        </a:cubicBezTo>
                        <a:cubicBezTo>
                          <a:pt x="13" y="18"/>
                          <a:pt x="13" y="17"/>
                          <a:pt x="13" y="16"/>
                        </a:cubicBezTo>
                        <a:cubicBezTo>
                          <a:pt x="13" y="16"/>
                          <a:pt x="14" y="15"/>
                          <a:pt x="14" y="14"/>
                        </a:cubicBezTo>
                        <a:cubicBezTo>
                          <a:pt x="15" y="14"/>
                          <a:pt x="15" y="13"/>
                          <a:pt x="16" y="13"/>
                        </a:cubicBezTo>
                        <a:cubicBezTo>
                          <a:pt x="17" y="13"/>
                          <a:pt x="18" y="13"/>
                          <a:pt x="19" y="13"/>
                        </a:cubicBezTo>
                        <a:cubicBezTo>
                          <a:pt x="19" y="13"/>
                          <a:pt x="20" y="13"/>
                          <a:pt x="21" y="13"/>
                        </a:cubicBezTo>
                        <a:cubicBezTo>
                          <a:pt x="22" y="13"/>
                          <a:pt x="22" y="14"/>
                          <a:pt x="23" y="14"/>
                        </a:cubicBezTo>
                        <a:cubicBezTo>
                          <a:pt x="23" y="15"/>
                          <a:pt x="24" y="16"/>
                          <a:pt x="24" y="16"/>
                        </a:cubicBezTo>
                        <a:cubicBezTo>
                          <a:pt x="25" y="17"/>
                          <a:pt x="25" y="18"/>
                          <a:pt x="25" y="19"/>
                        </a:cubicBezTo>
                        <a:cubicBezTo>
                          <a:pt x="25" y="20"/>
                          <a:pt x="25" y="20"/>
                          <a:pt x="24" y="21"/>
                        </a:cubicBezTo>
                        <a:close/>
                        <a:moveTo>
                          <a:pt x="58" y="53"/>
                        </a:moveTo>
                        <a:cubicBezTo>
                          <a:pt x="58" y="54"/>
                          <a:pt x="57" y="54"/>
                          <a:pt x="57" y="55"/>
                        </a:cubicBezTo>
                        <a:cubicBezTo>
                          <a:pt x="56" y="55"/>
                          <a:pt x="56" y="56"/>
                          <a:pt x="55" y="56"/>
                        </a:cubicBezTo>
                        <a:cubicBezTo>
                          <a:pt x="54" y="56"/>
                          <a:pt x="53" y="57"/>
                          <a:pt x="52" y="57"/>
                        </a:cubicBezTo>
                        <a:cubicBezTo>
                          <a:pt x="52" y="57"/>
                          <a:pt x="51" y="56"/>
                          <a:pt x="50" y="56"/>
                        </a:cubicBezTo>
                        <a:cubicBezTo>
                          <a:pt x="49" y="56"/>
                          <a:pt x="49" y="55"/>
                          <a:pt x="48" y="55"/>
                        </a:cubicBezTo>
                        <a:cubicBezTo>
                          <a:pt x="48" y="54"/>
                          <a:pt x="47" y="54"/>
                          <a:pt x="47" y="53"/>
                        </a:cubicBezTo>
                        <a:cubicBezTo>
                          <a:pt x="47" y="52"/>
                          <a:pt x="46" y="51"/>
                          <a:pt x="46" y="50"/>
                        </a:cubicBezTo>
                        <a:cubicBezTo>
                          <a:pt x="46" y="50"/>
                          <a:pt x="47" y="49"/>
                          <a:pt x="47" y="48"/>
                        </a:cubicBezTo>
                        <a:cubicBezTo>
                          <a:pt x="47" y="47"/>
                          <a:pt x="48" y="47"/>
                          <a:pt x="48" y="46"/>
                        </a:cubicBezTo>
                        <a:cubicBezTo>
                          <a:pt x="49" y="46"/>
                          <a:pt x="49" y="45"/>
                          <a:pt x="50" y="45"/>
                        </a:cubicBezTo>
                        <a:cubicBezTo>
                          <a:pt x="51" y="45"/>
                          <a:pt x="52" y="44"/>
                          <a:pt x="52" y="44"/>
                        </a:cubicBezTo>
                        <a:cubicBezTo>
                          <a:pt x="53" y="44"/>
                          <a:pt x="54" y="45"/>
                          <a:pt x="55" y="45"/>
                        </a:cubicBezTo>
                        <a:cubicBezTo>
                          <a:pt x="56" y="45"/>
                          <a:pt x="56" y="46"/>
                          <a:pt x="57" y="46"/>
                        </a:cubicBezTo>
                        <a:cubicBezTo>
                          <a:pt x="57" y="47"/>
                          <a:pt x="58" y="47"/>
                          <a:pt x="58" y="48"/>
                        </a:cubicBezTo>
                        <a:cubicBezTo>
                          <a:pt x="58" y="49"/>
                          <a:pt x="59" y="50"/>
                          <a:pt x="59" y="50"/>
                        </a:cubicBezTo>
                        <a:cubicBezTo>
                          <a:pt x="59" y="51"/>
                          <a:pt x="58" y="52"/>
                          <a:pt x="58" y="5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6" name="Rectangle 451">
                    <a:extLst>
                      <a:ext uri="{FF2B5EF4-FFF2-40B4-BE49-F238E27FC236}">
                        <a16:creationId xmlns:a16="http://schemas.microsoft.com/office/drawing/2014/main" id="{A4FEA006-7FDB-4DDC-9A1E-6B5203EDE6F5}"/>
                      </a:ext>
                    </a:extLst>
                  </p:cNvPr>
                  <p:cNvSpPr>
                    <a:spLocks noChangeArrowheads="1"/>
                  </p:cNvSpPr>
                  <p:nvPr/>
                </p:nvSpPr>
                <p:spPr bwMode="auto">
                  <a:xfrm>
                    <a:off x="5812576" y="4707255"/>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97" name="Freeform 452">
                    <a:extLst>
                      <a:ext uri="{FF2B5EF4-FFF2-40B4-BE49-F238E27FC236}">
                        <a16:creationId xmlns:a16="http://schemas.microsoft.com/office/drawing/2014/main" id="{0ECBE68D-EB8C-4372-B535-5464C2AD54B8}"/>
                      </a:ext>
                    </a:extLst>
                  </p:cNvPr>
                  <p:cNvSpPr>
                    <a:spLocks noEditPoints="1"/>
                  </p:cNvSpPr>
                  <p:nvPr/>
                </p:nvSpPr>
                <p:spPr bwMode="auto">
                  <a:xfrm>
                    <a:off x="5802942" y="4640781"/>
                    <a:ext cx="67438" cy="66475"/>
                  </a:xfrm>
                  <a:custGeom>
                    <a:avLst/>
                    <a:gdLst>
                      <a:gd name="T0" fmla="*/ 2147483646 w 71"/>
                      <a:gd name="T1" fmla="*/ 2147483646 h 69"/>
                      <a:gd name="T2" fmla="*/ 2147483646 w 71"/>
                      <a:gd name="T3" fmla="*/ 2147483646 h 69"/>
                      <a:gd name="T4" fmla="*/ 2147483646 w 71"/>
                      <a:gd name="T5" fmla="*/ 2147483646 h 69"/>
                      <a:gd name="T6" fmla="*/ 2147483646 w 71"/>
                      <a:gd name="T7" fmla="*/ 2147483646 h 69"/>
                      <a:gd name="T8" fmla="*/ 2147483646 w 71"/>
                      <a:gd name="T9" fmla="*/ 2147483646 h 69"/>
                      <a:gd name="T10" fmla="*/ 2147483646 w 71"/>
                      <a:gd name="T11" fmla="*/ 2147483646 h 69"/>
                      <a:gd name="T12" fmla="*/ 2147483646 w 71"/>
                      <a:gd name="T13" fmla="*/ 2147483646 h 69"/>
                      <a:gd name="T14" fmla="*/ 2147483646 w 71"/>
                      <a:gd name="T15" fmla="*/ 2147483646 h 69"/>
                      <a:gd name="T16" fmla="*/ 2147483646 w 71"/>
                      <a:gd name="T17" fmla="*/ 0 h 69"/>
                      <a:gd name="T18" fmla="*/ 2147483646 w 71"/>
                      <a:gd name="T19" fmla="*/ 2147483646 h 69"/>
                      <a:gd name="T20" fmla="*/ 2147483646 w 71"/>
                      <a:gd name="T21" fmla="*/ 2147483646 h 69"/>
                      <a:gd name="T22" fmla="*/ 2147483646 w 71"/>
                      <a:gd name="T23" fmla="*/ 2147483646 h 69"/>
                      <a:gd name="T24" fmla="*/ 2147483646 w 71"/>
                      <a:gd name="T25" fmla="*/ 0 h 69"/>
                      <a:gd name="T26" fmla="*/ 2147483646 w 71"/>
                      <a:gd name="T27" fmla="*/ 2147483646 h 69"/>
                      <a:gd name="T28" fmla="*/ 0 w 71"/>
                      <a:gd name="T29" fmla="*/ 2147483646 h 69"/>
                      <a:gd name="T30" fmla="*/ 2147483646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2147483646 h 69"/>
                      <a:gd name="T42" fmla="*/ 2147483646 w 71"/>
                      <a:gd name="T43" fmla="*/ 2147483646 h 69"/>
                      <a:gd name="T44" fmla="*/ 2147483646 w 71"/>
                      <a:gd name="T45" fmla="*/ 2147483646 h 69"/>
                      <a:gd name="T46" fmla="*/ 2147483646 w 71"/>
                      <a:gd name="T47" fmla="*/ 2147483646 h 69"/>
                      <a:gd name="T48" fmla="*/ 2147483646 w 71"/>
                      <a:gd name="T49" fmla="*/ 2147483646 h 69"/>
                      <a:gd name="T50" fmla="*/ 2147483646 w 71"/>
                      <a:gd name="T51" fmla="*/ 2147483646 h 69"/>
                      <a:gd name="T52" fmla="*/ 2147483646 w 71"/>
                      <a:gd name="T53" fmla="*/ 2147483646 h 69"/>
                      <a:gd name="T54" fmla="*/ 2147483646 w 71"/>
                      <a:gd name="T55" fmla="*/ 2147483646 h 69"/>
                      <a:gd name="T56" fmla="*/ 2147483646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2147483646 w 71"/>
                      <a:gd name="T87" fmla="*/ 2147483646 h 6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71" h="69">
                        <a:moveTo>
                          <a:pt x="45" y="68"/>
                        </a:moveTo>
                        <a:cubicBezTo>
                          <a:pt x="48" y="69"/>
                          <a:pt x="50" y="69"/>
                          <a:pt x="52" y="69"/>
                        </a:cubicBezTo>
                        <a:cubicBezTo>
                          <a:pt x="55" y="69"/>
                          <a:pt x="57" y="69"/>
                          <a:pt x="60" y="68"/>
                        </a:cubicBezTo>
                        <a:cubicBezTo>
                          <a:pt x="62" y="67"/>
                          <a:pt x="64" y="65"/>
                          <a:pt x="66" y="64"/>
                        </a:cubicBezTo>
                        <a:cubicBezTo>
                          <a:pt x="67" y="62"/>
                          <a:pt x="69" y="60"/>
                          <a:pt x="70" y="58"/>
                        </a:cubicBezTo>
                        <a:cubicBezTo>
                          <a:pt x="71" y="55"/>
                          <a:pt x="71" y="53"/>
                          <a:pt x="71" y="50"/>
                        </a:cubicBezTo>
                        <a:cubicBezTo>
                          <a:pt x="71" y="48"/>
                          <a:pt x="71" y="45"/>
                          <a:pt x="70" y="43"/>
                        </a:cubicBezTo>
                        <a:cubicBezTo>
                          <a:pt x="69" y="41"/>
                          <a:pt x="67" y="39"/>
                          <a:pt x="66" y="37"/>
                        </a:cubicBezTo>
                        <a:cubicBezTo>
                          <a:pt x="64" y="36"/>
                          <a:pt x="62" y="34"/>
                          <a:pt x="60" y="33"/>
                        </a:cubicBezTo>
                        <a:cubicBezTo>
                          <a:pt x="57" y="32"/>
                          <a:pt x="55" y="32"/>
                          <a:pt x="52" y="32"/>
                        </a:cubicBezTo>
                        <a:cubicBezTo>
                          <a:pt x="50" y="32"/>
                          <a:pt x="47" y="32"/>
                          <a:pt x="45" y="33"/>
                        </a:cubicBezTo>
                        <a:cubicBezTo>
                          <a:pt x="45" y="34"/>
                          <a:pt x="44" y="34"/>
                          <a:pt x="44" y="34"/>
                        </a:cubicBezTo>
                        <a:cubicBezTo>
                          <a:pt x="63" y="10"/>
                          <a:pt x="63" y="10"/>
                          <a:pt x="63" y="10"/>
                        </a:cubicBezTo>
                        <a:cubicBezTo>
                          <a:pt x="63" y="9"/>
                          <a:pt x="64" y="8"/>
                          <a:pt x="64" y="6"/>
                        </a:cubicBezTo>
                        <a:cubicBezTo>
                          <a:pt x="64" y="5"/>
                          <a:pt x="64" y="5"/>
                          <a:pt x="63" y="4"/>
                        </a:cubicBezTo>
                        <a:cubicBezTo>
                          <a:pt x="63" y="3"/>
                          <a:pt x="63" y="2"/>
                          <a:pt x="62" y="2"/>
                        </a:cubicBezTo>
                        <a:cubicBezTo>
                          <a:pt x="61" y="1"/>
                          <a:pt x="61" y="1"/>
                          <a:pt x="60" y="1"/>
                        </a:cubicBezTo>
                        <a:cubicBezTo>
                          <a:pt x="59" y="0"/>
                          <a:pt x="58" y="0"/>
                          <a:pt x="58" y="0"/>
                        </a:cubicBezTo>
                        <a:cubicBezTo>
                          <a:pt x="56" y="0"/>
                          <a:pt x="54" y="1"/>
                          <a:pt x="53" y="2"/>
                        </a:cubicBezTo>
                        <a:cubicBezTo>
                          <a:pt x="53" y="2"/>
                          <a:pt x="53" y="2"/>
                          <a:pt x="53" y="2"/>
                        </a:cubicBezTo>
                        <a:cubicBezTo>
                          <a:pt x="37" y="23"/>
                          <a:pt x="37" y="23"/>
                          <a:pt x="37" y="23"/>
                        </a:cubicBezTo>
                        <a:cubicBezTo>
                          <a:pt x="37" y="22"/>
                          <a:pt x="37" y="20"/>
                          <a:pt x="37" y="19"/>
                        </a:cubicBezTo>
                        <a:cubicBezTo>
                          <a:pt x="37" y="16"/>
                          <a:pt x="37" y="14"/>
                          <a:pt x="36" y="11"/>
                        </a:cubicBezTo>
                        <a:cubicBezTo>
                          <a:pt x="35" y="9"/>
                          <a:pt x="33" y="7"/>
                          <a:pt x="32" y="6"/>
                        </a:cubicBezTo>
                        <a:cubicBezTo>
                          <a:pt x="30" y="4"/>
                          <a:pt x="28" y="2"/>
                          <a:pt x="26" y="2"/>
                        </a:cubicBezTo>
                        <a:cubicBezTo>
                          <a:pt x="24" y="1"/>
                          <a:pt x="21" y="0"/>
                          <a:pt x="19" y="0"/>
                        </a:cubicBezTo>
                        <a:cubicBezTo>
                          <a:pt x="16" y="0"/>
                          <a:pt x="14" y="1"/>
                          <a:pt x="11" y="2"/>
                        </a:cubicBezTo>
                        <a:cubicBezTo>
                          <a:pt x="9" y="2"/>
                          <a:pt x="7" y="4"/>
                          <a:pt x="5" y="6"/>
                        </a:cubicBezTo>
                        <a:cubicBezTo>
                          <a:pt x="4" y="7"/>
                          <a:pt x="2" y="9"/>
                          <a:pt x="2" y="11"/>
                        </a:cubicBezTo>
                        <a:cubicBezTo>
                          <a:pt x="1" y="14"/>
                          <a:pt x="0" y="16"/>
                          <a:pt x="0" y="19"/>
                        </a:cubicBezTo>
                        <a:cubicBezTo>
                          <a:pt x="0" y="21"/>
                          <a:pt x="1" y="24"/>
                          <a:pt x="2" y="26"/>
                        </a:cubicBezTo>
                        <a:cubicBezTo>
                          <a:pt x="2" y="28"/>
                          <a:pt x="4" y="30"/>
                          <a:pt x="5" y="32"/>
                        </a:cubicBezTo>
                        <a:cubicBezTo>
                          <a:pt x="7" y="33"/>
                          <a:pt x="9" y="35"/>
                          <a:pt x="11" y="36"/>
                        </a:cubicBezTo>
                        <a:cubicBezTo>
                          <a:pt x="14" y="37"/>
                          <a:pt x="16" y="37"/>
                          <a:pt x="19" y="37"/>
                        </a:cubicBezTo>
                        <a:cubicBezTo>
                          <a:pt x="21" y="37"/>
                          <a:pt x="24" y="37"/>
                          <a:pt x="26" y="36"/>
                        </a:cubicBezTo>
                        <a:cubicBezTo>
                          <a:pt x="26" y="36"/>
                          <a:pt x="27" y="35"/>
                          <a:pt x="27" y="35"/>
                        </a:cubicBezTo>
                        <a:cubicBezTo>
                          <a:pt x="9" y="59"/>
                          <a:pt x="9" y="59"/>
                          <a:pt x="9" y="59"/>
                        </a:cubicBezTo>
                        <a:cubicBezTo>
                          <a:pt x="9" y="59"/>
                          <a:pt x="9" y="59"/>
                          <a:pt x="9" y="59"/>
                        </a:cubicBezTo>
                        <a:cubicBezTo>
                          <a:pt x="8" y="60"/>
                          <a:pt x="7" y="61"/>
                          <a:pt x="7" y="63"/>
                        </a:cubicBezTo>
                        <a:cubicBezTo>
                          <a:pt x="7" y="64"/>
                          <a:pt x="8" y="64"/>
                          <a:pt x="8" y="65"/>
                        </a:cubicBezTo>
                        <a:cubicBezTo>
                          <a:pt x="8" y="66"/>
                          <a:pt x="9" y="67"/>
                          <a:pt x="9" y="67"/>
                        </a:cubicBezTo>
                        <a:cubicBezTo>
                          <a:pt x="9" y="67"/>
                          <a:pt x="9" y="67"/>
                          <a:pt x="9" y="67"/>
                        </a:cubicBezTo>
                        <a:cubicBezTo>
                          <a:pt x="10" y="68"/>
                          <a:pt x="10" y="68"/>
                          <a:pt x="11" y="69"/>
                        </a:cubicBezTo>
                        <a:cubicBezTo>
                          <a:pt x="12" y="69"/>
                          <a:pt x="13" y="69"/>
                          <a:pt x="14" y="69"/>
                        </a:cubicBezTo>
                        <a:cubicBezTo>
                          <a:pt x="15" y="69"/>
                          <a:pt x="17" y="68"/>
                          <a:pt x="18" y="67"/>
                        </a:cubicBezTo>
                        <a:cubicBezTo>
                          <a:pt x="18" y="67"/>
                          <a:pt x="18" y="67"/>
                          <a:pt x="18" y="67"/>
                        </a:cubicBezTo>
                        <a:cubicBezTo>
                          <a:pt x="34" y="46"/>
                          <a:pt x="34" y="46"/>
                          <a:pt x="34" y="46"/>
                        </a:cubicBezTo>
                        <a:cubicBezTo>
                          <a:pt x="34" y="48"/>
                          <a:pt x="34" y="49"/>
                          <a:pt x="34" y="50"/>
                        </a:cubicBezTo>
                        <a:cubicBezTo>
                          <a:pt x="34" y="53"/>
                          <a:pt x="34" y="55"/>
                          <a:pt x="35" y="58"/>
                        </a:cubicBezTo>
                        <a:cubicBezTo>
                          <a:pt x="36" y="60"/>
                          <a:pt x="38" y="62"/>
                          <a:pt x="39" y="64"/>
                        </a:cubicBezTo>
                        <a:cubicBezTo>
                          <a:pt x="41" y="65"/>
                          <a:pt x="43" y="67"/>
                          <a:pt x="45" y="68"/>
                        </a:cubicBezTo>
                        <a:close/>
                        <a:moveTo>
                          <a:pt x="19" y="25"/>
                        </a:moveTo>
                        <a:cubicBezTo>
                          <a:pt x="18" y="25"/>
                          <a:pt x="17" y="25"/>
                          <a:pt x="16" y="24"/>
                        </a:cubicBezTo>
                        <a:cubicBezTo>
                          <a:pt x="15" y="24"/>
                          <a:pt x="15" y="23"/>
                          <a:pt x="14" y="23"/>
                        </a:cubicBezTo>
                        <a:cubicBezTo>
                          <a:pt x="14" y="22"/>
                          <a:pt x="13" y="22"/>
                          <a:pt x="13" y="21"/>
                        </a:cubicBezTo>
                        <a:cubicBezTo>
                          <a:pt x="13" y="20"/>
                          <a:pt x="13" y="20"/>
                          <a:pt x="13" y="19"/>
                        </a:cubicBezTo>
                        <a:cubicBezTo>
                          <a:pt x="13" y="18"/>
                          <a:pt x="13" y="17"/>
                          <a:pt x="13" y="16"/>
                        </a:cubicBezTo>
                        <a:cubicBezTo>
                          <a:pt x="13" y="16"/>
                          <a:pt x="14" y="15"/>
                          <a:pt x="14" y="14"/>
                        </a:cubicBezTo>
                        <a:cubicBezTo>
                          <a:pt x="15" y="14"/>
                          <a:pt x="16" y="13"/>
                          <a:pt x="16" y="13"/>
                        </a:cubicBezTo>
                        <a:cubicBezTo>
                          <a:pt x="17" y="13"/>
                          <a:pt x="18" y="13"/>
                          <a:pt x="19" y="13"/>
                        </a:cubicBezTo>
                        <a:cubicBezTo>
                          <a:pt x="19" y="13"/>
                          <a:pt x="20" y="13"/>
                          <a:pt x="21" y="13"/>
                        </a:cubicBezTo>
                        <a:cubicBezTo>
                          <a:pt x="22" y="13"/>
                          <a:pt x="22" y="14"/>
                          <a:pt x="23" y="14"/>
                        </a:cubicBezTo>
                        <a:cubicBezTo>
                          <a:pt x="23" y="15"/>
                          <a:pt x="24" y="16"/>
                          <a:pt x="24" y="16"/>
                        </a:cubicBezTo>
                        <a:cubicBezTo>
                          <a:pt x="25" y="17"/>
                          <a:pt x="25" y="18"/>
                          <a:pt x="25" y="19"/>
                        </a:cubicBezTo>
                        <a:cubicBezTo>
                          <a:pt x="25" y="20"/>
                          <a:pt x="25" y="20"/>
                          <a:pt x="24" y="21"/>
                        </a:cubicBezTo>
                        <a:cubicBezTo>
                          <a:pt x="24" y="22"/>
                          <a:pt x="23" y="22"/>
                          <a:pt x="23" y="23"/>
                        </a:cubicBezTo>
                        <a:cubicBezTo>
                          <a:pt x="22" y="23"/>
                          <a:pt x="22" y="24"/>
                          <a:pt x="21" y="24"/>
                        </a:cubicBezTo>
                        <a:cubicBezTo>
                          <a:pt x="20" y="25"/>
                          <a:pt x="19" y="25"/>
                          <a:pt x="19" y="25"/>
                        </a:cubicBezTo>
                        <a:close/>
                        <a:moveTo>
                          <a:pt x="52" y="44"/>
                        </a:moveTo>
                        <a:cubicBezTo>
                          <a:pt x="53" y="44"/>
                          <a:pt x="54" y="45"/>
                          <a:pt x="55" y="45"/>
                        </a:cubicBezTo>
                        <a:cubicBezTo>
                          <a:pt x="56" y="45"/>
                          <a:pt x="56" y="46"/>
                          <a:pt x="57" y="46"/>
                        </a:cubicBezTo>
                        <a:cubicBezTo>
                          <a:pt x="57" y="47"/>
                          <a:pt x="58" y="47"/>
                          <a:pt x="58" y="48"/>
                        </a:cubicBezTo>
                        <a:cubicBezTo>
                          <a:pt x="58" y="49"/>
                          <a:pt x="59" y="50"/>
                          <a:pt x="59" y="50"/>
                        </a:cubicBezTo>
                        <a:cubicBezTo>
                          <a:pt x="59" y="51"/>
                          <a:pt x="58" y="52"/>
                          <a:pt x="58" y="53"/>
                        </a:cubicBezTo>
                        <a:cubicBezTo>
                          <a:pt x="58" y="53"/>
                          <a:pt x="58" y="53"/>
                          <a:pt x="58" y="53"/>
                        </a:cubicBezTo>
                        <a:cubicBezTo>
                          <a:pt x="58" y="54"/>
                          <a:pt x="57" y="54"/>
                          <a:pt x="57" y="55"/>
                        </a:cubicBezTo>
                        <a:cubicBezTo>
                          <a:pt x="56" y="55"/>
                          <a:pt x="56" y="56"/>
                          <a:pt x="55" y="56"/>
                        </a:cubicBezTo>
                        <a:cubicBezTo>
                          <a:pt x="54" y="56"/>
                          <a:pt x="53" y="57"/>
                          <a:pt x="52" y="57"/>
                        </a:cubicBezTo>
                        <a:cubicBezTo>
                          <a:pt x="52" y="57"/>
                          <a:pt x="51" y="56"/>
                          <a:pt x="50" y="56"/>
                        </a:cubicBezTo>
                        <a:cubicBezTo>
                          <a:pt x="49" y="56"/>
                          <a:pt x="49" y="55"/>
                          <a:pt x="48" y="55"/>
                        </a:cubicBezTo>
                        <a:cubicBezTo>
                          <a:pt x="48" y="54"/>
                          <a:pt x="47" y="54"/>
                          <a:pt x="47" y="53"/>
                        </a:cubicBezTo>
                        <a:cubicBezTo>
                          <a:pt x="47" y="53"/>
                          <a:pt x="47" y="53"/>
                          <a:pt x="47" y="53"/>
                        </a:cubicBezTo>
                        <a:cubicBezTo>
                          <a:pt x="47" y="52"/>
                          <a:pt x="46" y="51"/>
                          <a:pt x="46" y="50"/>
                        </a:cubicBezTo>
                        <a:cubicBezTo>
                          <a:pt x="46" y="50"/>
                          <a:pt x="47" y="49"/>
                          <a:pt x="47" y="48"/>
                        </a:cubicBezTo>
                        <a:cubicBezTo>
                          <a:pt x="47" y="47"/>
                          <a:pt x="48" y="47"/>
                          <a:pt x="48" y="46"/>
                        </a:cubicBezTo>
                        <a:cubicBezTo>
                          <a:pt x="48" y="46"/>
                          <a:pt x="48" y="46"/>
                          <a:pt x="48" y="46"/>
                        </a:cubicBezTo>
                        <a:cubicBezTo>
                          <a:pt x="49" y="46"/>
                          <a:pt x="49" y="45"/>
                          <a:pt x="50" y="45"/>
                        </a:cubicBezTo>
                        <a:cubicBezTo>
                          <a:pt x="51" y="45"/>
                          <a:pt x="52" y="44"/>
                          <a:pt x="52" y="4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8" name="Freeform 453">
                    <a:extLst>
                      <a:ext uri="{FF2B5EF4-FFF2-40B4-BE49-F238E27FC236}">
                        <a16:creationId xmlns:a16="http://schemas.microsoft.com/office/drawing/2014/main" id="{D1DEC48D-3085-49C5-B1DB-995D2A7866A9}"/>
                      </a:ext>
                    </a:extLst>
                  </p:cNvPr>
                  <p:cNvSpPr>
                    <a:spLocks noEditPoints="1"/>
                  </p:cNvSpPr>
                  <p:nvPr/>
                </p:nvSpPr>
                <p:spPr bwMode="auto">
                  <a:xfrm>
                    <a:off x="4039917" y="4997240"/>
                    <a:ext cx="67438" cy="66475"/>
                  </a:xfrm>
                  <a:custGeom>
                    <a:avLst/>
                    <a:gdLst>
                      <a:gd name="T0" fmla="*/ 2147483646 w 71"/>
                      <a:gd name="T1" fmla="*/ 2147483646 h 69"/>
                      <a:gd name="T2" fmla="*/ 2147483646 w 71"/>
                      <a:gd name="T3" fmla="*/ 2147483646 h 69"/>
                      <a:gd name="T4" fmla="*/ 2147483646 w 71"/>
                      <a:gd name="T5" fmla="*/ 2147483646 h 69"/>
                      <a:gd name="T6" fmla="*/ 2147483646 w 71"/>
                      <a:gd name="T7" fmla="*/ 2147483646 h 69"/>
                      <a:gd name="T8" fmla="*/ 2147483646 w 71"/>
                      <a:gd name="T9" fmla="*/ 2147483646 h 69"/>
                      <a:gd name="T10" fmla="*/ 2147483646 w 71"/>
                      <a:gd name="T11" fmla="*/ 2147483646 h 69"/>
                      <a:gd name="T12" fmla="*/ 2147483646 w 71"/>
                      <a:gd name="T13" fmla="*/ 0 h 69"/>
                      <a:gd name="T14" fmla="*/ 2147483646 w 71"/>
                      <a:gd name="T15" fmla="*/ 2147483646 h 69"/>
                      <a:gd name="T16" fmla="*/ 2147483646 w 71"/>
                      <a:gd name="T17" fmla="*/ 2147483646 h 69"/>
                      <a:gd name="T18" fmla="*/ 2147483646 w 71"/>
                      <a:gd name="T19" fmla="*/ 2147483646 h 69"/>
                      <a:gd name="T20" fmla="*/ 2147483646 w 71"/>
                      <a:gd name="T21" fmla="*/ 0 h 69"/>
                      <a:gd name="T22" fmla="*/ 2147483646 w 71"/>
                      <a:gd name="T23" fmla="*/ 2147483646 h 69"/>
                      <a:gd name="T24" fmla="*/ 0 w 71"/>
                      <a:gd name="T25" fmla="*/ 2147483646 h 69"/>
                      <a:gd name="T26" fmla="*/ 2147483646 w 71"/>
                      <a:gd name="T27" fmla="*/ 2147483646 h 69"/>
                      <a:gd name="T28" fmla="*/ 2147483646 w 71"/>
                      <a:gd name="T29" fmla="*/ 2147483646 h 69"/>
                      <a:gd name="T30" fmla="*/ 2147483646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2147483646 h 69"/>
                      <a:gd name="T42" fmla="*/ 2147483646 w 71"/>
                      <a:gd name="T43" fmla="*/ 2147483646 h 69"/>
                      <a:gd name="T44" fmla="*/ 2147483646 w 71"/>
                      <a:gd name="T45" fmla="*/ 2147483646 h 69"/>
                      <a:gd name="T46" fmla="*/ 2147483646 w 71"/>
                      <a:gd name="T47" fmla="*/ 2147483646 h 69"/>
                      <a:gd name="T48" fmla="*/ 2147483646 w 71"/>
                      <a:gd name="T49" fmla="*/ 2147483646 h 69"/>
                      <a:gd name="T50" fmla="*/ 2147483646 w 71"/>
                      <a:gd name="T51" fmla="*/ 2147483646 h 69"/>
                      <a:gd name="T52" fmla="*/ 2147483646 w 71"/>
                      <a:gd name="T53" fmla="*/ 2147483646 h 69"/>
                      <a:gd name="T54" fmla="*/ 2147483646 w 71"/>
                      <a:gd name="T55" fmla="*/ 2147483646 h 69"/>
                      <a:gd name="T56" fmla="*/ 2147483646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2147483646 w 71"/>
                      <a:gd name="T87" fmla="*/ 2147483646 h 69"/>
                      <a:gd name="T88" fmla="*/ 2147483646 w 71"/>
                      <a:gd name="T89" fmla="*/ 2147483646 h 69"/>
                      <a:gd name="T90" fmla="*/ 2147483646 w 71"/>
                      <a:gd name="T91" fmla="*/ 2147483646 h 69"/>
                      <a:gd name="T92" fmla="*/ 2147483646 w 71"/>
                      <a:gd name="T93" fmla="*/ 2147483646 h 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1" h="69">
                        <a:moveTo>
                          <a:pt x="65" y="37"/>
                        </a:moveTo>
                        <a:cubicBezTo>
                          <a:pt x="64" y="36"/>
                          <a:pt x="62" y="34"/>
                          <a:pt x="59" y="33"/>
                        </a:cubicBezTo>
                        <a:cubicBezTo>
                          <a:pt x="57" y="32"/>
                          <a:pt x="55" y="32"/>
                          <a:pt x="52" y="32"/>
                        </a:cubicBezTo>
                        <a:cubicBezTo>
                          <a:pt x="50" y="32"/>
                          <a:pt x="47" y="32"/>
                          <a:pt x="45" y="33"/>
                        </a:cubicBezTo>
                        <a:cubicBezTo>
                          <a:pt x="45" y="34"/>
                          <a:pt x="44" y="34"/>
                          <a:pt x="44" y="34"/>
                        </a:cubicBezTo>
                        <a:cubicBezTo>
                          <a:pt x="62" y="10"/>
                          <a:pt x="62" y="10"/>
                          <a:pt x="62" y="10"/>
                        </a:cubicBezTo>
                        <a:cubicBezTo>
                          <a:pt x="63" y="9"/>
                          <a:pt x="64" y="8"/>
                          <a:pt x="64" y="6"/>
                        </a:cubicBezTo>
                        <a:cubicBezTo>
                          <a:pt x="64" y="5"/>
                          <a:pt x="64" y="5"/>
                          <a:pt x="63" y="4"/>
                        </a:cubicBezTo>
                        <a:cubicBezTo>
                          <a:pt x="63" y="3"/>
                          <a:pt x="62" y="2"/>
                          <a:pt x="62" y="2"/>
                        </a:cubicBezTo>
                        <a:cubicBezTo>
                          <a:pt x="62" y="2"/>
                          <a:pt x="62" y="2"/>
                          <a:pt x="62" y="2"/>
                        </a:cubicBezTo>
                        <a:cubicBezTo>
                          <a:pt x="62" y="2"/>
                          <a:pt x="62" y="2"/>
                          <a:pt x="62" y="2"/>
                        </a:cubicBezTo>
                        <a:cubicBezTo>
                          <a:pt x="61" y="1"/>
                          <a:pt x="61" y="1"/>
                          <a:pt x="60" y="1"/>
                        </a:cubicBezTo>
                        <a:cubicBezTo>
                          <a:pt x="60" y="1"/>
                          <a:pt x="60" y="1"/>
                          <a:pt x="60" y="1"/>
                        </a:cubicBezTo>
                        <a:cubicBezTo>
                          <a:pt x="59" y="0"/>
                          <a:pt x="58" y="0"/>
                          <a:pt x="57" y="0"/>
                        </a:cubicBezTo>
                        <a:cubicBezTo>
                          <a:pt x="56" y="0"/>
                          <a:pt x="54" y="1"/>
                          <a:pt x="53" y="2"/>
                        </a:cubicBezTo>
                        <a:cubicBezTo>
                          <a:pt x="52" y="2"/>
                          <a:pt x="52" y="2"/>
                          <a:pt x="52" y="2"/>
                        </a:cubicBezTo>
                        <a:cubicBezTo>
                          <a:pt x="36" y="23"/>
                          <a:pt x="36" y="23"/>
                          <a:pt x="36" y="23"/>
                        </a:cubicBezTo>
                        <a:cubicBezTo>
                          <a:pt x="37" y="22"/>
                          <a:pt x="37" y="20"/>
                          <a:pt x="37" y="19"/>
                        </a:cubicBezTo>
                        <a:cubicBezTo>
                          <a:pt x="37" y="16"/>
                          <a:pt x="37" y="14"/>
                          <a:pt x="36" y="12"/>
                        </a:cubicBezTo>
                        <a:cubicBezTo>
                          <a:pt x="35" y="9"/>
                          <a:pt x="33" y="7"/>
                          <a:pt x="32" y="6"/>
                        </a:cubicBezTo>
                        <a:cubicBezTo>
                          <a:pt x="30" y="4"/>
                          <a:pt x="28" y="3"/>
                          <a:pt x="26" y="2"/>
                        </a:cubicBezTo>
                        <a:cubicBezTo>
                          <a:pt x="23" y="1"/>
                          <a:pt x="21" y="0"/>
                          <a:pt x="18" y="0"/>
                        </a:cubicBezTo>
                        <a:cubicBezTo>
                          <a:pt x="16" y="0"/>
                          <a:pt x="13" y="1"/>
                          <a:pt x="11" y="2"/>
                        </a:cubicBezTo>
                        <a:cubicBezTo>
                          <a:pt x="9" y="3"/>
                          <a:pt x="7" y="4"/>
                          <a:pt x="5" y="6"/>
                        </a:cubicBezTo>
                        <a:cubicBezTo>
                          <a:pt x="4" y="7"/>
                          <a:pt x="2" y="9"/>
                          <a:pt x="1" y="12"/>
                        </a:cubicBezTo>
                        <a:cubicBezTo>
                          <a:pt x="0" y="14"/>
                          <a:pt x="0" y="16"/>
                          <a:pt x="0" y="19"/>
                        </a:cubicBezTo>
                        <a:cubicBezTo>
                          <a:pt x="0" y="21"/>
                          <a:pt x="0" y="24"/>
                          <a:pt x="1" y="26"/>
                        </a:cubicBezTo>
                        <a:cubicBezTo>
                          <a:pt x="2" y="28"/>
                          <a:pt x="4" y="30"/>
                          <a:pt x="5" y="32"/>
                        </a:cubicBezTo>
                        <a:cubicBezTo>
                          <a:pt x="7" y="33"/>
                          <a:pt x="9" y="35"/>
                          <a:pt x="11" y="36"/>
                        </a:cubicBezTo>
                        <a:cubicBezTo>
                          <a:pt x="11" y="36"/>
                          <a:pt x="11" y="36"/>
                          <a:pt x="11" y="36"/>
                        </a:cubicBezTo>
                        <a:cubicBezTo>
                          <a:pt x="13" y="37"/>
                          <a:pt x="16" y="37"/>
                          <a:pt x="18" y="37"/>
                        </a:cubicBezTo>
                        <a:cubicBezTo>
                          <a:pt x="21" y="37"/>
                          <a:pt x="23" y="37"/>
                          <a:pt x="26" y="36"/>
                        </a:cubicBezTo>
                        <a:cubicBezTo>
                          <a:pt x="26" y="36"/>
                          <a:pt x="26" y="36"/>
                          <a:pt x="26" y="36"/>
                        </a:cubicBezTo>
                        <a:cubicBezTo>
                          <a:pt x="26" y="36"/>
                          <a:pt x="27" y="35"/>
                          <a:pt x="27" y="35"/>
                        </a:cubicBezTo>
                        <a:cubicBezTo>
                          <a:pt x="9" y="59"/>
                          <a:pt x="9" y="59"/>
                          <a:pt x="9" y="59"/>
                        </a:cubicBezTo>
                        <a:cubicBezTo>
                          <a:pt x="9" y="59"/>
                          <a:pt x="9" y="59"/>
                          <a:pt x="9" y="59"/>
                        </a:cubicBezTo>
                        <a:cubicBezTo>
                          <a:pt x="8" y="60"/>
                          <a:pt x="7" y="61"/>
                          <a:pt x="7" y="63"/>
                        </a:cubicBezTo>
                        <a:cubicBezTo>
                          <a:pt x="7" y="64"/>
                          <a:pt x="7" y="64"/>
                          <a:pt x="8" y="65"/>
                        </a:cubicBezTo>
                        <a:cubicBezTo>
                          <a:pt x="8" y="66"/>
                          <a:pt x="8" y="67"/>
                          <a:pt x="9" y="67"/>
                        </a:cubicBezTo>
                        <a:cubicBezTo>
                          <a:pt x="10" y="68"/>
                          <a:pt x="10" y="68"/>
                          <a:pt x="11" y="69"/>
                        </a:cubicBezTo>
                        <a:cubicBezTo>
                          <a:pt x="12" y="69"/>
                          <a:pt x="13" y="69"/>
                          <a:pt x="13" y="69"/>
                        </a:cubicBezTo>
                        <a:cubicBezTo>
                          <a:pt x="15" y="69"/>
                          <a:pt x="17" y="68"/>
                          <a:pt x="18" y="67"/>
                        </a:cubicBezTo>
                        <a:cubicBezTo>
                          <a:pt x="18" y="67"/>
                          <a:pt x="18" y="67"/>
                          <a:pt x="18" y="67"/>
                        </a:cubicBezTo>
                        <a:cubicBezTo>
                          <a:pt x="34" y="46"/>
                          <a:pt x="34" y="46"/>
                          <a:pt x="34" y="46"/>
                        </a:cubicBezTo>
                        <a:cubicBezTo>
                          <a:pt x="34" y="48"/>
                          <a:pt x="34" y="49"/>
                          <a:pt x="34" y="50"/>
                        </a:cubicBezTo>
                        <a:cubicBezTo>
                          <a:pt x="34" y="53"/>
                          <a:pt x="34" y="55"/>
                          <a:pt x="35" y="58"/>
                        </a:cubicBezTo>
                        <a:cubicBezTo>
                          <a:pt x="36" y="60"/>
                          <a:pt x="38" y="62"/>
                          <a:pt x="39" y="64"/>
                        </a:cubicBezTo>
                        <a:cubicBezTo>
                          <a:pt x="41" y="65"/>
                          <a:pt x="43" y="67"/>
                          <a:pt x="45" y="68"/>
                        </a:cubicBezTo>
                        <a:cubicBezTo>
                          <a:pt x="47" y="69"/>
                          <a:pt x="50" y="69"/>
                          <a:pt x="52" y="69"/>
                        </a:cubicBezTo>
                        <a:cubicBezTo>
                          <a:pt x="55" y="69"/>
                          <a:pt x="57" y="69"/>
                          <a:pt x="59" y="68"/>
                        </a:cubicBezTo>
                        <a:cubicBezTo>
                          <a:pt x="62" y="67"/>
                          <a:pt x="64" y="65"/>
                          <a:pt x="65" y="64"/>
                        </a:cubicBezTo>
                        <a:cubicBezTo>
                          <a:pt x="67" y="62"/>
                          <a:pt x="68" y="60"/>
                          <a:pt x="69" y="58"/>
                        </a:cubicBezTo>
                        <a:cubicBezTo>
                          <a:pt x="70" y="55"/>
                          <a:pt x="71" y="53"/>
                          <a:pt x="71" y="50"/>
                        </a:cubicBezTo>
                        <a:cubicBezTo>
                          <a:pt x="71" y="48"/>
                          <a:pt x="70" y="45"/>
                          <a:pt x="69" y="43"/>
                        </a:cubicBezTo>
                        <a:cubicBezTo>
                          <a:pt x="68" y="41"/>
                          <a:pt x="67" y="39"/>
                          <a:pt x="65" y="37"/>
                        </a:cubicBezTo>
                        <a:close/>
                        <a:moveTo>
                          <a:pt x="21" y="24"/>
                        </a:moveTo>
                        <a:cubicBezTo>
                          <a:pt x="20" y="25"/>
                          <a:pt x="19" y="25"/>
                          <a:pt x="18" y="25"/>
                        </a:cubicBezTo>
                        <a:cubicBezTo>
                          <a:pt x="18" y="25"/>
                          <a:pt x="17" y="25"/>
                          <a:pt x="16" y="24"/>
                        </a:cubicBezTo>
                        <a:cubicBezTo>
                          <a:pt x="16" y="24"/>
                          <a:pt x="16" y="24"/>
                          <a:pt x="16" y="24"/>
                        </a:cubicBezTo>
                        <a:cubicBezTo>
                          <a:pt x="15" y="24"/>
                          <a:pt x="15" y="24"/>
                          <a:pt x="14" y="23"/>
                        </a:cubicBezTo>
                        <a:cubicBezTo>
                          <a:pt x="14" y="22"/>
                          <a:pt x="13" y="22"/>
                          <a:pt x="13" y="21"/>
                        </a:cubicBezTo>
                        <a:cubicBezTo>
                          <a:pt x="13" y="20"/>
                          <a:pt x="12" y="20"/>
                          <a:pt x="12" y="19"/>
                        </a:cubicBezTo>
                        <a:cubicBezTo>
                          <a:pt x="12" y="18"/>
                          <a:pt x="13" y="17"/>
                          <a:pt x="13" y="16"/>
                        </a:cubicBezTo>
                        <a:cubicBezTo>
                          <a:pt x="13" y="16"/>
                          <a:pt x="14" y="15"/>
                          <a:pt x="14" y="14"/>
                        </a:cubicBezTo>
                        <a:cubicBezTo>
                          <a:pt x="15" y="14"/>
                          <a:pt x="15" y="13"/>
                          <a:pt x="16" y="13"/>
                        </a:cubicBezTo>
                        <a:cubicBezTo>
                          <a:pt x="17" y="13"/>
                          <a:pt x="18" y="13"/>
                          <a:pt x="18" y="13"/>
                        </a:cubicBezTo>
                        <a:cubicBezTo>
                          <a:pt x="19" y="13"/>
                          <a:pt x="20" y="13"/>
                          <a:pt x="21" y="13"/>
                        </a:cubicBezTo>
                        <a:cubicBezTo>
                          <a:pt x="22" y="13"/>
                          <a:pt x="22" y="14"/>
                          <a:pt x="23" y="14"/>
                        </a:cubicBezTo>
                        <a:cubicBezTo>
                          <a:pt x="23" y="15"/>
                          <a:pt x="24" y="16"/>
                          <a:pt x="24" y="16"/>
                        </a:cubicBezTo>
                        <a:cubicBezTo>
                          <a:pt x="24" y="17"/>
                          <a:pt x="25" y="18"/>
                          <a:pt x="25" y="19"/>
                        </a:cubicBezTo>
                        <a:cubicBezTo>
                          <a:pt x="25" y="20"/>
                          <a:pt x="24" y="20"/>
                          <a:pt x="24" y="21"/>
                        </a:cubicBezTo>
                        <a:cubicBezTo>
                          <a:pt x="24" y="22"/>
                          <a:pt x="23" y="22"/>
                          <a:pt x="23" y="23"/>
                        </a:cubicBezTo>
                        <a:cubicBezTo>
                          <a:pt x="22" y="24"/>
                          <a:pt x="22" y="24"/>
                          <a:pt x="21" y="24"/>
                        </a:cubicBezTo>
                        <a:close/>
                        <a:moveTo>
                          <a:pt x="57" y="55"/>
                        </a:moveTo>
                        <a:cubicBezTo>
                          <a:pt x="56" y="55"/>
                          <a:pt x="55" y="56"/>
                          <a:pt x="55" y="56"/>
                        </a:cubicBezTo>
                        <a:cubicBezTo>
                          <a:pt x="55" y="56"/>
                          <a:pt x="55" y="56"/>
                          <a:pt x="55" y="56"/>
                        </a:cubicBezTo>
                        <a:cubicBezTo>
                          <a:pt x="54" y="56"/>
                          <a:pt x="53" y="57"/>
                          <a:pt x="52" y="57"/>
                        </a:cubicBezTo>
                        <a:cubicBezTo>
                          <a:pt x="51" y="57"/>
                          <a:pt x="51" y="56"/>
                          <a:pt x="50" y="56"/>
                        </a:cubicBezTo>
                        <a:cubicBezTo>
                          <a:pt x="49" y="56"/>
                          <a:pt x="49" y="55"/>
                          <a:pt x="48" y="55"/>
                        </a:cubicBezTo>
                        <a:cubicBezTo>
                          <a:pt x="47" y="54"/>
                          <a:pt x="47" y="54"/>
                          <a:pt x="47" y="53"/>
                        </a:cubicBezTo>
                        <a:cubicBezTo>
                          <a:pt x="46" y="52"/>
                          <a:pt x="46" y="51"/>
                          <a:pt x="46" y="50"/>
                        </a:cubicBezTo>
                        <a:cubicBezTo>
                          <a:pt x="46" y="50"/>
                          <a:pt x="46" y="49"/>
                          <a:pt x="47" y="48"/>
                        </a:cubicBezTo>
                        <a:cubicBezTo>
                          <a:pt x="47" y="47"/>
                          <a:pt x="47" y="47"/>
                          <a:pt x="48" y="46"/>
                        </a:cubicBezTo>
                        <a:cubicBezTo>
                          <a:pt x="49" y="46"/>
                          <a:pt x="49" y="45"/>
                          <a:pt x="50" y="45"/>
                        </a:cubicBezTo>
                        <a:cubicBezTo>
                          <a:pt x="50" y="45"/>
                          <a:pt x="50" y="45"/>
                          <a:pt x="50" y="45"/>
                        </a:cubicBezTo>
                        <a:cubicBezTo>
                          <a:pt x="50" y="45"/>
                          <a:pt x="50" y="45"/>
                          <a:pt x="50" y="45"/>
                        </a:cubicBezTo>
                        <a:cubicBezTo>
                          <a:pt x="51" y="45"/>
                          <a:pt x="51" y="44"/>
                          <a:pt x="52" y="44"/>
                        </a:cubicBezTo>
                        <a:cubicBezTo>
                          <a:pt x="53" y="44"/>
                          <a:pt x="54" y="45"/>
                          <a:pt x="55" y="45"/>
                        </a:cubicBezTo>
                        <a:cubicBezTo>
                          <a:pt x="55" y="45"/>
                          <a:pt x="55" y="45"/>
                          <a:pt x="55" y="45"/>
                        </a:cubicBezTo>
                        <a:cubicBezTo>
                          <a:pt x="55" y="45"/>
                          <a:pt x="56" y="46"/>
                          <a:pt x="57" y="46"/>
                        </a:cubicBezTo>
                        <a:cubicBezTo>
                          <a:pt x="57" y="47"/>
                          <a:pt x="58" y="47"/>
                          <a:pt x="58" y="48"/>
                        </a:cubicBezTo>
                        <a:cubicBezTo>
                          <a:pt x="58" y="49"/>
                          <a:pt x="58" y="50"/>
                          <a:pt x="58" y="50"/>
                        </a:cubicBezTo>
                        <a:cubicBezTo>
                          <a:pt x="58" y="51"/>
                          <a:pt x="58" y="52"/>
                          <a:pt x="58" y="53"/>
                        </a:cubicBezTo>
                        <a:cubicBezTo>
                          <a:pt x="58" y="54"/>
                          <a:pt x="57" y="54"/>
                          <a:pt x="57" y="5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99" name="Freeform 454">
                    <a:extLst>
                      <a:ext uri="{FF2B5EF4-FFF2-40B4-BE49-F238E27FC236}">
                        <a16:creationId xmlns:a16="http://schemas.microsoft.com/office/drawing/2014/main" id="{AE47E4E6-9CC4-4E39-B880-DDD089D43D6E}"/>
                      </a:ext>
                    </a:extLst>
                  </p:cNvPr>
                  <p:cNvSpPr>
                    <a:spLocks noEditPoints="1"/>
                  </p:cNvSpPr>
                  <p:nvPr/>
                </p:nvSpPr>
                <p:spPr bwMode="auto">
                  <a:xfrm>
                    <a:off x="3970552" y="4365248"/>
                    <a:ext cx="68402" cy="66475"/>
                  </a:xfrm>
                  <a:custGeom>
                    <a:avLst/>
                    <a:gdLst>
                      <a:gd name="T0" fmla="*/ 2147483646 w 71"/>
                      <a:gd name="T1" fmla="*/ 2147483646 h 69"/>
                      <a:gd name="T2" fmla="*/ 2147483646 w 71"/>
                      <a:gd name="T3" fmla="*/ 2147483646 h 69"/>
                      <a:gd name="T4" fmla="*/ 2147483646 w 71"/>
                      <a:gd name="T5" fmla="*/ 2147483646 h 69"/>
                      <a:gd name="T6" fmla="*/ 2147483646 w 71"/>
                      <a:gd name="T7" fmla="*/ 2147483646 h 69"/>
                      <a:gd name="T8" fmla="*/ 2147483646 w 71"/>
                      <a:gd name="T9" fmla="*/ 2147483646 h 69"/>
                      <a:gd name="T10" fmla="*/ 2147483646 w 71"/>
                      <a:gd name="T11" fmla="*/ 2147483646 h 69"/>
                      <a:gd name="T12" fmla="*/ 2147483646 w 71"/>
                      <a:gd name="T13" fmla="*/ 2147483646 h 69"/>
                      <a:gd name="T14" fmla="*/ 2147483646 w 71"/>
                      <a:gd name="T15" fmla="*/ 2147483646 h 69"/>
                      <a:gd name="T16" fmla="*/ 2147483646 w 71"/>
                      <a:gd name="T17" fmla="*/ 2147483646 h 69"/>
                      <a:gd name="T18" fmla="*/ 2147483646 w 71"/>
                      <a:gd name="T19" fmla="*/ 2147483646 h 69"/>
                      <a:gd name="T20" fmla="*/ 2147483646 w 71"/>
                      <a:gd name="T21" fmla="*/ 2147483646 h 69"/>
                      <a:gd name="T22" fmla="*/ 2147483646 w 71"/>
                      <a:gd name="T23" fmla="*/ 2147483646 h 69"/>
                      <a:gd name="T24" fmla="*/ 2147483646 w 71"/>
                      <a:gd name="T25" fmla="*/ 2147483646 h 69"/>
                      <a:gd name="T26" fmla="*/ 2147483646 w 71"/>
                      <a:gd name="T27" fmla="*/ 2147483646 h 69"/>
                      <a:gd name="T28" fmla="*/ 2147483646 w 71"/>
                      <a:gd name="T29" fmla="*/ 2147483646 h 69"/>
                      <a:gd name="T30" fmla="*/ 2147483646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0 h 69"/>
                      <a:gd name="T42" fmla="*/ 2147483646 w 71"/>
                      <a:gd name="T43" fmla="*/ 0 h 69"/>
                      <a:gd name="T44" fmla="*/ 2147483646 w 71"/>
                      <a:gd name="T45" fmla="*/ 0 h 69"/>
                      <a:gd name="T46" fmla="*/ 2147483646 w 71"/>
                      <a:gd name="T47" fmla="*/ 2147483646 h 69"/>
                      <a:gd name="T48" fmla="*/ 2147483646 w 71"/>
                      <a:gd name="T49" fmla="*/ 2147483646 h 69"/>
                      <a:gd name="T50" fmla="*/ 2147483646 w 71"/>
                      <a:gd name="T51" fmla="*/ 2147483646 h 69"/>
                      <a:gd name="T52" fmla="*/ 2147483646 w 71"/>
                      <a:gd name="T53" fmla="*/ 0 h 69"/>
                      <a:gd name="T54" fmla="*/ 2147483646 w 71"/>
                      <a:gd name="T55" fmla="*/ 2147483646 h 69"/>
                      <a:gd name="T56" fmla="*/ 0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2147483646 w 71"/>
                      <a:gd name="T87" fmla="*/ 2147483646 h 69"/>
                      <a:gd name="T88" fmla="*/ 2147483646 w 71"/>
                      <a:gd name="T89" fmla="*/ 2147483646 h 69"/>
                      <a:gd name="T90" fmla="*/ 2147483646 w 71"/>
                      <a:gd name="T91" fmla="*/ 2147483646 h 69"/>
                      <a:gd name="T92" fmla="*/ 2147483646 w 71"/>
                      <a:gd name="T93" fmla="*/ 2147483646 h 69"/>
                      <a:gd name="T94" fmla="*/ 2147483646 w 71"/>
                      <a:gd name="T95" fmla="*/ 2147483646 h 69"/>
                      <a:gd name="T96" fmla="*/ 2147483646 w 71"/>
                      <a:gd name="T97" fmla="*/ 2147483646 h 6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1" h="69">
                        <a:moveTo>
                          <a:pt x="5" y="32"/>
                        </a:moveTo>
                        <a:cubicBezTo>
                          <a:pt x="7" y="33"/>
                          <a:pt x="9" y="35"/>
                          <a:pt x="11" y="36"/>
                        </a:cubicBezTo>
                        <a:cubicBezTo>
                          <a:pt x="13" y="37"/>
                          <a:pt x="16" y="37"/>
                          <a:pt x="18" y="37"/>
                        </a:cubicBezTo>
                        <a:cubicBezTo>
                          <a:pt x="21" y="37"/>
                          <a:pt x="23" y="37"/>
                          <a:pt x="26" y="36"/>
                        </a:cubicBezTo>
                        <a:cubicBezTo>
                          <a:pt x="26" y="35"/>
                          <a:pt x="27" y="35"/>
                          <a:pt x="27" y="35"/>
                        </a:cubicBezTo>
                        <a:cubicBezTo>
                          <a:pt x="9" y="59"/>
                          <a:pt x="9" y="59"/>
                          <a:pt x="9" y="59"/>
                        </a:cubicBezTo>
                        <a:cubicBezTo>
                          <a:pt x="9" y="59"/>
                          <a:pt x="9" y="59"/>
                          <a:pt x="9" y="59"/>
                        </a:cubicBezTo>
                        <a:cubicBezTo>
                          <a:pt x="8" y="60"/>
                          <a:pt x="7" y="61"/>
                          <a:pt x="7" y="63"/>
                        </a:cubicBezTo>
                        <a:cubicBezTo>
                          <a:pt x="7" y="64"/>
                          <a:pt x="7" y="64"/>
                          <a:pt x="8" y="65"/>
                        </a:cubicBezTo>
                        <a:cubicBezTo>
                          <a:pt x="8" y="66"/>
                          <a:pt x="8" y="67"/>
                          <a:pt x="9" y="67"/>
                        </a:cubicBezTo>
                        <a:cubicBezTo>
                          <a:pt x="9" y="67"/>
                          <a:pt x="9" y="67"/>
                          <a:pt x="9" y="67"/>
                        </a:cubicBezTo>
                        <a:cubicBezTo>
                          <a:pt x="10" y="68"/>
                          <a:pt x="10" y="68"/>
                          <a:pt x="11" y="69"/>
                        </a:cubicBezTo>
                        <a:cubicBezTo>
                          <a:pt x="12" y="69"/>
                          <a:pt x="13" y="69"/>
                          <a:pt x="13" y="69"/>
                        </a:cubicBezTo>
                        <a:cubicBezTo>
                          <a:pt x="15" y="69"/>
                          <a:pt x="17" y="68"/>
                          <a:pt x="18" y="67"/>
                        </a:cubicBezTo>
                        <a:cubicBezTo>
                          <a:pt x="18" y="67"/>
                          <a:pt x="18" y="67"/>
                          <a:pt x="18" y="67"/>
                        </a:cubicBezTo>
                        <a:cubicBezTo>
                          <a:pt x="34" y="46"/>
                          <a:pt x="34" y="46"/>
                          <a:pt x="34" y="46"/>
                        </a:cubicBezTo>
                        <a:cubicBezTo>
                          <a:pt x="34" y="48"/>
                          <a:pt x="34" y="49"/>
                          <a:pt x="34" y="50"/>
                        </a:cubicBezTo>
                        <a:cubicBezTo>
                          <a:pt x="34" y="53"/>
                          <a:pt x="34" y="55"/>
                          <a:pt x="35" y="58"/>
                        </a:cubicBezTo>
                        <a:cubicBezTo>
                          <a:pt x="36" y="60"/>
                          <a:pt x="37" y="62"/>
                          <a:pt x="39" y="63"/>
                        </a:cubicBezTo>
                        <a:cubicBezTo>
                          <a:pt x="39" y="63"/>
                          <a:pt x="39" y="63"/>
                          <a:pt x="39" y="63"/>
                        </a:cubicBezTo>
                        <a:cubicBezTo>
                          <a:pt x="41" y="65"/>
                          <a:pt x="43" y="67"/>
                          <a:pt x="45" y="67"/>
                        </a:cubicBezTo>
                        <a:cubicBezTo>
                          <a:pt x="47" y="68"/>
                          <a:pt x="50" y="69"/>
                          <a:pt x="52" y="69"/>
                        </a:cubicBezTo>
                        <a:cubicBezTo>
                          <a:pt x="55" y="69"/>
                          <a:pt x="57" y="68"/>
                          <a:pt x="59" y="68"/>
                        </a:cubicBezTo>
                        <a:cubicBezTo>
                          <a:pt x="62" y="67"/>
                          <a:pt x="64" y="65"/>
                          <a:pt x="65" y="64"/>
                        </a:cubicBezTo>
                        <a:cubicBezTo>
                          <a:pt x="67" y="62"/>
                          <a:pt x="68" y="60"/>
                          <a:pt x="69" y="58"/>
                        </a:cubicBezTo>
                        <a:cubicBezTo>
                          <a:pt x="70" y="55"/>
                          <a:pt x="71" y="53"/>
                          <a:pt x="71" y="50"/>
                        </a:cubicBezTo>
                        <a:cubicBezTo>
                          <a:pt x="71" y="48"/>
                          <a:pt x="70" y="45"/>
                          <a:pt x="69" y="43"/>
                        </a:cubicBezTo>
                        <a:cubicBezTo>
                          <a:pt x="68" y="41"/>
                          <a:pt x="67" y="39"/>
                          <a:pt x="65" y="37"/>
                        </a:cubicBezTo>
                        <a:cubicBezTo>
                          <a:pt x="64" y="36"/>
                          <a:pt x="62" y="34"/>
                          <a:pt x="59" y="33"/>
                        </a:cubicBezTo>
                        <a:cubicBezTo>
                          <a:pt x="57" y="32"/>
                          <a:pt x="55" y="32"/>
                          <a:pt x="52" y="32"/>
                        </a:cubicBezTo>
                        <a:cubicBezTo>
                          <a:pt x="50" y="32"/>
                          <a:pt x="47" y="32"/>
                          <a:pt x="45" y="33"/>
                        </a:cubicBezTo>
                        <a:cubicBezTo>
                          <a:pt x="45" y="34"/>
                          <a:pt x="44" y="34"/>
                          <a:pt x="44" y="34"/>
                        </a:cubicBezTo>
                        <a:cubicBezTo>
                          <a:pt x="62" y="10"/>
                          <a:pt x="62" y="10"/>
                          <a:pt x="62" y="10"/>
                        </a:cubicBezTo>
                        <a:cubicBezTo>
                          <a:pt x="63" y="9"/>
                          <a:pt x="64" y="8"/>
                          <a:pt x="64" y="6"/>
                        </a:cubicBezTo>
                        <a:cubicBezTo>
                          <a:pt x="64" y="5"/>
                          <a:pt x="64" y="5"/>
                          <a:pt x="63" y="4"/>
                        </a:cubicBezTo>
                        <a:cubicBezTo>
                          <a:pt x="63" y="3"/>
                          <a:pt x="62" y="2"/>
                          <a:pt x="62" y="2"/>
                        </a:cubicBezTo>
                        <a:cubicBezTo>
                          <a:pt x="62" y="2"/>
                          <a:pt x="62" y="2"/>
                          <a:pt x="62" y="2"/>
                        </a:cubicBezTo>
                        <a:cubicBezTo>
                          <a:pt x="62" y="2"/>
                          <a:pt x="62" y="2"/>
                          <a:pt x="62" y="2"/>
                        </a:cubicBezTo>
                        <a:cubicBezTo>
                          <a:pt x="62" y="2"/>
                          <a:pt x="62" y="2"/>
                          <a:pt x="62" y="2"/>
                        </a:cubicBezTo>
                        <a:cubicBezTo>
                          <a:pt x="62" y="2"/>
                          <a:pt x="62" y="2"/>
                          <a:pt x="62" y="2"/>
                        </a:cubicBezTo>
                        <a:cubicBezTo>
                          <a:pt x="61" y="1"/>
                          <a:pt x="61" y="1"/>
                          <a:pt x="60" y="0"/>
                        </a:cubicBezTo>
                        <a:cubicBezTo>
                          <a:pt x="60" y="0"/>
                          <a:pt x="60" y="0"/>
                          <a:pt x="60" y="0"/>
                        </a:cubicBezTo>
                        <a:cubicBezTo>
                          <a:pt x="60" y="0"/>
                          <a:pt x="60" y="0"/>
                          <a:pt x="60" y="0"/>
                        </a:cubicBezTo>
                        <a:cubicBezTo>
                          <a:pt x="60" y="0"/>
                          <a:pt x="60" y="0"/>
                          <a:pt x="60" y="0"/>
                        </a:cubicBezTo>
                        <a:cubicBezTo>
                          <a:pt x="60" y="0"/>
                          <a:pt x="60" y="0"/>
                          <a:pt x="60" y="0"/>
                        </a:cubicBezTo>
                        <a:cubicBezTo>
                          <a:pt x="59" y="0"/>
                          <a:pt x="58" y="0"/>
                          <a:pt x="57" y="0"/>
                        </a:cubicBezTo>
                        <a:cubicBezTo>
                          <a:pt x="56" y="0"/>
                          <a:pt x="54" y="1"/>
                          <a:pt x="52" y="2"/>
                        </a:cubicBezTo>
                        <a:cubicBezTo>
                          <a:pt x="52" y="2"/>
                          <a:pt x="52" y="2"/>
                          <a:pt x="52" y="2"/>
                        </a:cubicBezTo>
                        <a:cubicBezTo>
                          <a:pt x="36" y="23"/>
                          <a:pt x="36" y="23"/>
                          <a:pt x="36" y="23"/>
                        </a:cubicBezTo>
                        <a:cubicBezTo>
                          <a:pt x="37" y="22"/>
                          <a:pt x="37" y="20"/>
                          <a:pt x="37" y="19"/>
                        </a:cubicBezTo>
                        <a:cubicBezTo>
                          <a:pt x="37" y="16"/>
                          <a:pt x="37" y="14"/>
                          <a:pt x="36" y="11"/>
                        </a:cubicBezTo>
                        <a:cubicBezTo>
                          <a:pt x="35" y="9"/>
                          <a:pt x="33" y="7"/>
                          <a:pt x="32" y="6"/>
                        </a:cubicBezTo>
                        <a:cubicBezTo>
                          <a:pt x="30" y="4"/>
                          <a:pt x="28" y="2"/>
                          <a:pt x="26" y="1"/>
                        </a:cubicBezTo>
                        <a:cubicBezTo>
                          <a:pt x="23" y="1"/>
                          <a:pt x="21" y="0"/>
                          <a:pt x="18" y="0"/>
                        </a:cubicBezTo>
                        <a:cubicBezTo>
                          <a:pt x="16" y="0"/>
                          <a:pt x="13" y="1"/>
                          <a:pt x="11" y="1"/>
                        </a:cubicBezTo>
                        <a:cubicBezTo>
                          <a:pt x="9" y="2"/>
                          <a:pt x="7" y="4"/>
                          <a:pt x="5" y="6"/>
                        </a:cubicBezTo>
                        <a:cubicBezTo>
                          <a:pt x="4" y="7"/>
                          <a:pt x="2" y="9"/>
                          <a:pt x="1" y="11"/>
                        </a:cubicBezTo>
                        <a:cubicBezTo>
                          <a:pt x="0" y="14"/>
                          <a:pt x="0" y="16"/>
                          <a:pt x="0" y="19"/>
                        </a:cubicBezTo>
                        <a:cubicBezTo>
                          <a:pt x="0" y="21"/>
                          <a:pt x="0" y="24"/>
                          <a:pt x="1" y="26"/>
                        </a:cubicBezTo>
                        <a:cubicBezTo>
                          <a:pt x="2" y="28"/>
                          <a:pt x="4" y="30"/>
                          <a:pt x="5" y="32"/>
                        </a:cubicBezTo>
                        <a:close/>
                        <a:moveTo>
                          <a:pt x="50" y="45"/>
                        </a:moveTo>
                        <a:cubicBezTo>
                          <a:pt x="51" y="44"/>
                          <a:pt x="51" y="44"/>
                          <a:pt x="52" y="44"/>
                        </a:cubicBezTo>
                        <a:cubicBezTo>
                          <a:pt x="53" y="44"/>
                          <a:pt x="54" y="44"/>
                          <a:pt x="55" y="45"/>
                        </a:cubicBezTo>
                        <a:cubicBezTo>
                          <a:pt x="55" y="45"/>
                          <a:pt x="56" y="46"/>
                          <a:pt x="57" y="46"/>
                        </a:cubicBezTo>
                        <a:cubicBezTo>
                          <a:pt x="57" y="47"/>
                          <a:pt x="58" y="47"/>
                          <a:pt x="58" y="48"/>
                        </a:cubicBezTo>
                        <a:cubicBezTo>
                          <a:pt x="58" y="49"/>
                          <a:pt x="58" y="50"/>
                          <a:pt x="58" y="50"/>
                        </a:cubicBezTo>
                        <a:cubicBezTo>
                          <a:pt x="58" y="51"/>
                          <a:pt x="58" y="52"/>
                          <a:pt x="58" y="53"/>
                        </a:cubicBezTo>
                        <a:cubicBezTo>
                          <a:pt x="58" y="53"/>
                          <a:pt x="57" y="54"/>
                          <a:pt x="57" y="55"/>
                        </a:cubicBezTo>
                        <a:cubicBezTo>
                          <a:pt x="56" y="55"/>
                          <a:pt x="55" y="56"/>
                          <a:pt x="55" y="56"/>
                        </a:cubicBezTo>
                        <a:cubicBezTo>
                          <a:pt x="54" y="56"/>
                          <a:pt x="53" y="56"/>
                          <a:pt x="52" y="56"/>
                        </a:cubicBezTo>
                        <a:cubicBezTo>
                          <a:pt x="51" y="56"/>
                          <a:pt x="51" y="56"/>
                          <a:pt x="50" y="56"/>
                        </a:cubicBezTo>
                        <a:cubicBezTo>
                          <a:pt x="49" y="56"/>
                          <a:pt x="49" y="55"/>
                          <a:pt x="48" y="55"/>
                        </a:cubicBezTo>
                        <a:cubicBezTo>
                          <a:pt x="48" y="55"/>
                          <a:pt x="48" y="55"/>
                          <a:pt x="48" y="55"/>
                        </a:cubicBezTo>
                        <a:cubicBezTo>
                          <a:pt x="47" y="54"/>
                          <a:pt x="47" y="54"/>
                          <a:pt x="47" y="53"/>
                        </a:cubicBezTo>
                        <a:cubicBezTo>
                          <a:pt x="46" y="52"/>
                          <a:pt x="46" y="51"/>
                          <a:pt x="46" y="50"/>
                        </a:cubicBezTo>
                        <a:cubicBezTo>
                          <a:pt x="46" y="50"/>
                          <a:pt x="46" y="49"/>
                          <a:pt x="47" y="48"/>
                        </a:cubicBezTo>
                        <a:cubicBezTo>
                          <a:pt x="47" y="47"/>
                          <a:pt x="47" y="47"/>
                          <a:pt x="48" y="46"/>
                        </a:cubicBezTo>
                        <a:cubicBezTo>
                          <a:pt x="48" y="46"/>
                          <a:pt x="48" y="46"/>
                          <a:pt x="48" y="46"/>
                        </a:cubicBezTo>
                        <a:cubicBezTo>
                          <a:pt x="49" y="46"/>
                          <a:pt x="49" y="45"/>
                          <a:pt x="50" y="45"/>
                        </a:cubicBezTo>
                        <a:close/>
                        <a:moveTo>
                          <a:pt x="16" y="13"/>
                        </a:moveTo>
                        <a:cubicBezTo>
                          <a:pt x="17" y="13"/>
                          <a:pt x="18" y="13"/>
                          <a:pt x="18" y="13"/>
                        </a:cubicBezTo>
                        <a:cubicBezTo>
                          <a:pt x="19" y="13"/>
                          <a:pt x="20" y="13"/>
                          <a:pt x="21" y="13"/>
                        </a:cubicBezTo>
                        <a:cubicBezTo>
                          <a:pt x="21" y="13"/>
                          <a:pt x="21" y="13"/>
                          <a:pt x="21" y="13"/>
                        </a:cubicBezTo>
                        <a:cubicBezTo>
                          <a:pt x="21" y="13"/>
                          <a:pt x="22" y="14"/>
                          <a:pt x="23" y="14"/>
                        </a:cubicBezTo>
                        <a:cubicBezTo>
                          <a:pt x="23" y="15"/>
                          <a:pt x="24" y="16"/>
                          <a:pt x="24" y="16"/>
                        </a:cubicBezTo>
                        <a:cubicBezTo>
                          <a:pt x="24" y="17"/>
                          <a:pt x="25" y="18"/>
                          <a:pt x="25" y="19"/>
                        </a:cubicBezTo>
                        <a:cubicBezTo>
                          <a:pt x="25" y="19"/>
                          <a:pt x="24" y="20"/>
                          <a:pt x="24" y="21"/>
                        </a:cubicBezTo>
                        <a:cubicBezTo>
                          <a:pt x="24" y="22"/>
                          <a:pt x="23" y="22"/>
                          <a:pt x="23" y="23"/>
                        </a:cubicBezTo>
                        <a:cubicBezTo>
                          <a:pt x="22" y="23"/>
                          <a:pt x="22" y="24"/>
                          <a:pt x="21" y="24"/>
                        </a:cubicBezTo>
                        <a:cubicBezTo>
                          <a:pt x="20" y="25"/>
                          <a:pt x="19" y="25"/>
                          <a:pt x="18" y="25"/>
                        </a:cubicBezTo>
                        <a:cubicBezTo>
                          <a:pt x="18" y="25"/>
                          <a:pt x="17" y="25"/>
                          <a:pt x="16" y="24"/>
                        </a:cubicBezTo>
                        <a:cubicBezTo>
                          <a:pt x="15" y="24"/>
                          <a:pt x="15" y="23"/>
                          <a:pt x="14" y="23"/>
                        </a:cubicBezTo>
                        <a:cubicBezTo>
                          <a:pt x="14" y="23"/>
                          <a:pt x="14" y="23"/>
                          <a:pt x="14" y="23"/>
                        </a:cubicBezTo>
                        <a:cubicBezTo>
                          <a:pt x="14" y="22"/>
                          <a:pt x="13" y="22"/>
                          <a:pt x="13" y="21"/>
                        </a:cubicBezTo>
                        <a:cubicBezTo>
                          <a:pt x="12" y="20"/>
                          <a:pt x="12" y="19"/>
                          <a:pt x="12" y="19"/>
                        </a:cubicBezTo>
                        <a:cubicBezTo>
                          <a:pt x="12" y="18"/>
                          <a:pt x="12" y="17"/>
                          <a:pt x="13" y="16"/>
                        </a:cubicBezTo>
                        <a:cubicBezTo>
                          <a:pt x="13" y="16"/>
                          <a:pt x="14" y="15"/>
                          <a:pt x="14" y="14"/>
                        </a:cubicBezTo>
                        <a:cubicBezTo>
                          <a:pt x="15" y="14"/>
                          <a:pt x="15" y="13"/>
                          <a:pt x="16" y="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0" name="Freeform 455">
                    <a:extLst>
                      <a:ext uri="{FF2B5EF4-FFF2-40B4-BE49-F238E27FC236}">
                        <a16:creationId xmlns:a16="http://schemas.microsoft.com/office/drawing/2014/main" id="{D9FD6B88-C6F7-4E2E-999F-112216B09CD6}"/>
                      </a:ext>
                    </a:extLst>
                  </p:cNvPr>
                  <p:cNvSpPr>
                    <a:spLocks noEditPoints="1"/>
                  </p:cNvSpPr>
                  <p:nvPr/>
                </p:nvSpPr>
                <p:spPr bwMode="auto">
                  <a:xfrm>
                    <a:off x="5683480" y="4058886"/>
                    <a:ext cx="68402" cy="65512"/>
                  </a:xfrm>
                  <a:custGeom>
                    <a:avLst/>
                    <a:gdLst>
                      <a:gd name="T0" fmla="*/ 2147483646 w 71"/>
                      <a:gd name="T1" fmla="*/ 2147483646 h 69"/>
                      <a:gd name="T2" fmla="*/ 2147483646 w 71"/>
                      <a:gd name="T3" fmla="*/ 2147483646 h 69"/>
                      <a:gd name="T4" fmla="*/ 2147483646 w 71"/>
                      <a:gd name="T5" fmla="*/ 2147483646 h 69"/>
                      <a:gd name="T6" fmla="*/ 2147483646 w 71"/>
                      <a:gd name="T7" fmla="*/ 2147483646 h 69"/>
                      <a:gd name="T8" fmla="*/ 2147483646 w 71"/>
                      <a:gd name="T9" fmla="*/ 2147483646 h 69"/>
                      <a:gd name="T10" fmla="*/ 2147483646 w 71"/>
                      <a:gd name="T11" fmla="*/ 2147483646 h 69"/>
                      <a:gd name="T12" fmla="*/ 2147483646 w 71"/>
                      <a:gd name="T13" fmla="*/ 2147483646 h 69"/>
                      <a:gd name="T14" fmla="*/ 2147483646 w 71"/>
                      <a:gd name="T15" fmla="*/ 2147483646 h 69"/>
                      <a:gd name="T16" fmla="*/ 2147483646 w 71"/>
                      <a:gd name="T17" fmla="*/ 2147483646 h 69"/>
                      <a:gd name="T18" fmla="*/ 2147483646 w 71"/>
                      <a:gd name="T19" fmla="*/ 2147483646 h 69"/>
                      <a:gd name="T20" fmla="*/ 2147483646 w 71"/>
                      <a:gd name="T21" fmla="*/ 2147483646 h 69"/>
                      <a:gd name="T22" fmla="*/ 2147483646 w 71"/>
                      <a:gd name="T23" fmla="*/ 2147483646 h 69"/>
                      <a:gd name="T24" fmla="*/ 2147483646 w 71"/>
                      <a:gd name="T25" fmla="*/ 2147483646 h 69"/>
                      <a:gd name="T26" fmla="*/ 2147483646 w 71"/>
                      <a:gd name="T27" fmla="*/ 2147483646 h 69"/>
                      <a:gd name="T28" fmla="*/ 2147483646 w 71"/>
                      <a:gd name="T29" fmla="*/ 2147483646 h 69"/>
                      <a:gd name="T30" fmla="*/ 2147483646 w 71"/>
                      <a:gd name="T31" fmla="*/ 2147483646 h 69"/>
                      <a:gd name="T32" fmla="*/ 2147483646 w 71"/>
                      <a:gd name="T33" fmla="*/ 2147483646 h 69"/>
                      <a:gd name="T34" fmla="*/ 2147483646 w 71"/>
                      <a:gd name="T35" fmla="*/ 2147483646 h 69"/>
                      <a:gd name="T36" fmla="*/ 2147483646 w 71"/>
                      <a:gd name="T37" fmla="*/ 2147483646 h 69"/>
                      <a:gd name="T38" fmla="*/ 2147483646 w 71"/>
                      <a:gd name="T39" fmla="*/ 2147483646 h 69"/>
                      <a:gd name="T40" fmla="*/ 2147483646 w 71"/>
                      <a:gd name="T41" fmla="*/ 0 h 69"/>
                      <a:gd name="T42" fmla="*/ 2147483646 w 71"/>
                      <a:gd name="T43" fmla="*/ 2147483646 h 69"/>
                      <a:gd name="T44" fmla="*/ 2147483646 w 71"/>
                      <a:gd name="T45" fmla="*/ 2147483646 h 69"/>
                      <a:gd name="T46" fmla="*/ 2147483646 w 71"/>
                      <a:gd name="T47" fmla="*/ 2147483646 h 69"/>
                      <a:gd name="T48" fmla="*/ 2147483646 w 71"/>
                      <a:gd name="T49" fmla="*/ 0 h 69"/>
                      <a:gd name="T50" fmla="*/ 2147483646 w 71"/>
                      <a:gd name="T51" fmla="*/ 2147483646 h 69"/>
                      <a:gd name="T52" fmla="*/ 0 w 71"/>
                      <a:gd name="T53" fmla="*/ 2147483646 h 69"/>
                      <a:gd name="T54" fmla="*/ 2147483646 w 71"/>
                      <a:gd name="T55" fmla="*/ 2147483646 h 69"/>
                      <a:gd name="T56" fmla="*/ 2147483646 w 71"/>
                      <a:gd name="T57" fmla="*/ 2147483646 h 69"/>
                      <a:gd name="T58" fmla="*/ 2147483646 w 71"/>
                      <a:gd name="T59" fmla="*/ 2147483646 h 69"/>
                      <a:gd name="T60" fmla="*/ 2147483646 w 71"/>
                      <a:gd name="T61" fmla="*/ 2147483646 h 69"/>
                      <a:gd name="T62" fmla="*/ 2147483646 w 71"/>
                      <a:gd name="T63" fmla="*/ 2147483646 h 69"/>
                      <a:gd name="T64" fmla="*/ 2147483646 w 71"/>
                      <a:gd name="T65" fmla="*/ 2147483646 h 69"/>
                      <a:gd name="T66" fmla="*/ 2147483646 w 71"/>
                      <a:gd name="T67" fmla="*/ 2147483646 h 69"/>
                      <a:gd name="T68" fmla="*/ 2147483646 w 71"/>
                      <a:gd name="T69" fmla="*/ 2147483646 h 69"/>
                      <a:gd name="T70" fmla="*/ 2147483646 w 71"/>
                      <a:gd name="T71" fmla="*/ 2147483646 h 69"/>
                      <a:gd name="T72" fmla="*/ 2147483646 w 71"/>
                      <a:gd name="T73" fmla="*/ 2147483646 h 69"/>
                      <a:gd name="T74" fmla="*/ 2147483646 w 71"/>
                      <a:gd name="T75" fmla="*/ 2147483646 h 69"/>
                      <a:gd name="T76" fmla="*/ 2147483646 w 71"/>
                      <a:gd name="T77" fmla="*/ 2147483646 h 69"/>
                      <a:gd name="T78" fmla="*/ 2147483646 w 71"/>
                      <a:gd name="T79" fmla="*/ 2147483646 h 69"/>
                      <a:gd name="T80" fmla="*/ 2147483646 w 71"/>
                      <a:gd name="T81" fmla="*/ 2147483646 h 69"/>
                      <a:gd name="T82" fmla="*/ 2147483646 w 71"/>
                      <a:gd name="T83" fmla="*/ 2147483646 h 69"/>
                      <a:gd name="T84" fmla="*/ 2147483646 w 71"/>
                      <a:gd name="T85" fmla="*/ 2147483646 h 69"/>
                      <a:gd name="T86" fmla="*/ 2147483646 w 71"/>
                      <a:gd name="T87" fmla="*/ 2147483646 h 69"/>
                      <a:gd name="T88" fmla="*/ 2147483646 w 71"/>
                      <a:gd name="T89" fmla="*/ 2147483646 h 69"/>
                      <a:gd name="T90" fmla="*/ 2147483646 w 71"/>
                      <a:gd name="T91" fmla="*/ 2147483646 h 69"/>
                      <a:gd name="T92" fmla="*/ 2147483646 w 71"/>
                      <a:gd name="T93" fmla="*/ 2147483646 h 6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1" h="69">
                        <a:moveTo>
                          <a:pt x="5" y="32"/>
                        </a:moveTo>
                        <a:cubicBezTo>
                          <a:pt x="7" y="33"/>
                          <a:pt x="9" y="35"/>
                          <a:pt x="11" y="36"/>
                        </a:cubicBezTo>
                        <a:cubicBezTo>
                          <a:pt x="14" y="37"/>
                          <a:pt x="16" y="37"/>
                          <a:pt x="19" y="37"/>
                        </a:cubicBezTo>
                        <a:cubicBezTo>
                          <a:pt x="21" y="37"/>
                          <a:pt x="24" y="37"/>
                          <a:pt x="26" y="36"/>
                        </a:cubicBezTo>
                        <a:cubicBezTo>
                          <a:pt x="26" y="35"/>
                          <a:pt x="27" y="35"/>
                          <a:pt x="27" y="35"/>
                        </a:cubicBezTo>
                        <a:cubicBezTo>
                          <a:pt x="9" y="59"/>
                          <a:pt x="9" y="59"/>
                          <a:pt x="9" y="59"/>
                        </a:cubicBezTo>
                        <a:cubicBezTo>
                          <a:pt x="9" y="59"/>
                          <a:pt x="9" y="59"/>
                          <a:pt x="9" y="59"/>
                        </a:cubicBezTo>
                        <a:cubicBezTo>
                          <a:pt x="8" y="60"/>
                          <a:pt x="7" y="61"/>
                          <a:pt x="7" y="63"/>
                        </a:cubicBezTo>
                        <a:cubicBezTo>
                          <a:pt x="7" y="64"/>
                          <a:pt x="8" y="64"/>
                          <a:pt x="8" y="65"/>
                        </a:cubicBezTo>
                        <a:cubicBezTo>
                          <a:pt x="8" y="66"/>
                          <a:pt x="9" y="67"/>
                          <a:pt x="9" y="67"/>
                        </a:cubicBezTo>
                        <a:cubicBezTo>
                          <a:pt x="9" y="67"/>
                          <a:pt x="9" y="67"/>
                          <a:pt x="9" y="67"/>
                        </a:cubicBezTo>
                        <a:cubicBezTo>
                          <a:pt x="9" y="67"/>
                          <a:pt x="9" y="67"/>
                          <a:pt x="9" y="67"/>
                        </a:cubicBezTo>
                        <a:cubicBezTo>
                          <a:pt x="9" y="67"/>
                          <a:pt x="9" y="67"/>
                          <a:pt x="9" y="67"/>
                        </a:cubicBezTo>
                        <a:cubicBezTo>
                          <a:pt x="9" y="67"/>
                          <a:pt x="9" y="67"/>
                          <a:pt x="9" y="67"/>
                        </a:cubicBezTo>
                        <a:cubicBezTo>
                          <a:pt x="10" y="68"/>
                          <a:pt x="10" y="68"/>
                          <a:pt x="11" y="68"/>
                        </a:cubicBezTo>
                        <a:cubicBezTo>
                          <a:pt x="11" y="68"/>
                          <a:pt x="11" y="68"/>
                          <a:pt x="11" y="68"/>
                        </a:cubicBezTo>
                        <a:cubicBezTo>
                          <a:pt x="12" y="69"/>
                          <a:pt x="13" y="69"/>
                          <a:pt x="14" y="69"/>
                        </a:cubicBezTo>
                        <a:cubicBezTo>
                          <a:pt x="15" y="69"/>
                          <a:pt x="17" y="68"/>
                          <a:pt x="18" y="67"/>
                        </a:cubicBezTo>
                        <a:cubicBezTo>
                          <a:pt x="18" y="67"/>
                          <a:pt x="18" y="67"/>
                          <a:pt x="18" y="67"/>
                        </a:cubicBezTo>
                        <a:cubicBezTo>
                          <a:pt x="34" y="46"/>
                          <a:pt x="34" y="46"/>
                          <a:pt x="34" y="46"/>
                        </a:cubicBezTo>
                        <a:cubicBezTo>
                          <a:pt x="34" y="48"/>
                          <a:pt x="34" y="49"/>
                          <a:pt x="34" y="50"/>
                        </a:cubicBezTo>
                        <a:cubicBezTo>
                          <a:pt x="34" y="53"/>
                          <a:pt x="34" y="55"/>
                          <a:pt x="35" y="58"/>
                        </a:cubicBezTo>
                        <a:cubicBezTo>
                          <a:pt x="36" y="60"/>
                          <a:pt x="38" y="62"/>
                          <a:pt x="39" y="63"/>
                        </a:cubicBezTo>
                        <a:cubicBezTo>
                          <a:pt x="41" y="65"/>
                          <a:pt x="43" y="66"/>
                          <a:pt x="45" y="67"/>
                        </a:cubicBezTo>
                        <a:cubicBezTo>
                          <a:pt x="47" y="68"/>
                          <a:pt x="50" y="69"/>
                          <a:pt x="52" y="69"/>
                        </a:cubicBezTo>
                        <a:cubicBezTo>
                          <a:pt x="55" y="69"/>
                          <a:pt x="57" y="68"/>
                          <a:pt x="60" y="67"/>
                        </a:cubicBezTo>
                        <a:cubicBezTo>
                          <a:pt x="62" y="67"/>
                          <a:pt x="64" y="65"/>
                          <a:pt x="66" y="64"/>
                        </a:cubicBezTo>
                        <a:cubicBezTo>
                          <a:pt x="67" y="62"/>
                          <a:pt x="69" y="60"/>
                          <a:pt x="70" y="58"/>
                        </a:cubicBezTo>
                        <a:cubicBezTo>
                          <a:pt x="70" y="58"/>
                          <a:pt x="70" y="58"/>
                          <a:pt x="70" y="58"/>
                        </a:cubicBezTo>
                        <a:cubicBezTo>
                          <a:pt x="71" y="55"/>
                          <a:pt x="71" y="53"/>
                          <a:pt x="71" y="50"/>
                        </a:cubicBezTo>
                        <a:cubicBezTo>
                          <a:pt x="71" y="48"/>
                          <a:pt x="71" y="45"/>
                          <a:pt x="70" y="43"/>
                        </a:cubicBezTo>
                        <a:cubicBezTo>
                          <a:pt x="69" y="41"/>
                          <a:pt x="67" y="39"/>
                          <a:pt x="66" y="37"/>
                        </a:cubicBezTo>
                        <a:cubicBezTo>
                          <a:pt x="64" y="36"/>
                          <a:pt x="62" y="34"/>
                          <a:pt x="60" y="33"/>
                        </a:cubicBezTo>
                        <a:cubicBezTo>
                          <a:pt x="57" y="32"/>
                          <a:pt x="55" y="32"/>
                          <a:pt x="52" y="32"/>
                        </a:cubicBezTo>
                        <a:cubicBezTo>
                          <a:pt x="50" y="32"/>
                          <a:pt x="47" y="32"/>
                          <a:pt x="45" y="33"/>
                        </a:cubicBezTo>
                        <a:cubicBezTo>
                          <a:pt x="45" y="33"/>
                          <a:pt x="44" y="34"/>
                          <a:pt x="44" y="34"/>
                        </a:cubicBezTo>
                        <a:cubicBezTo>
                          <a:pt x="63" y="10"/>
                          <a:pt x="63" y="10"/>
                          <a:pt x="63" y="10"/>
                        </a:cubicBezTo>
                        <a:cubicBezTo>
                          <a:pt x="63" y="9"/>
                          <a:pt x="64" y="8"/>
                          <a:pt x="64" y="6"/>
                        </a:cubicBezTo>
                        <a:cubicBezTo>
                          <a:pt x="64" y="5"/>
                          <a:pt x="64" y="4"/>
                          <a:pt x="63" y="4"/>
                        </a:cubicBezTo>
                        <a:cubicBezTo>
                          <a:pt x="63" y="3"/>
                          <a:pt x="63" y="2"/>
                          <a:pt x="62" y="2"/>
                        </a:cubicBezTo>
                        <a:cubicBezTo>
                          <a:pt x="61" y="1"/>
                          <a:pt x="61" y="1"/>
                          <a:pt x="60" y="0"/>
                        </a:cubicBezTo>
                        <a:cubicBezTo>
                          <a:pt x="59" y="0"/>
                          <a:pt x="58" y="0"/>
                          <a:pt x="58" y="0"/>
                        </a:cubicBezTo>
                        <a:cubicBezTo>
                          <a:pt x="56" y="0"/>
                          <a:pt x="54" y="1"/>
                          <a:pt x="53" y="2"/>
                        </a:cubicBezTo>
                        <a:cubicBezTo>
                          <a:pt x="53" y="2"/>
                          <a:pt x="53" y="2"/>
                          <a:pt x="53" y="2"/>
                        </a:cubicBezTo>
                        <a:cubicBezTo>
                          <a:pt x="37" y="23"/>
                          <a:pt x="37" y="23"/>
                          <a:pt x="37" y="23"/>
                        </a:cubicBezTo>
                        <a:cubicBezTo>
                          <a:pt x="37" y="22"/>
                          <a:pt x="37" y="20"/>
                          <a:pt x="37" y="19"/>
                        </a:cubicBezTo>
                        <a:cubicBezTo>
                          <a:pt x="37" y="16"/>
                          <a:pt x="37" y="14"/>
                          <a:pt x="36" y="11"/>
                        </a:cubicBezTo>
                        <a:cubicBezTo>
                          <a:pt x="35" y="9"/>
                          <a:pt x="33" y="7"/>
                          <a:pt x="32" y="5"/>
                        </a:cubicBezTo>
                        <a:cubicBezTo>
                          <a:pt x="30" y="4"/>
                          <a:pt x="28" y="2"/>
                          <a:pt x="26" y="1"/>
                        </a:cubicBezTo>
                        <a:cubicBezTo>
                          <a:pt x="24" y="0"/>
                          <a:pt x="21" y="0"/>
                          <a:pt x="19" y="0"/>
                        </a:cubicBezTo>
                        <a:cubicBezTo>
                          <a:pt x="16" y="0"/>
                          <a:pt x="14" y="0"/>
                          <a:pt x="11" y="1"/>
                        </a:cubicBezTo>
                        <a:cubicBezTo>
                          <a:pt x="9" y="2"/>
                          <a:pt x="7" y="4"/>
                          <a:pt x="5" y="5"/>
                        </a:cubicBezTo>
                        <a:cubicBezTo>
                          <a:pt x="4" y="7"/>
                          <a:pt x="2" y="9"/>
                          <a:pt x="1" y="11"/>
                        </a:cubicBezTo>
                        <a:cubicBezTo>
                          <a:pt x="1" y="14"/>
                          <a:pt x="0" y="16"/>
                          <a:pt x="0" y="19"/>
                        </a:cubicBezTo>
                        <a:cubicBezTo>
                          <a:pt x="0" y="21"/>
                          <a:pt x="1" y="24"/>
                          <a:pt x="1" y="26"/>
                        </a:cubicBezTo>
                        <a:cubicBezTo>
                          <a:pt x="2" y="28"/>
                          <a:pt x="4" y="30"/>
                          <a:pt x="5" y="32"/>
                        </a:cubicBezTo>
                        <a:close/>
                        <a:moveTo>
                          <a:pt x="48" y="46"/>
                        </a:moveTo>
                        <a:cubicBezTo>
                          <a:pt x="49" y="46"/>
                          <a:pt x="49" y="45"/>
                          <a:pt x="50" y="45"/>
                        </a:cubicBezTo>
                        <a:cubicBezTo>
                          <a:pt x="51" y="44"/>
                          <a:pt x="52" y="44"/>
                          <a:pt x="52" y="44"/>
                        </a:cubicBezTo>
                        <a:cubicBezTo>
                          <a:pt x="53" y="44"/>
                          <a:pt x="54" y="44"/>
                          <a:pt x="55" y="45"/>
                        </a:cubicBezTo>
                        <a:cubicBezTo>
                          <a:pt x="56" y="45"/>
                          <a:pt x="56" y="46"/>
                          <a:pt x="57" y="46"/>
                        </a:cubicBezTo>
                        <a:cubicBezTo>
                          <a:pt x="57" y="47"/>
                          <a:pt x="58" y="47"/>
                          <a:pt x="58" y="48"/>
                        </a:cubicBezTo>
                        <a:cubicBezTo>
                          <a:pt x="58" y="49"/>
                          <a:pt x="59" y="50"/>
                          <a:pt x="59" y="50"/>
                        </a:cubicBezTo>
                        <a:cubicBezTo>
                          <a:pt x="59" y="51"/>
                          <a:pt x="58" y="52"/>
                          <a:pt x="58" y="53"/>
                        </a:cubicBezTo>
                        <a:cubicBezTo>
                          <a:pt x="58" y="53"/>
                          <a:pt x="57" y="54"/>
                          <a:pt x="57" y="55"/>
                        </a:cubicBezTo>
                        <a:cubicBezTo>
                          <a:pt x="56" y="55"/>
                          <a:pt x="56" y="56"/>
                          <a:pt x="55" y="56"/>
                        </a:cubicBezTo>
                        <a:cubicBezTo>
                          <a:pt x="54" y="56"/>
                          <a:pt x="53" y="56"/>
                          <a:pt x="52" y="56"/>
                        </a:cubicBezTo>
                        <a:cubicBezTo>
                          <a:pt x="52" y="56"/>
                          <a:pt x="51" y="56"/>
                          <a:pt x="50" y="56"/>
                        </a:cubicBezTo>
                        <a:cubicBezTo>
                          <a:pt x="49" y="56"/>
                          <a:pt x="49" y="55"/>
                          <a:pt x="48" y="55"/>
                        </a:cubicBezTo>
                        <a:cubicBezTo>
                          <a:pt x="48" y="54"/>
                          <a:pt x="47" y="54"/>
                          <a:pt x="47" y="53"/>
                        </a:cubicBezTo>
                        <a:cubicBezTo>
                          <a:pt x="47" y="52"/>
                          <a:pt x="46" y="51"/>
                          <a:pt x="46" y="50"/>
                        </a:cubicBezTo>
                        <a:cubicBezTo>
                          <a:pt x="46" y="50"/>
                          <a:pt x="47" y="49"/>
                          <a:pt x="47" y="48"/>
                        </a:cubicBezTo>
                        <a:cubicBezTo>
                          <a:pt x="47" y="47"/>
                          <a:pt x="48" y="47"/>
                          <a:pt x="48" y="46"/>
                        </a:cubicBezTo>
                        <a:close/>
                        <a:moveTo>
                          <a:pt x="19" y="12"/>
                        </a:moveTo>
                        <a:cubicBezTo>
                          <a:pt x="19" y="12"/>
                          <a:pt x="20" y="13"/>
                          <a:pt x="21" y="13"/>
                        </a:cubicBezTo>
                        <a:cubicBezTo>
                          <a:pt x="22" y="13"/>
                          <a:pt x="22" y="14"/>
                          <a:pt x="23" y="14"/>
                        </a:cubicBezTo>
                        <a:cubicBezTo>
                          <a:pt x="23" y="15"/>
                          <a:pt x="24" y="16"/>
                          <a:pt x="24" y="16"/>
                        </a:cubicBezTo>
                        <a:cubicBezTo>
                          <a:pt x="25" y="17"/>
                          <a:pt x="25" y="18"/>
                          <a:pt x="25" y="19"/>
                        </a:cubicBezTo>
                        <a:cubicBezTo>
                          <a:pt x="25" y="19"/>
                          <a:pt x="25" y="20"/>
                          <a:pt x="24" y="21"/>
                        </a:cubicBezTo>
                        <a:cubicBezTo>
                          <a:pt x="24" y="22"/>
                          <a:pt x="23" y="22"/>
                          <a:pt x="23" y="23"/>
                        </a:cubicBezTo>
                        <a:cubicBezTo>
                          <a:pt x="22" y="23"/>
                          <a:pt x="22" y="24"/>
                          <a:pt x="21" y="24"/>
                        </a:cubicBezTo>
                        <a:cubicBezTo>
                          <a:pt x="21" y="24"/>
                          <a:pt x="21" y="24"/>
                          <a:pt x="21" y="24"/>
                        </a:cubicBezTo>
                        <a:cubicBezTo>
                          <a:pt x="20" y="25"/>
                          <a:pt x="19" y="25"/>
                          <a:pt x="19" y="25"/>
                        </a:cubicBezTo>
                        <a:cubicBezTo>
                          <a:pt x="18" y="25"/>
                          <a:pt x="17" y="25"/>
                          <a:pt x="16" y="24"/>
                        </a:cubicBezTo>
                        <a:cubicBezTo>
                          <a:pt x="16" y="24"/>
                          <a:pt x="16" y="24"/>
                          <a:pt x="16" y="24"/>
                        </a:cubicBezTo>
                        <a:cubicBezTo>
                          <a:pt x="15" y="24"/>
                          <a:pt x="15" y="23"/>
                          <a:pt x="14" y="23"/>
                        </a:cubicBezTo>
                        <a:cubicBezTo>
                          <a:pt x="14" y="22"/>
                          <a:pt x="13" y="22"/>
                          <a:pt x="13" y="21"/>
                        </a:cubicBezTo>
                        <a:cubicBezTo>
                          <a:pt x="13" y="20"/>
                          <a:pt x="13" y="19"/>
                          <a:pt x="13" y="19"/>
                        </a:cubicBezTo>
                        <a:cubicBezTo>
                          <a:pt x="13" y="18"/>
                          <a:pt x="13" y="17"/>
                          <a:pt x="13" y="16"/>
                        </a:cubicBezTo>
                        <a:cubicBezTo>
                          <a:pt x="13" y="16"/>
                          <a:pt x="13" y="16"/>
                          <a:pt x="13" y="16"/>
                        </a:cubicBezTo>
                        <a:cubicBezTo>
                          <a:pt x="13" y="15"/>
                          <a:pt x="14" y="15"/>
                          <a:pt x="14" y="14"/>
                        </a:cubicBezTo>
                        <a:cubicBezTo>
                          <a:pt x="14" y="14"/>
                          <a:pt x="14" y="14"/>
                          <a:pt x="14" y="14"/>
                        </a:cubicBezTo>
                        <a:cubicBezTo>
                          <a:pt x="15" y="14"/>
                          <a:pt x="15" y="13"/>
                          <a:pt x="16" y="13"/>
                        </a:cubicBezTo>
                        <a:cubicBezTo>
                          <a:pt x="17" y="13"/>
                          <a:pt x="18" y="12"/>
                          <a:pt x="19"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1" name="Freeform 456">
                    <a:extLst>
                      <a:ext uri="{FF2B5EF4-FFF2-40B4-BE49-F238E27FC236}">
                        <a16:creationId xmlns:a16="http://schemas.microsoft.com/office/drawing/2014/main" id="{3CA84298-8E1B-4F7E-BA52-1C002C413072}"/>
                      </a:ext>
                    </a:extLst>
                  </p:cNvPr>
                  <p:cNvSpPr>
                    <a:spLocks/>
                  </p:cNvSpPr>
                  <p:nvPr/>
                </p:nvSpPr>
                <p:spPr bwMode="auto">
                  <a:xfrm>
                    <a:off x="4932990" y="5598403"/>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2" name="Freeform 457">
                    <a:extLst>
                      <a:ext uri="{FF2B5EF4-FFF2-40B4-BE49-F238E27FC236}">
                        <a16:creationId xmlns:a16="http://schemas.microsoft.com/office/drawing/2014/main" id="{411A4DDD-E612-4C7B-B21D-7BF82EEFDA3C}"/>
                      </a:ext>
                    </a:extLst>
                  </p:cNvPr>
                  <p:cNvSpPr>
                    <a:spLocks noEditPoints="1"/>
                  </p:cNvSpPr>
                  <p:nvPr/>
                </p:nvSpPr>
                <p:spPr bwMode="auto">
                  <a:xfrm>
                    <a:off x="4924320" y="5543488"/>
                    <a:ext cx="36609" cy="58768"/>
                  </a:xfrm>
                  <a:custGeom>
                    <a:avLst/>
                    <a:gdLst>
                      <a:gd name="T0" fmla="*/ 2147483646 w 39"/>
                      <a:gd name="T1" fmla="*/ 2147483646 h 61"/>
                      <a:gd name="T2" fmla="*/ 2147483646 w 39"/>
                      <a:gd name="T3" fmla="*/ 2147483646 h 61"/>
                      <a:gd name="T4" fmla="*/ 2147483646 w 39"/>
                      <a:gd name="T5" fmla="*/ 2147483646 h 61"/>
                      <a:gd name="T6" fmla="*/ 2147483646 w 39"/>
                      <a:gd name="T7" fmla="*/ 2147483646 h 61"/>
                      <a:gd name="T8" fmla="*/ 2147483646 w 39"/>
                      <a:gd name="T9" fmla="*/ 2147483646 h 61"/>
                      <a:gd name="T10" fmla="*/ 2147483646 w 39"/>
                      <a:gd name="T11" fmla="*/ 2147483646 h 61"/>
                      <a:gd name="T12" fmla="*/ 2147483646 w 39"/>
                      <a:gd name="T13" fmla="*/ 2147483646 h 61"/>
                      <a:gd name="T14" fmla="*/ 2147483646 w 39"/>
                      <a:gd name="T15" fmla="*/ 2147483646 h 61"/>
                      <a:gd name="T16" fmla="*/ 2147483646 w 39"/>
                      <a:gd name="T17" fmla="*/ 2147483646 h 61"/>
                      <a:gd name="T18" fmla="*/ 2147483646 w 39"/>
                      <a:gd name="T19" fmla="*/ 2147483646 h 61"/>
                      <a:gd name="T20" fmla="*/ 2147483646 w 39"/>
                      <a:gd name="T21" fmla="*/ 0 h 61"/>
                      <a:gd name="T22" fmla="*/ 2147483646 w 39"/>
                      <a:gd name="T23" fmla="*/ 2147483646 h 61"/>
                      <a:gd name="T24" fmla="*/ 2147483646 w 39"/>
                      <a:gd name="T25" fmla="*/ 2147483646 h 61"/>
                      <a:gd name="T26" fmla="*/ 2147483646 w 39"/>
                      <a:gd name="T27" fmla="*/ 2147483646 h 61"/>
                      <a:gd name="T28" fmla="*/ 0 w 39"/>
                      <a:gd name="T29" fmla="*/ 2147483646 h 61"/>
                      <a:gd name="T30" fmla="*/ 2147483646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2147483646 w 39"/>
                      <a:gd name="T69" fmla="*/ 2147483646 h 61"/>
                      <a:gd name="T70" fmla="*/ 2147483646 w 39"/>
                      <a:gd name="T71" fmla="*/ 2147483646 h 61"/>
                      <a:gd name="T72" fmla="*/ 2147483646 w 39"/>
                      <a:gd name="T73" fmla="*/ 2147483646 h 61"/>
                      <a:gd name="T74" fmla="*/ 2147483646 w 39"/>
                      <a:gd name="T75" fmla="*/ 2147483646 h 61"/>
                      <a:gd name="T76" fmla="*/ 2147483646 w 39"/>
                      <a:gd name="T77" fmla="*/ 2147483646 h 61"/>
                      <a:gd name="T78" fmla="*/ 2147483646 w 39"/>
                      <a:gd name="T79" fmla="*/ 2147483646 h 61"/>
                      <a:gd name="T80" fmla="*/ 2147483646 w 39"/>
                      <a:gd name="T81" fmla="*/ 2147483646 h 61"/>
                      <a:gd name="T82" fmla="*/ 2147483646 w 39"/>
                      <a:gd name="T83" fmla="*/ 2147483646 h 61"/>
                      <a:gd name="T84" fmla="*/ 2147483646 w 39"/>
                      <a:gd name="T85" fmla="*/ 2147483646 h 61"/>
                      <a:gd name="T86" fmla="*/ 2147483646 w 39"/>
                      <a:gd name="T87" fmla="*/ 2147483646 h 61"/>
                      <a:gd name="T88" fmla="*/ 2147483646 w 39"/>
                      <a:gd name="T89" fmla="*/ 2147483646 h 6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9" h="61">
                        <a:moveTo>
                          <a:pt x="14" y="61"/>
                        </a:moveTo>
                        <a:cubicBezTo>
                          <a:pt x="15" y="61"/>
                          <a:pt x="16" y="61"/>
                          <a:pt x="17" y="60"/>
                        </a:cubicBezTo>
                        <a:cubicBezTo>
                          <a:pt x="18" y="60"/>
                          <a:pt x="19" y="59"/>
                          <a:pt x="19" y="58"/>
                        </a:cubicBezTo>
                        <a:cubicBezTo>
                          <a:pt x="19" y="58"/>
                          <a:pt x="19" y="58"/>
                          <a:pt x="19" y="58"/>
                        </a:cubicBezTo>
                        <a:cubicBezTo>
                          <a:pt x="36" y="30"/>
                          <a:pt x="36" y="30"/>
                          <a:pt x="36" y="30"/>
                        </a:cubicBezTo>
                        <a:cubicBezTo>
                          <a:pt x="36" y="30"/>
                          <a:pt x="36" y="30"/>
                          <a:pt x="36" y="30"/>
                        </a:cubicBezTo>
                        <a:cubicBezTo>
                          <a:pt x="38" y="27"/>
                          <a:pt x="39" y="24"/>
                          <a:pt x="39" y="20"/>
                        </a:cubicBezTo>
                        <a:cubicBezTo>
                          <a:pt x="39" y="17"/>
                          <a:pt x="38" y="15"/>
                          <a:pt x="37" y="12"/>
                        </a:cubicBezTo>
                        <a:cubicBezTo>
                          <a:pt x="36" y="10"/>
                          <a:pt x="35" y="8"/>
                          <a:pt x="33" y="6"/>
                        </a:cubicBezTo>
                        <a:cubicBezTo>
                          <a:pt x="31" y="4"/>
                          <a:pt x="29" y="3"/>
                          <a:pt x="27" y="2"/>
                        </a:cubicBezTo>
                        <a:cubicBezTo>
                          <a:pt x="25" y="1"/>
                          <a:pt x="22" y="0"/>
                          <a:pt x="20" y="0"/>
                        </a:cubicBezTo>
                        <a:cubicBezTo>
                          <a:pt x="17" y="0"/>
                          <a:pt x="14" y="1"/>
                          <a:pt x="12" y="2"/>
                        </a:cubicBezTo>
                        <a:cubicBezTo>
                          <a:pt x="10" y="3"/>
                          <a:pt x="8" y="4"/>
                          <a:pt x="6" y="6"/>
                        </a:cubicBezTo>
                        <a:cubicBezTo>
                          <a:pt x="4" y="8"/>
                          <a:pt x="3" y="10"/>
                          <a:pt x="2" y="12"/>
                        </a:cubicBezTo>
                        <a:cubicBezTo>
                          <a:pt x="1" y="15"/>
                          <a:pt x="0" y="17"/>
                          <a:pt x="0" y="20"/>
                        </a:cubicBezTo>
                        <a:cubicBezTo>
                          <a:pt x="0" y="22"/>
                          <a:pt x="1" y="25"/>
                          <a:pt x="2" y="27"/>
                        </a:cubicBezTo>
                        <a:cubicBezTo>
                          <a:pt x="3" y="30"/>
                          <a:pt x="4" y="32"/>
                          <a:pt x="6" y="34"/>
                        </a:cubicBezTo>
                        <a:cubicBezTo>
                          <a:pt x="8" y="35"/>
                          <a:pt x="10" y="37"/>
                          <a:pt x="12" y="38"/>
                        </a:cubicBezTo>
                        <a:cubicBezTo>
                          <a:pt x="14" y="38"/>
                          <a:pt x="15" y="39"/>
                          <a:pt x="17" y="39"/>
                        </a:cubicBezTo>
                        <a:cubicBezTo>
                          <a:pt x="9" y="52"/>
                          <a:pt x="9" y="52"/>
                          <a:pt x="9" y="52"/>
                        </a:cubicBezTo>
                        <a:cubicBezTo>
                          <a:pt x="9" y="52"/>
                          <a:pt x="9" y="52"/>
                          <a:pt x="9" y="52"/>
                        </a:cubicBezTo>
                        <a:cubicBezTo>
                          <a:pt x="9" y="53"/>
                          <a:pt x="8" y="54"/>
                          <a:pt x="8" y="55"/>
                        </a:cubicBezTo>
                        <a:cubicBezTo>
                          <a:pt x="8" y="56"/>
                          <a:pt x="8" y="57"/>
                          <a:pt x="9" y="57"/>
                        </a:cubicBezTo>
                        <a:cubicBezTo>
                          <a:pt x="9" y="58"/>
                          <a:pt x="9" y="59"/>
                          <a:pt x="10" y="59"/>
                        </a:cubicBezTo>
                        <a:cubicBezTo>
                          <a:pt x="10" y="59"/>
                          <a:pt x="10" y="59"/>
                          <a:pt x="10" y="59"/>
                        </a:cubicBezTo>
                        <a:cubicBezTo>
                          <a:pt x="10" y="60"/>
                          <a:pt x="11" y="60"/>
                          <a:pt x="12" y="61"/>
                        </a:cubicBezTo>
                        <a:cubicBezTo>
                          <a:pt x="12" y="61"/>
                          <a:pt x="12" y="61"/>
                          <a:pt x="12" y="61"/>
                        </a:cubicBezTo>
                        <a:cubicBezTo>
                          <a:pt x="13" y="61"/>
                          <a:pt x="13" y="61"/>
                          <a:pt x="14" y="61"/>
                        </a:cubicBezTo>
                        <a:close/>
                        <a:moveTo>
                          <a:pt x="20" y="12"/>
                        </a:moveTo>
                        <a:cubicBezTo>
                          <a:pt x="21" y="12"/>
                          <a:pt x="22" y="12"/>
                          <a:pt x="23" y="13"/>
                        </a:cubicBezTo>
                        <a:cubicBezTo>
                          <a:pt x="23" y="13"/>
                          <a:pt x="24" y="14"/>
                          <a:pt x="25" y="14"/>
                        </a:cubicBezTo>
                        <a:cubicBezTo>
                          <a:pt x="26" y="15"/>
                          <a:pt x="26" y="16"/>
                          <a:pt x="27" y="17"/>
                        </a:cubicBezTo>
                        <a:cubicBezTo>
                          <a:pt x="27" y="18"/>
                          <a:pt x="27" y="19"/>
                          <a:pt x="27" y="20"/>
                        </a:cubicBezTo>
                        <a:cubicBezTo>
                          <a:pt x="27" y="21"/>
                          <a:pt x="27" y="22"/>
                          <a:pt x="27" y="23"/>
                        </a:cubicBezTo>
                        <a:cubicBezTo>
                          <a:pt x="26" y="24"/>
                          <a:pt x="26" y="25"/>
                          <a:pt x="25" y="25"/>
                        </a:cubicBezTo>
                        <a:cubicBezTo>
                          <a:pt x="24" y="26"/>
                          <a:pt x="24" y="27"/>
                          <a:pt x="23" y="27"/>
                        </a:cubicBezTo>
                        <a:cubicBezTo>
                          <a:pt x="22" y="28"/>
                          <a:pt x="21" y="28"/>
                          <a:pt x="20" y="28"/>
                        </a:cubicBezTo>
                        <a:cubicBezTo>
                          <a:pt x="18" y="28"/>
                          <a:pt x="17" y="28"/>
                          <a:pt x="16" y="27"/>
                        </a:cubicBezTo>
                        <a:cubicBezTo>
                          <a:pt x="16" y="27"/>
                          <a:pt x="15" y="26"/>
                          <a:pt x="14" y="25"/>
                        </a:cubicBezTo>
                        <a:cubicBezTo>
                          <a:pt x="13" y="25"/>
                          <a:pt x="13" y="24"/>
                          <a:pt x="12" y="23"/>
                        </a:cubicBezTo>
                        <a:cubicBezTo>
                          <a:pt x="12" y="22"/>
                          <a:pt x="12" y="21"/>
                          <a:pt x="12" y="20"/>
                        </a:cubicBezTo>
                        <a:cubicBezTo>
                          <a:pt x="12" y="19"/>
                          <a:pt x="12" y="18"/>
                          <a:pt x="12" y="17"/>
                        </a:cubicBezTo>
                        <a:cubicBezTo>
                          <a:pt x="13" y="16"/>
                          <a:pt x="13" y="15"/>
                          <a:pt x="14" y="14"/>
                        </a:cubicBezTo>
                        <a:cubicBezTo>
                          <a:pt x="15" y="14"/>
                          <a:pt x="15" y="13"/>
                          <a:pt x="16" y="13"/>
                        </a:cubicBezTo>
                        <a:cubicBezTo>
                          <a:pt x="17" y="12"/>
                          <a:pt x="18" y="12"/>
                          <a:pt x="2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3" name="Freeform 458">
                    <a:extLst>
                      <a:ext uri="{FF2B5EF4-FFF2-40B4-BE49-F238E27FC236}">
                        <a16:creationId xmlns:a16="http://schemas.microsoft.com/office/drawing/2014/main" id="{89E7A2F4-C66A-40E3-B97D-FD3BDDF90967}"/>
                      </a:ext>
                    </a:extLst>
                  </p:cNvPr>
                  <p:cNvSpPr>
                    <a:spLocks noEditPoints="1"/>
                  </p:cNvSpPr>
                  <p:nvPr/>
                </p:nvSpPr>
                <p:spPr bwMode="auto">
                  <a:xfrm>
                    <a:off x="4961893" y="5543488"/>
                    <a:ext cx="37573" cy="58768"/>
                  </a:xfrm>
                  <a:custGeom>
                    <a:avLst/>
                    <a:gdLst>
                      <a:gd name="T0" fmla="*/ 2147483646 w 39"/>
                      <a:gd name="T1" fmla="*/ 2147483646 h 61"/>
                      <a:gd name="T2" fmla="*/ 2147483646 w 39"/>
                      <a:gd name="T3" fmla="*/ 2147483646 h 61"/>
                      <a:gd name="T4" fmla="*/ 2147483646 w 39"/>
                      <a:gd name="T5" fmla="*/ 2147483646 h 61"/>
                      <a:gd name="T6" fmla="*/ 2147483646 w 39"/>
                      <a:gd name="T7" fmla="*/ 0 h 61"/>
                      <a:gd name="T8" fmla="*/ 2147483646 w 39"/>
                      <a:gd name="T9" fmla="*/ 2147483646 h 61"/>
                      <a:gd name="T10" fmla="*/ 2147483646 w 39"/>
                      <a:gd name="T11" fmla="*/ 2147483646 h 61"/>
                      <a:gd name="T12" fmla="*/ 2147483646 w 39"/>
                      <a:gd name="T13" fmla="*/ 2147483646 h 61"/>
                      <a:gd name="T14" fmla="*/ 0 w 39"/>
                      <a:gd name="T15" fmla="*/ 2147483646 h 61"/>
                      <a:gd name="T16" fmla="*/ 2147483646 w 39"/>
                      <a:gd name="T17" fmla="*/ 2147483646 h 61"/>
                      <a:gd name="T18" fmla="*/ 2147483646 w 39"/>
                      <a:gd name="T19" fmla="*/ 2147483646 h 61"/>
                      <a:gd name="T20" fmla="*/ 2147483646 w 39"/>
                      <a:gd name="T21" fmla="*/ 2147483646 h 61"/>
                      <a:gd name="T22" fmla="*/ 2147483646 w 39"/>
                      <a:gd name="T23" fmla="*/ 2147483646 h 61"/>
                      <a:gd name="T24" fmla="*/ 2147483646 w 39"/>
                      <a:gd name="T25" fmla="*/ 2147483646 h 61"/>
                      <a:gd name="T26" fmla="*/ 2147483646 w 39"/>
                      <a:gd name="T27" fmla="*/ 2147483646 h 61"/>
                      <a:gd name="T28" fmla="*/ 2147483646 w 39"/>
                      <a:gd name="T29" fmla="*/ 2147483646 h 61"/>
                      <a:gd name="T30" fmla="*/ 2147483646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2147483646 w 39"/>
                      <a:gd name="T69" fmla="*/ 2147483646 h 61"/>
                      <a:gd name="T70" fmla="*/ 2147483646 w 39"/>
                      <a:gd name="T71" fmla="*/ 2147483646 h 61"/>
                      <a:gd name="T72" fmla="*/ 2147483646 w 39"/>
                      <a:gd name="T73" fmla="*/ 2147483646 h 61"/>
                      <a:gd name="T74" fmla="*/ 2147483646 w 39"/>
                      <a:gd name="T75" fmla="*/ 2147483646 h 61"/>
                      <a:gd name="T76" fmla="*/ 2147483646 w 39"/>
                      <a:gd name="T77" fmla="*/ 2147483646 h 61"/>
                      <a:gd name="T78" fmla="*/ 2147483646 w 39"/>
                      <a:gd name="T79" fmla="*/ 2147483646 h 61"/>
                      <a:gd name="T80" fmla="*/ 2147483646 w 39"/>
                      <a:gd name="T81" fmla="*/ 2147483646 h 61"/>
                      <a:gd name="T82" fmla="*/ 2147483646 w 39"/>
                      <a:gd name="T83" fmla="*/ 2147483646 h 61"/>
                      <a:gd name="T84" fmla="*/ 2147483646 w 39"/>
                      <a:gd name="T85" fmla="*/ 2147483646 h 61"/>
                      <a:gd name="T86" fmla="*/ 2147483646 w 39"/>
                      <a:gd name="T87" fmla="*/ 2147483646 h 61"/>
                      <a:gd name="T88" fmla="*/ 2147483646 w 39"/>
                      <a:gd name="T89" fmla="*/ 2147483646 h 61"/>
                      <a:gd name="T90" fmla="*/ 2147483646 w 39"/>
                      <a:gd name="T91" fmla="*/ 2147483646 h 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9" h="61">
                        <a:moveTo>
                          <a:pt x="37" y="12"/>
                        </a:moveTo>
                        <a:cubicBezTo>
                          <a:pt x="36" y="10"/>
                          <a:pt x="35" y="8"/>
                          <a:pt x="33" y="6"/>
                        </a:cubicBezTo>
                        <a:cubicBezTo>
                          <a:pt x="31" y="4"/>
                          <a:pt x="29" y="3"/>
                          <a:pt x="27" y="2"/>
                        </a:cubicBezTo>
                        <a:cubicBezTo>
                          <a:pt x="24" y="1"/>
                          <a:pt x="22" y="0"/>
                          <a:pt x="19" y="0"/>
                        </a:cubicBezTo>
                        <a:cubicBezTo>
                          <a:pt x="17" y="0"/>
                          <a:pt x="14" y="1"/>
                          <a:pt x="12" y="2"/>
                        </a:cubicBezTo>
                        <a:cubicBezTo>
                          <a:pt x="9" y="3"/>
                          <a:pt x="7" y="4"/>
                          <a:pt x="6" y="6"/>
                        </a:cubicBezTo>
                        <a:cubicBezTo>
                          <a:pt x="4" y="8"/>
                          <a:pt x="2" y="10"/>
                          <a:pt x="1" y="12"/>
                        </a:cubicBezTo>
                        <a:cubicBezTo>
                          <a:pt x="0" y="15"/>
                          <a:pt x="0" y="17"/>
                          <a:pt x="0" y="20"/>
                        </a:cubicBezTo>
                        <a:cubicBezTo>
                          <a:pt x="0" y="22"/>
                          <a:pt x="0" y="25"/>
                          <a:pt x="1" y="27"/>
                        </a:cubicBezTo>
                        <a:cubicBezTo>
                          <a:pt x="2" y="30"/>
                          <a:pt x="4" y="32"/>
                          <a:pt x="6" y="34"/>
                        </a:cubicBezTo>
                        <a:cubicBezTo>
                          <a:pt x="7" y="35"/>
                          <a:pt x="9" y="37"/>
                          <a:pt x="12" y="38"/>
                        </a:cubicBezTo>
                        <a:cubicBezTo>
                          <a:pt x="13" y="38"/>
                          <a:pt x="15" y="39"/>
                          <a:pt x="17" y="39"/>
                        </a:cubicBezTo>
                        <a:cubicBezTo>
                          <a:pt x="9" y="52"/>
                          <a:pt x="9" y="52"/>
                          <a:pt x="9" y="52"/>
                        </a:cubicBezTo>
                        <a:cubicBezTo>
                          <a:pt x="9" y="52"/>
                          <a:pt x="9" y="52"/>
                          <a:pt x="9" y="52"/>
                        </a:cubicBezTo>
                        <a:cubicBezTo>
                          <a:pt x="8" y="53"/>
                          <a:pt x="8" y="54"/>
                          <a:pt x="8" y="55"/>
                        </a:cubicBezTo>
                        <a:cubicBezTo>
                          <a:pt x="8" y="56"/>
                          <a:pt x="8" y="57"/>
                          <a:pt x="8" y="57"/>
                        </a:cubicBezTo>
                        <a:cubicBezTo>
                          <a:pt x="8" y="57"/>
                          <a:pt x="8" y="57"/>
                          <a:pt x="8" y="57"/>
                        </a:cubicBezTo>
                        <a:cubicBezTo>
                          <a:pt x="9" y="58"/>
                          <a:pt x="9" y="59"/>
                          <a:pt x="10" y="59"/>
                        </a:cubicBezTo>
                        <a:cubicBezTo>
                          <a:pt x="10" y="59"/>
                          <a:pt x="10" y="59"/>
                          <a:pt x="10" y="59"/>
                        </a:cubicBezTo>
                        <a:cubicBezTo>
                          <a:pt x="10" y="60"/>
                          <a:pt x="11" y="60"/>
                          <a:pt x="11" y="61"/>
                        </a:cubicBezTo>
                        <a:cubicBezTo>
                          <a:pt x="11" y="61"/>
                          <a:pt x="11" y="61"/>
                          <a:pt x="11" y="61"/>
                        </a:cubicBezTo>
                        <a:cubicBezTo>
                          <a:pt x="12" y="61"/>
                          <a:pt x="13" y="61"/>
                          <a:pt x="14" y="61"/>
                        </a:cubicBezTo>
                        <a:cubicBezTo>
                          <a:pt x="15" y="61"/>
                          <a:pt x="16" y="61"/>
                          <a:pt x="17" y="60"/>
                        </a:cubicBezTo>
                        <a:cubicBezTo>
                          <a:pt x="18" y="60"/>
                          <a:pt x="18" y="59"/>
                          <a:pt x="19" y="58"/>
                        </a:cubicBezTo>
                        <a:cubicBezTo>
                          <a:pt x="19" y="58"/>
                          <a:pt x="19" y="58"/>
                          <a:pt x="19" y="58"/>
                        </a:cubicBezTo>
                        <a:cubicBezTo>
                          <a:pt x="35" y="30"/>
                          <a:pt x="35" y="30"/>
                          <a:pt x="35" y="30"/>
                        </a:cubicBezTo>
                        <a:cubicBezTo>
                          <a:pt x="35" y="30"/>
                          <a:pt x="35" y="30"/>
                          <a:pt x="35" y="30"/>
                        </a:cubicBezTo>
                        <a:cubicBezTo>
                          <a:pt x="38" y="27"/>
                          <a:pt x="39" y="24"/>
                          <a:pt x="39" y="20"/>
                        </a:cubicBezTo>
                        <a:cubicBezTo>
                          <a:pt x="39" y="17"/>
                          <a:pt x="38" y="15"/>
                          <a:pt x="37" y="12"/>
                        </a:cubicBezTo>
                        <a:close/>
                        <a:moveTo>
                          <a:pt x="19" y="12"/>
                        </a:moveTo>
                        <a:cubicBezTo>
                          <a:pt x="20" y="12"/>
                          <a:pt x="21" y="12"/>
                          <a:pt x="22" y="13"/>
                        </a:cubicBezTo>
                        <a:cubicBezTo>
                          <a:pt x="23" y="13"/>
                          <a:pt x="24" y="14"/>
                          <a:pt x="25" y="14"/>
                        </a:cubicBezTo>
                        <a:cubicBezTo>
                          <a:pt x="25" y="15"/>
                          <a:pt x="26" y="16"/>
                          <a:pt x="26" y="17"/>
                        </a:cubicBezTo>
                        <a:cubicBezTo>
                          <a:pt x="27" y="18"/>
                          <a:pt x="27" y="19"/>
                          <a:pt x="27" y="20"/>
                        </a:cubicBezTo>
                        <a:cubicBezTo>
                          <a:pt x="27" y="21"/>
                          <a:pt x="27" y="22"/>
                          <a:pt x="26" y="23"/>
                        </a:cubicBezTo>
                        <a:cubicBezTo>
                          <a:pt x="26" y="24"/>
                          <a:pt x="25" y="25"/>
                          <a:pt x="25" y="25"/>
                        </a:cubicBezTo>
                        <a:cubicBezTo>
                          <a:pt x="24" y="26"/>
                          <a:pt x="23" y="27"/>
                          <a:pt x="22" y="27"/>
                        </a:cubicBezTo>
                        <a:cubicBezTo>
                          <a:pt x="21" y="28"/>
                          <a:pt x="20" y="28"/>
                          <a:pt x="19" y="28"/>
                        </a:cubicBezTo>
                        <a:cubicBezTo>
                          <a:pt x="18" y="28"/>
                          <a:pt x="17" y="28"/>
                          <a:pt x="16" y="27"/>
                        </a:cubicBezTo>
                        <a:cubicBezTo>
                          <a:pt x="15" y="27"/>
                          <a:pt x="14" y="26"/>
                          <a:pt x="14" y="25"/>
                        </a:cubicBezTo>
                        <a:cubicBezTo>
                          <a:pt x="13" y="25"/>
                          <a:pt x="12" y="24"/>
                          <a:pt x="12" y="23"/>
                        </a:cubicBezTo>
                        <a:cubicBezTo>
                          <a:pt x="12" y="22"/>
                          <a:pt x="11" y="21"/>
                          <a:pt x="11" y="20"/>
                        </a:cubicBezTo>
                        <a:cubicBezTo>
                          <a:pt x="11" y="19"/>
                          <a:pt x="12" y="18"/>
                          <a:pt x="12" y="17"/>
                        </a:cubicBezTo>
                        <a:cubicBezTo>
                          <a:pt x="12" y="16"/>
                          <a:pt x="13" y="15"/>
                          <a:pt x="14" y="14"/>
                        </a:cubicBezTo>
                        <a:cubicBezTo>
                          <a:pt x="14" y="14"/>
                          <a:pt x="15" y="13"/>
                          <a:pt x="16" y="13"/>
                        </a:cubicBezTo>
                        <a:cubicBezTo>
                          <a:pt x="17" y="12"/>
                          <a:pt x="18" y="12"/>
                          <a:pt x="19"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4" name="Freeform 459">
                    <a:extLst>
                      <a:ext uri="{FF2B5EF4-FFF2-40B4-BE49-F238E27FC236}">
                        <a16:creationId xmlns:a16="http://schemas.microsoft.com/office/drawing/2014/main" id="{AEE479B9-DF86-4BE9-A9C7-61A45922A6BE}"/>
                      </a:ext>
                    </a:extLst>
                  </p:cNvPr>
                  <p:cNvSpPr>
                    <a:spLocks noEditPoints="1"/>
                  </p:cNvSpPr>
                  <p:nvPr/>
                </p:nvSpPr>
                <p:spPr bwMode="auto">
                  <a:xfrm>
                    <a:off x="4961893" y="4838278"/>
                    <a:ext cx="37573" cy="58768"/>
                  </a:xfrm>
                  <a:custGeom>
                    <a:avLst/>
                    <a:gdLst>
                      <a:gd name="T0" fmla="*/ 2147483646 w 39"/>
                      <a:gd name="T1" fmla="*/ 2147483646 h 61"/>
                      <a:gd name="T2" fmla="*/ 2147483646 w 39"/>
                      <a:gd name="T3" fmla="*/ 2147483646 h 61"/>
                      <a:gd name="T4" fmla="*/ 2147483646 w 39"/>
                      <a:gd name="T5" fmla="*/ 2147483646 h 61"/>
                      <a:gd name="T6" fmla="*/ 0 w 39"/>
                      <a:gd name="T7" fmla="*/ 2147483646 h 61"/>
                      <a:gd name="T8" fmla="*/ 2147483646 w 39"/>
                      <a:gd name="T9" fmla="*/ 2147483646 h 61"/>
                      <a:gd name="T10" fmla="*/ 2147483646 w 39"/>
                      <a:gd name="T11" fmla="*/ 2147483646 h 61"/>
                      <a:gd name="T12" fmla="*/ 2147483646 w 39"/>
                      <a:gd name="T13" fmla="*/ 2147483646 h 61"/>
                      <a:gd name="T14" fmla="*/ 2147483646 w 39"/>
                      <a:gd name="T15" fmla="*/ 2147483646 h 61"/>
                      <a:gd name="T16" fmla="*/ 2147483646 w 39"/>
                      <a:gd name="T17" fmla="*/ 2147483646 h 61"/>
                      <a:gd name="T18" fmla="*/ 2147483646 w 39"/>
                      <a:gd name="T19" fmla="*/ 2147483646 h 61"/>
                      <a:gd name="T20" fmla="*/ 2147483646 w 39"/>
                      <a:gd name="T21" fmla="*/ 2147483646 h 61"/>
                      <a:gd name="T22" fmla="*/ 2147483646 w 39"/>
                      <a:gd name="T23" fmla="*/ 2147483646 h 61"/>
                      <a:gd name="T24" fmla="*/ 2147483646 w 39"/>
                      <a:gd name="T25" fmla="*/ 2147483646 h 61"/>
                      <a:gd name="T26" fmla="*/ 2147483646 w 39"/>
                      <a:gd name="T27" fmla="*/ 2147483646 h 61"/>
                      <a:gd name="T28" fmla="*/ 2147483646 w 39"/>
                      <a:gd name="T29" fmla="*/ 2147483646 h 61"/>
                      <a:gd name="T30" fmla="*/ 2147483646 w 39"/>
                      <a:gd name="T31" fmla="*/ 2147483646 h 61"/>
                      <a:gd name="T32" fmla="*/ 2147483646 w 39"/>
                      <a:gd name="T33" fmla="*/ 2147483646 h 61"/>
                      <a:gd name="T34" fmla="*/ 2147483646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0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2147483646 w 39"/>
                      <a:gd name="T69" fmla="*/ 2147483646 h 61"/>
                      <a:gd name="T70" fmla="*/ 2147483646 w 39"/>
                      <a:gd name="T71" fmla="*/ 2147483646 h 61"/>
                      <a:gd name="T72" fmla="*/ 2147483646 w 39"/>
                      <a:gd name="T73" fmla="*/ 2147483646 h 61"/>
                      <a:gd name="T74" fmla="*/ 2147483646 w 39"/>
                      <a:gd name="T75" fmla="*/ 2147483646 h 61"/>
                      <a:gd name="T76" fmla="*/ 2147483646 w 39"/>
                      <a:gd name="T77" fmla="*/ 2147483646 h 61"/>
                      <a:gd name="T78" fmla="*/ 2147483646 w 39"/>
                      <a:gd name="T79" fmla="*/ 2147483646 h 61"/>
                      <a:gd name="T80" fmla="*/ 2147483646 w 39"/>
                      <a:gd name="T81" fmla="*/ 2147483646 h 61"/>
                      <a:gd name="T82" fmla="*/ 2147483646 w 39"/>
                      <a:gd name="T83" fmla="*/ 2147483646 h 61"/>
                      <a:gd name="T84" fmla="*/ 2147483646 w 39"/>
                      <a:gd name="T85" fmla="*/ 2147483646 h 61"/>
                      <a:gd name="T86" fmla="*/ 2147483646 w 39"/>
                      <a:gd name="T87" fmla="*/ 2147483646 h 61"/>
                      <a:gd name="T88" fmla="*/ 2147483646 w 39"/>
                      <a:gd name="T89" fmla="*/ 2147483646 h 6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9" h="61">
                        <a:moveTo>
                          <a:pt x="12" y="2"/>
                        </a:moveTo>
                        <a:cubicBezTo>
                          <a:pt x="10" y="3"/>
                          <a:pt x="8" y="4"/>
                          <a:pt x="6" y="6"/>
                        </a:cubicBezTo>
                        <a:cubicBezTo>
                          <a:pt x="4" y="8"/>
                          <a:pt x="3" y="10"/>
                          <a:pt x="2" y="12"/>
                        </a:cubicBezTo>
                        <a:cubicBezTo>
                          <a:pt x="1" y="15"/>
                          <a:pt x="0" y="17"/>
                          <a:pt x="0" y="20"/>
                        </a:cubicBezTo>
                        <a:cubicBezTo>
                          <a:pt x="0" y="22"/>
                          <a:pt x="1" y="25"/>
                          <a:pt x="2" y="27"/>
                        </a:cubicBezTo>
                        <a:cubicBezTo>
                          <a:pt x="3" y="30"/>
                          <a:pt x="4" y="32"/>
                          <a:pt x="6" y="33"/>
                        </a:cubicBezTo>
                        <a:cubicBezTo>
                          <a:pt x="8" y="35"/>
                          <a:pt x="10" y="37"/>
                          <a:pt x="12" y="38"/>
                        </a:cubicBezTo>
                        <a:cubicBezTo>
                          <a:pt x="14" y="38"/>
                          <a:pt x="15" y="39"/>
                          <a:pt x="17" y="39"/>
                        </a:cubicBezTo>
                        <a:cubicBezTo>
                          <a:pt x="9" y="52"/>
                          <a:pt x="9" y="52"/>
                          <a:pt x="9" y="52"/>
                        </a:cubicBezTo>
                        <a:cubicBezTo>
                          <a:pt x="9" y="52"/>
                          <a:pt x="9" y="52"/>
                          <a:pt x="9" y="52"/>
                        </a:cubicBezTo>
                        <a:cubicBezTo>
                          <a:pt x="9" y="53"/>
                          <a:pt x="8" y="54"/>
                          <a:pt x="8" y="55"/>
                        </a:cubicBezTo>
                        <a:cubicBezTo>
                          <a:pt x="8" y="56"/>
                          <a:pt x="8" y="57"/>
                          <a:pt x="9" y="57"/>
                        </a:cubicBezTo>
                        <a:cubicBezTo>
                          <a:pt x="9" y="57"/>
                          <a:pt x="9" y="57"/>
                          <a:pt x="9" y="57"/>
                        </a:cubicBezTo>
                        <a:cubicBezTo>
                          <a:pt x="9" y="58"/>
                          <a:pt x="9" y="59"/>
                          <a:pt x="10" y="59"/>
                        </a:cubicBezTo>
                        <a:cubicBezTo>
                          <a:pt x="10" y="59"/>
                          <a:pt x="10" y="59"/>
                          <a:pt x="10" y="59"/>
                        </a:cubicBezTo>
                        <a:cubicBezTo>
                          <a:pt x="10" y="60"/>
                          <a:pt x="11" y="60"/>
                          <a:pt x="12" y="60"/>
                        </a:cubicBezTo>
                        <a:cubicBezTo>
                          <a:pt x="12" y="60"/>
                          <a:pt x="12" y="60"/>
                          <a:pt x="12" y="60"/>
                        </a:cubicBezTo>
                        <a:cubicBezTo>
                          <a:pt x="13" y="61"/>
                          <a:pt x="13" y="61"/>
                          <a:pt x="14" y="61"/>
                        </a:cubicBezTo>
                        <a:cubicBezTo>
                          <a:pt x="15" y="61"/>
                          <a:pt x="16" y="61"/>
                          <a:pt x="17" y="60"/>
                        </a:cubicBezTo>
                        <a:cubicBezTo>
                          <a:pt x="18" y="60"/>
                          <a:pt x="19" y="59"/>
                          <a:pt x="19" y="58"/>
                        </a:cubicBezTo>
                        <a:cubicBezTo>
                          <a:pt x="36" y="30"/>
                          <a:pt x="36" y="30"/>
                          <a:pt x="36" y="30"/>
                        </a:cubicBezTo>
                        <a:cubicBezTo>
                          <a:pt x="36" y="30"/>
                          <a:pt x="36" y="30"/>
                          <a:pt x="36" y="30"/>
                        </a:cubicBezTo>
                        <a:cubicBezTo>
                          <a:pt x="38" y="27"/>
                          <a:pt x="39" y="24"/>
                          <a:pt x="39" y="20"/>
                        </a:cubicBezTo>
                        <a:cubicBezTo>
                          <a:pt x="39" y="17"/>
                          <a:pt x="38" y="15"/>
                          <a:pt x="37" y="12"/>
                        </a:cubicBezTo>
                        <a:cubicBezTo>
                          <a:pt x="36" y="10"/>
                          <a:pt x="35" y="8"/>
                          <a:pt x="33" y="6"/>
                        </a:cubicBezTo>
                        <a:cubicBezTo>
                          <a:pt x="31" y="4"/>
                          <a:pt x="29" y="3"/>
                          <a:pt x="27" y="2"/>
                        </a:cubicBezTo>
                        <a:cubicBezTo>
                          <a:pt x="25" y="1"/>
                          <a:pt x="22" y="0"/>
                          <a:pt x="20" y="0"/>
                        </a:cubicBezTo>
                        <a:cubicBezTo>
                          <a:pt x="17" y="0"/>
                          <a:pt x="14" y="1"/>
                          <a:pt x="12" y="2"/>
                        </a:cubicBezTo>
                        <a:close/>
                        <a:moveTo>
                          <a:pt x="20" y="12"/>
                        </a:moveTo>
                        <a:cubicBezTo>
                          <a:pt x="21" y="12"/>
                          <a:pt x="22" y="12"/>
                          <a:pt x="23" y="12"/>
                        </a:cubicBezTo>
                        <a:cubicBezTo>
                          <a:pt x="24" y="13"/>
                          <a:pt x="24" y="13"/>
                          <a:pt x="25" y="14"/>
                        </a:cubicBezTo>
                        <a:cubicBezTo>
                          <a:pt x="26" y="15"/>
                          <a:pt x="26" y="16"/>
                          <a:pt x="27" y="17"/>
                        </a:cubicBezTo>
                        <a:cubicBezTo>
                          <a:pt x="27" y="18"/>
                          <a:pt x="27" y="19"/>
                          <a:pt x="27" y="20"/>
                        </a:cubicBezTo>
                        <a:cubicBezTo>
                          <a:pt x="27" y="21"/>
                          <a:pt x="27" y="22"/>
                          <a:pt x="27" y="23"/>
                        </a:cubicBezTo>
                        <a:cubicBezTo>
                          <a:pt x="26" y="24"/>
                          <a:pt x="26" y="25"/>
                          <a:pt x="25" y="25"/>
                        </a:cubicBezTo>
                        <a:cubicBezTo>
                          <a:pt x="24" y="26"/>
                          <a:pt x="24" y="27"/>
                          <a:pt x="23" y="27"/>
                        </a:cubicBezTo>
                        <a:cubicBezTo>
                          <a:pt x="22" y="27"/>
                          <a:pt x="21" y="28"/>
                          <a:pt x="20" y="28"/>
                        </a:cubicBezTo>
                        <a:cubicBezTo>
                          <a:pt x="18" y="28"/>
                          <a:pt x="17" y="27"/>
                          <a:pt x="16" y="27"/>
                        </a:cubicBezTo>
                        <a:cubicBezTo>
                          <a:pt x="16" y="27"/>
                          <a:pt x="15" y="26"/>
                          <a:pt x="14" y="25"/>
                        </a:cubicBezTo>
                        <a:cubicBezTo>
                          <a:pt x="13" y="25"/>
                          <a:pt x="13" y="24"/>
                          <a:pt x="12" y="23"/>
                        </a:cubicBezTo>
                        <a:cubicBezTo>
                          <a:pt x="12" y="22"/>
                          <a:pt x="12" y="21"/>
                          <a:pt x="12" y="20"/>
                        </a:cubicBezTo>
                        <a:cubicBezTo>
                          <a:pt x="12" y="19"/>
                          <a:pt x="12" y="18"/>
                          <a:pt x="12" y="17"/>
                        </a:cubicBezTo>
                        <a:cubicBezTo>
                          <a:pt x="13" y="16"/>
                          <a:pt x="13" y="15"/>
                          <a:pt x="14" y="14"/>
                        </a:cubicBezTo>
                        <a:cubicBezTo>
                          <a:pt x="15" y="13"/>
                          <a:pt x="16" y="13"/>
                          <a:pt x="16" y="12"/>
                        </a:cubicBezTo>
                        <a:cubicBezTo>
                          <a:pt x="17" y="12"/>
                          <a:pt x="18" y="12"/>
                          <a:pt x="2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5" name="Freeform 460">
                    <a:extLst>
                      <a:ext uri="{FF2B5EF4-FFF2-40B4-BE49-F238E27FC236}">
                        <a16:creationId xmlns:a16="http://schemas.microsoft.com/office/drawing/2014/main" id="{8FFDE3DF-BD08-4EB2-A64E-BA22FE08317C}"/>
                      </a:ext>
                    </a:extLst>
                  </p:cNvPr>
                  <p:cNvSpPr>
                    <a:spLocks/>
                  </p:cNvSpPr>
                  <p:nvPr/>
                </p:nvSpPr>
                <p:spPr bwMode="auto">
                  <a:xfrm>
                    <a:off x="5008136" y="489319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6" name="Freeform 461">
                    <a:extLst>
                      <a:ext uri="{FF2B5EF4-FFF2-40B4-BE49-F238E27FC236}">
                        <a16:creationId xmlns:a16="http://schemas.microsoft.com/office/drawing/2014/main" id="{81F5A6DA-88F1-40DE-83AB-42086E925326}"/>
                      </a:ext>
                    </a:extLst>
                  </p:cNvPr>
                  <p:cNvSpPr>
                    <a:spLocks noEditPoints="1"/>
                  </p:cNvSpPr>
                  <p:nvPr/>
                </p:nvSpPr>
                <p:spPr bwMode="auto">
                  <a:xfrm>
                    <a:off x="5000429" y="4838278"/>
                    <a:ext cx="37573" cy="58768"/>
                  </a:xfrm>
                  <a:custGeom>
                    <a:avLst/>
                    <a:gdLst>
                      <a:gd name="T0" fmla="*/ 2147483646 w 39"/>
                      <a:gd name="T1" fmla="*/ 2147483646 h 61"/>
                      <a:gd name="T2" fmla="*/ 2147483646 w 39"/>
                      <a:gd name="T3" fmla="*/ 2147483646 h 61"/>
                      <a:gd name="T4" fmla="*/ 2147483646 w 39"/>
                      <a:gd name="T5" fmla="*/ 2147483646 h 61"/>
                      <a:gd name="T6" fmla="*/ 2147483646 w 39"/>
                      <a:gd name="T7" fmla="*/ 2147483646 h 61"/>
                      <a:gd name="T8" fmla="*/ 2147483646 w 39"/>
                      <a:gd name="T9" fmla="*/ 2147483646 h 61"/>
                      <a:gd name="T10" fmla="*/ 2147483646 w 39"/>
                      <a:gd name="T11" fmla="*/ 2147483646 h 61"/>
                      <a:gd name="T12" fmla="*/ 2147483646 w 39"/>
                      <a:gd name="T13" fmla="*/ 2147483646 h 61"/>
                      <a:gd name="T14" fmla="*/ 2147483646 w 39"/>
                      <a:gd name="T15" fmla="*/ 2147483646 h 61"/>
                      <a:gd name="T16" fmla="*/ 2147483646 w 39"/>
                      <a:gd name="T17" fmla="*/ 2147483646 h 61"/>
                      <a:gd name="T18" fmla="*/ 2147483646 w 39"/>
                      <a:gd name="T19" fmla="*/ 2147483646 h 61"/>
                      <a:gd name="T20" fmla="*/ 2147483646 w 39"/>
                      <a:gd name="T21" fmla="*/ 2147483646 h 61"/>
                      <a:gd name="T22" fmla="*/ 2147483646 w 39"/>
                      <a:gd name="T23" fmla="*/ 2147483646 h 61"/>
                      <a:gd name="T24" fmla="*/ 2147483646 w 39"/>
                      <a:gd name="T25" fmla="*/ 2147483646 h 61"/>
                      <a:gd name="T26" fmla="*/ 2147483646 w 39"/>
                      <a:gd name="T27" fmla="*/ 0 h 61"/>
                      <a:gd name="T28" fmla="*/ 2147483646 w 39"/>
                      <a:gd name="T29" fmla="*/ 2147483646 h 61"/>
                      <a:gd name="T30" fmla="*/ 2147483646 w 39"/>
                      <a:gd name="T31" fmla="*/ 2147483646 h 61"/>
                      <a:gd name="T32" fmla="*/ 2147483646 w 39"/>
                      <a:gd name="T33" fmla="*/ 2147483646 h 61"/>
                      <a:gd name="T34" fmla="*/ 0 w 39"/>
                      <a:gd name="T35" fmla="*/ 2147483646 h 61"/>
                      <a:gd name="T36" fmla="*/ 2147483646 w 39"/>
                      <a:gd name="T37" fmla="*/ 2147483646 h 61"/>
                      <a:gd name="T38" fmla="*/ 2147483646 w 39"/>
                      <a:gd name="T39" fmla="*/ 2147483646 h 61"/>
                      <a:gd name="T40" fmla="*/ 2147483646 w 39"/>
                      <a:gd name="T41" fmla="*/ 2147483646 h 61"/>
                      <a:gd name="T42" fmla="*/ 2147483646 w 39"/>
                      <a:gd name="T43" fmla="*/ 2147483646 h 61"/>
                      <a:gd name="T44" fmla="*/ 2147483646 w 39"/>
                      <a:gd name="T45" fmla="*/ 2147483646 h 61"/>
                      <a:gd name="T46" fmla="*/ 2147483646 w 39"/>
                      <a:gd name="T47" fmla="*/ 2147483646 h 61"/>
                      <a:gd name="T48" fmla="*/ 2147483646 w 39"/>
                      <a:gd name="T49" fmla="*/ 2147483646 h 61"/>
                      <a:gd name="T50" fmla="*/ 2147483646 w 39"/>
                      <a:gd name="T51" fmla="*/ 2147483646 h 61"/>
                      <a:gd name="T52" fmla="*/ 2147483646 w 39"/>
                      <a:gd name="T53" fmla="*/ 2147483646 h 61"/>
                      <a:gd name="T54" fmla="*/ 2147483646 w 39"/>
                      <a:gd name="T55" fmla="*/ 2147483646 h 61"/>
                      <a:gd name="T56" fmla="*/ 2147483646 w 39"/>
                      <a:gd name="T57" fmla="*/ 2147483646 h 61"/>
                      <a:gd name="T58" fmla="*/ 2147483646 w 39"/>
                      <a:gd name="T59" fmla="*/ 2147483646 h 61"/>
                      <a:gd name="T60" fmla="*/ 2147483646 w 39"/>
                      <a:gd name="T61" fmla="*/ 2147483646 h 61"/>
                      <a:gd name="T62" fmla="*/ 2147483646 w 39"/>
                      <a:gd name="T63" fmla="*/ 2147483646 h 61"/>
                      <a:gd name="T64" fmla="*/ 2147483646 w 39"/>
                      <a:gd name="T65" fmla="*/ 2147483646 h 61"/>
                      <a:gd name="T66" fmla="*/ 2147483646 w 39"/>
                      <a:gd name="T67" fmla="*/ 2147483646 h 61"/>
                      <a:gd name="T68" fmla="*/ 2147483646 w 39"/>
                      <a:gd name="T69" fmla="*/ 2147483646 h 61"/>
                      <a:gd name="T70" fmla="*/ 2147483646 w 39"/>
                      <a:gd name="T71" fmla="*/ 2147483646 h 61"/>
                      <a:gd name="T72" fmla="*/ 2147483646 w 39"/>
                      <a:gd name="T73" fmla="*/ 2147483646 h 61"/>
                      <a:gd name="T74" fmla="*/ 2147483646 w 39"/>
                      <a:gd name="T75" fmla="*/ 2147483646 h 61"/>
                      <a:gd name="T76" fmla="*/ 2147483646 w 39"/>
                      <a:gd name="T77" fmla="*/ 2147483646 h 61"/>
                      <a:gd name="T78" fmla="*/ 2147483646 w 39"/>
                      <a:gd name="T79" fmla="*/ 2147483646 h 61"/>
                      <a:gd name="T80" fmla="*/ 2147483646 w 39"/>
                      <a:gd name="T81" fmla="*/ 2147483646 h 61"/>
                      <a:gd name="T82" fmla="*/ 2147483646 w 39"/>
                      <a:gd name="T83" fmla="*/ 2147483646 h 61"/>
                      <a:gd name="T84" fmla="*/ 2147483646 w 39"/>
                      <a:gd name="T85" fmla="*/ 2147483646 h 61"/>
                      <a:gd name="T86" fmla="*/ 2147483646 w 39"/>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9" h="61">
                        <a:moveTo>
                          <a:pt x="10" y="59"/>
                        </a:moveTo>
                        <a:cubicBezTo>
                          <a:pt x="10" y="60"/>
                          <a:pt x="11" y="60"/>
                          <a:pt x="11" y="60"/>
                        </a:cubicBezTo>
                        <a:cubicBezTo>
                          <a:pt x="11" y="60"/>
                          <a:pt x="11" y="60"/>
                          <a:pt x="11" y="60"/>
                        </a:cubicBezTo>
                        <a:cubicBezTo>
                          <a:pt x="12" y="61"/>
                          <a:pt x="13" y="61"/>
                          <a:pt x="14" y="61"/>
                        </a:cubicBezTo>
                        <a:cubicBezTo>
                          <a:pt x="15" y="61"/>
                          <a:pt x="16" y="61"/>
                          <a:pt x="17" y="60"/>
                        </a:cubicBezTo>
                        <a:cubicBezTo>
                          <a:pt x="18" y="60"/>
                          <a:pt x="18" y="59"/>
                          <a:pt x="19" y="58"/>
                        </a:cubicBezTo>
                        <a:cubicBezTo>
                          <a:pt x="19" y="58"/>
                          <a:pt x="19" y="58"/>
                          <a:pt x="19" y="58"/>
                        </a:cubicBezTo>
                        <a:cubicBezTo>
                          <a:pt x="35" y="30"/>
                          <a:pt x="35" y="30"/>
                          <a:pt x="35" y="30"/>
                        </a:cubicBezTo>
                        <a:cubicBezTo>
                          <a:pt x="35" y="30"/>
                          <a:pt x="35" y="30"/>
                          <a:pt x="35" y="30"/>
                        </a:cubicBezTo>
                        <a:cubicBezTo>
                          <a:pt x="38" y="27"/>
                          <a:pt x="39" y="24"/>
                          <a:pt x="39" y="20"/>
                        </a:cubicBezTo>
                        <a:cubicBezTo>
                          <a:pt x="39" y="17"/>
                          <a:pt x="38" y="15"/>
                          <a:pt x="37" y="12"/>
                        </a:cubicBezTo>
                        <a:cubicBezTo>
                          <a:pt x="36" y="10"/>
                          <a:pt x="35" y="8"/>
                          <a:pt x="33" y="6"/>
                        </a:cubicBezTo>
                        <a:cubicBezTo>
                          <a:pt x="31" y="4"/>
                          <a:pt x="29" y="3"/>
                          <a:pt x="27" y="2"/>
                        </a:cubicBezTo>
                        <a:cubicBezTo>
                          <a:pt x="24" y="1"/>
                          <a:pt x="22" y="0"/>
                          <a:pt x="19" y="0"/>
                        </a:cubicBezTo>
                        <a:cubicBezTo>
                          <a:pt x="17" y="0"/>
                          <a:pt x="14" y="1"/>
                          <a:pt x="12" y="2"/>
                        </a:cubicBezTo>
                        <a:cubicBezTo>
                          <a:pt x="9" y="3"/>
                          <a:pt x="7" y="4"/>
                          <a:pt x="6" y="6"/>
                        </a:cubicBezTo>
                        <a:cubicBezTo>
                          <a:pt x="4" y="8"/>
                          <a:pt x="2" y="10"/>
                          <a:pt x="1" y="12"/>
                        </a:cubicBezTo>
                        <a:cubicBezTo>
                          <a:pt x="0" y="15"/>
                          <a:pt x="0" y="17"/>
                          <a:pt x="0" y="20"/>
                        </a:cubicBezTo>
                        <a:cubicBezTo>
                          <a:pt x="0" y="22"/>
                          <a:pt x="0" y="25"/>
                          <a:pt x="1" y="27"/>
                        </a:cubicBezTo>
                        <a:cubicBezTo>
                          <a:pt x="2" y="30"/>
                          <a:pt x="4" y="32"/>
                          <a:pt x="6" y="33"/>
                        </a:cubicBezTo>
                        <a:cubicBezTo>
                          <a:pt x="7" y="35"/>
                          <a:pt x="9" y="37"/>
                          <a:pt x="12" y="38"/>
                        </a:cubicBezTo>
                        <a:cubicBezTo>
                          <a:pt x="13" y="38"/>
                          <a:pt x="15" y="39"/>
                          <a:pt x="17" y="39"/>
                        </a:cubicBezTo>
                        <a:cubicBezTo>
                          <a:pt x="9" y="52"/>
                          <a:pt x="9" y="52"/>
                          <a:pt x="9" y="52"/>
                        </a:cubicBezTo>
                        <a:cubicBezTo>
                          <a:pt x="9" y="52"/>
                          <a:pt x="9" y="52"/>
                          <a:pt x="9" y="52"/>
                        </a:cubicBezTo>
                        <a:cubicBezTo>
                          <a:pt x="8" y="53"/>
                          <a:pt x="8" y="54"/>
                          <a:pt x="8" y="55"/>
                        </a:cubicBezTo>
                        <a:cubicBezTo>
                          <a:pt x="8" y="56"/>
                          <a:pt x="8" y="57"/>
                          <a:pt x="8" y="57"/>
                        </a:cubicBezTo>
                        <a:cubicBezTo>
                          <a:pt x="9" y="58"/>
                          <a:pt x="9" y="59"/>
                          <a:pt x="10" y="59"/>
                        </a:cubicBezTo>
                        <a:close/>
                        <a:moveTo>
                          <a:pt x="19" y="12"/>
                        </a:moveTo>
                        <a:cubicBezTo>
                          <a:pt x="20" y="12"/>
                          <a:pt x="21" y="12"/>
                          <a:pt x="22" y="12"/>
                        </a:cubicBezTo>
                        <a:cubicBezTo>
                          <a:pt x="23" y="13"/>
                          <a:pt x="24" y="13"/>
                          <a:pt x="25" y="14"/>
                        </a:cubicBezTo>
                        <a:cubicBezTo>
                          <a:pt x="25" y="15"/>
                          <a:pt x="26" y="16"/>
                          <a:pt x="26" y="17"/>
                        </a:cubicBezTo>
                        <a:cubicBezTo>
                          <a:pt x="27" y="18"/>
                          <a:pt x="27" y="19"/>
                          <a:pt x="27" y="20"/>
                        </a:cubicBezTo>
                        <a:cubicBezTo>
                          <a:pt x="27" y="21"/>
                          <a:pt x="27" y="22"/>
                          <a:pt x="26" y="23"/>
                        </a:cubicBezTo>
                        <a:cubicBezTo>
                          <a:pt x="26" y="24"/>
                          <a:pt x="25" y="25"/>
                          <a:pt x="25" y="25"/>
                        </a:cubicBezTo>
                        <a:cubicBezTo>
                          <a:pt x="24" y="26"/>
                          <a:pt x="23" y="27"/>
                          <a:pt x="22" y="27"/>
                        </a:cubicBezTo>
                        <a:cubicBezTo>
                          <a:pt x="21" y="27"/>
                          <a:pt x="20" y="28"/>
                          <a:pt x="19" y="28"/>
                        </a:cubicBezTo>
                        <a:cubicBezTo>
                          <a:pt x="18" y="28"/>
                          <a:pt x="17" y="27"/>
                          <a:pt x="16" y="27"/>
                        </a:cubicBezTo>
                        <a:cubicBezTo>
                          <a:pt x="15" y="27"/>
                          <a:pt x="14" y="26"/>
                          <a:pt x="14" y="25"/>
                        </a:cubicBezTo>
                        <a:cubicBezTo>
                          <a:pt x="13" y="25"/>
                          <a:pt x="12" y="24"/>
                          <a:pt x="12" y="23"/>
                        </a:cubicBezTo>
                        <a:cubicBezTo>
                          <a:pt x="12" y="22"/>
                          <a:pt x="11" y="21"/>
                          <a:pt x="11" y="20"/>
                        </a:cubicBezTo>
                        <a:cubicBezTo>
                          <a:pt x="11" y="19"/>
                          <a:pt x="12" y="18"/>
                          <a:pt x="12" y="17"/>
                        </a:cubicBezTo>
                        <a:cubicBezTo>
                          <a:pt x="12" y="16"/>
                          <a:pt x="13" y="15"/>
                          <a:pt x="14" y="14"/>
                        </a:cubicBezTo>
                        <a:cubicBezTo>
                          <a:pt x="14" y="13"/>
                          <a:pt x="15" y="13"/>
                          <a:pt x="16" y="12"/>
                        </a:cubicBezTo>
                        <a:cubicBezTo>
                          <a:pt x="17" y="12"/>
                          <a:pt x="18" y="12"/>
                          <a:pt x="19"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7" name="Freeform 462">
                    <a:extLst>
                      <a:ext uri="{FF2B5EF4-FFF2-40B4-BE49-F238E27FC236}">
                        <a16:creationId xmlns:a16="http://schemas.microsoft.com/office/drawing/2014/main" id="{970086B6-0820-47A8-A9A4-E22CA44D75DB}"/>
                      </a:ext>
                    </a:extLst>
                  </p:cNvPr>
                  <p:cNvSpPr>
                    <a:spLocks noEditPoints="1"/>
                  </p:cNvSpPr>
                  <p:nvPr/>
                </p:nvSpPr>
                <p:spPr bwMode="auto">
                  <a:xfrm>
                    <a:off x="5164208" y="5180286"/>
                    <a:ext cx="103084" cy="65512"/>
                  </a:xfrm>
                  <a:custGeom>
                    <a:avLst/>
                    <a:gdLst>
                      <a:gd name="T0" fmla="*/ 2147483646 w 107"/>
                      <a:gd name="T1" fmla="*/ 2147483646 h 68"/>
                      <a:gd name="T2" fmla="*/ 2147483646 w 107"/>
                      <a:gd name="T3" fmla="*/ 2147483646 h 68"/>
                      <a:gd name="T4" fmla="*/ 2147483646 w 107"/>
                      <a:gd name="T5" fmla="*/ 2147483646 h 68"/>
                      <a:gd name="T6" fmla="*/ 2147483646 w 107"/>
                      <a:gd name="T7" fmla="*/ 2147483646 h 68"/>
                      <a:gd name="T8" fmla="*/ 2147483646 w 107"/>
                      <a:gd name="T9" fmla="*/ 2147483646 h 68"/>
                      <a:gd name="T10" fmla="*/ 2147483646 w 107"/>
                      <a:gd name="T11" fmla="*/ 0 h 68"/>
                      <a:gd name="T12" fmla="*/ 2147483646 w 107"/>
                      <a:gd name="T13" fmla="*/ 2147483646 h 68"/>
                      <a:gd name="T14" fmla="*/ 0 w 107"/>
                      <a:gd name="T15" fmla="*/ 2147483646 h 68"/>
                      <a:gd name="T16" fmla="*/ 2147483646 w 107"/>
                      <a:gd name="T17" fmla="*/ 2147483646 h 68"/>
                      <a:gd name="T18" fmla="*/ 2147483646 w 107"/>
                      <a:gd name="T19" fmla="*/ 2147483646 h 68"/>
                      <a:gd name="T20" fmla="*/ 2147483646 w 107"/>
                      <a:gd name="T21" fmla="*/ 2147483646 h 68"/>
                      <a:gd name="T22" fmla="*/ 2147483646 w 107"/>
                      <a:gd name="T23" fmla="*/ 2147483646 h 68"/>
                      <a:gd name="T24" fmla="*/ 2147483646 w 107"/>
                      <a:gd name="T25" fmla="*/ 2147483646 h 68"/>
                      <a:gd name="T26" fmla="*/ 2147483646 w 107"/>
                      <a:gd name="T27" fmla="*/ 2147483646 h 68"/>
                      <a:gd name="T28" fmla="*/ 2147483646 w 107"/>
                      <a:gd name="T29" fmla="*/ 2147483646 h 68"/>
                      <a:gd name="T30" fmla="*/ 2147483646 w 107"/>
                      <a:gd name="T31" fmla="*/ 2147483646 h 68"/>
                      <a:gd name="T32" fmla="*/ 2147483646 w 107"/>
                      <a:gd name="T33" fmla="*/ 2147483646 h 68"/>
                      <a:gd name="T34" fmla="*/ 2147483646 w 107"/>
                      <a:gd name="T35" fmla="*/ 2147483646 h 68"/>
                      <a:gd name="T36" fmla="*/ 2147483646 w 107"/>
                      <a:gd name="T37" fmla="*/ 2147483646 h 68"/>
                      <a:gd name="T38" fmla="*/ 2147483646 w 107"/>
                      <a:gd name="T39" fmla="*/ 2147483646 h 68"/>
                      <a:gd name="T40" fmla="*/ 2147483646 w 107"/>
                      <a:gd name="T41" fmla="*/ 2147483646 h 68"/>
                      <a:gd name="T42" fmla="*/ 2147483646 w 107"/>
                      <a:gd name="T43" fmla="*/ 2147483646 h 68"/>
                      <a:gd name="T44" fmla="*/ 2147483646 w 107"/>
                      <a:gd name="T45" fmla="*/ 2147483646 h 68"/>
                      <a:gd name="T46" fmla="*/ 2147483646 w 107"/>
                      <a:gd name="T47" fmla="*/ 2147483646 h 68"/>
                      <a:gd name="T48" fmla="*/ 2147483646 w 107"/>
                      <a:gd name="T49" fmla="*/ 2147483646 h 68"/>
                      <a:gd name="T50" fmla="*/ 2147483646 w 107"/>
                      <a:gd name="T51" fmla="*/ 2147483646 h 68"/>
                      <a:gd name="T52" fmla="*/ 2147483646 w 107"/>
                      <a:gd name="T53" fmla="*/ 2147483646 h 68"/>
                      <a:gd name="T54" fmla="*/ 2147483646 w 107"/>
                      <a:gd name="T55" fmla="*/ 2147483646 h 68"/>
                      <a:gd name="T56" fmla="*/ 2147483646 w 107"/>
                      <a:gd name="T57" fmla="*/ 2147483646 h 68"/>
                      <a:gd name="T58" fmla="*/ 2147483646 w 107"/>
                      <a:gd name="T59" fmla="*/ 2147483646 h 68"/>
                      <a:gd name="T60" fmla="*/ 2147483646 w 107"/>
                      <a:gd name="T61" fmla="*/ 2147483646 h 68"/>
                      <a:gd name="T62" fmla="*/ 2147483646 w 107"/>
                      <a:gd name="T63" fmla="*/ 2147483646 h 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07" h="68">
                        <a:moveTo>
                          <a:pt x="107" y="44"/>
                        </a:moveTo>
                        <a:cubicBezTo>
                          <a:pt x="107" y="35"/>
                          <a:pt x="102" y="27"/>
                          <a:pt x="94" y="23"/>
                        </a:cubicBezTo>
                        <a:cubicBezTo>
                          <a:pt x="94" y="22"/>
                          <a:pt x="94" y="21"/>
                          <a:pt x="94" y="20"/>
                        </a:cubicBezTo>
                        <a:cubicBezTo>
                          <a:pt x="94" y="10"/>
                          <a:pt x="86" y="2"/>
                          <a:pt x="76" y="2"/>
                        </a:cubicBezTo>
                        <a:cubicBezTo>
                          <a:pt x="72" y="2"/>
                          <a:pt x="68" y="3"/>
                          <a:pt x="65" y="6"/>
                        </a:cubicBezTo>
                        <a:cubicBezTo>
                          <a:pt x="60" y="2"/>
                          <a:pt x="53" y="0"/>
                          <a:pt x="46" y="0"/>
                        </a:cubicBezTo>
                        <a:cubicBezTo>
                          <a:pt x="31" y="0"/>
                          <a:pt x="18" y="10"/>
                          <a:pt x="15" y="25"/>
                        </a:cubicBezTo>
                        <a:cubicBezTo>
                          <a:pt x="7" y="28"/>
                          <a:pt x="0" y="36"/>
                          <a:pt x="0" y="46"/>
                        </a:cubicBezTo>
                        <a:cubicBezTo>
                          <a:pt x="0" y="58"/>
                          <a:pt x="10" y="68"/>
                          <a:pt x="22" y="68"/>
                        </a:cubicBezTo>
                        <a:cubicBezTo>
                          <a:pt x="83" y="68"/>
                          <a:pt x="83" y="68"/>
                          <a:pt x="83" y="68"/>
                        </a:cubicBezTo>
                        <a:cubicBezTo>
                          <a:pt x="83" y="68"/>
                          <a:pt x="83" y="68"/>
                          <a:pt x="83" y="68"/>
                        </a:cubicBezTo>
                        <a:cubicBezTo>
                          <a:pt x="90" y="68"/>
                          <a:pt x="96" y="65"/>
                          <a:pt x="100" y="61"/>
                        </a:cubicBezTo>
                        <a:cubicBezTo>
                          <a:pt x="104" y="57"/>
                          <a:pt x="107" y="51"/>
                          <a:pt x="107" y="44"/>
                        </a:cubicBezTo>
                        <a:close/>
                        <a:moveTo>
                          <a:pt x="83" y="56"/>
                        </a:moveTo>
                        <a:cubicBezTo>
                          <a:pt x="83" y="62"/>
                          <a:pt x="83" y="62"/>
                          <a:pt x="83" y="62"/>
                        </a:cubicBezTo>
                        <a:cubicBezTo>
                          <a:pt x="83" y="56"/>
                          <a:pt x="83" y="56"/>
                          <a:pt x="83" y="56"/>
                        </a:cubicBezTo>
                        <a:cubicBezTo>
                          <a:pt x="22" y="56"/>
                          <a:pt x="22" y="56"/>
                          <a:pt x="22" y="56"/>
                        </a:cubicBezTo>
                        <a:cubicBezTo>
                          <a:pt x="17" y="56"/>
                          <a:pt x="12" y="51"/>
                          <a:pt x="12" y="46"/>
                        </a:cubicBezTo>
                        <a:cubicBezTo>
                          <a:pt x="12" y="41"/>
                          <a:pt x="16" y="36"/>
                          <a:pt x="21" y="36"/>
                        </a:cubicBezTo>
                        <a:cubicBezTo>
                          <a:pt x="26" y="35"/>
                          <a:pt x="26" y="35"/>
                          <a:pt x="26" y="35"/>
                        </a:cubicBezTo>
                        <a:cubicBezTo>
                          <a:pt x="27" y="30"/>
                          <a:pt x="27" y="30"/>
                          <a:pt x="27" y="30"/>
                        </a:cubicBezTo>
                        <a:cubicBezTo>
                          <a:pt x="27" y="20"/>
                          <a:pt x="36" y="12"/>
                          <a:pt x="46" y="12"/>
                        </a:cubicBezTo>
                        <a:cubicBezTo>
                          <a:pt x="52" y="12"/>
                          <a:pt x="57" y="14"/>
                          <a:pt x="61" y="18"/>
                        </a:cubicBezTo>
                        <a:cubicBezTo>
                          <a:pt x="67" y="25"/>
                          <a:pt x="67" y="25"/>
                          <a:pt x="67" y="25"/>
                        </a:cubicBezTo>
                        <a:cubicBezTo>
                          <a:pt x="71" y="17"/>
                          <a:pt x="71" y="17"/>
                          <a:pt x="71" y="17"/>
                        </a:cubicBezTo>
                        <a:cubicBezTo>
                          <a:pt x="72" y="15"/>
                          <a:pt x="74" y="14"/>
                          <a:pt x="76" y="14"/>
                        </a:cubicBezTo>
                        <a:cubicBezTo>
                          <a:pt x="80" y="14"/>
                          <a:pt x="82" y="17"/>
                          <a:pt x="82" y="20"/>
                        </a:cubicBezTo>
                        <a:cubicBezTo>
                          <a:pt x="82" y="21"/>
                          <a:pt x="82" y="23"/>
                          <a:pt x="81" y="24"/>
                        </a:cubicBezTo>
                        <a:cubicBezTo>
                          <a:pt x="77" y="31"/>
                          <a:pt x="77" y="31"/>
                          <a:pt x="77" y="31"/>
                        </a:cubicBezTo>
                        <a:cubicBezTo>
                          <a:pt x="85" y="33"/>
                          <a:pt x="85" y="33"/>
                          <a:pt x="85" y="33"/>
                        </a:cubicBezTo>
                        <a:cubicBezTo>
                          <a:pt x="91" y="34"/>
                          <a:pt x="95" y="38"/>
                          <a:pt x="95" y="44"/>
                        </a:cubicBezTo>
                        <a:cubicBezTo>
                          <a:pt x="95" y="51"/>
                          <a:pt x="90" y="56"/>
                          <a:pt x="83" y="5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8" name="Freeform 464">
                    <a:extLst>
                      <a:ext uri="{FF2B5EF4-FFF2-40B4-BE49-F238E27FC236}">
                        <a16:creationId xmlns:a16="http://schemas.microsoft.com/office/drawing/2014/main" id="{EFE0EA50-3F6F-4A11-BCD0-34162B742664}"/>
                      </a:ext>
                    </a:extLst>
                  </p:cNvPr>
                  <p:cNvSpPr>
                    <a:spLocks/>
                  </p:cNvSpPr>
                  <p:nvPr/>
                </p:nvSpPr>
                <p:spPr bwMode="auto">
                  <a:xfrm>
                    <a:off x="4526436" y="4765060"/>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09" name="Freeform 465">
                    <a:extLst>
                      <a:ext uri="{FF2B5EF4-FFF2-40B4-BE49-F238E27FC236}">
                        <a16:creationId xmlns:a16="http://schemas.microsoft.com/office/drawing/2014/main" id="{47FB496F-3318-4551-B065-0331D2ECF10D}"/>
                      </a:ext>
                    </a:extLst>
                  </p:cNvPr>
                  <p:cNvSpPr>
                    <a:spLocks noEditPoints="1"/>
                  </p:cNvSpPr>
                  <p:nvPr/>
                </p:nvSpPr>
                <p:spPr bwMode="auto">
                  <a:xfrm>
                    <a:off x="4467667" y="4740011"/>
                    <a:ext cx="83816" cy="82853"/>
                  </a:xfrm>
                  <a:custGeom>
                    <a:avLst/>
                    <a:gdLst>
                      <a:gd name="T0" fmla="*/ 2147483646 w 87"/>
                      <a:gd name="T1" fmla="*/ 2147483646 h 87"/>
                      <a:gd name="T2" fmla="*/ 2147483646 w 87"/>
                      <a:gd name="T3" fmla="*/ 2147483646 h 87"/>
                      <a:gd name="T4" fmla="*/ 2147483646 w 87"/>
                      <a:gd name="T5" fmla="*/ 2147483646 h 87"/>
                      <a:gd name="T6" fmla="*/ 2147483646 w 87"/>
                      <a:gd name="T7" fmla="*/ 2147483646 h 87"/>
                      <a:gd name="T8" fmla="*/ 2147483646 w 87"/>
                      <a:gd name="T9" fmla="*/ 2147483646 h 87"/>
                      <a:gd name="T10" fmla="*/ 2147483646 w 87"/>
                      <a:gd name="T11" fmla="*/ 2147483646 h 87"/>
                      <a:gd name="T12" fmla="*/ 2147483646 w 87"/>
                      <a:gd name="T13" fmla="*/ 2147483646 h 87"/>
                      <a:gd name="T14" fmla="*/ 2147483646 w 87"/>
                      <a:gd name="T15" fmla="*/ 2147483646 h 87"/>
                      <a:gd name="T16" fmla="*/ 2147483646 w 87"/>
                      <a:gd name="T17" fmla="*/ 2147483646 h 87"/>
                      <a:gd name="T18" fmla="*/ 2147483646 w 87"/>
                      <a:gd name="T19" fmla="*/ 2147483646 h 87"/>
                      <a:gd name="T20" fmla="*/ 2147483646 w 87"/>
                      <a:gd name="T21" fmla="*/ 2147483646 h 87"/>
                      <a:gd name="T22" fmla="*/ 2147483646 w 87"/>
                      <a:gd name="T23" fmla="*/ 2147483646 h 87"/>
                      <a:gd name="T24" fmla="*/ 2147483646 w 87"/>
                      <a:gd name="T25" fmla="*/ 2147483646 h 87"/>
                      <a:gd name="T26" fmla="*/ 2147483646 w 87"/>
                      <a:gd name="T27" fmla="*/ 2147483646 h 87"/>
                      <a:gd name="T28" fmla="*/ 2147483646 w 87"/>
                      <a:gd name="T29" fmla="*/ 2147483646 h 87"/>
                      <a:gd name="T30" fmla="*/ 2147483646 w 87"/>
                      <a:gd name="T31" fmla="*/ 2147483646 h 87"/>
                      <a:gd name="T32" fmla="*/ 2147483646 w 87"/>
                      <a:gd name="T33" fmla="*/ 2147483646 h 87"/>
                      <a:gd name="T34" fmla="*/ 2147483646 w 87"/>
                      <a:gd name="T35" fmla="*/ 2147483646 h 87"/>
                      <a:gd name="T36" fmla="*/ 2147483646 w 87"/>
                      <a:gd name="T37" fmla="*/ 2147483646 h 87"/>
                      <a:gd name="T38" fmla="*/ 2147483646 w 87"/>
                      <a:gd name="T39" fmla="*/ 2147483646 h 87"/>
                      <a:gd name="T40" fmla="*/ 2147483646 w 87"/>
                      <a:gd name="T41" fmla="*/ 2147483646 h 87"/>
                      <a:gd name="T42" fmla="*/ 2147483646 w 87"/>
                      <a:gd name="T43" fmla="*/ 2147483646 h 87"/>
                      <a:gd name="T44" fmla="*/ 2147483646 w 87"/>
                      <a:gd name="T45" fmla="*/ 2147483646 h 87"/>
                      <a:gd name="T46" fmla="*/ 2147483646 w 87"/>
                      <a:gd name="T47" fmla="*/ 2147483646 h 87"/>
                      <a:gd name="T48" fmla="*/ 2147483646 w 87"/>
                      <a:gd name="T49" fmla="*/ 2147483646 h 87"/>
                      <a:gd name="T50" fmla="*/ 2147483646 w 87"/>
                      <a:gd name="T51" fmla="*/ 2147483646 h 87"/>
                      <a:gd name="T52" fmla="*/ 2147483646 w 87"/>
                      <a:gd name="T53" fmla="*/ 2147483646 h 87"/>
                      <a:gd name="T54" fmla="*/ 2147483646 w 87"/>
                      <a:gd name="T55" fmla="*/ 2147483646 h 87"/>
                      <a:gd name="T56" fmla="*/ 2147483646 w 87"/>
                      <a:gd name="T57" fmla="*/ 2147483646 h 87"/>
                      <a:gd name="T58" fmla="*/ 2147483646 w 87"/>
                      <a:gd name="T59" fmla="*/ 2147483646 h 87"/>
                      <a:gd name="T60" fmla="*/ 2147483646 w 87"/>
                      <a:gd name="T61" fmla="*/ 2147483646 h 87"/>
                      <a:gd name="T62" fmla="*/ 2147483646 w 87"/>
                      <a:gd name="T63" fmla="*/ 2147483646 h 87"/>
                      <a:gd name="T64" fmla="*/ 2147483646 w 87"/>
                      <a:gd name="T65" fmla="*/ 2147483646 h 87"/>
                      <a:gd name="T66" fmla="*/ 2147483646 w 87"/>
                      <a:gd name="T67" fmla="*/ 2147483646 h 87"/>
                      <a:gd name="T68" fmla="*/ 2147483646 w 87"/>
                      <a:gd name="T69" fmla="*/ 2147483646 h 87"/>
                      <a:gd name="T70" fmla="*/ 2147483646 w 87"/>
                      <a:gd name="T71" fmla="*/ 0 h 87"/>
                      <a:gd name="T72" fmla="*/ 2147483646 w 87"/>
                      <a:gd name="T73" fmla="*/ 2147483646 h 87"/>
                      <a:gd name="T74" fmla="*/ 0 w 87"/>
                      <a:gd name="T75" fmla="*/ 2147483646 h 87"/>
                      <a:gd name="T76" fmla="*/ 2147483646 w 87"/>
                      <a:gd name="T77" fmla="*/ 2147483646 h 87"/>
                      <a:gd name="T78" fmla="*/ 2147483646 w 87"/>
                      <a:gd name="T79" fmla="*/ 2147483646 h 87"/>
                      <a:gd name="T80" fmla="*/ 2147483646 w 87"/>
                      <a:gd name="T81" fmla="*/ 2147483646 h 87"/>
                      <a:gd name="T82" fmla="*/ 2147483646 w 87"/>
                      <a:gd name="T83" fmla="*/ 2147483646 h 87"/>
                      <a:gd name="T84" fmla="*/ 2147483646 w 87"/>
                      <a:gd name="T85" fmla="*/ 2147483646 h 87"/>
                      <a:gd name="T86" fmla="*/ 2147483646 w 87"/>
                      <a:gd name="T87" fmla="*/ 2147483646 h 87"/>
                      <a:gd name="T88" fmla="*/ 2147483646 w 87"/>
                      <a:gd name="T89" fmla="*/ 2147483646 h 87"/>
                      <a:gd name="T90" fmla="*/ 2147483646 w 87"/>
                      <a:gd name="T91" fmla="*/ 2147483646 h 87"/>
                      <a:gd name="T92" fmla="*/ 2147483646 w 87"/>
                      <a:gd name="T93" fmla="*/ 2147483646 h 87"/>
                      <a:gd name="T94" fmla="*/ 2147483646 w 87"/>
                      <a:gd name="T95" fmla="*/ 2147483646 h 87"/>
                      <a:gd name="T96" fmla="*/ 2147483646 w 87"/>
                      <a:gd name="T97" fmla="*/ 2147483646 h 87"/>
                      <a:gd name="T98" fmla="*/ 2147483646 w 87"/>
                      <a:gd name="T99" fmla="*/ 2147483646 h 87"/>
                      <a:gd name="T100" fmla="*/ 2147483646 w 87"/>
                      <a:gd name="T101" fmla="*/ 2147483646 h 87"/>
                      <a:gd name="T102" fmla="*/ 2147483646 w 87"/>
                      <a:gd name="T103" fmla="*/ 2147483646 h 87"/>
                      <a:gd name="T104" fmla="*/ 2147483646 w 87"/>
                      <a:gd name="T105" fmla="*/ 2147483646 h 87"/>
                      <a:gd name="T106" fmla="*/ 2147483646 w 87"/>
                      <a:gd name="T107" fmla="*/ 2147483646 h 87"/>
                      <a:gd name="T108" fmla="*/ 2147483646 w 87"/>
                      <a:gd name="T109" fmla="*/ 2147483646 h 87"/>
                      <a:gd name="T110" fmla="*/ 2147483646 w 87"/>
                      <a:gd name="T111" fmla="*/ 2147483646 h 87"/>
                      <a:gd name="T112" fmla="*/ 2147483646 w 87"/>
                      <a:gd name="T113" fmla="*/ 2147483646 h 87"/>
                      <a:gd name="T114" fmla="*/ 2147483646 w 87"/>
                      <a:gd name="T115" fmla="*/ 2147483646 h 8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87" h="87">
                        <a:moveTo>
                          <a:pt x="44" y="87"/>
                        </a:moveTo>
                        <a:cubicBezTo>
                          <a:pt x="50" y="87"/>
                          <a:pt x="56" y="86"/>
                          <a:pt x="61" y="83"/>
                        </a:cubicBezTo>
                        <a:cubicBezTo>
                          <a:pt x="61" y="83"/>
                          <a:pt x="61" y="83"/>
                          <a:pt x="61" y="83"/>
                        </a:cubicBezTo>
                        <a:cubicBezTo>
                          <a:pt x="62" y="83"/>
                          <a:pt x="63" y="82"/>
                          <a:pt x="64" y="81"/>
                        </a:cubicBezTo>
                        <a:cubicBezTo>
                          <a:pt x="65" y="80"/>
                          <a:pt x="65" y="79"/>
                          <a:pt x="65" y="77"/>
                        </a:cubicBezTo>
                        <a:cubicBezTo>
                          <a:pt x="65" y="76"/>
                          <a:pt x="65" y="74"/>
                          <a:pt x="63" y="73"/>
                        </a:cubicBezTo>
                        <a:cubicBezTo>
                          <a:pt x="62" y="72"/>
                          <a:pt x="61" y="71"/>
                          <a:pt x="59" y="71"/>
                        </a:cubicBezTo>
                        <a:cubicBezTo>
                          <a:pt x="58" y="71"/>
                          <a:pt x="57" y="71"/>
                          <a:pt x="56" y="72"/>
                        </a:cubicBezTo>
                        <a:cubicBezTo>
                          <a:pt x="56" y="72"/>
                          <a:pt x="56" y="72"/>
                          <a:pt x="56" y="72"/>
                        </a:cubicBezTo>
                        <a:cubicBezTo>
                          <a:pt x="52" y="74"/>
                          <a:pt x="48" y="75"/>
                          <a:pt x="44" y="75"/>
                        </a:cubicBezTo>
                        <a:cubicBezTo>
                          <a:pt x="35" y="74"/>
                          <a:pt x="28" y="72"/>
                          <a:pt x="22" y="65"/>
                        </a:cubicBezTo>
                        <a:cubicBezTo>
                          <a:pt x="16" y="59"/>
                          <a:pt x="13" y="52"/>
                          <a:pt x="13" y="44"/>
                        </a:cubicBezTo>
                        <a:cubicBezTo>
                          <a:pt x="13" y="35"/>
                          <a:pt x="16" y="28"/>
                          <a:pt x="22" y="22"/>
                        </a:cubicBezTo>
                        <a:cubicBezTo>
                          <a:pt x="28" y="16"/>
                          <a:pt x="35" y="13"/>
                          <a:pt x="44" y="13"/>
                        </a:cubicBezTo>
                        <a:cubicBezTo>
                          <a:pt x="48" y="13"/>
                          <a:pt x="52" y="14"/>
                          <a:pt x="55" y="15"/>
                        </a:cubicBezTo>
                        <a:cubicBezTo>
                          <a:pt x="59" y="17"/>
                          <a:pt x="62" y="19"/>
                          <a:pt x="65" y="22"/>
                        </a:cubicBezTo>
                        <a:cubicBezTo>
                          <a:pt x="68" y="25"/>
                          <a:pt x="71" y="28"/>
                          <a:pt x="72" y="32"/>
                        </a:cubicBezTo>
                        <a:cubicBezTo>
                          <a:pt x="74" y="35"/>
                          <a:pt x="74" y="39"/>
                          <a:pt x="74" y="44"/>
                        </a:cubicBezTo>
                        <a:cubicBezTo>
                          <a:pt x="74" y="49"/>
                          <a:pt x="74" y="53"/>
                          <a:pt x="72" y="56"/>
                        </a:cubicBezTo>
                        <a:cubicBezTo>
                          <a:pt x="72" y="57"/>
                          <a:pt x="71" y="58"/>
                          <a:pt x="71" y="58"/>
                        </a:cubicBezTo>
                        <a:cubicBezTo>
                          <a:pt x="70" y="59"/>
                          <a:pt x="69" y="59"/>
                          <a:pt x="68" y="59"/>
                        </a:cubicBezTo>
                        <a:cubicBezTo>
                          <a:pt x="68" y="44"/>
                          <a:pt x="68" y="44"/>
                          <a:pt x="68" y="44"/>
                        </a:cubicBezTo>
                        <a:cubicBezTo>
                          <a:pt x="68" y="37"/>
                          <a:pt x="66" y="31"/>
                          <a:pt x="61" y="26"/>
                        </a:cubicBezTo>
                        <a:cubicBezTo>
                          <a:pt x="56" y="21"/>
                          <a:pt x="50" y="19"/>
                          <a:pt x="44" y="19"/>
                        </a:cubicBezTo>
                        <a:cubicBezTo>
                          <a:pt x="37" y="19"/>
                          <a:pt x="31" y="21"/>
                          <a:pt x="26" y="26"/>
                        </a:cubicBezTo>
                        <a:cubicBezTo>
                          <a:pt x="21" y="31"/>
                          <a:pt x="19" y="37"/>
                          <a:pt x="19" y="44"/>
                        </a:cubicBezTo>
                        <a:cubicBezTo>
                          <a:pt x="19" y="50"/>
                          <a:pt x="21" y="56"/>
                          <a:pt x="26" y="61"/>
                        </a:cubicBezTo>
                        <a:cubicBezTo>
                          <a:pt x="31" y="66"/>
                          <a:pt x="37" y="68"/>
                          <a:pt x="44" y="68"/>
                        </a:cubicBezTo>
                        <a:cubicBezTo>
                          <a:pt x="48" y="68"/>
                          <a:pt x="53" y="67"/>
                          <a:pt x="57" y="65"/>
                        </a:cubicBezTo>
                        <a:cubicBezTo>
                          <a:pt x="57" y="66"/>
                          <a:pt x="58" y="68"/>
                          <a:pt x="60" y="69"/>
                        </a:cubicBezTo>
                        <a:cubicBezTo>
                          <a:pt x="62" y="71"/>
                          <a:pt x="65" y="72"/>
                          <a:pt x="68" y="72"/>
                        </a:cubicBezTo>
                        <a:cubicBezTo>
                          <a:pt x="71" y="72"/>
                          <a:pt x="74" y="71"/>
                          <a:pt x="76" y="70"/>
                        </a:cubicBezTo>
                        <a:cubicBezTo>
                          <a:pt x="80" y="68"/>
                          <a:pt x="83" y="65"/>
                          <a:pt x="84" y="60"/>
                        </a:cubicBezTo>
                        <a:cubicBezTo>
                          <a:pt x="86" y="56"/>
                          <a:pt x="87" y="50"/>
                          <a:pt x="87" y="44"/>
                        </a:cubicBezTo>
                        <a:cubicBezTo>
                          <a:pt x="87" y="32"/>
                          <a:pt x="83" y="22"/>
                          <a:pt x="74" y="13"/>
                        </a:cubicBezTo>
                        <a:cubicBezTo>
                          <a:pt x="66" y="5"/>
                          <a:pt x="55" y="0"/>
                          <a:pt x="44" y="0"/>
                        </a:cubicBezTo>
                        <a:cubicBezTo>
                          <a:pt x="32" y="0"/>
                          <a:pt x="21" y="5"/>
                          <a:pt x="13" y="13"/>
                        </a:cubicBezTo>
                        <a:cubicBezTo>
                          <a:pt x="4" y="22"/>
                          <a:pt x="0" y="32"/>
                          <a:pt x="0" y="44"/>
                        </a:cubicBezTo>
                        <a:cubicBezTo>
                          <a:pt x="0" y="56"/>
                          <a:pt x="4" y="66"/>
                          <a:pt x="13" y="74"/>
                        </a:cubicBezTo>
                        <a:cubicBezTo>
                          <a:pt x="21" y="83"/>
                          <a:pt x="32" y="87"/>
                          <a:pt x="44" y="87"/>
                        </a:cubicBezTo>
                        <a:close/>
                        <a:moveTo>
                          <a:pt x="39" y="32"/>
                        </a:moveTo>
                        <a:cubicBezTo>
                          <a:pt x="40" y="32"/>
                          <a:pt x="42" y="31"/>
                          <a:pt x="44" y="31"/>
                        </a:cubicBezTo>
                        <a:cubicBezTo>
                          <a:pt x="45" y="31"/>
                          <a:pt x="47" y="32"/>
                          <a:pt x="48" y="32"/>
                        </a:cubicBezTo>
                        <a:cubicBezTo>
                          <a:pt x="48" y="32"/>
                          <a:pt x="48" y="32"/>
                          <a:pt x="48" y="32"/>
                        </a:cubicBezTo>
                        <a:cubicBezTo>
                          <a:pt x="50" y="33"/>
                          <a:pt x="51" y="34"/>
                          <a:pt x="52" y="35"/>
                        </a:cubicBezTo>
                        <a:cubicBezTo>
                          <a:pt x="53" y="36"/>
                          <a:pt x="54" y="37"/>
                          <a:pt x="55" y="39"/>
                        </a:cubicBezTo>
                        <a:cubicBezTo>
                          <a:pt x="55" y="40"/>
                          <a:pt x="56" y="42"/>
                          <a:pt x="56" y="44"/>
                        </a:cubicBezTo>
                        <a:cubicBezTo>
                          <a:pt x="56" y="45"/>
                          <a:pt x="55" y="47"/>
                          <a:pt x="55" y="48"/>
                        </a:cubicBezTo>
                        <a:cubicBezTo>
                          <a:pt x="54" y="50"/>
                          <a:pt x="53" y="51"/>
                          <a:pt x="52" y="52"/>
                        </a:cubicBezTo>
                        <a:cubicBezTo>
                          <a:pt x="51" y="53"/>
                          <a:pt x="50" y="54"/>
                          <a:pt x="48" y="55"/>
                        </a:cubicBezTo>
                        <a:cubicBezTo>
                          <a:pt x="47" y="56"/>
                          <a:pt x="45" y="56"/>
                          <a:pt x="44" y="56"/>
                        </a:cubicBezTo>
                        <a:cubicBezTo>
                          <a:pt x="42" y="56"/>
                          <a:pt x="40" y="56"/>
                          <a:pt x="39" y="55"/>
                        </a:cubicBezTo>
                        <a:cubicBezTo>
                          <a:pt x="37" y="54"/>
                          <a:pt x="36" y="53"/>
                          <a:pt x="35" y="52"/>
                        </a:cubicBezTo>
                        <a:cubicBezTo>
                          <a:pt x="34" y="51"/>
                          <a:pt x="33" y="50"/>
                          <a:pt x="32" y="48"/>
                        </a:cubicBezTo>
                        <a:cubicBezTo>
                          <a:pt x="32" y="47"/>
                          <a:pt x="31" y="45"/>
                          <a:pt x="31" y="44"/>
                        </a:cubicBezTo>
                        <a:cubicBezTo>
                          <a:pt x="31" y="42"/>
                          <a:pt x="32" y="40"/>
                          <a:pt x="32" y="39"/>
                        </a:cubicBezTo>
                        <a:cubicBezTo>
                          <a:pt x="33" y="37"/>
                          <a:pt x="34" y="36"/>
                          <a:pt x="35" y="35"/>
                        </a:cubicBezTo>
                        <a:cubicBezTo>
                          <a:pt x="36" y="34"/>
                          <a:pt x="37" y="33"/>
                          <a:pt x="39" y="3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0" name="Freeform 466">
                    <a:extLst>
                      <a:ext uri="{FF2B5EF4-FFF2-40B4-BE49-F238E27FC236}">
                        <a16:creationId xmlns:a16="http://schemas.microsoft.com/office/drawing/2014/main" id="{EEB62069-3606-4565-A96B-75F282D3FD9C}"/>
                      </a:ext>
                    </a:extLst>
                  </p:cNvPr>
                  <p:cNvSpPr>
                    <a:spLocks/>
                  </p:cNvSpPr>
                  <p:nvPr/>
                </p:nvSpPr>
                <p:spPr bwMode="auto">
                  <a:xfrm>
                    <a:off x="4625666" y="5483757"/>
                    <a:ext cx="69365"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0 h 72"/>
                      <a:gd name="T14" fmla="*/ 2147483646 w 72"/>
                      <a:gd name="T15" fmla="*/ 0 h 72"/>
                      <a:gd name="T16" fmla="*/ 2147483646 w 72"/>
                      <a:gd name="T17" fmla="*/ 0 h 72"/>
                      <a:gd name="T18" fmla="*/ 2147483646 w 72"/>
                      <a:gd name="T19" fmla="*/ 0 h 72"/>
                      <a:gd name="T20" fmla="*/ 2147483646 w 72"/>
                      <a:gd name="T21" fmla="*/ 0 h 72"/>
                      <a:gd name="T22" fmla="*/ 2147483646 w 72"/>
                      <a:gd name="T23" fmla="*/ 0 h 72"/>
                      <a:gd name="T24" fmla="*/ 2147483646 w 72"/>
                      <a:gd name="T25" fmla="*/ 0 h 72"/>
                      <a:gd name="T26" fmla="*/ 2147483646 w 72"/>
                      <a:gd name="T27" fmla="*/ 0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2147483646 w 72"/>
                      <a:gd name="T41" fmla="*/ 2147483646 h 72"/>
                      <a:gd name="T42" fmla="*/ 2147483646 w 72"/>
                      <a:gd name="T43" fmla="*/ 2147483646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2" h="72">
                        <a:moveTo>
                          <a:pt x="60" y="39"/>
                        </a:moveTo>
                        <a:cubicBezTo>
                          <a:pt x="60" y="42"/>
                          <a:pt x="63" y="45"/>
                          <a:pt x="66" y="45"/>
                        </a:cubicBezTo>
                        <a:cubicBezTo>
                          <a:pt x="70" y="45"/>
                          <a:pt x="72" y="42"/>
                          <a:pt x="72" y="39"/>
                        </a:cubicBezTo>
                        <a:cubicBezTo>
                          <a:pt x="72" y="6"/>
                          <a:pt x="72" y="6"/>
                          <a:pt x="72" y="6"/>
                        </a:cubicBezTo>
                        <a:cubicBezTo>
                          <a:pt x="72" y="5"/>
                          <a:pt x="72" y="5"/>
                          <a:pt x="72" y="4"/>
                        </a:cubicBezTo>
                        <a:cubicBezTo>
                          <a:pt x="72" y="4"/>
                          <a:pt x="72" y="4"/>
                          <a:pt x="72" y="4"/>
                        </a:cubicBezTo>
                        <a:cubicBezTo>
                          <a:pt x="71" y="2"/>
                          <a:pt x="70" y="1"/>
                          <a:pt x="69" y="0"/>
                        </a:cubicBezTo>
                        <a:cubicBezTo>
                          <a:pt x="69" y="0"/>
                          <a:pt x="69" y="0"/>
                          <a:pt x="69" y="0"/>
                        </a:cubicBezTo>
                        <a:cubicBezTo>
                          <a:pt x="68" y="0"/>
                          <a:pt x="67" y="0"/>
                          <a:pt x="66" y="0"/>
                        </a:cubicBezTo>
                        <a:cubicBezTo>
                          <a:pt x="66" y="0"/>
                          <a:pt x="66" y="0"/>
                          <a:pt x="66" y="0"/>
                        </a:cubicBezTo>
                        <a:cubicBezTo>
                          <a:pt x="66" y="0"/>
                          <a:pt x="66" y="0"/>
                          <a:pt x="66" y="0"/>
                        </a:cubicBezTo>
                        <a:cubicBezTo>
                          <a:pt x="66" y="0"/>
                          <a:pt x="66" y="0"/>
                          <a:pt x="66" y="0"/>
                        </a:cubicBezTo>
                        <a:cubicBezTo>
                          <a:pt x="66" y="0"/>
                          <a:pt x="66" y="0"/>
                          <a:pt x="66" y="0"/>
                        </a:cubicBezTo>
                        <a:cubicBezTo>
                          <a:pt x="34" y="0"/>
                          <a:pt x="34" y="0"/>
                          <a:pt x="34" y="0"/>
                        </a:cubicBezTo>
                        <a:cubicBezTo>
                          <a:pt x="30" y="0"/>
                          <a:pt x="28" y="3"/>
                          <a:pt x="28" y="6"/>
                        </a:cubicBezTo>
                        <a:cubicBezTo>
                          <a:pt x="28" y="9"/>
                          <a:pt x="30" y="12"/>
                          <a:pt x="34" y="12"/>
                        </a:cubicBezTo>
                        <a:cubicBezTo>
                          <a:pt x="52" y="12"/>
                          <a:pt x="52" y="12"/>
                          <a:pt x="52" y="12"/>
                        </a:cubicBezTo>
                        <a:cubicBezTo>
                          <a:pt x="3" y="61"/>
                          <a:pt x="3" y="61"/>
                          <a:pt x="3" y="61"/>
                        </a:cubicBezTo>
                        <a:cubicBezTo>
                          <a:pt x="0" y="64"/>
                          <a:pt x="0" y="67"/>
                          <a:pt x="3" y="70"/>
                        </a:cubicBezTo>
                        <a:cubicBezTo>
                          <a:pt x="5" y="72"/>
                          <a:pt x="9" y="72"/>
                          <a:pt x="11" y="70"/>
                        </a:cubicBezTo>
                        <a:cubicBezTo>
                          <a:pt x="60" y="20"/>
                          <a:pt x="60" y="20"/>
                          <a:pt x="60" y="20"/>
                        </a:cubicBezTo>
                        <a:lnTo>
                          <a:pt x="60" y="3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1" name="Freeform 467">
                    <a:extLst>
                      <a:ext uri="{FF2B5EF4-FFF2-40B4-BE49-F238E27FC236}">
                        <a16:creationId xmlns:a16="http://schemas.microsoft.com/office/drawing/2014/main" id="{0A7AD4B5-E2B1-406C-8240-BB5AE6B25106}"/>
                      </a:ext>
                    </a:extLst>
                  </p:cNvPr>
                  <p:cNvSpPr>
                    <a:spLocks/>
                  </p:cNvSpPr>
                  <p:nvPr/>
                </p:nvSpPr>
                <p:spPr bwMode="auto">
                  <a:xfrm>
                    <a:off x="5570762" y="4066592"/>
                    <a:ext cx="68402"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72">
                        <a:moveTo>
                          <a:pt x="52" y="60"/>
                        </a:moveTo>
                        <a:cubicBezTo>
                          <a:pt x="34" y="60"/>
                          <a:pt x="34" y="60"/>
                          <a:pt x="34" y="60"/>
                        </a:cubicBezTo>
                        <a:cubicBezTo>
                          <a:pt x="30" y="60"/>
                          <a:pt x="28" y="63"/>
                          <a:pt x="28" y="66"/>
                        </a:cubicBezTo>
                        <a:cubicBezTo>
                          <a:pt x="28" y="69"/>
                          <a:pt x="30" y="72"/>
                          <a:pt x="34"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8"/>
                        </a:cubicBezTo>
                        <a:cubicBezTo>
                          <a:pt x="72" y="68"/>
                          <a:pt x="72" y="68"/>
                          <a:pt x="72" y="68"/>
                        </a:cubicBezTo>
                        <a:cubicBezTo>
                          <a:pt x="72" y="68"/>
                          <a:pt x="72" y="67"/>
                          <a:pt x="72" y="66"/>
                        </a:cubicBezTo>
                        <a:cubicBezTo>
                          <a:pt x="72" y="33"/>
                          <a:pt x="72" y="33"/>
                          <a:pt x="72" y="33"/>
                        </a:cubicBezTo>
                        <a:cubicBezTo>
                          <a:pt x="72" y="30"/>
                          <a:pt x="70" y="27"/>
                          <a:pt x="66" y="27"/>
                        </a:cubicBezTo>
                        <a:cubicBezTo>
                          <a:pt x="63" y="27"/>
                          <a:pt x="60" y="30"/>
                          <a:pt x="60" y="33"/>
                        </a:cubicBezTo>
                        <a:cubicBezTo>
                          <a:pt x="60" y="52"/>
                          <a:pt x="60" y="52"/>
                          <a:pt x="60" y="52"/>
                        </a:cubicBezTo>
                        <a:cubicBezTo>
                          <a:pt x="11" y="2"/>
                          <a:pt x="11" y="2"/>
                          <a:pt x="11" y="2"/>
                        </a:cubicBezTo>
                        <a:cubicBezTo>
                          <a:pt x="9" y="0"/>
                          <a:pt x="5" y="0"/>
                          <a:pt x="3" y="2"/>
                        </a:cubicBezTo>
                        <a:cubicBezTo>
                          <a:pt x="0" y="5"/>
                          <a:pt x="0" y="9"/>
                          <a:pt x="3" y="11"/>
                        </a:cubicBezTo>
                        <a:lnTo>
                          <a:pt x="52" y="6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2" name="Freeform 468">
                    <a:extLst>
                      <a:ext uri="{FF2B5EF4-FFF2-40B4-BE49-F238E27FC236}">
                        <a16:creationId xmlns:a16="http://schemas.microsoft.com/office/drawing/2014/main" id="{FF639BEB-8C8E-4679-83B8-96C2CC68AE04}"/>
                      </a:ext>
                    </a:extLst>
                  </p:cNvPr>
                  <p:cNvSpPr>
                    <a:spLocks/>
                  </p:cNvSpPr>
                  <p:nvPr/>
                </p:nvSpPr>
                <p:spPr bwMode="auto">
                  <a:xfrm>
                    <a:off x="4964783" y="5837327"/>
                    <a:ext cx="69365"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72">
                        <a:moveTo>
                          <a:pt x="34" y="60"/>
                        </a:moveTo>
                        <a:cubicBezTo>
                          <a:pt x="30" y="60"/>
                          <a:pt x="28" y="63"/>
                          <a:pt x="28" y="66"/>
                        </a:cubicBezTo>
                        <a:cubicBezTo>
                          <a:pt x="28" y="70"/>
                          <a:pt x="30" y="72"/>
                          <a:pt x="34"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9"/>
                        </a:cubicBezTo>
                        <a:cubicBezTo>
                          <a:pt x="72" y="69"/>
                          <a:pt x="72" y="69"/>
                          <a:pt x="72" y="68"/>
                        </a:cubicBezTo>
                        <a:cubicBezTo>
                          <a:pt x="72" y="68"/>
                          <a:pt x="72" y="67"/>
                          <a:pt x="72" y="66"/>
                        </a:cubicBezTo>
                        <a:cubicBezTo>
                          <a:pt x="72" y="34"/>
                          <a:pt x="72" y="34"/>
                          <a:pt x="72" y="34"/>
                        </a:cubicBezTo>
                        <a:cubicBezTo>
                          <a:pt x="72" y="30"/>
                          <a:pt x="70" y="28"/>
                          <a:pt x="66" y="28"/>
                        </a:cubicBezTo>
                        <a:cubicBezTo>
                          <a:pt x="63" y="28"/>
                          <a:pt x="60" y="30"/>
                          <a:pt x="60" y="34"/>
                        </a:cubicBezTo>
                        <a:cubicBezTo>
                          <a:pt x="60" y="52"/>
                          <a:pt x="60" y="52"/>
                          <a:pt x="60" y="52"/>
                        </a:cubicBezTo>
                        <a:cubicBezTo>
                          <a:pt x="11" y="3"/>
                          <a:pt x="11" y="3"/>
                          <a:pt x="11" y="3"/>
                        </a:cubicBezTo>
                        <a:cubicBezTo>
                          <a:pt x="9" y="0"/>
                          <a:pt x="5" y="0"/>
                          <a:pt x="3" y="3"/>
                        </a:cubicBezTo>
                        <a:cubicBezTo>
                          <a:pt x="0" y="5"/>
                          <a:pt x="0" y="9"/>
                          <a:pt x="3" y="11"/>
                        </a:cubicBezTo>
                        <a:cubicBezTo>
                          <a:pt x="52" y="60"/>
                          <a:pt x="52" y="60"/>
                          <a:pt x="52" y="60"/>
                        </a:cubicBezTo>
                        <a:lnTo>
                          <a:pt x="34" y="6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3" name="Freeform 469">
                    <a:extLst>
                      <a:ext uri="{FF2B5EF4-FFF2-40B4-BE49-F238E27FC236}">
                        <a16:creationId xmlns:a16="http://schemas.microsoft.com/office/drawing/2014/main" id="{AE427DC2-1BDC-411B-BF62-47BFD544B22B}"/>
                      </a:ext>
                    </a:extLst>
                  </p:cNvPr>
                  <p:cNvSpPr>
                    <a:spLocks/>
                  </p:cNvSpPr>
                  <p:nvPr/>
                </p:nvSpPr>
                <p:spPr bwMode="auto">
                  <a:xfrm>
                    <a:off x="5673846" y="5139823"/>
                    <a:ext cx="69365"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72">
                        <a:moveTo>
                          <a:pt x="66" y="28"/>
                        </a:moveTo>
                        <a:cubicBezTo>
                          <a:pt x="63" y="28"/>
                          <a:pt x="60" y="30"/>
                          <a:pt x="60" y="34"/>
                        </a:cubicBezTo>
                        <a:cubicBezTo>
                          <a:pt x="60" y="52"/>
                          <a:pt x="60" y="52"/>
                          <a:pt x="60" y="52"/>
                        </a:cubicBezTo>
                        <a:cubicBezTo>
                          <a:pt x="11" y="3"/>
                          <a:pt x="11" y="3"/>
                          <a:pt x="11" y="3"/>
                        </a:cubicBezTo>
                        <a:cubicBezTo>
                          <a:pt x="9" y="0"/>
                          <a:pt x="5" y="0"/>
                          <a:pt x="3" y="3"/>
                        </a:cubicBezTo>
                        <a:cubicBezTo>
                          <a:pt x="0" y="5"/>
                          <a:pt x="0" y="9"/>
                          <a:pt x="3" y="11"/>
                        </a:cubicBezTo>
                        <a:cubicBezTo>
                          <a:pt x="52" y="60"/>
                          <a:pt x="52" y="60"/>
                          <a:pt x="52" y="60"/>
                        </a:cubicBezTo>
                        <a:cubicBezTo>
                          <a:pt x="34" y="60"/>
                          <a:pt x="34" y="60"/>
                          <a:pt x="34" y="60"/>
                        </a:cubicBezTo>
                        <a:cubicBezTo>
                          <a:pt x="30" y="60"/>
                          <a:pt x="28" y="63"/>
                          <a:pt x="28" y="66"/>
                        </a:cubicBezTo>
                        <a:cubicBezTo>
                          <a:pt x="28" y="70"/>
                          <a:pt x="30" y="72"/>
                          <a:pt x="34"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8"/>
                        </a:cubicBezTo>
                        <a:cubicBezTo>
                          <a:pt x="72" y="68"/>
                          <a:pt x="72" y="68"/>
                          <a:pt x="72" y="68"/>
                        </a:cubicBezTo>
                        <a:cubicBezTo>
                          <a:pt x="72" y="68"/>
                          <a:pt x="72" y="67"/>
                          <a:pt x="72" y="66"/>
                        </a:cubicBezTo>
                        <a:cubicBezTo>
                          <a:pt x="72" y="34"/>
                          <a:pt x="72" y="34"/>
                          <a:pt x="72" y="34"/>
                        </a:cubicBezTo>
                        <a:cubicBezTo>
                          <a:pt x="72" y="30"/>
                          <a:pt x="70" y="28"/>
                          <a:pt x="66" y="2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4" name="Freeform 470">
                    <a:extLst>
                      <a:ext uri="{FF2B5EF4-FFF2-40B4-BE49-F238E27FC236}">
                        <a16:creationId xmlns:a16="http://schemas.microsoft.com/office/drawing/2014/main" id="{5F1DA769-DC68-41A0-A892-8554FC2BA30C}"/>
                      </a:ext>
                    </a:extLst>
                  </p:cNvPr>
                  <p:cNvSpPr>
                    <a:spLocks/>
                  </p:cNvSpPr>
                  <p:nvPr/>
                </p:nvSpPr>
                <p:spPr bwMode="auto">
                  <a:xfrm>
                    <a:off x="4321231" y="5312272"/>
                    <a:ext cx="69365"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2147483646 w 72"/>
                      <a:gd name="T41" fmla="*/ 2147483646 h 72"/>
                      <a:gd name="T42" fmla="*/ 2147483646 w 72"/>
                      <a:gd name="T43" fmla="*/ 2147483646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2" h="72">
                        <a:moveTo>
                          <a:pt x="66" y="28"/>
                        </a:moveTo>
                        <a:cubicBezTo>
                          <a:pt x="63" y="28"/>
                          <a:pt x="60" y="30"/>
                          <a:pt x="60" y="34"/>
                        </a:cubicBezTo>
                        <a:cubicBezTo>
                          <a:pt x="60" y="52"/>
                          <a:pt x="60" y="52"/>
                          <a:pt x="60" y="52"/>
                        </a:cubicBezTo>
                        <a:cubicBezTo>
                          <a:pt x="11" y="3"/>
                          <a:pt x="11" y="3"/>
                          <a:pt x="11" y="3"/>
                        </a:cubicBezTo>
                        <a:cubicBezTo>
                          <a:pt x="9" y="0"/>
                          <a:pt x="5" y="0"/>
                          <a:pt x="3" y="3"/>
                        </a:cubicBezTo>
                        <a:cubicBezTo>
                          <a:pt x="0" y="5"/>
                          <a:pt x="0" y="9"/>
                          <a:pt x="3" y="11"/>
                        </a:cubicBezTo>
                        <a:cubicBezTo>
                          <a:pt x="52" y="60"/>
                          <a:pt x="52" y="60"/>
                          <a:pt x="52" y="60"/>
                        </a:cubicBezTo>
                        <a:cubicBezTo>
                          <a:pt x="34" y="60"/>
                          <a:pt x="34" y="60"/>
                          <a:pt x="34" y="60"/>
                        </a:cubicBezTo>
                        <a:cubicBezTo>
                          <a:pt x="30" y="60"/>
                          <a:pt x="28" y="63"/>
                          <a:pt x="28" y="66"/>
                        </a:cubicBezTo>
                        <a:cubicBezTo>
                          <a:pt x="28" y="70"/>
                          <a:pt x="30" y="72"/>
                          <a:pt x="34" y="72"/>
                        </a:cubicBezTo>
                        <a:cubicBezTo>
                          <a:pt x="66" y="72"/>
                          <a:pt x="66" y="72"/>
                          <a:pt x="66" y="72"/>
                        </a:cubicBezTo>
                        <a:cubicBezTo>
                          <a:pt x="66" y="72"/>
                          <a:pt x="66" y="72"/>
                          <a:pt x="66"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9"/>
                        </a:cubicBezTo>
                        <a:cubicBezTo>
                          <a:pt x="72" y="68"/>
                          <a:pt x="72" y="68"/>
                          <a:pt x="72" y="68"/>
                        </a:cubicBezTo>
                        <a:cubicBezTo>
                          <a:pt x="72" y="68"/>
                          <a:pt x="72" y="67"/>
                          <a:pt x="72" y="66"/>
                        </a:cubicBezTo>
                        <a:cubicBezTo>
                          <a:pt x="72" y="34"/>
                          <a:pt x="72" y="34"/>
                          <a:pt x="72" y="34"/>
                        </a:cubicBezTo>
                        <a:cubicBezTo>
                          <a:pt x="72" y="30"/>
                          <a:pt x="70" y="28"/>
                          <a:pt x="66" y="2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5" name="Freeform 471">
                    <a:extLst>
                      <a:ext uri="{FF2B5EF4-FFF2-40B4-BE49-F238E27FC236}">
                        <a16:creationId xmlns:a16="http://schemas.microsoft.com/office/drawing/2014/main" id="{22C1A3A2-AA0E-451F-A7C3-EB0114601E6B}"/>
                      </a:ext>
                    </a:extLst>
                  </p:cNvPr>
                  <p:cNvSpPr>
                    <a:spLocks/>
                  </p:cNvSpPr>
                  <p:nvPr/>
                </p:nvSpPr>
                <p:spPr bwMode="auto">
                  <a:xfrm>
                    <a:off x="4945515" y="5085873"/>
                    <a:ext cx="69365"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72">
                        <a:moveTo>
                          <a:pt x="3" y="3"/>
                        </a:moveTo>
                        <a:cubicBezTo>
                          <a:pt x="0" y="5"/>
                          <a:pt x="0" y="9"/>
                          <a:pt x="3" y="11"/>
                        </a:cubicBezTo>
                        <a:cubicBezTo>
                          <a:pt x="52" y="60"/>
                          <a:pt x="52" y="60"/>
                          <a:pt x="52" y="60"/>
                        </a:cubicBezTo>
                        <a:cubicBezTo>
                          <a:pt x="34" y="60"/>
                          <a:pt x="34" y="60"/>
                          <a:pt x="34" y="60"/>
                        </a:cubicBezTo>
                        <a:cubicBezTo>
                          <a:pt x="30" y="60"/>
                          <a:pt x="28" y="63"/>
                          <a:pt x="28" y="66"/>
                        </a:cubicBezTo>
                        <a:cubicBezTo>
                          <a:pt x="28" y="70"/>
                          <a:pt x="30" y="72"/>
                          <a:pt x="34"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8"/>
                        </a:cubicBezTo>
                        <a:cubicBezTo>
                          <a:pt x="72" y="68"/>
                          <a:pt x="72" y="68"/>
                          <a:pt x="72" y="68"/>
                        </a:cubicBezTo>
                        <a:cubicBezTo>
                          <a:pt x="72" y="68"/>
                          <a:pt x="72" y="67"/>
                          <a:pt x="72" y="66"/>
                        </a:cubicBezTo>
                        <a:cubicBezTo>
                          <a:pt x="72" y="34"/>
                          <a:pt x="72" y="34"/>
                          <a:pt x="72" y="34"/>
                        </a:cubicBezTo>
                        <a:cubicBezTo>
                          <a:pt x="72" y="30"/>
                          <a:pt x="70" y="28"/>
                          <a:pt x="66" y="28"/>
                        </a:cubicBezTo>
                        <a:cubicBezTo>
                          <a:pt x="63" y="28"/>
                          <a:pt x="60" y="30"/>
                          <a:pt x="60" y="34"/>
                        </a:cubicBezTo>
                        <a:cubicBezTo>
                          <a:pt x="60" y="52"/>
                          <a:pt x="60" y="52"/>
                          <a:pt x="60" y="52"/>
                        </a:cubicBezTo>
                        <a:cubicBezTo>
                          <a:pt x="11" y="3"/>
                          <a:pt x="11" y="3"/>
                          <a:pt x="11" y="3"/>
                        </a:cubicBezTo>
                        <a:cubicBezTo>
                          <a:pt x="9" y="0"/>
                          <a:pt x="5" y="0"/>
                          <a:pt x="3" y="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6" name="Freeform 472">
                    <a:extLst>
                      <a:ext uri="{FF2B5EF4-FFF2-40B4-BE49-F238E27FC236}">
                        <a16:creationId xmlns:a16="http://schemas.microsoft.com/office/drawing/2014/main" id="{55926261-544F-4040-9203-EBC55844C7A8}"/>
                      </a:ext>
                    </a:extLst>
                  </p:cNvPr>
                  <p:cNvSpPr>
                    <a:spLocks/>
                  </p:cNvSpPr>
                  <p:nvPr/>
                </p:nvSpPr>
                <p:spPr bwMode="auto">
                  <a:xfrm>
                    <a:off x="5406020" y="4671610"/>
                    <a:ext cx="68402" cy="69365"/>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72">
                        <a:moveTo>
                          <a:pt x="34" y="60"/>
                        </a:moveTo>
                        <a:cubicBezTo>
                          <a:pt x="30" y="60"/>
                          <a:pt x="28" y="63"/>
                          <a:pt x="28" y="66"/>
                        </a:cubicBezTo>
                        <a:cubicBezTo>
                          <a:pt x="28" y="69"/>
                          <a:pt x="30" y="72"/>
                          <a:pt x="34"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8"/>
                        </a:cubicBezTo>
                        <a:cubicBezTo>
                          <a:pt x="72" y="68"/>
                          <a:pt x="72" y="68"/>
                          <a:pt x="72" y="68"/>
                        </a:cubicBezTo>
                        <a:cubicBezTo>
                          <a:pt x="72" y="68"/>
                          <a:pt x="72" y="67"/>
                          <a:pt x="72" y="66"/>
                        </a:cubicBezTo>
                        <a:cubicBezTo>
                          <a:pt x="72" y="34"/>
                          <a:pt x="72" y="34"/>
                          <a:pt x="72" y="34"/>
                        </a:cubicBezTo>
                        <a:cubicBezTo>
                          <a:pt x="72" y="30"/>
                          <a:pt x="70" y="28"/>
                          <a:pt x="66" y="28"/>
                        </a:cubicBezTo>
                        <a:cubicBezTo>
                          <a:pt x="63" y="28"/>
                          <a:pt x="60" y="30"/>
                          <a:pt x="60" y="34"/>
                        </a:cubicBezTo>
                        <a:cubicBezTo>
                          <a:pt x="60" y="52"/>
                          <a:pt x="60" y="52"/>
                          <a:pt x="60" y="52"/>
                        </a:cubicBezTo>
                        <a:cubicBezTo>
                          <a:pt x="11" y="2"/>
                          <a:pt x="11" y="2"/>
                          <a:pt x="11" y="2"/>
                        </a:cubicBezTo>
                        <a:cubicBezTo>
                          <a:pt x="9" y="0"/>
                          <a:pt x="5" y="0"/>
                          <a:pt x="3" y="2"/>
                        </a:cubicBezTo>
                        <a:cubicBezTo>
                          <a:pt x="0" y="5"/>
                          <a:pt x="0" y="9"/>
                          <a:pt x="3" y="11"/>
                        </a:cubicBezTo>
                        <a:cubicBezTo>
                          <a:pt x="52" y="60"/>
                          <a:pt x="52" y="60"/>
                          <a:pt x="52" y="60"/>
                        </a:cubicBezTo>
                        <a:lnTo>
                          <a:pt x="34" y="6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7" name="Freeform 473">
                    <a:extLst>
                      <a:ext uri="{FF2B5EF4-FFF2-40B4-BE49-F238E27FC236}">
                        <a16:creationId xmlns:a16="http://schemas.microsoft.com/office/drawing/2014/main" id="{0315E220-B724-4200-9956-A05E23D44D2E}"/>
                      </a:ext>
                    </a:extLst>
                  </p:cNvPr>
                  <p:cNvSpPr>
                    <a:spLocks/>
                  </p:cNvSpPr>
                  <p:nvPr/>
                </p:nvSpPr>
                <p:spPr bwMode="auto">
                  <a:xfrm>
                    <a:off x="5328948" y="4288176"/>
                    <a:ext cx="69365" cy="69365"/>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72">
                        <a:moveTo>
                          <a:pt x="66" y="28"/>
                        </a:moveTo>
                        <a:cubicBezTo>
                          <a:pt x="63" y="28"/>
                          <a:pt x="60" y="30"/>
                          <a:pt x="60" y="34"/>
                        </a:cubicBezTo>
                        <a:cubicBezTo>
                          <a:pt x="60" y="52"/>
                          <a:pt x="60" y="52"/>
                          <a:pt x="60" y="52"/>
                        </a:cubicBezTo>
                        <a:cubicBezTo>
                          <a:pt x="11" y="2"/>
                          <a:pt x="11" y="2"/>
                          <a:pt x="11" y="2"/>
                        </a:cubicBezTo>
                        <a:cubicBezTo>
                          <a:pt x="9" y="0"/>
                          <a:pt x="5" y="0"/>
                          <a:pt x="3" y="2"/>
                        </a:cubicBezTo>
                        <a:cubicBezTo>
                          <a:pt x="0" y="5"/>
                          <a:pt x="0" y="9"/>
                          <a:pt x="3" y="11"/>
                        </a:cubicBezTo>
                        <a:cubicBezTo>
                          <a:pt x="52" y="60"/>
                          <a:pt x="52" y="60"/>
                          <a:pt x="52" y="60"/>
                        </a:cubicBezTo>
                        <a:cubicBezTo>
                          <a:pt x="34" y="60"/>
                          <a:pt x="34" y="60"/>
                          <a:pt x="34" y="60"/>
                        </a:cubicBezTo>
                        <a:cubicBezTo>
                          <a:pt x="30" y="60"/>
                          <a:pt x="28" y="63"/>
                          <a:pt x="28" y="66"/>
                        </a:cubicBezTo>
                        <a:cubicBezTo>
                          <a:pt x="28" y="69"/>
                          <a:pt x="30" y="72"/>
                          <a:pt x="34"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8"/>
                        </a:cubicBezTo>
                        <a:cubicBezTo>
                          <a:pt x="72" y="68"/>
                          <a:pt x="72" y="68"/>
                          <a:pt x="72" y="68"/>
                        </a:cubicBezTo>
                        <a:cubicBezTo>
                          <a:pt x="72" y="68"/>
                          <a:pt x="72" y="67"/>
                          <a:pt x="72" y="66"/>
                        </a:cubicBezTo>
                        <a:cubicBezTo>
                          <a:pt x="72" y="34"/>
                          <a:pt x="72" y="34"/>
                          <a:pt x="72" y="34"/>
                        </a:cubicBezTo>
                        <a:cubicBezTo>
                          <a:pt x="72" y="30"/>
                          <a:pt x="70" y="28"/>
                          <a:pt x="66" y="2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8" name="Freeform 474">
                    <a:extLst>
                      <a:ext uri="{FF2B5EF4-FFF2-40B4-BE49-F238E27FC236}">
                        <a16:creationId xmlns:a16="http://schemas.microsoft.com/office/drawing/2014/main" id="{954BD9E8-C7EC-4EE0-ADAE-CE1F05C8DDEC}"/>
                      </a:ext>
                    </a:extLst>
                  </p:cNvPr>
                  <p:cNvSpPr>
                    <a:spLocks/>
                  </p:cNvSpPr>
                  <p:nvPr/>
                </p:nvSpPr>
                <p:spPr bwMode="auto">
                  <a:xfrm>
                    <a:off x="4325084" y="4687025"/>
                    <a:ext cx="69365" cy="69365"/>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2147483646 h 72"/>
                      <a:gd name="T24" fmla="*/ 2147483646 w 72"/>
                      <a:gd name="T25" fmla="*/ 2147483646 h 72"/>
                      <a:gd name="T26" fmla="*/ 2147483646 w 72"/>
                      <a:gd name="T27" fmla="*/ 2147483646 h 72"/>
                      <a:gd name="T28" fmla="*/ 2147483646 w 72"/>
                      <a:gd name="T29" fmla="*/ 2147483646 h 72"/>
                      <a:gd name="T30" fmla="*/ 2147483646 w 72"/>
                      <a:gd name="T31" fmla="*/ 2147483646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2147483646 w 72"/>
                      <a:gd name="T41" fmla="*/ 2147483646 h 72"/>
                      <a:gd name="T42" fmla="*/ 2147483646 w 72"/>
                      <a:gd name="T43" fmla="*/ 2147483646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2" h="72">
                        <a:moveTo>
                          <a:pt x="28" y="66"/>
                        </a:moveTo>
                        <a:cubicBezTo>
                          <a:pt x="28" y="69"/>
                          <a:pt x="30" y="72"/>
                          <a:pt x="34" y="72"/>
                        </a:cubicBezTo>
                        <a:cubicBezTo>
                          <a:pt x="66" y="72"/>
                          <a:pt x="66" y="72"/>
                          <a:pt x="66" y="72"/>
                        </a:cubicBezTo>
                        <a:cubicBezTo>
                          <a:pt x="66" y="72"/>
                          <a:pt x="66" y="72"/>
                          <a:pt x="66" y="72"/>
                        </a:cubicBezTo>
                        <a:cubicBezTo>
                          <a:pt x="66" y="72"/>
                          <a:pt x="66" y="72"/>
                          <a:pt x="66" y="72"/>
                        </a:cubicBezTo>
                        <a:cubicBezTo>
                          <a:pt x="66" y="72"/>
                          <a:pt x="66" y="72"/>
                          <a:pt x="66" y="72"/>
                        </a:cubicBezTo>
                        <a:cubicBezTo>
                          <a:pt x="66" y="72"/>
                          <a:pt x="66" y="72"/>
                          <a:pt x="66" y="72"/>
                        </a:cubicBezTo>
                        <a:cubicBezTo>
                          <a:pt x="67" y="72"/>
                          <a:pt x="68" y="72"/>
                          <a:pt x="69" y="72"/>
                        </a:cubicBezTo>
                        <a:cubicBezTo>
                          <a:pt x="69" y="72"/>
                          <a:pt x="69" y="72"/>
                          <a:pt x="69" y="72"/>
                        </a:cubicBezTo>
                        <a:cubicBezTo>
                          <a:pt x="70" y="71"/>
                          <a:pt x="71" y="70"/>
                          <a:pt x="72" y="68"/>
                        </a:cubicBezTo>
                        <a:cubicBezTo>
                          <a:pt x="72" y="68"/>
                          <a:pt x="72" y="68"/>
                          <a:pt x="72" y="68"/>
                        </a:cubicBezTo>
                        <a:cubicBezTo>
                          <a:pt x="72" y="68"/>
                          <a:pt x="72" y="67"/>
                          <a:pt x="72" y="66"/>
                        </a:cubicBezTo>
                        <a:cubicBezTo>
                          <a:pt x="72" y="34"/>
                          <a:pt x="72" y="34"/>
                          <a:pt x="72" y="34"/>
                        </a:cubicBezTo>
                        <a:cubicBezTo>
                          <a:pt x="72" y="30"/>
                          <a:pt x="70" y="28"/>
                          <a:pt x="66" y="28"/>
                        </a:cubicBezTo>
                        <a:cubicBezTo>
                          <a:pt x="63" y="28"/>
                          <a:pt x="60" y="30"/>
                          <a:pt x="60" y="34"/>
                        </a:cubicBezTo>
                        <a:cubicBezTo>
                          <a:pt x="60" y="52"/>
                          <a:pt x="60" y="52"/>
                          <a:pt x="60" y="52"/>
                        </a:cubicBezTo>
                        <a:cubicBezTo>
                          <a:pt x="11" y="2"/>
                          <a:pt x="11" y="2"/>
                          <a:pt x="11" y="2"/>
                        </a:cubicBezTo>
                        <a:cubicBezTo>
                          <a:pt x="9" y="0"/>
                          <a:pt x="5" y="0"/>
                          <a:pt x="3" y="2"/>
                        </a:cubicBezTo>
                        <a:cubicBezTo>
                          <a:pt x="0" y="5"/>
                          <a:pt x="0" y="9"/>
                          <a:pt x="3" y="11"/>
                        </a:cubicBezTo>
                        <a:cubicBezTo>
                          <a:pt x="52" y="60"/>
                          <a:pt x="52" y="60"/>
                          <a:pt x="52" y="60"/>
                        </a:cubicBezTo>
                        <a:cubicBezTo>
                          <a:pt x="34" y="60"/>
                          <a:pt x="34" y="60"/>
                          <a:pt x="34" y="60"/>
                        </a:cubicBezTo>
                        <a:cubicBezTo>
                          <a:pt x="30" y="60"/>
                          <a:pt x="28" y="63"/>
                          <a:pt x="28"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19" name="Freeform 475">
                    <a:extLst>
                      <a:ext uri="{FF2B5EF4-FFF2-40B4-BE49-F238E27FC236}">
                        <a16:creationId xmlns:a16="http://schemas.microsoft.com/office/drawing/2014/main" id="{3C490DDD-947F-4B58-9678-2832CCC78EDC}"/>
                      </a:ext>
                    </a:extLst>
                  </p:cNvPr>
                  <p:cNvSpPr>
                    <a:spLocks noEditPoints="1"/>
                  </p:cNvSpPr>
                  <p:nvPr/>
                </p:nvSpPr>
                <p:spPr bwMode="auto">
                  <a:xfrm>
                    <a:off x="4473447" y="4891265"/>
                    <a:ext cx="77072" cy="92487"/>
                  </a:xfrm>
                  <a:custGeom>
                    <a:avLst/>
                    <a:gdLst>
                      <a:gd name="T0" fmla="*/ 2147483646 w 80"/>
                      <a:gd name="T1" fmla="*/ 2147483646 h 97"/>
                      <a:gd name="T2" fmla="*/ 2147483646 w 80"/>
                      <a:gd name="T3" fmla="*/ 2147483646 h 97"/>
                      <a:gd name="T4" fmla="*/ 2147483646 w 80"/>
                      <a:gd name="T5" fmla="*/ 2147483646 h 97"/>
                      <a:gd name="T6" fmla="*/ 2147483646 w 80"/>
                      <a:gd name="T7" fmla="*/ 2147483646 h 97"/>
                      <a:gd name="T8" fmla="*/ 2147483646 w 80"/>
                      <a:gd name="T9" fmla="*/ 2147483646 h 97"/>
                      <a:gd name="T10" fmla="*/ 2147483646 w 80"/>
                      <a:gd name="T11" fmla="*/ 2147483646 h 97"/>
                      <a:gd name="T12" fmla="*/ 2147483646 w 80"/>
                      <a:gd name="T13" fmla="*/ 0 h 97"/>
                      <a:gd name="T14" fmla="*/ 2147483646 w 80"/>
                      <a:gd name="T15" fmla="*/ 2147483646 h 97"/>
                      <a:gd name="T16" fmla="*/ 2147483646 w 80"/>
                      <a:gd name="T17" fmla="*/ 2147483646 h 97"/>
                      <a:gd name="T18" fmla="*/ 0 w 80"/>
                      <a:gd name="T19" fmla="*/ 2147483646 h 97"/>
                      <a:gd name="T20" fmla="*/ 0 w 80"/>
                      <a:gd name="T21" fmla="*/ 2147483646 h 97"/>
                      <a:gd name="T22" fmla="*/ 2147483646 w 80"/>
                      <a:gd name="T23" fmla="*/ 2147483646 h 97"/>
                      <a:gd name="T24" fmla="*/ 2147483646 w 80"/>
                      <a:gd name="T25" fmla="*/ 2147483646 h 97"/>
                      <a:gd name="T26" fmla="*/ 2147483646 w 80"/>
                      <a:gd name="T27" fmla="*/ 2147483646 h 97"/>
                      <a:gd name="T28" fmla="*/ 2147483646 w 80"/>
                      <a:gd name="T29" fmla="*/ 2147483646 h 97"/>
                      <a:gd name="T30" fmla="*/ 2147483646 w 80"/>
                      <a:gd name="T31" fmla="*/ 2147483646 h 97"/>
                      <a:gd name="T32" fmla="*/ 2147483646 w 80"/>
                      <a:gd name="T33" fmla="*/ 2147483646 h 97"/>
                      <a:gd name="T34" fmla="*/ 2147483646 w 80"/>
                      <a:gd name="T35" fmla="*/ 2147483646 h 97"/>
                      <a:gd name="T36" fmla="*/ 2147483646 w 80"/>
                      <a:gd name="T37" fmla="*/ 2147483646 h 97"/>
                      <a:gd name="T38" fmla="*/ 2147483646 w 80"/>
                      <a:gd name="T39" fmla="*/ 2147483646 h 97"/>
                      <a:gd name="T40" fmla="*/ 2147483646 w 80"/>
                      <a:gd name="T41" fmla="*/ 2147483646 h 97"/>
                      <a:gd name="T42" fmla="*/ 2147483646 w 80"/>
                      <a:gd name="T43" fmla="*/ 2147483646 h 97"/>
                      <a:gd name="T44" fmla="*/ 2147483646 w 80"/>
                      <a:gd name="T45" fmla="*/ 2147483646 h 97"/>
                      <a:gd name="T46" fmla="*/ 2147483646 w 80"/>
                      <a:gd name="T47" fmla="*/ 2147483646 h 97"/>
                      <a:gd name="T48" fmla="*/ 2147483646 w 80"/>
                      <a:gd name="T49" fmla="*/ 2147483646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0" h="97">
                        <a:moveTo>
                          <a:pt x="8" y="97"/>
                        </a:moveTo>
                        <a:cubicBezTo>
                          <a:pt x="72" y="97"/>
                          <a:pt x="72" y="97"/>
                          <a:pt x="72" y="97"/>
                        </a:cubicBezTo>
                        <a:cubicBezTo>
                          <a:pt x="77" y="97"/>
                          <a:pt x="80" y="93"/>
                          <a:pt x="80" y="89"/>
                        </a:cubicBezTo>
                        <a:cubicBezTo>
                          <a:pt x="80" y="47"/>
                          <a:pt x="80" y="47"/>
                          <a:pt x="80" y="47"/>
                        </a:cubicBezTo>
                        <a:cubicBezTo>
                          <a:pt x="80" y="43"/>
                          <a:pt x="77" y="39"/>
                          <a:pt x="72" y="39"/>
                        </a:cubicBezTo>
                        <a:cubicBezTo>
                          <a:pt x="72" y="32"/>
                          <a:pt x="72" y="32"/>
                          <a:pt x="72" y="32"/>
                        </a:cubicBezTo>
                        <a:cubicBezTo>
                          <a:pt x="72" y="14"/>
                          <a:pt x="58" y="0"/>
                          <a:pt x="40" y="0"/>
                        </a:cubicBezTo>
                        <a:cubicBezTo>
                          <a:pt x="22" y="0"/>
                          <a:pt x="7" y="14"/>
                          <a:pt x="7" y="32"/>
                        </a:cubicBezTo>
                        <a:cubicBezTo>
                          <a:pt x="7" y="39"/>
                          <a:pt x="7" y="39"/>
                          <a:pt x="7" y="39"/>
                        </a:cubicBezTo>
                        <a:cubicBezTo>
                          <a:pt x="3" y="39"/>
                          <a:pt x="0" y="43"/>
                          <a:pt x="0" y="47"/>
                        </a:cubicBezTo>
                        <a:cubicBezTo>
                          <a:pt x="0" y="89"/>
                          <a:pt x="0" y="89"/>
                          <a:pt x="0" y="89"/>
                        </a:cubicBezTo>
                        <a:cubicBezTo>
                          <a:pt x="0" y="93"/>
                          <a:pt x="3" y="97"/>
                          <a:pt x="8" y="97"/>
                        </a:cubicBezTo>
                        <a:close/>
                        <a:moveTo>
                          <a:pt x="68" y="85"/>
                        </a:moveTo>
                        <a:cubicBezTo>
                          <a:pt x="12" y="85"/>
                          <a:pt x="12" y="85"/>
                          <a:pt x="12" y="85"/>
                        </a:cubicBezTo>
                        <a:cubicBezTo>
                          <a:pt x="12" y="51"/>
                          <a:pt x="12" y="51"/>
                          <a:pt x="12" y="51"/>
                        </a:cubicBezTo>
                        <a:cubicBezTo>
                          <a:pt x="68" y="51"/>
                          <a:pt x="68" y="51"/>
                          <a:pt x="68" y="51"/>
                        </a:cubicBezTo>
                        <a:lnTo>
                          <a:pt x="68" y="85"/>
                        </a:lnTo>
                        <a:close/>
                        <a:moveTo>
                          <a:pt x="25" y="18"/>
                        </a:moveTo>
                        <a:cubicBezTo>
                          <a:pt x="29" y="14"/>
                          <a:pt x="34" y="12"/>
                          <a:pt x="40" y="12"/>
                        </a:cubicBezTo>
                        <a:cubicBezTo>
                          <a:pt x="46" y="12"/>
                          <a:pt x="51" y="14"/>
                          <a:pt x="54" y="18"/>
                        </a:cubicBezTo>
                        <a:cubicBezTo>
                          <a:pt x="58" y="22"/>
                          <a:pt x="60" y="27"/>
                          <a:pt x="60" y="32"/>
                        </a:cubicBezTo>
                        <a:cubicBezTo>
                          <a:pt x="60" y="39"/>
                          <a:pt x="60" y="39"/>
                          <a:pt x="60" y="39"/>
                        </a:cubicBezTo>
                        <a:cubicBezTo>
                          <a:pt x="19" y="39"/>
                          <a:pt x="19" y="39"/>
                          <a:pt x="19" y="39"/>
                        </a:cubicBezTo>
                        <a:cubicBezTo>
                          <a:pt x="19" y="32"/>
                          <a:pt x="19" y="32"/>
                          <a:pt x="19" y="32"/>
                        </a:cubicBezTo>
                        <a:cubicBezTo>
                          <a:pt x="19" y="27"/>
                          <a:pt x="22" y="22"/>
                          <a:pt x="25" y="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0" name="Freeform 476">
                    <a:extLst>
                      <a:ext uri="{FF2B5EF4-FFF2-40B4-BE49-F238E27FC236}">
                        <a16:creationId xmlns:a16="http://schemas.microsoft.com/office/drawing/2014/main" id="{07ECAFA8-4A7F-4EB4-A29B-FD639EEC9B2F}"/>
                      </a:ext>
                    </a:extLst>
                  </p:cNvPr>
                  <p:cNvSpPr>
                    <a:spLocks noEditPoints="1"/>
                  </p:cNvSpPr>
                  <p:nvPr/>
                </p:nvSpPr>
                <p:spPr bwMode="auto">
                  <a:xfrm>
                    <a:off x="5209487" y="5734243"/>
                    <a:ext cx="77072" cy="93451"/>
                  </a:xfrm>
                  <a:custGeom>
                    <a:avLst/>
                    <a:gdLst>
                      <a:gd name="T0" fmla="*/ 2147483646 w 80"/>
                      <a:gd name="T1" fmla="*/ 2147483646 h 97"/>
                      <a:gd name="T2" fmla="*/ 2147483646 w 80"/>
                      <a:gd name="T3" fmla="*/ 2147483646 h 97"/>
                      <a:gd name="T4" fmla="*/ 2147483646 w 80"/>
                      <a:gd name="T5" fmla="*/ 2147483646 h 97"/>
                      <a:gd name="T6" fmla="*/ 2147483646 w 80"/>
                      <a:gd name="T7" fmla="*/ 2147483646 h 97"/>
                      <a:gd name="T8" fmla="*/ 2147483646 w 80"/>
                      <a:gd name="T9" fmla="*/ 0 h 97"/>
                      <a:gd name="T10" fmla="*/ 2147483646 w 80"/>
                      <a:gd name="T11" fmla="*/ 2147483646 h 97"/>
                      <a:gd name="T12" fmla="*/ 2147483646 w 80"/>
                      <a:gd name="T13" fmla="*/ 2147483646 h 97"/>
                      <a:gd name="T14" fmla="*/ 0 w 80"/>
                      <a:gd name="T15" fmla="*/ 2147483646 h 97"/>
                      <a:gd name="T16" fmla="*/ 0 w 80"/>
                      <a:gd name="T17" fmla="*/ 2147483646 h 97"/>
                      <a:gd name="T18" fmla="*/ 2147483646 w 80"/>
                      <a:gd name="T19" fmla="*/ 2147483646 h 97"/>
                      <a:gd name="T20" fmla="*/ 2147483646 w 80"/>
                      <a:gd name="T21" fmla="*/ 2147483646 h 97"/>
                      <a:gd name="T22" fmla="*/ 2147483646 w 80"/>
                      <a:gd name="T23" fmla="*/ 2147483646 h 97"/>
                      <a:gd name="T24" fmla="*/ 2147483646 w 80"/>
                      <a:gd name="T25" fmla="*/ 2147483646 h 97"/>
                      <a:gd name="T26" fmla="*/ 2147483646 w 80"/>
                      <a:gd name="T27" fmla="*/ 2147483646 h 97"/>
                      <a:gd name="T28" fmla="*/ 2147483646 w 80"/>
                      <a:gd name="T29" fmla="*/ 2147483646 h 97"/>
                      <a:gd name="T30" fmla="*/ 2147483646 w 80"/>
                      <a:gd name="T31" fmla="*/ 2147483646 h 97"/>
                      <a:gd name="T32" fmla="*/ 2147483646 w 80"/>
                      <a:gd name="T33" fmla="*/ 2147483646 h 97"/>
                      <a:gd name="T34" fmla="*/ 2147483646 w 80"/>
                      <a:gd name="T35" fmla="*/ 2147483646 h 97"/>
                      <a:gd name="T36" fmla="*/ 2147483646 w 80"/>
                      <a:gd name="T37" fmla="*/ 2147483646 h 97"/>
                      <a:gd name="T38" fmla="*/ 2147483646 w 80"/>
                      <a:gd name="T39" fmla="*/ 2147483646 h 97"/>
                      <a:gd name="T40" fmla="*/ 2147483646 w 80"/>
                      <a:gd name="T41" fmla="*/ 2147483646 h 97"/>
                      <a:gd name="T42" fmla="*/ 2147483646 w 80"/>
                      <a:gd name="T43" fmla="*/ 2147483646 h 97"/>
                      <a:gd name="T44" fmla="*/ 2147483646 w 80"/>
                      <a:gd name="T45" fmla="*/ 2147483646 h 97"/>
                      <a:gd name="T46" fmla="*/ 2147483646 w 80"/>
                      <a:gd name="T47" fmla="*/ 2147483646 h 97"/>
                      <a:gd name="T48" fmla="*/ 2147483646 w 80"/>
                      <a:gd name="T49" fmla="*/ 2147483646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0" h="97">
                        <a:moveTo>
                          <a:pt x="80" y="89"/>
                        </a:moveTo>
                        <a:cubicBezTo>
                          <a:pt x="80" y="47"/>
                          <a:pt x="80" y="47"/>
                          <a:pt x="80" y="47"/>
                        </a:cubicBezTo>
                        <a:cubicBezTo>
                          <a:pt x="80" y="43"/>
                          <a:pt x="77" y="39"/>
                          <a:pt x="73" y="39"/>
                        </a:cubicBezTo>
                        <a:cubicBezTo>
                          <a:pt x="73" y="32"/>
                          <a:pt x="73" y="32"/>
                          <a:pt x="73" y="32"/>
                        </a:cubicBezTo>
                        <a:cubicBezTo>
                          <a:pt x="73" y="14"/>
                          <a:pt x="58" y="0"/>
                          <a:pt x="40" y="0"/>
                        </a:cubicBezTo>
                        <a:cubicBezTo>
                          <a:pt x="22" y="0"/>
                          <a:pt x="8" y="14"/>
                          <a:pt x="8" y="32"/>
                        </a:cubicBezTo>
                        <a:cubicBezTo>
                          <a:pt x="8" y="39"/>
                          <a:pt x="8" y="39"/>
                          <a:pt x="8" y="39"/>
                        </a:cubicBezTo>
                        <a:cubicBezTo>
                          <a:pt x="3" y="39"/>
                          <a:pt x="0" y="43"/>
                          <a:pt x="0" y="47"/>
                        </a:cubicBezTo>
                        <a:cubicBezTo>
                          <a:pt x="0" y="89"/>
                          <a:pt x="0" y="89"/>
                          <a:pt x="0" y="89"/>
                        </a:cubicBezTo>
                        <a:cubicBezTo>
                          <a:pt x="0" y="93"/>
                          <a:pt x="3" y="97"/>
                          <a:pt x="8" y="97"/>
                        </a:cubicBezTo>
                        <a:cubicBezTo>
                          <a:pt x="72" y="97"/>
                          <a:pt x="72" y="97"/>
                          <a:pt x="72" y="97"/>
                        </a:cubicBezTo>
                        <a:cubicBezTo>
                          <a:pt x="77" y="97"/>
                          <a:pt x="80" y="93"/>
                          <a:pt x="80" y="89"/>
                        </a:cubicBezTo>
                        <a:close/>
                        <a:moveTo>
                          <a:pt x="26" y="18"/>
                        </a:moveTo>
                        <a:cubicBezTo>
                          <a:pt x="29" y="14"/>
                          <a:pt x="34" y="12"/>
                          <a:pt x="40" y="12"/>
                        </a:cubicBezTo>
                        <a:cubicBezTo>
                          <a:pt x="46" y="12"/>
                          <a:pt x="51" y="14"/>
                          <a:pt x="55" y="18"/>
                        </a:cubicBezTo>
                        <a:cubicBezTo>
                          <a:pt x="58" y="22"/>
                          <a:pt x="61" y="27"/>
                          <a:pt x="61" y="32"/>
                        </a:cubicBezTo>
                        <a:cubicBezTo>
                          <a:pt x="61" y="39"/>
                          <a:pt x="61" y="39"/>
                          <a:pt x="61" y="39"/>
                        </a:cubicBezTo>
                        <a:cubicBezTo>
                          <a:pt x="20" y="39"/>
                          <a:pt x="20" y="39"/>
                          <a:pt x="20" y="39"/>
                        </a:cubicBezTo>
                        <a:cubicBezTo>
                          <a:pt x="20" y="32"/>
                          <a:pt x="20" y="32"/>
                          <a:pt x="20" y="32"/>
                        </a:cubicBezTo>
                        <a:cubicBezTo>
                          <a:pt x="20" y="27"/>
                          <a:pt x="22" y="22"/>
                          <a:pt x="26" y="18"/>
                        </a:cubicBezTo>
                        <a:close/>
                        <a:moveTo>
                          <a:pt x="68" y="85"/>
                        </a:moveTo>
                        <a:cubicBezTo>
                          <a:pt x="12" y="85"/>
                          <a:pt x="12" y="85"/>
                          <a:pt x="12" y="85"/>
                        </a:cubicBezTo>
                        <a:cubicBezTo>
                          <a:pt x="12" y="51"/>
                          <a:pt x="12" y="51"/>
                          <a:pt x="12" y="51"/>
                        </a:cubicBezTo>
                        <a:cubicBezTo>
                          <a:pt x="68" y="51"/>
                          <a:pt x="68" y="51"/>
                          <a:pt x="68" y="51"/>
                        </a:cubicBezTo>
                        <a:lnTo>
                          <a:pt x="68" y="85"/>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1" name="Freeform 477">
                    <a:extLst>
                      <a:ext uri="{FF2B5EF4-FFF2-40B4-BE49-F238E27FC236}">
                        <a16:creationId xmlns:a16="http://schemas.microsoft.com/office/drawing/2014/main" id="{B623A56D-A6AB-4E28-9EE0-71B0963828F9}"/>
                      </a:ext>
                    </a:extLst>
                  </p:cNvPr>
                  <p:cNvSpPr>
                    <a:spLocks noEditPoints="1"/>
                  </p:cNvSpPr>
                  <p:nvPr/>
                </p:nvSpPr>
                <p:spPr bwMode="auto">
                  <a:xfrm>
                    <a:off x="5473459" y="5025178"/>
                    <a:ext cx="77072" cy="93451"/>
                  </a:xfrm>
                  <a:custGeom>
                    <a:avLst/>
                    <a:gdLst>
                      <a:gd name="T0" fmla="*/ 2147483646 w 80"/>
                      <a:gd name="T1" fmla="*/ 2147483646 h 97"/>
                      <a:gd name="T2" fmla="*/ 2147483646 w 80"/>
                      <a:gd name="T3" fmla="*/ 2147483646 h 97"/>
                      <a:gd name="T4" fmla="*/ 2147483646 w 80"/>
                      <a:gd name="T5" fmla="*/ 2147483646 h 97"/>
                      <a:gd name="T6" fmla="*/ 2147483646 w 80"/>
                      <a:gd name="T7" fmla="*/ 2147483646 h 97"/>
                      <a:gd name="T8" fmla="*/ 2147483646 w 80"/>
                      <a:gd name="T9" fmla="*/ 2147483646 h 97"/>
                      <a:gd name="T10" fmla="*/ 2147483646 w 80"/>
                      <a:gd name="T11" fmla="*/ 2147483646 h 97"/>
                      <a:gd name="T12" fmla="*/ 2147483646 w 80"/>
                      <a:gd name="T13" fmla="*/ 0 h 97"/>
                      <a:gd name="T14" fmla="*/ 2147483646 w 80"/>
                      <a:gd name="T15" fmla="*/ 2147483646 h 97"/>
                      <a:gd name="T16" fmla="*/ 2147483646 w 80"/>
                      <a:gd name="T17" fmla="*/ 2147483646 h 97"/>
                      <a:gd name="T18" fmla="*/ 0 w 80"/>
                      <a:gd name="T19" fmla="*/ 2147483646 h 97"/>
                      <a:gd name="T20" fmla="*/ 0 w 80"/>
                      <a:gd name="T21" fmla="*/ 2147483646 h 97"/>
                      <a:gd name="T22" fmla="*/ 2147483646 w 80"/>
                      <a:gd name="T23" fmla="*/ 2147483646 h 97"/>
                      <a:gd name="T24" fmla="*/ 2147483646 w 80"/>
                      <a:gd name="T25" fmla="*/ 2147483646 h 97"/>
                      <a:gd name="T26" fmla="*/ 2147483646 w 80"/>
                      <a:gd name="T27" fmla="*/ 2147483646 h 97"/>
                      <a:gd name="T28" fmla="*/ 2147483646 w 80"/>
                      <a:gd name="T29" fmla="*/ 2147483646 h 97"/>
                      <a:gd name="T30" fmla="*/ 2147483646 w 80"/>
                      <a:gd name="T31" fmla="*/ 2147483646 h 97"/>
                      <a:gd name="T32" fmla="*/ 2147483646 w 80"/>
                      <a:gd name="T33" fmla="*/ 2147483646 h 97"/>
                      <a:gd name="T34" fmla="*/ 2147483646 w 80"/>
                      <a:gd name="T35" fmla="*/ 2147483646 h 97"/>
                      <a:gd name="T36" fmla="*/ 2147483646 w 80"/>
                      <a:gd name="T37" fmla="*/ 2147483646 h 97"/>
                      <a:gd name="T38" fmla="*/ 2147483646 w 80"/>
                      <a:gd name="T39" fmla="*/ 2147483646 h 97"/>
                      <a:gd name="T40" fmla="*/ 2147483646 w 80"/>
                      <a:gd name="T41" fmla="*/ 2147483646 h 97"/>
                      <a:gd name="T42" fmla="*/ 2147483646 w 80"/>
                      <a:gd name="T43" fmla="*/ 2147483646 h 97"/>
                      <a:gd name="T44" fmla="*/ 2147483646 w 80"/>
                      <a:gd name="T45" fmla="*/ 2147483646 h 97"/>
                      <a:gd name="T46" fmla="*/ 2147483646 w 80"/>
                      <a:gd name="T47" fmla="*/ 2147483646 h 97"/>
                      <a:gd name="T48" fmla="*/ 2147483646 w 80"/>
                      <a:gd name="T49" fmla="*/ 2147483646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0" h="97">
                        <a:moveTo>
                          <a:pt x="8" y="97"/>
                        </a:moveTo>
                        <a:cubicBezTo>
                          <a:pt x="72" y="97"/>
                          <a:pt x="72" y="97"/>
                          <a:pt x="72" y="97"/>
                        </a:cubicBezTo>
                        <a:cubicBezTo>
                          <a:pt x="77" y="97"/>
                          <a:pt x="80" y="93"/>
                          <a:pt x="80" y="89"/>
                        </a:cubicBezTo>
                        <a:cubicBezTo>
                          <a:pt x="80" y="47"/>
                          <a:pt x="80" y="47"/>
                          <a:pt x="80" y="47"/>
                        </a:cubicBezTo>
                        <a:cubicBezTo>
                          <a:pt x="80" y="43"/>
                          <a:pt x="77" y="39"/>
                          <a:pt x="73" y="39"/>
                        </a:cubicBezTo>
                        <a:cubicBezTo>
                          <a:pt x="73" y="32"/>
                          <a:pt x="73" y="32"/>
                          <a:pt x="73" y="32"/>
                        </a:cubicBezTo>
                        <a:cubicBezTo>
                          <a:pt x="73" y="14"/>
                          <a:pt x="58" y="0"/>
                          <a:pt x="40" y="0"/>
                        </a:cubicBezTo>
                        <a:cubicBezTo>
                          <a:pt x="22" y="0"/>
                          <a:pt x="8" y="14"/>
                          <a:pt x="8" y="32"/>
                        </a:cubicBezTo>
                        <a:cubicBezTo>
                          <a:pt x="8" y="39"/>
                          <a:pt x="8" y="39"/>
                          <a:pt x="8" y="39"/>
                        </a:cubicBezTo>
                        <a:cubicBezTo>
                          <a:pt x="3" y="39"/>
                          <a:pt x="0" y="43"/>
                          <a:pt x="0" y="47"/>
                        </a:cubicBezTo>
                        <a:cubicBezTo>
                          <a:pt x="0" y="89"/>
                          <a:pt x="0" y="89"/>
                          <a:pt x="0" y="89"/>
                        </a:cubicBezTo>
                        <a:cubicBezTo>
                          <a:pt x="0" y="93"/>
                          <a:pt x="4" y="97"/>
                          <a:pt x="8" y="97"/>
                        </a:cubicBezTo>
                        <a:close/>
                        <a:moveTo>
                          <a:pt x="68" y="85"/>
                        </a:moveTo>
                        <a:cubicBezTo>
                          <a:pt x="12" y="85"/>
                          <a:pt x="12" y="85"/>
                          <a:pt x="12" y="85"/>
                        </a:cubicBezTo>
                        <a:cubicBezTo>
                          <a:pt x="12" y="51"/>
                          <a:pt x="12" y="51"/>
                          <a:pt x="12" y="51"/>
                        </a:cubicBezTo>
                        <a:cubicBezTo>
                          <a:pt x="68" y="51"/>
                          <a:pt x="68" y="51"/>
                          <a:pt x="68" y="51"/>
                        </a:cubicBezTo>
                        <a:lnTo>
                          <a:pt x="68" y="85"/>
                        </a:lnTo>
                        <a:close/>
                        <a:moveTo>
                          <a:pt x="26" y="18"/>
                        </a:moveTo>
                        <a:cubicBezTo>
                          <a:pt x="29" y="14"/>
                          <a:pt x="34" y="12"/>
                          <a:pt x="40" y="12"/>
                        </a:cubicBezTo>
                        <a:cubicBezTo>
                          <a:pt x="46" y="12"/>
                          <a:pt x="51" y="14"/>
                          <a:pt x="55" y="18"/>
                        </a:cubicBezTo>
                        <a:cubicBezTo>
                          <a:pt x="58" y="22"/>
                          <a:pt x="61" y="27"/>
                          <a:pt x="61" y="32"/>
                        </a:cubicBezTo>
                        <a:cubicBezTo>
                          <a:pt x="61" y="39"/>
                          <a:pt x="61" y="39"/>
                          <a:pt x="61" y="39"/>
                        </a:cubicBezTo>
                        <a:cubicBezTo>
                          <a:pt x="20" y="39"/>
                          <a:pt x="20" y="39"/>
                          <a:pt x="20" y="39"/>
                        </a:cubicBezTo>
                        <a:cubicBezTo>
                          <a:pt x="20" y="32"/>
                          <a:pt x="20" y="32"/>
                          <a:pt x="20" y="32"/>
                        </a:cubicBezTo>
                        <a:cubicBezTo>
                          <a:pt x="20" y="27"/>
                          <a:pt x="22" y="22"/>
                          <a:pt x="26" y="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2" name="Freeform 478">
                    <a:extLst>
                      <a:ext uri="{FF2B5EF4-FFF2-40B4-BE49-F238E27FC236}">
                        <a16:creationId xmlns:a16="http://schemas.microsoft.com/office/drawing/2014/main" id="{43F37DCC-2E7F-4F97-965B-C3C107780CD0}"/>
                      </a:ext>
                    </a:extLst>
                  </p:cNvPr>
                  <p:cNvSpPr>
                    <a:spLocks noEditPoints="1"/>
                  </p:cNvSpPr>
                  <p:nvPr/>
                </p:nvSpPr>
                <p:spPr bwMode="auto">
                  <a:xfrm>
                    <a:off x="5459008" y="4346943"/>
                    <a:ext cx="76109" cy="93451"/>
                  </a:xfrm>
                  <a:custGeom>
                    <a:avLst/>
                    <a:gdLst>
                      <a:gd name="T0" fmla="*/ 2147483646 w 80"/>
                      <a:gd name="T1" fmla="*/ 2147483646 h 97"/>
                      <a:gd name="T2" fmla="*/ 2147483646 w 80"/>
                      <a:gd name="T3" fmla="*/ 2147483646 h 97"/>
                      <a:gd name="T4" fmla="*/ 0 w 80"/>
                      <a:gd name="T5" fmla="*/ 2147483646 h 97"/>
                      <a:gd name="T6" fmla="*/ 0 w 80"/>
                      <a:gd name="T7" fmla="*/ 2147483646 h 97"/>
                      <a:gd name="T8" fmla="*/ 2147483646 w 80"/>
                      <a:gd name="T9" fmla="*/ 2147483646 h 97"/>
                      <a:gd name="T10" fmla="*/ 2147483646 w 80"/>
                      <a:gd name="T11" fmla="*/ 2147483646 h 97"/>
                      <a:gd name="T12" fmla="*/ 2147483646 w 80"/>
                      <a:gd name="T13" fmla="*/ 2147483646 h 97"/>
                      <a:gd name="T14" fmla="*/ 2147483646 w 80"/>
                      <a:gd name="T15" fmla="*/ 2147483646 h 97"/>
                      <a:gd name="T16" fmla="*/ 2147483646 w 80"/>
                      <a:gd name="T17" fmla="*/ 2147483646 h 97"/>
                      <a:gd name="T18" fmla="*/ 2147483646 w 80"/>
                      <a:gd name="T19" fmla="*/ 2147483646 h 97"/>
                      <a:gd name="T20" fmla="*/ 2147483646 w 80"/>
                      <a:gd name="T21" fmla="*/ 0 h 97"/>
                      <a:gd name="T22" fmla="*/ 2147483646 w 80"/>
                      <a:gd name="T23" fmla="*/ 2147483646 h 97"/>
                      <a:gd name="T24" fmla="*/ 2147483646 w 80"/>
                      <a:gd name="T25" fmla="*/ 2147483646 h 97"/>
                      <a:gd name="T26" fmla="*/ 2147483646 w 80"/>
                      <a:gd name="T27" fmla="*/ 2147483646 h 97"/>
                      <a:gd name="T28" fmla="*/ 2147483646 w 80"/>
                      <a:gd name="T29" fmla="*/ 2147483646 h 97"/>
                      <a:gd name="T30" fmla="*/ 2147483646 w 80"/>
                      <a:gd name="T31" fmla="*/ 2147483646 h 97"/>
                      <a:gd name="T32" fmla="*/ 2147483646 w 80"/>
                      <a:gd name="T33" fmla="*/ 2147483646 h 97"/>
                      <a:gd name="T34" fmla="*/ 2147483646 w 80"/>
                      <a:gd name="T35" fmla="*/ 2147483646 h 97"/>
                      <a:gd name="T36" fmla="*/ 2147483646 w 80"/>
                      <a:gd name="T37" fmla="*/ 2147483646 h 97"/>
                      <a:gd name="T38" fmla="*/ 2147483646 w 80"/>
                      <a:gd name="T39" fmla="*/ 2147483646 h 97"/>
                      <a:gd name="T40" fmla="*/ 2147483646 w 80"/>
                      <a:gd name="T41" fmla="*/ 2147483646 h 97"/>
                      <a:gd name="T42" fmla="*/ 2147483646 w 80"/>
                      <a:gd name="T43" fmla="*/ 2147483646 h 97"/>
                      <a:gd name="T44" fmla="*/ 2147483646 w 80"/>
                      <a:gd name="T45" fmla="*/ 2147483646 h 97"/>
                      <a:gd name="T46" fmla="*/ 2147483646 w 80"/>
                      <a:gd name="T47" fmla="*/ 2147483646 h 97"/>
                      <a:gd name="T48" fmla="*/ 2147483646 w 80"/>
                      <a:gd name="T49" fmla="*/ 2147483646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0" h="97">
                        <a:moveTo>
                          <a:pt x="8" y="32"/>
                        </a:moveTo>
                        <a:cubicBezTo>
                          <a:pt x="8" y="39"/>
                          <a:pt x="8" y="39"/>
                          <a:pt x="8" y="39"/>
                        </a:cubicBezTo>
                        <a:cubicBezTo>
                          <a:pt x="3" y="39"/>
                          <a:pt x="0" y="43"/>
                          <a:pt x="0" y="47"/>
                        </a:cubicBezTo>
                        <a:cubicBezTo>
                          <a:pt x="0" y="89"/>
                          <a:pt x="0" y="89"/>
                          <a:pt x="0" y="89"/>
                        </a:cubicBezTo>
                        <a:cubicBezTo>
                          <a:pt x="0" y="93"/>
                          <a:pt x="4" y="97"/>
                          <a:pt x="8" y="97"/>
                        </a:cubicBezTo>
                        <a:cubicBezTo>
                          <a:pt x="72" y="97"/>
                          <a:pt x="72" y="97"/>
                          <a:pt x="72" y="97"/>
                        </a:cubicBezTo>
                        <a:cubicBezTo>
                          <a:pt x="77" y="97"/>
                          <a:pt x="80" y="93"/>
                          <a:pt x="80" y="89"/>
                        </a:cubicBezTo>
                        <a:cubicBezTo>
                          <a:pt x="80" y="47"/>
                          <a:pt x="80" y="47"/>
                          <a:pt x="80" y="47"/>
                        </a:cubicBezTo>
                        <a:cubicBezTo>
                          <a:pt x="80" y="43"/>
                          <a:pt x="77" y="39"/>
                          <a:pt x="73" y="39"/>
                        </a:cubicBezTo>
                        <a:cubicBezTo>
                          <a:pt x="73" y="32"/>
                          <a:pt x="73" y="32"/>
                          <a:pt x="73" y="32"/>
                        </a:cubicBezTo>
                        <a:cubicBezTo>
                          <a:pt x="73" y="14"/>
                          <a:pt x="58" y="0"/>
                          <a:pt x="40" y="0"/>
                        </a:cubicBezTo>
                        <a:cubicBezTo>
                          <a:pt x="22" y="0"/>
                          <a:pt x="8" y="14"/>
                          <a:pt x="8" y="32"/>
                        </a:cubicBezTo>
                        <a:close/>
                        <a:moveTo>
                          <a:pt x="68" y="85"/>
                        </a:moveTo>
                        <a:cubicBezTo>
                          <a:pt x="12" y="85"/>
                          <a:pt x="12" y="85"/>
                          <a:pt x="12" y="85"/>
                        </a:cubicBezTo>
                        <a:cubicBezTo>
                          <a:pt x="12" y="51"/>
                          <a:pt x="12" y="51"/>
                          <a:pt x="12" y="51"/>
                        </a:cubicBezTo>
                        <a:cubicBezTo>
                          <a:pt x="68" y="51"/>
                          <a:pt x="68" y="51"/>
                          <a:pt x="68" y="51"/>
                        </a:cubicBezTo>
                        <a:lnTo>
                          <a:pt x="68" y="85"/>
                        </a:lnTo>
                        <a:close/>
                        <a:moveTo>
                          <a:pt x="26" y="18"/>
                        </a:moveTo>
                        <a:cubicBezTo>
                          <a:pt x="29" y="14"/>
                          <a:pt x="34" y="12"/>
                          <a:pt x="40" y="12"/>
                        </a:cubicBezTo>
                        <a:cubicBezTo>
                          <a:pt x="46" y="12"/>
                          <a:pt x="51" y="14"/>
                          <a:pt x="55" y="18"/>
                        </a:cubicBezTo>
                        <a:cubicBezTo>
                          <a:pt x="58" y="22"/>
                          <a:pt x="61" y="27"/>
                          <a:pt x="61" y="32"/>
                        </a:cubicBezTo>
                        <a:cubicBezTo>
                          <a:pt x="61" y="39"/>
                          <a:pt x="61" y="39"/>
                          <a:pt x="61" y="39"/>
                        </a:cubicBezTo>
                        <a:cubicBezTo>
                          <a:pt x="20" y="39"/>
                          <a:pt x="20" y="39"/>
                          <a:pt x="20" y="39"/>
                        </a:cubicBezTo>
                        <a:cubicBezTo>
                          <a:pt x="20" y="32"/>
                          <a:pt x="20" y="32"/>
                          <a:pt x="20" y="32"/>
                        </a:cubicBezTo>
                        <a:cubicBezTo>
                          <a:pt x="20" y="27"/>
                          <a:pt x="22" y="22"/>
                          <a:pt x="26" y="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3" name="Freeform 479">
                    <a:extLst>
                      <a:ext uri="{FF2B5EF4-FFF2-40B4-BE49-F238E27FC236}">
                        <a16:creationId xmlns:a16="http://schemas.microsoft.com/office/drawing/2014/main" id="{D5BF2E8E-80BB-44DE-8332-C6A6360FA942}"/>
                      </a:ext>
                    </a:extLst>
                  </p:cNvPr>
                  <p:cNvSpPr>
                    <a:spLocks/>
                  </p:cNvSpPr>
                  <p:nvPr/>
                </p:nvSpPr>
                <p:spPr bwMode="auto">
                  <a:xfrm>
                    <a:off x="4660348" y="4512648"/>
                    <a:ext cx="69365" cy="69365"/>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2147483646 h 72"/>
                      <a:gd name="T20" fmla="*/ 2147483646 w 72"/>
                      <a:gd name="T21" fmla="*/ 2147483646 h 72"/>
                      <a:gd name="T22" fmla="*/ 2147483646 w 72"/>
                      <a:gd name="T23" fmla="*/ 0 h 72"/>
                      <a:gd name="T24" fmla="*/ 2147483646 w 72"/>
                      <a:gd name="T25" fmla="*/ 0 h 72"/>
                      <a:gd name="T26" fmla="*/ 2147483646 w 72"/>
                      <a:gd name="T27" fmla="*/ 0 h 72"/>
                      <a:gd name="T28" fmla="*/ 2147483646 w 72"/>
                      <a:gd name="T29" fmla="*/ 0 h 72"/>
                      <a:gd name="T30" fmla="*/ 2147483646 w 72"/>
                      <a:gd name="T31" fmla="*/ 0 h 72"/>
                      <a:gd name="T32" fmla="*/ 2147483646 w 72"/>
                      <a:gd name="T33" fmla="*/ 0 h 72"/>
                      <a:gd name="T34" fmla="*/ 2147483646 w 72"/>
                      <a:gd name="T35" fmla="*/ 2147483646 h 72"/>
                      <a:gd name="T36" fmla="*/ 2147483646 w 72"/>
                      <a:gd name="T37" fmla="*/ 2147483646 h 72"/>
                      <a:gd name="T38" fmla="*/ 2147483646 w 72"/>
                      <a:gd name="T39" fmla="*/ 2147483646 h 72"/>
                      <a:gd name="T40" fmla="*/ 2147483646 w 72"/>
                      <a:gd name="T41" fmla="*/ 2147483646 h 72"/>
                      <a:gd name="T42" fmla="*/ 2147483646 w 72"/>
                      <a:gd name="T43" fmla="*/ 2147483646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2" h="72">
                        <a:moveTo>
                          <a:pt x="2" y="70"/>
                        </a:moveTo>
                        <a:cubicBezTo>
                          <a:pt x="5" y="72"/>
                          <a:pt x="8" y="72"/>
                          <a:pt x="11" y="70"/>
                        </a:cubicBezTo>
                        <a:cubicBezTo>
                          <a:pt x="60" y="21"/>
                          <a:pt x="60" y="21"/>
                          <a:pt x="60" y="21"/>
                        </a:cubicBezTo>
                        <a:cubicBezTo>
                          <a:pt x="60" y="39"/>
                          <a:pt x="60" y="39"/>
                          <a:pt x="60" y="39"/>
                        </a:cubicBezTo>
                        <a:cubicBezTo>
                          <a:pt x="60" y="42"/>
                          <a:pt x="63" y="45"/>
                          <a:pt x="66" y="45"/>
                        </a:cubicBezTo>
                        <a:cubicBezTo>
                          <a:pt x="69" y="45"/>
                          <a:pt x="72" y="42"/>
                          <a:pt x="72" y="39"/>
                        </a:cubicBezTo>
                        <a:cubicBezTo>
                          <a:pt x="72" y="6"/>
                          <a:pt x="72" y="6"/>
                          <a:pt x="72" y="6"/>
                        </a:cubicBezTo>
                        <a:cubicBezTo>
                          <a:pt x="72" y="5"/>
                          <a:pt x="72" y="5"/>
                          <a:pt x="71" y="4"/>
                        </a:cubicBezTo>
                        <a:cubicBezTo>
                          <a:pt x="71" y="4"/>
                          <a:pt x="71" y="4"/>
                          <a:pt x="71" y="4"/>
                        </a:cubicBezTo>
                        <a:cubicBezTo>
                          <a:pt x="71" y="2"/>
                          <a:pt x="70" y="1"/>
                          <a:pt x="68" y="1"/>
                        </a:cubicBezTo>
                        <a:cubicBezTo>
                          <a:pt x="68" y="1"/>
                          <a:pt x="68" y="1"/>
                          <a:pt x="68" y="1"/>
                        </a:cubicBezTo>
                        <a:cubicBezTo>
                          <a:pt x="67" y="0"/>
                          <a:pt x="67" y="0"/>
                          <a:pt x="66" y="0"/>
                        </a:cubicBezTo>
                        <a:cubicBezTo>
                          <a:pt x="66" y="0"/>
                          <a:pt x="66" y="0"/>
                          <a:pt x="66" y="0"/>
                        </a:cubicBezTo>
                        <a:cubicBezTo>
                          <a:pt x="66" y="0"/>
                          <a:pt x="66" y="0"/>
                          <a:pt x="66" y="0"/>
                        </a:cubicBezTo>
                        <a:cubicBezTo>
                          <a:pt x="66" y="0"/>
                          <a:pt x="66" y="0"/>
                          <a:pt x="66" y="0"/>
                        </a:cubicBezTo>
                        <a:cubicBezTo>
                          <a:pt x="66" y="0"/>
                          <a:pt x="66" y="0"/>
                          <a:pt x="66" y="0"/>
                        </a:cubicBezTo>
                        <a:cubicBezTo>
                          <a:pt x="33" y="0"/>
                          <a:pt x="33" y="0"/>
                          <a:pt x="33" y="0"/>
                        </a:cubicBezTo>
                        <a:cubicBezTo>
                          <a:pt x="30" y="0"/>
                          <a:pt x="27" y="3"/>
                          <a:pt x="27" y="6"/>
                        </a:cubicBezTo>
                        <a:cubicBezTo>
                          <a:pt x="27" y="9"/>
                          <a:pt x="30" y="12"/>
                          <a:pt x="33" y="12"/>
                        </a:cubicBezTo>
                        <a:cubicBezTo>
                          <a:pt x="51" y="12"/>
                          <a:pt x="51" y="12"/>
                          <a:pt x="51" y="12"/>
                        </a:cubicBezTo>
                        <a:cubicBezTo>
                          <a:pt x="2" y="61"/>
                          <a:pt x="2" y="61"/>
                          <a:pt x="2" y="61"/>
                        </a:cubicBezTo>
                        <a:cubicBezTo>
                          <a:pt x="0" y="64"/>
                          <a:pt x="0" y="67"/>
                          <a:pt x="2" y="7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4" name="Freeform 480">
                    <a:extLst>
                      <a:ext uri="{FF2B5EF4-FFF2-40B4-BE49-F238E27FC236}">
                        <a16:creationId xmlns:a16="http://schemas.microsoft.com/office/drawing/2014/main" id="{4FFD7CE9-E9C7-43C4-B938-1904DA0512F9}"/>
                      </a:ext>
                    </a:extLst>
                  </p:cNvPr>
                  <p:cNvSpPr>
                    <a:spLocks/>
                  </p:cNvSpPr>
                  <p:nvPr/>
                </p:nvSpPr>
                <p:spPr bwMode="auto">
                  <a:xfrm>
                    <a:off x="4319303" y="3876803"/>
                    <a:ext cx="69365" cy="68402"/>
                  </a:xfrm>
                  <a:custGeom>
                    <a:avLst/>
                    <a:gdLst>
                      <a:gd name="T0" fmla="*/ 2147483646 w 72"/>
                      <a:gd name="T1" fmla="*/ 2147483646 h 72"/>
                      <a:gd name="T2" fmla="*/ 2147483646 w 72"/>
                      <a:gd name="T3" fmla="*/ 2147483646 h 72"/>
                      <a:gd name="T4" fmla="*/ 2147483646 w 72"/>
                      <a:gd name="T5" fmla="*/ 2147483646 h 72"/>
                      <a:gd name="T6" fmla="*/ 2147483646 w 72"/>
                      <a:gd name="T7" fmla="*/ 2147483646 h 72"/>
                      <a:gd name="T8" fmla="*/ 2147483646 w 72"/>
                      <a:gd name="T9" fmla="*/ 2147483646 h 72"/>
                      <a:gd name="T10" fmla="*/ 2147483646 w 72"/>
                      <a:gd name="T11" fmla="*/ 2147483646 h 72"/>
                      <a:gd name="T12" fmla="*/ 2147483646 w 72"/>
                      <a:gd name="T13" fmla="*/ 2147483646 h 72"/>
                      <a:gd name="T14" fmla="*/ 2147483646 w 72"/>
                      <a:gd name="T15" fmla="*/ 2147483646 h 72"/>
                      <a:gd name="T16" fmla="*/ 2147483646 w 72"/>
                      <a:gd name="T17" fmla="*/ 2147483646 h 72"/>
                      <a:gd name="T18" fmla="*/ 2147483646 w 72"/>
                      <a:gd name="T19" fmla="*/ 0 h 72"/>
                      <a:gd name="T20" fmla="*/ 2147483646 w 72"/>
                      <a:gd name="T21" fmla="*/ 0 h 72"/>
                      <a:gd name="T22" fmla="*/ 2147483646 w 72"/>
                      <a:gd name="T23" fmla="*/ 0 h 72"/>
                      <a:gd name="T24" fmla="*/ 2147483646 w 72"/>
                      <a:gd name="T25" fmla="*/ 0 h 72"/>
                      <a:gd name="T26" fmla="*/ 2147483646 w 72"/>
                      <a:gd name="T27" fmla="*/ 0 h 72"/>
                      <a:gd name="T28" fmla="*/ 2147483646 w 72"/>
                      <a:gd name="T29" fmla="*/ 0 h 72"/>
                      <a:gd name="T30" fmla="*/ 2147483646 w 72"/>
                      <a:gd name="T31" fmla="*/ 0 h 72"/>
                      <a:gd name="T32" fmla="*/ 2147483646 w 72"/>
                      <a:gd name="T33" fmla="*/ 2147483646 h 72"/>
                      <a:gd name="T34" fmla="*/ 2147483646 w 72"/>
                      <a:gd name="T35" fmla="*/ 2147483646 h 72"/>
                      <a:gd name="T36" fmla="*/ 2147483646 w 72"/>
                      <a:gd name="T37" fmla="*/ 2147483646 h 72"/>
                      <a:gd name="T38" fmla="*/ 2147483646 w 72"/>
                      <a:gd name="T39" fmla="*/ 2147483646 h 72"/>
                      <a:gd name="T40" fmla="*/ 2147483646 w 72"/>
                      <a:gd name="T41" fmla="*/ 2147483646 h 72"/>
                      <a:gd name="T42" fmla="*/ 2147483646 w 72"/>
                      <a:gd name="T43" fmla="*/ 2147483646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2" h="72">
                        <a:moveTo>
                          <a:pt x="11" y="70"/>
                        </a:moveTo>
                        <a:cubicBezTo>
                          <a:pt x="60" y="21"/>
                          <a:pt x="60" y="21"/>
                          <a:pt x="60" y="21"/>
                        </a:cubicBezTo>
                        <a:cubicBezTo>
                          <a:pt x="60" y="39"/>
                          <a:pt x="60" y="39"/>
                          <a:pt x="60" y="39"/>
                        </a:cubicBezTo>
                        <a:cubicBezTo>
                          <a:pt x="60" y="42"/>
                          <a:pt x="63" y="45"/>
                          <a:pt x="66" y="45"/>
                        </a:cubicBezTo>
                        <a:cubicBezTo>
                          <a:pt x="69" y="45"/>
                          <a:pt x="72" y="42"/>
                          <a:pt x="72" y="39"/>
                        </a:cubicBezTo>
                        <a:cubicBezTo>
                          <a:pt x="72" y="6"/>
                          <a:pt x="72" y="6"/>
                          <a:pt x="72" y="6"/>
                        </a:cubicBezTo>
                        <a:cubicBezTo>
                          <a:pt x="72" y="5"/>
                          <a:pt x="72" y="5"/>
                          <a:pt x="71" y="4"/>
                        </a:cubicBezTo>
                        <a:cubicBezTo>
                          <a:pt x="71" y="4"/>
                          <a:pt x="71" y="4"/>
                          <a:pt x="71" y="4"/>
                        </a:cubicBezTo>
                        <a:cubicBezTo>
                          <a:pt x="71" y="2"/>
                          <a:pt x="70" y="1"/>
                          <a:pt x="68" y="1"/>
                        </a:cubicBezTo>
                        <a:cubicBezTo>
                          <a:pt x="68" y="0"/>
                          <a:pt x="68" y="0"/>
                          <a:pt x="68" y="0"/>
                        </a:cubicBezTo>
                        <a:cubicBezTo>
                          <a:pt x="67" y="0"/>
                          <a:pt x="67" y="0"/>
                          <a:pt x="66" y="0"/>
                        </a:cubicBezTo>
                        <a:cubicBezTo>
                          <a:pt x="66" y="0"/>
                          <a:pt x="66" y="0"/>
                          <a:pt x="66" y="0"/>
                        </a:cubicBezTo>
                        <a:cubicBezTo>
                          <a:pt x="66" y="0"/>
                          <a:pt x="66" y="0"/>
                          <a:pt x="66" y="0"/>
                        </a:cubicBezTo>
                        <a:cubicBezTo>
                          <a:pt x="66" y="0"/>
                          <a:pt x="66" y="0"/>
                          <a:pt x="66" y="0"/>
                        </a:cubicBezTo>
                        <a:cubicBezTo>
                          <a:pt x="66" y="0"/>
                          <a:pt x="66" y="0"/>
                          <a:pt x="66" y="0"/>
                        </a:cubicBezTo>
                        <a:cubicBezTo>
                          <a:pt x="33" y="0"/>
                          <a:pt x="33" y="0"/>
                          <a:pt x="33" y="0"/>
                        </a:cubicBezTo>
                        <a:cubicBezTo>
                          <a:pt x="30" y="0"/>
                          <a:pt x="27" y="3"/>
                          <a:pt x="27" y="6"/>
                        </a:cubicBezTo>
                        <a:cubicBezTo>
                          <a:pt x="27" y="9"/>
                          <a:pt x="30" y="12"/>
                          <a:pt x="33" y="12"/>
                        </a:cubicBezTo>
                        <a:cubicBezTo>
                          <a:pt x="51" y="12"/>
                          <a:pt x="51" y="12"/>
                          <a:pt x="51" y="12"/>
                        </a:cubicBezTo>
                        <a:cubicBezTo>
                          <a:pt x="2" y="61"/>
                          <a:pt x="2" y="61"/>
                          <a:pt x="2" y="61"/>
                        </a:cubicBezTo>
                        <a:cubicBezTo>
                          <a:pt x="0" y="64"/>
                          <a:pt x="0" y="67"/>
                          <a:pt x="2" y="70"/>
                        </a:cubicBezTo>
                        <a:cubicBezTo>
                          <a:pt x="4" y="72"/>
                          <a:pt x="8" y="72"/>
                          <a:pt x="11" y="7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5" name="Freeform 482">
                    <a:extLst>
                      <a:ext uri="{FF2B5EF4-FFF2-40B4-BE49-F238E27FC236}">
                        <a16:creationId xmlns:a16="http://schemas.microsoft.com/office/drawing/2014/main" id="{34F75A4A-10A3-4522-A904-99ED72C3FF7E}"/>
                      </a:ext>
                    </a:extLst>
                  </p:cNvPr>
                  <p:cNvSpPr>
                    <a:spLocks noEditPoints="1"/>
                  </p:cNvSpPr>
                  <p:nvPr/>
                </p:nvSpPr>
                <p:spPr bwMode="auto">
                  <a:xfrm>
                    <a:off x="5455155" y="4013606"/>
                    <a:ext cx="76109" cy="93451"/>
                  </a:xfrm>
                  <a:custGeom>
                    <a:avLst/>
                    <a:gdLst>
                      <a:gd name="T0" fmla="*/ 2147483646 w 80"/>
                      <a:gd name="T1" fmla="*/ 2147483646 h 97"/>
                      <a:gd name="T2" fmla="*/ 2147483646 w 80"/>
                      <a:gd name="T3" fmla="*/ 2147483646 h 97"/>
                      <a:gd name="T4" fmla="*/ 2147483646 w 80"/>
                      <a:gd name="T5" fmla="*/ 2147483646 h 97"/>
                      <a:gd name="T6" fmla="*/ 2147483646 w 80"/>
                      <a:gd name="T7" fmla="*/ 2147483646 h 97"/>
                      <a:gd name="T8" fmla="*/ 2147483646 w 80"/>
                      <a:gd name="T9" fmla="*/ 2147483646 h 97"/>
                      <a:gd name="T10" fmla="*/ 2147483646 w 80"/>
                      <a:gd name="T11" fmla="*/ 2147483646 h 97"/>
                      <a:gd name="T12" fmla="*/ 2147483646 w 80"/>
                      <a:gd name="T13" fmla="*/ 0 h 97"/>
                      <a:gd name="T14" fmla="*/ 2147483646 w 80"/>
                      <a:gd name="T15" fmla="*/ 2147483646 h 97"/>
                      <a:gd name="T16" fmla="*/ 2147483646 w 80"/>
                      <a:gd name="T17" fmla="*/ 2147483646 h 97"/>
                      <a:gd name="T18" fmla="*/ 0 w 80"/>
                      <a:gd name="T19" fmla="*/ 2147483646 h 97"/>
                      <a:gd name="T20" fmla="*/ 0 w 80"/>
                      <a:gd name="T21" fmla="*/ 2147483646 h 97"/>
                      <a:gd name="T22" fmla="*/ 2147483646 w 80"/>
                      <a:gd name="T23" fmla="*/ 2147483646 h 97"/>
                      <a:gd name="T24" fmla="*/ 2147483646 w 80"/>
                      <a:gd name="T25" fmla="*/ 2147483646 h 97"/>
                      <a:gd name="T26" fmla="*/ 2147483646 w 80"/>
                      <a:gd name="T27" fmla="*/ 2147483646 h 97"/>
                      <a:gd name="T28" fmla="*/ 2147483646 w 80"/>
                      <a:gd name="T29" fmla="*/ 2147483646 h 97"/>
                      <a:gd name="T30" fmla="*/ 2147483646 w 80"/>
                      <a:gd name="T31" fmla="*/ 2147483646 h 97"/>
                      <a:gd name="T32" fmla="*/ 2147483646 w 80"/>
                      <a:gd name="T33" fmla="*/ 2147483646 h 97"/>
                      <a:gd name="T34" fmla="*/ 2147483646 w 80"/>
                      <a:gd name="T35" fmla="*/ 2147483646 h 97"/>
                      <a:gd name="T36" fmla="*/ 2147483646 w 80"/>
                      <a:gd name="T37" fmla="*/ 2147483646 h 97"/>
                      <a:gd name="T38" fmla="*/ 2147483646 w 80"/>
                      <a:gd name="T39" fmla="*/ 2147483646 h 97"/>
                      <a:gd name="T40" fmla="*/ 2147483646 w 80"/>
                      <a:gd name="T41" fmla="*/ 2147483646 h 97"/>
                      <a:gd name="T42" fmla="*/ 2147483646 w 80"/>
                      <a:gd name="T43" fmla="*/ 2147483646 h 97"/>
                      <a:gd name="T44" fmla="*/ 2147483646 w 80"/>
                      <a:gd name="T45" fmla="*/ 2147483646 h 97"/>
                      <a:gd name="T46" fmla="*/ 2147483646 w 80"/>
                      <a:gd name="T47" fmla="*/ 2147483646 h 97"/>
                      <a:gd name="T48" fmla="*/ 2147483646 w 80"/>
                      <a:gd name="T49" fmla="*/ 2147483646 h 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80" h="97">
                        <a:moveTo>
                          <a:pt x="8" y="97"/>
                        </a:moveTo>
                        <a:cubicBezTo>
                          <a:pt x="72" y="97"/>
                          <a:pt x="72" y="97"/>
                          <a:pt x="72" y="97"/>
                        </a:cubicBezTo>
                        <a:cubicBezTo>
                          <a:pt x="77" y="97"/>
                          <a:pt x="80" y="93"/>
                          <a:pt x="80" y="89"/>
                        </a:cubicBezTo>
                        <a:cubicBezTo>
                          <a:pt x="80" y="47"/>
                          <a:pt x="80" y="47"/>
                          <a:pt x="80" y="47"/>
                        </a:cubicBezTo>
                        <a:cubicBezTo>
                          <a:pt x="80" y="43"/>
                          <a:pt x="77" y="39"/>
                          <a:pt x="73" y="39"/>
                        </a:cubicBezTo>
                        <a:cubicBezTo>
                          <a:pt x="73" y="32"/>
                          <a:pt x="73" y="32"/>
                          <a:pt x="73" y="32"/>
                        </a:cubicBezTo>
                        <a:cubicBezTo>
                          <a:pt x="73" y="14"/>
                          <a:pt x="58" y="0"/>
                          <a:pt x="40" y="0"/>
                        </a:cubicBezTo>
                        <a:cubicBezTo>
                          <a:pt x="22" y="0"/>
                          <a:pt x="8" y="14"/>
                          <a:pt x="8" y="32"/>
                        </a:cubicBezTo>
                        <a:cubicBezTo>
                          <a:pt x="8" y="39"/>
                          <a:pt x="8" y="39"/>
                          <a:pt x="8" y="39"/>
                        </a:cubicBezTo>
                        <a:cubicBezTo>
                          <a:pt x="3" y="39"/>
                          <a:pt x="0" y="43"/>
                          <a:pt x="0" y="47"/>
                        </a:cubicBezTo>
                        <a:cubicBezTo>
                          <a:pt x="0" y="89"/>
                          <a:pt x="0" y="89"/>
                          <a:pt x="0" y="89"/>
                        </a:cubicBezTo>
                        <a:cubicBezTo>
                          <a:pt x="0" y="93"/>
                          <a:pt x="4" y="97"/>
                          <a:pt x="8" y="97"/>
                        </a:cubicBezTo>
                        <a:close/>
                        <a:moveTo>
                          <a:pt x="68" y="85"/>
                        </a:moveTo>
                        <a:cubicBezTo>
                          <a:pt x="12" y="85"/>
                          <a:pt x="12" y="85"/>
                          <a:pt x="12" y="85"/>
                        </a:cubicBezTo>
                        <a:cubicBezTo>
                          <a:pt x="12" y="51"/>
                          <a:pt x="12" y="51"/>
                          <a:pt x="12" y="51"/>
                        </a:cubicBezTo>
                        <a:cubicBezTo>
                          <a:pt x="68" y="51"/>
                          <a:pt x="68" y="51"/>
                          <a:pt x="68" y="51"/>
                        </a:cubicBezTo>
                        <a:lnTo>
                          <a:pt x="68" y="85"/>
                        </a:lnTo>
                        <a:close/>
                        <a:moveTo>
                          <a:pt x="26" y="18"/>
                        </a:moveTo>
                        <a:cubicBezTo>
                          <a:pt x="29" y="14"/>
                          <a:pt x="34" y="12"/>
                          <a:pt x="40" y="12"/>
                        </a:cubicBezTo>
                        <a:cubicBezTo>
                          <a:pt x="46" y="12"/>
                          <a:pt x="51" y="14"/>
                          <a:pt x="55" y="18"/>
                        </a:cubicBezTo>
                        <a:cubicBezTo>
                          <a:pt x="58" y="21"/>
                          <a:pt x="61" y="27"/>
                          <a:pt x="61" y="32"/>
                        </a:cubicBezTo>
                        <a:cubicBezTo>
                          <a:pt x="61" y="39"/>
                          <a:pt x="61" y="39"/>
                          <a:pt x="61" y="39"/>
                        </a:cubicBezTo>
                        <a:cubicBezTo>
                          <a:pt x="20" y="39"/>
                          <a:pt x="20" y="39"/>
                          <a:pt x="20" y="39"/>
                        </a:cubicBezTo>
                        <a:cubicBezTo>
                          <a:pt x="20" y="32"/>
                          <a:pt x="20" y="32"/>
                          <a:pt x="20" y="32"/>
                        </a:cubicBezTo>
                        <a:cubicBezTo>
                          <a:pt x="20" y="27"/>
                          <a:pt x="22" y="21"/>
                          <a:pt x="26" y="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6" name="Freeform 483">
                    <a:extLst>
                      <a:ext uri="{FF2B5EF4-FFF2-40B4-BE49-F238E27FC236}">
                        <a16:creationId xmlns:a16="http://schemas.microsoft.com/office/drawing/2014/main" id="{21F1BED1-A638-4A62-94ED-3CEDF8831BAD}"/>
                      </a:ext>
                    </a:extLst>
                  </p:cNvPr>
                  <p:cNvSpPr>
                    <a:spLocks/>
                  </p:cNvSpPr>
                  <p:nvPr/>
                </p:nvSpPr>
                <p:spPr bwMode="auto">
                  <a:xfrm>
                    <a:off x="5580397" y="5123445"/>
                    <a:ext cx="46244" cy="42390"/>
                  </a:xfrm>
                  <a:custGeom>
                    <a:avLst/>
                    <a:gdLst>
                      <a:gd name="T0" fmla="*/ 2147483646 w 48"/>
                      <a:gd name="T1" fmla="*/ 2147483646 h 45"/>
                      <a:gd name="T2" fmla="*/ 2147483646 w 48"/>
                      <a:gd name="T3" fmla="*/ 2147483646 h 45"/>
                      <a:gd name="T4" fmla="*/ 2147483646 w 48"/>
                      <a:gd name="T5" fmla="*/ 2147483646 h 45"/>
                      <a:gd name="T6" fmla="*/ 2147483646 w 48"/>
                      <a:gd name="T7" fmla="*/ 2147483646 h 45"/>
                      <a:gd name="T8" fmla="*/ 2147483646 w 48"/>
                      <a:gd name="T9" fmla="*/ 2147483646 h 45"/>
                      <a:gd name="T10" fmla="*/ 2147483646 w 48"/>
                      <a:gd name="T11" fmla="*/ 2147483646 h 45"/>
                      <a:gd name="T12" fmla="*/ 2147483646 w 48"/>
                      <a:gd name="T13" fmla="*/ 2147483646 h 45"/>
                      <a:gd name="T14" fmla="*/ 2147483646 w 48"/>
                      <a:gd name="T15" fmla="*/ 2147483646 h 45"/>
                      <a:gd name="T16" fmla="*/ 2147483646 w 48"/>
                      <a:gd name="T17" fmla="*/ 2147483646 h 45"/>
                      <a:gd name="T18" fmla="*/ 2147483646 w 48"/>
                      <a:gd name="T19" fmla="*/ 2147483646 h 45"/>
                      <a:gd name="T20" fmla="*/ 2147483646 w 48"/>
                      <a:gd name="T21" fmla="*/ 2147483646 h 45"/>
                      <a:gd name="T22" fmla="*/ 2147483646 w 48"/>
                      <a:gd name="T23" fmla="*/ 2147483646 h 45"/>
                      <a:gd name="T24" fmla="*/ 2147483646 w 48"/>
                      <a:gd name="T25" fmla="*/ 2147483646 h 45"/>
                      <a:gd name="T26" fmla="*/ 2147483646 w 48"/>
                      <a:gd name="T27" fmla="*/ 2147483646 h 45"/>
                      <a:gd name="T28" fmla="*/ 2147483646 w 48"/>
                      <a:gd name="T29" fmla="*/ 2147483646 h 45"/>
                      <a:gd name="T30" fmla="*/ 2147483646 w 48"/>
                      <a:gd name="T31" fmla="*/ 2147483646 h 45"/>
                      <a:gd name="T32" fmla="*/ 0 w 48"/>
                      <a:gd name="T33" fmla="*/ 2147483646 h 45"/>
                      <a:gd name="T34" fmla="*/ 2147483646 w 48"/>
                      <a:gd name="T35" fmla="*/ 2147483646 h 45"/>
                      <a:gd name="T36" fmla="*/ 2147483646 w 48"/>
                      <a:gd name="T37" fmla="*/ 2147483646 h 45"/>
                      <a:gd name="T38" fmla="*/ 2147483646 w 48"/>
                      <a:gd name="T39" fmla="*/ 2147483646 h 45"/>
                      <a:gd name="T40" fmla="*/ 2147483646 w 48"/>
                      <a:gd name="T41" fmla="*/ 2147483646 h 45"/>
                      <a:gd name="T42" fmla="*/ 2147483646 w 48"/>
                      <a:gd name="T43" fmla="*/ 2147483646 h 45"/>
                      <a:gd name="T44" fmla="*/ 2147483646 w 48"/>
                      <a:gd name="T45" fmla="*/ 2147483646 h 45"/>
                      <a:gd name="T46" fmla="*/ 2147483646 w 48"/>
                      <a:gd name="T47" fmla="*/ 2147483646 h 45"/>
                      <a:gd name="T48" fmla="*/ 2147483646 w 48"/>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8" h="45">
                        <a:moveTo>
                          <a:pt x="36" y="44"/>
                        </a:moveTo>
                        <a:cubicBezTo>
                          <a:pt x="38" y="42"/>
                          <a:pt x="39" y="39"/>
                          <a:pt x="38" y="36"/>
                        </a:cubicBezTo>
                        <a:cubicBezTo>
                          <a:pt x="34" y="29"/>
                          <a:pt x="34" y="29"/>
                          <a:pt x="34" y="29"/>
                        </a:cubicBezTo>
                        <a:cubicBezTo>
                          <a:pt x="42" y="29"/>
                          <a:pt x="42" y="29"/>
                          <a:pt x="42" y="29"/>
                        </a:cubicBezTo>
                        <a:cubicBezTo>
                          <a:pt x="45" y="29"/>
                          <a:pt x="48" y="26"/>
                          <a:pt x="48" y="23"/>
                        </a:cubicBezTo>
                        <a:cubicBezTo>
                          <a:pt x="48" y="19"/>
                          <a:pt x="45" y="17"/>
                          <a:pt x="42" y="17"/>
                        </a:cubicBezTo>
                        <a:cubicBezTo>
                          <a:pt x="34" y="17"/>
                          <a:pt x="34" y="17"/>
                          <a:pt x="34" y="17"/>
                        </a:cubicBezTo>
                        <a:cubicBezTo>
                          <a:pt x="38" y="10"/>
                          <a:pt x="38" y="10"/>
                          <a:pt x="38" y="10"/>
                        </a:cubicBezTo>
                        <a:cubicBezTo>
                          <a:pt x="39" y="7"/>
                          <a:pt x="38" y="3"/>
                          <a:pt x="36" y="1"/>
                        </a:cubicBezTo>
                        <a:cubicBezTo>
                          <a:pt x="33" y="0"/>
                          <a:pt x="29" y="1"/>
                          <a:pt x="27" y="4"/>
                        </a:cubicBezTo>
                        <a:cubicBezTo>
                          <a:pt x="24" y="10"/>
                          <a:pt x="24" y="10"/>
                          <a:pt x="24" y="10"/>
                        </a:cubicBezTo>
                        <a:cubicBezTo>
                          <a:pt x="20" y="4"/>
                          <a:pt x="20" y="4"/>
                          <a:pt x="20" y="4"/>
                        </a:cubicBezTo>
                        <a:cubicBezTo>
                          <a:pt x="19" y="1"/>
                          <a:pt x="15" y="0"/>
                          <a:pt x="12" y="1"/>
                        </a:cubicBezTo>
                        <a:cubicBezTo>
                          <a:pt x="9" y="3"/>
                          <a:pt x="8" y="7"/>
                          <a:pt x="10" y="10"/>
                        </a:cubicBezTo>
                        <a:cubicBezTo>
                          <a:pt x="14" y="17"/>
                          <a:pt x="14" y="17"/>
                          <a:pt x="14" y="17"/>
                        </a:cubicBezTo>
                        <a:cubicBezTo>
                          <a:pt x="6" y="17"/>
                          <a:pt x="6" y="17"/>
                          <a:pt x="6" y="17"/>
                        </a:cubicBezTo>
                        <a:cubicBezTo>
                          <a:pt x="2" y="17"/>
                          <a:pt x="0" y="19"/>
                          <a:pt x="0" y="23"/>
                        </a:cubicBezTo>
                        <a:cubicBezTo>
                          <a:pt x="0" y="26"/>
                          <a:pt x="2" y="29"/>
                          <a:pt x="6" y="29"/>
                        </a:cubicBezTo>
                        <a:cubicBezTo>
                          <a:pt x="14" y="29"/>
                          <a:pt x="14" y="29"/>
                          <a:pt x="14" y="29"/>
                        </a:cubicBezTo>
                        <a:cubicBezTo>
                          <a:pt x="10" y="36"/>
                          <a:pt x="10" y="36"/>
                          <a:pt x="10" y="36"/>
                        </a:cubicBezTo>
                        <a:cubicBezTo>
                          <a:pt x="8" y="39"/>
                          <a:pt x="9" y="42"/>
                          <a:pt x="12" y="44"/>
                        </a:cubicBezTo>
                        <a:cubicBezTo>
                          <a:pt x="15" y="45"/>
                          <a:pt x="19" y="44"/>
                          <a:pt x="20" y="41"/>
                        </a:cubicBezTo>
                        <a:cubicBezTo>
                          <a:pt x="24" y="35"/>
                          <a:pt x="24" y="35"/>
                          <a:pt x="24" y="35"/>
                        </a:cubicBezTo>
                        <a:cubicBezTo>
                          <a:pt x="27" y="41"/>
                          <a:pt x="27" y="41"/>
                          <a:pt x="27" y="41"/>
                        </a:cubicBezTo>
                        <a:cubicBezTo>
                          <a:pt x="29" y="44"/>
                          <a:pt x="33" y="45"/>
                          <a:pt x="36" y="4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7" name="Freeform 484">
                    <a:extLst>
                      <a:ext uri="{FF2B5EF4-FFF2-40B4-BE49-F238E27FC236}">
                        <a16:creationId xmlns:a16="http://schemas.microsoft.com/office/drawing/2014/main" id="{7ACBB8A7-8534-4C54-831B-8F29BBBC8997}"/>
                      </a:ext>
                    </a:extLst>
                  </p:cNvPr>
                  <p:cNvSpPr>
                    <a:spLocks/>
                  </p:cNvSpPr>
                  <p:nvPr/>
                </p:nvSpPr>
                <p:spPr bwMode="auto">
                  <a:xfrm>
                    <a:off x="4871333" y="4629220"/>
                    <a:ext cx="46244" cy="42390"/>
                  </a:xfrm>
                  <a:custGeom>
                    <a:avLst/>
                    <a:gdLst>
                      <a:gd name="T0" fmla="*/ 0 w 48"/>
                      <a:gd name="T1" fmla="*/ 2147483646 h 45"/>
                      <a:gd name="T2" fmla="*/ 2147483646 w 48"/>
                      <a:gd name="T3" fmla="*/ 2147483646 h 45"/>
                      <a:gd name="T4" fmla="*/ 2147483646 w 48"/>
                      <a:gd name="T5" fmla="*/ 2147483646 h 45"/>
                      <a:gd name="T6" fmla="*/ 2147483646 w 48"/>
                      <a:gd name="T7" fmla="*/ 2147483646 h 45"/>
                      <a:gd name="T8" fmla="*/ 2147483646 w 48"/>
                      <a:gd name="T9" fmla="*/ 2147483646 h 45"/>
                      <a:gd name="T10" fmla="*/ 2147483646 w 48"/>
                      <a:gd name="T11" fmla="*/ 2147483646 h 45"/>
                      <a:gd name="T12" fmla="*/ 2147483646 w 48"/>
                      <a:gd name="T13" fmla="*/ 2147483646 h 45"/>
                      <a:gd name="T14" fmla="*/ 2147483646 w 48"/>
                      <a:gd name="T15" fmla="*/ 2147483646 h 45"/>
                      <a:gd name="T16" fmla="*/ 2147483646 w 48"/>
                      <a:gd name="T17" fmla="*/ 2147483646 h 45"/>
                      <a:gd name="T18" fmla="*/ 2147483646 w 48"/>
                      <a:gd name="T19" fmla="*/ 2147483646 h 45"/>
                      <a:gd name="T20" fmla="*/ 2147483646 w 48"/>
                      <a:gd name="T21" fmla="*/ 2147483646 h 45"/>
                      <a:gd name="T22" fmla="*/ 2147483646 w 48"/>
                      <a:gd name="T23" fmla="*/ 2147483646 h 45"/>
                      <a:gd name="T24" fmla="*/ 2147483646 w 48"/>
                      <a:gd name="T25" fmla="*/ 2147483646 h 45"/>
                      <a:gd name="T26" fmla="*/ 2147483646 w 48"/>
                      <a:gd name="T27" fmla="*/ 2147483646 h 45"/>
                      <a:gd name="T28" fmla="*/ 2147483646 w 48"/>
                      <a:gd name="T29" fmla="*/ 2147483646 h 45"/>
                      <a:gd name="T30" fmla="*/ 2147483646 w 48"/>
                      <a:gd name="T31" fmla="*/ 2147483646 h 45"/>
                      <a:gd name="T32" fmla="*/ 2147483646 w 48"/>
                      <a:gd name="T33" fmla="*/ 2147483646 h 45"/>
                      <a:gd name="T34" fmla="*/ 2147483646 w 48"/>
                      <a:gd name="T35" fmla="*/ 2147483646 h 45"/>
                      <a:gd name="T36" fmla="*/ 2147483646 w 48"/>
                      <a:gd name="T37" fmla="*/ 2147483646 h 45"/>
                      <a:gd name="T38" fmla="*/ 2147483646 w 48"/>
                      <a:gd name="T39" fmla="*/ 2147483646 h 45"/>
                      <a:gd name="T40" fmla="*/ 2147483646 w 48"/>
                      <a:gd name="T41" fmla="*/ 2147483646 h 45"/>
                      <a:gd name="T42" fmla="*/ 2147483646 w 48"/>
                      <a:gd name="T43" fmla="*/ 2147483646 h 45"/>
                      <a:gd name="T44" fmla="*/ 2147483646 w 48"/>
                      <a:gd name="T45" fmla="*/ 2147483646 h 45"/>
                      <a:gd name="T46" fmla="*/ 2147483646 w 48"/>
                      <a:gd name="T47" fmla="*/ 2147483646 h 45"/>
                      <a:gd name="T48" fmla="*/ 0 w 48"/>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8" h="45">
                        <a:moveTo>
                          <a:pt x="0" y="23"/>
                        </a:moveTo>
                        <a:cubicBezTo>
                          <a:pt x="0" y="26"/>
                          <a:pt x="2" y="29"/>
                          <a:pt x="6" y="29"/>
                        </a:cubicBezTo>
                        <a:cubicBezTo>
                          <a:pt x="14" y="29"/>
                          <a:pt x="14" y="29"/>
                          <a:pt x="14" y="29"/>
                        </a:cubicBezTo>
                        <a:cubicBezTo>
                          <a:pt x="10" y="36"/>
                          <a:pt x="10" y="36"/>
                          <a:pt x="10" y="36"/>
                        </a:cubicBezTo>
                        <a:cubicBezTo>
                          <a:pt x="8" y="38"/>
                          <a:pt x="9" y="42"/>
                          <a:pt x="12" y="44"/>
                        </a:cubicBezTo>
                        <a:cubicBezTo>
                          <a:pt x="15" y="45"/>
                          <a:pt x="19" y="44"/>
                          <a:pt x="20" y="41"/>
                        </a:cubicBezTo>
                        <a:cubicBezTo>
                          <a:pt x="24" y="35"/>
                          <a:pt x="24" y="35"/>
                          <a:pt x="24" y="35"/>
                        </a:cubicBezTo>
                        <a:cubicBezTo>
                          <a:pt x="27" y="41"/>
                          <a:pt x="27" y="41"/>
                          <a:pt x="27" y="41"/>
                        </a:cubicBezTo>
                        <a:cubicBezTo>
                          <a:pt x="29" y="44"/>
                          <a:pt x="33" y="45"/>
                          <a:pt x="35" y="44"/>
                        </a:cubicBezTo>
                        <a:cubicBezTo>
                          <a:pt x="38" y="42"/>
                          <a:pt x="39" y="38"/>
                          <a:pt x="38" y="36"/>
                        </a:cubicBezTo>
                        <a:cubicBezTo>
                          <a:pt x="34" y="29"/>
                          <a:pt x="34" y="29"/>
                          <a:pt x="34" y="29"/>
                        </a:cubicBezTo>
                        <a:cubicBezTo>
                          <a:pt x="42" y="29"/>
                          <a:pt x="42" y="29"/>
                          <a:pt x="42" y="29"/>
                        </a:cubicBezTo>
                        <a:cubicBezTo>
                          <a:pt x="45" y="29"/>
                          <a:pt x="48" y="26"/>
                          <a:pt x="48" y="23"/>
                        </a:cubicBezTo>
                        <a:cubicBezTo>
                          <a:pt x="48" y="19"/>
                          <a:pt x="45" y="17"/>
                          <a:pt x="42" y="17"/>
                        </a:cubicBezTo>
                        <a:cubicBezTo>
                          <a:pt x="34" y="17"/>
                          <a:pt x="34" y="17"/>
                          <a:pt x="34" y="17"/>
                        </a:cubicBezTo>
                        <a:cubicBezTo>
                          <a:pt x="38" y="10"/>
                          <a:pt x="38" y="10"/>
                          <a:pt x="38" y="10"/>
                        </a:cubicBezTo>
                        <a:cubicBezTo>
                          <a:pt x="39" y="7"/>
                          <a:pt x="38" y="3"/>
                          <a:pt x="35" y="1"/>
                        </a:cubicBezTo>
                        <a:cubicBezTo>
                          <a:pt x="33" y="0"/>
                          <a:pt x="29" y="1"/>
                          <a:pt x="27" y="4"/>
                        </a:cubicBezTo>
                        <a:cubicBezTo>
                          <a:pt x="24" y="10"/>
                          <a:pt x="24" y="10"/>
                          <a:pt x="24" y="10"/>
                        </a:cubicBezTo>
                        <a:cubicBezTo>
                          <a:pt x="20" y="4"/>
                          <a:pt x="20" y="4"/>
                          <a:pt x="20" y="4"/>
                        </a:cubicBezTo>
                        <a:cubicBezTo>
                          <a:pt x="19" y="1"/>
                          <a:pt x="15" y="0"/>
                          <a:pt x="12" y="1"/>
                        </a:cubicBezTo>
                        <a:cubicBezTo>
                          <a:pt x="9" y="3"/>
                          <a:pt x="8" y="7"/>
                          <a:pt x="10" y="10"/>
                        </a:cubicBezTo>
                        <a:cubicBezTo>
                          <a:pt x="14" y="17"/>
                          <a:pt x="14" y="17"/>
                          <a:pt x="14" y="17"/>
                        </a:cubicBezTo>
                        <a:cubicBezTo>
                          <a:pt x="6" y="17"/>
                          <a:pt x="6" y="17"/>
                          <a:pt x="6" y="17"/>
                        </a:cubicBezTo>
                        <a:cubicBezTo>
                          <a:pt x="2" y="17"/>
                          <a:pt x="0" y="19"/>
                          <a:pt x="0" y="2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8" name="Freeform 485">
                    <a:extLst>
                      <a:ext uri="{FF2B5EF4-FFF2-40B4-BE49-F238E27FC236}">
                        <a16:creationId xmlns:a16="http://schemas.microsoft.com/office/drawing/2014/main" id="{8F4841B9-475C-4187-8EE0-D69B70EBF909}"/>
                      </a:ext>
                    </a:extLst>
                  </p:cNvPr>
                  <p:cNvSpPr>
                    <a:spLocks/>
                  </p:cNvSpPr>
                  <p:nvPr/>
                </p:nvSpPr>
                <p:spPr bwMode="auto">
                  <a:xfrm>
                    <a:off x="4767286" y="3705317"/>
                    <a:ext cx="46244" cy="43353"/>
                  </a:xfrm>
                  <a:custGeom>
                    <a:avLst/>
                    <a:gdLst>
                      <a:gd name="T0" fmla="*/ 2147483646 w 48"/>
                      <a:gd name="T1" fmla="*/ 2147483646 h 45"/>
                      <a:gd name="T2" fmla="*/ 2147483646 w 48"/>
                      <a:gd name="T3" fmla="*/ 2147483646 h 45"/>
                      <a:gd name="T4" fmla="*/ 2147483646 w 48"/>
                      <a:gd name="T5" fmla="*/ 2147483646 h 45"/>
                      <a:gd name="T6" fmla="*/ 2147483646 w 48"/>
                      <a:gd name="T7" fmla="*/ 2147483646 h 45"/>
                      <a:gd name="T8" fmla="*/ 2147483646 w 48"/>
                      <a:gd name="T9" fmla="*/ 2147483646 h 45"/>
                      <a:gd name="T10" fmla="*/ 2147483646 w 48"/>
                      <a:gd name="T11" fmla="*/ 2147483646 h 45"/>
                      <a:gd name="T12" fmla="*/ 2147483646 w 48"/>
                      <a:gd name="T13" fmla="*/ 2147483646 h 45"/>
                      <a:gd name="T14" fmla="*/ 2147483646 w 48"/>
                      <a:gd name="T15" fmla="*/ 2147483646 h 45"/>
                      <a:gd name="T16" fmla="*/ 2147483646 w 48"/>
                      <a:gd name="T17" fmla="*/ 2147483646 h 45"/>
                      <a:gd name="T18" fmla="*/ 2147483646 w 48"/>
                      <a:gd name="T19" fmla="*/ 2147483646 h 45"/>
                      <a:gd name="T20" fmla="*/ 2147483646 w 48"/>
                      <a:gd name="T21" fmla="*/ 2147483646 h 45"/>
                      <a:gd name="T22" fmla="*/ 2147483646 w 48"/>
                      <a:gd name="T23" fmla="*/ 2147483646 h 45"/>
                      <a:gd name="T24" fmla="*/ 2147483646 w 48"/>
                      <a:gd name="T25" fmla="*/ 2147483646 h 45"/>
                      <a:gd name="T26" fmla="*/ 2147483646 w 48"/>
                      <a:gd name="T27" fmla="*/ 2147483646 h 45"/>
                      <a:gd name="T28" fmla="*/ 2147483646 w 48"/>
                      <a:gd name="T29" fmla="*/ 2147483646 h 45"/>
                      <a:gd name="T30" fmla="*/ 2147483646 w 48"/>
                      <a:gd name="T31" fmla="*/ 2147483646 h 45"/>
                      <a:gd name="T32" fmla="*/ 2147483646 w 48"/>
                      <a:gd name="T33" fmla="*/ 2147483646 h 45"/>
                      <a:gd name="T34" fmla="*/ 2147483646 w 48"/>
                      <a:gd name="T35" fmla="*/ 2147483646 h 45"/>
                      <a:gd name="T36" fmla="*/ 2147483646 w 48"/>
                      <a:gd name="T37" fmla="*/ 2147483646 h 45"/>
                      <a:gd name="T38" fmla="*/ 2147483646 w 48"/>
                      <a:gd name="T39" fmla="*/ 2147483646 h 45"/>
                      <a:gd name="T40" fmla="*/ 2147483646 w 48"/>
                      <a:gd name="T41" fmla="*/ 2147483646 h 45"/>
                      <a:gd name="T42" fmla="*/ 2147483646 w 48"/>
                      <a:gd name="T43" fmla="*/ 2147483646 h 45"/>
                      <a:gd name="T44" fmla="*/ 2147483646 w 48"/>
                      <a:gd name="T45" fmla="*/ 2147483646 h 45"/>
                      <a:gd name="T46" fmla="*/ 0 w 48"/>
                      <a:gd name="T47" fmla="*/ 2147483646 h 45"/>
                      <a:gd name="T48" fmla="*/ 2147483646 w 48"/>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8" h="45">
                        <a:moveTo>
                          <a:pt x="6" y="28"/>
                        </a:moveTo>
                        <a:cubicBezTo>
                          <a:pt x="14" y="28"/>
                          <a:pt x="14" y="28"/>
                          <a:pt x="14" y="28"/>
                        </a:cubicBezTo>
                        <a:cubicBezTo>
                          <a:pt x="10" y="35"/>
                          <a:pt x="10" y="35"/>
                          <a:pt x="10" y="35"/>
                        </a:cubicBezTo>
                        <a:cubicBezTo>
                          <a:pt x="8" y="38"/>
                          <a:pt x="9" y="42"/>
                          <a:pt x="12" y="44"/>
                        </a:cubicBezTo>
                        <a:cubicBezTo>
                          <a:pt x="15" y="45"/>
                          <a:pt x="19" y="44"/>
                          <a:pt x="20" y="41"/>
                        </a:cubicBezTo>
                        <a:cubicBezTo>
                          <a:pt x="24" y="35"/>
                          <a:pt x="24" y="35"/>
                          <a:pt x="24" y="35"/>
                        </a:cubicBezTo>
                        <a:cubicBezTo>
                          <a:pt x="27" y="41"/>
                          <a:pt x="27" y="41"/>
                          <a:pt x="27" y="41"/>
                        </a:cubicBezTo>
                        <a:cubicBezTo>
                          <a:pt x="29" y="44"/>
                          <a:pt x="33" y="45"/>
                          <a:pt x="35" y="44"/>
                        </a:cubicBezTo>
                        <a:cubicBezTo>
                          <a:pt x="38" y="42"/>
                          <a:pt x="39" y="38"/>
                          <a:pt x="38" y="35"/>
                        </a:cubicBezTo>
                        <a:cubicBezTo>
                          <a:pt x="34" y="28"/>
                          <a:pt x="34" y="28"/>
                          <a:pt x="34" y="28"/>
                        </a:cubicBezTo>
                        <a:cubicBezTo>
                          <a:pt x="42" y="28"/>
                          <a:pt x="42" y="28"/>
                          <a:pt x="42" y="28"/>
                        </a:cubicBezTo>
                        <a:cubicBezTo>
                          <a:pt x="45" y="28"/>
                          <a:pt x="48" y="26"/>
                          <a:pt x="48" y="22"/>
                        </a:cubicBezTo>
                        <a:cubicBezTo>
                          <a:pt x="48" y="19"/>
                          <a:pt x="45" y="16"/>
                          <a:pt x="42" y="16"/>
                        </a:cubicBezTo>
                        <a:cubicBezTo>
                          <a:pt x="34" y="16"/>
                          <a:pt x="34" y="16"/>
                          <a:pt x="34" y="16"/>
                        </a:cubicBezTo>
                        <a:cubicBezTo>
                          <a:pt x="38" y="9"/>
                          <a:pt x="38" y="9"/>
                          <a:pt x="38" y="9"/>
                        </a:cubicBezTo>
                        <a:cubicBezTo>
                          <a:pt x="39" y="7"/>
                          <a:pt x="38" y="3"/>
                          <a:pt x="35" y="1"/>
                        </a:cubicBezTo>
                        <a:cubicBezTo>
                          <a:pt x="33" y="0"/>
                          <a:pt x="29" y="1"/>
                          <a:pt x="27" y="4"/>
                        </a:cubicBezTo>
                        <a:cubicBezTo>
                          <a:pt x="24" y="10"/>
                          <a:pt x="24" y="10"/>
                          <a:pt x="24" y="10"/>
                        </a:cubicBezTo>
                        <a:cubicBezTo>
                          <a:pt x="20" y="4"/>
                          <a:pt x="20" y="4"/>
                          <a:pt x="20" y="4"/>
                        </a:cubicBezTo>
                        <a:cubicBezTo>
                          <a:pt x="19" y="1"/>
                          <a:pt x="15" y="0"/>
                          <a:pt x="12" y="1"/>
                        </a:cubicBezTo>
                        <a:cubicBezTo>
                          <a:pt x="9" y="3"/>
                          <a:pt x="8" y="7"/>
                          <a:pt x="10" y="9"/>
                        </a:cubicBezTo>
                        <a:cubicBezTo>
                          <a:pt x="14" y="16"/>
                          <a:pt x="14" y="16"/>
                          <a:pt x="14" y="16"/>
                        </a:cubicBezTo>
                        <a:cubicBezTo>
                          <a:pt x="6" y="16"/>
                          <a:pt x="6" y="16"/>
                          <a:pt x="6" y="16"/>
                        </a:cubicBezTo>
                        <a:cubicBezTo>
                          <a:pt x="2" y="16"/>
                          <a:pt x="0" y="19"/>
                          <a:pt x="0" y="22"/>
                        </a:cubicBezTo>
                        <a:cubicBezTo>
                          <a:pt x="0" y="26"/>
                          <a:pt x="2" y="28"/>
                          <a:pt x="6" y="2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29" name="Freeform 486">
                    <a:extLst>
                      <a:ext uri="{FF2B5EF4-FFF2-40B4-BE49-F238E27FC236}">
                        <a16:creationId xmlns:a16="http://schemas.microsoft.com/office/drawing/2014/main" id="{8B5996EB-76A3-4C4C-92A1-1A9202C543B3}"/>
                      </a:ext>
                    </a:extLst>
                  </p:cNvPr>
                  <p:cNvSpPr>
                    <a:spLocks/>
                  </p:cNvSpPr>
                  <p:nvPr/>
                </p:nvSpPr>
                <p:spPr bwMode="auto">
                  <a:xfrm>
                    <a:off x="4142038" y="4061775"/>
                    <a:ext cx="47207" cy="43353"/>
                  </a:xfrm>
                  <a:custGeom>
                    <a:avLst/>
                    <a:gdLst>
                      <a:gd name="T0" fmla="*/ 2147483646 w 49"/>
                      <a:gd name="T1" fmla="*/ 2147483646 h 45"/>
                      <a:gd name="T2" fmla="*/ 2147483646 w 49"/>
                      <a:gd name="T3" fmla="*/ 2147483646 h 45"/>
                      <a:gd name="T4" fmla="*/ 2147483646 w 49"/>
                      <a:gd name="T5" fmla="*/ 2147483646 h 45"/>
                      <a:gd name="T6" fmla="*/ 2147483646 w 49"/>
                      <a:gd name="T7" fmla="*/ 2147483646 h 45"/>
                      <a:gd name="T8" fmla="*/ 2147483646 w 49"/>
                      <a:gd name="T9" fmla="*/ 2147483646 h 45"/>
                      <a:gd name="T10" fmla="*/ 2147483646 w 49"/>
                      <a:gd name="T11" fmla="*/ 2147483646 h 45"/>
                      <a:gd name="T12" fmla="*/ 2147483646 w 49"/>
                      <a:gd name="T13" fmla="*/ 2147483646 h 45"/>
                      <a:gd name="T14" fmla="*/ 2147483646 w 49"/>
                      <a:gd name="T15" fmla="*/ 2147483646 h 45"/>
                      <a:gd name="T16" fmla="*/ 2147483646 w 49"/>
                      <a:gd name="T17" fmla="*/ 2147483646 h 45"/>
                      <a:gd name="T18" fmla="*/ 2147483646 w 49"/>
                      <a:gd name="T19" fmla="*/ 2147483646 h 45"/>
                      <a:gd name="T20" fmla="*/ 2147483646 w 49"/>
                      <a:gd name="T21" fmla="*/ 2147483646 h 45"/>
                      <a:gd name="T22" fmla="*/ 2147483646 w 49"/>
                      <a:gd name="T23" fmla="*/ 2147483646 h 45"/>
                      <a:gd name="T24" fmla="*/ 2147483646 w 49"/>
                      <a:gd name="T25" fmla="*/ 2147483646 h 45"/>
                      <a:gd name="T26" fmla="*/ 2147483646 w 49"/>
                      <a:gd name="T27" fmla="*/ 2147483646 h 45"/>
                      <a:gd name="T28" fmla="*/ 2147483646 w 49"/>
                      <a:gd name="T29" fmla="*/ 2147483646 h 45"/>
                      <a:gd name="T30" fmla="*/ 2147483646 w 49"/>
                      <a:gd name="T31" fmla="*/ 2147483646 h 45"/>
                      <a:gd name="T32" fmla="*/ 2147483646 w 49"/>
                      <a:gd name="T33" fmla="*/ 2147483646 h 45"/>
                      <a:gd name="T34" fmla="*/ 2147483646 w 49"/>
                      <a:gd name="T35" fmla="*/ 2147483646 h 45"/>
                      <a:gd name="T36" fmla="*/ 2147483646 w 49"/>
                      <a:gd name="T37" fmla="*/ 2147483646 h 45"/>
                      <a:gd name="T38" fmla="*/ 2147483646 w 49"/>
                      <a:gd name="T39" fmla="*/ 2147483646 h 45"/>
                      <a:gd name="T40" fmla="*/ 2147483646 w 49"/>
                      <a:gd name="T41" fmla="*/ 2147483646 h 45"/>
                      <a:gd name="T42" fmla="*/ 2147483646 w 49"/>
                      <a:gd name="T43" fmla="*/ 2147483646 h 45"/>
                      <a:gd name="T44" fmla="*/ 2147483646 w 49"/>
                      <a:gd name="T45" fmla="*/ 2147483646 h 45"/>
                      <a:gd name="T46" fmla="*/ 0 w 49"/>
                      <a:gd name="T47" fmla="*/ 2147483646 h 45"/>
                      <a:gd name="T48" fmla="*/ 2147483646 w 49"/>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9" h="45">
                        <a:moveTo>
                          <a:pt x="6" y="28"/>
                        </a:moveTo>
                        <a:cubicBezTo>
                          <a:pt x="14" y="28"/>
                          <a:pt x="14" y="28"/>
                          <a:pt x="14" y="28"/>
                        </a:cubicBezTo>
                        <a:cubicBezTo>
                          <a:pt x="11" y="36"/>
                          <a:pt x="11" y="36"/>
                          <a:pt x="11" y="36"/>
                        </a:cubicBezTo>
                        <a:cubicBezTo>
                          <a:pt x="9" y="38"/>
                          <a:pt x="10" y="42"/>
                          <a:pt x="13" y="44"/>
                        </a:cubicBezTo>
                        <a:cubicBezTo>
                          <a:pt x="16" y="45"/>
                          <a:pt x="19" y="44"/>
                          <a:pt x="21" y="41"/>
                        </a:cubicBezTo>
                        <a:cubicBezTo>
                          <a:pt x="25" y="35"/>
                          <a:pt x="25" y="35"/>
                          <a:pt x="25" y="35"/>
                        </a:cubicBezTo>
                        <a:cubicBezTo>
                          <a:pt x="28" y="41"/>
                          <a:pt x="28" y="41"/>
                          <a:pt x="28" y="41"/>
                        </a:cubicBezTo>
                        <a:cubicBezTo>
                          <a:pt x="30" y="44"/>
                          <a:pt x="34" y="45"/>
                          <a:pt x="36" y="44"/>
                        </a:cubicBezTo>
                        <a:cubicBezTo>
                          <a:pt x="39" y="42"/>
                          <a:pt x="40" y="38"/>
                          <a:pt x="39" y="36"/>
                        </a:cubicBezTo>
                        <a:cubicBezTo>
                          <a:pt x="35" y="28"/>
                          <a:pt x="35" y="28"/>
                          <a:pt x="35" y="28"/>
                        </a:cubicBezTo>
                        <a:cubicBezTo>
                          <a:pt x="43" y="28"/>
                          <a:pt x="43" y="28"/>
                          <a:pt x="43" y="28"/>
                        </a:cubicBezTo>
                        <a:cubicBezTo>
                          <a:pt x="46" y="28"/>
                          <a:pt x="49" y="26"/>
                          <a:pt x="49" y="22"/>
                        </a:cubicBezTo>
                        <a:cubicBezTo>
                          <a:pt x="49" y="19"/>
                          <a:pt x="46" y="16"/>
                          <a:pt x="43" y="16"/>
                        </a:cubicBezTo>
                        <a:cubicBezTo>
                          <a:pt x="35" y="16"/>
                          <a:pt x="35" y="16"/>
                          <a:pt x="35" y="16"/>
                        </a:cubicBezTo>
                        <a:cubicBezTo>
                          <a:pt x="39" y="9"/>
                          <a:pt x="39" y="9"/>
                          <a:pt x="39" y="9"/>
                        </a:cubicBezTo>
                        <a:cubicBezTo>
                          <a:pt x="40" y="7"/>
                          <a:pt x="39" y="3"/>
                          <a:pt x="36" y="1"/>
                        </a:cubicBezTo>
                        <a:cubicBezTo>
                          <a:pt x="34" y="0"/>
                          <a:pt x="30" y="1"/>
                          <a:pt x="28" y="4"/>
                        </a:cubicBezTo>
                        <a:cubicBezTo>
                          <a:pt x="25" y="10"/>
                          <a:pt x="25" y="10"/>
                          <a:pt x="25" y="10"/>
                        </a:cubicBezTo>
                        <a:cubicBezTo>
                          <a:pt x="21" y="4"/>
                          <a:pt x="21" y="4"/>
                          <a:pt x="21" y="4"/>
                        </a:cubicBezTo>
                        <a:cubicBezTo>
                          <a:pt x="19" y="1"/>
                          <a:pt x="16" y="0"/>
                          <a:pt x="13" y="1"/>
                        </a:cubicBezTo>
                        <a:cubicBezTo>
                          <a:pt x="10" y="3"/>
                          <a:pt x="9" y="7"/>
                          <a:pt x="11" y="9"/>
                        </a:cubicBezTo>
                        <a:cubicBezTo>
                          <a:pt x="14" y="16"/>
                          <a:pt x="14" y="16"/>
                          <a:pt x="14" y="16"/>
                        </a:cubicBezTo>
                        <a:cubicBezTo>
                          <a:pt x="6" y="16"/>
                          <a:pt x="6" y="16"/>
                          <a:pt x="6" y="16"/>
                        </a:cubicBezTo>
                        <a:cubicBezTo>
                          <a:pt x="3" y="16"/>
                          <a:pt x="0" y="19"/>
                          <a:pt x="0" y="22"/>
                        </a:cubicBezTo>
                        <a:cubicBezTo>
                          <a:pt x="0" y="26"/>
                          <a:pt x="3" y="28"/>
                          <a:pt x="6" y="2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0" name="Freeform 487">
                    <a:extLst>
                      <a:ext uri="{FF2B5EF4-FFF2-40B4-BE49-F238E27FC236}">
                        <a16:creationId xmlns:a16="http://schemas.microsoft.com/office/drawing/2014/main" id="{94C16E8F-39EB-405D-8080-ED1FC5731F9A}"/>
                      </a:ext>
                    </a:extLst>
                  </p:cNvPr>
                  <p:cNvSpPr>
                    <a:spLocks/>
                  </p:cNvSpPr>
                  <p:nvPr/>
                </p:nvSpPr>
                <p:spPr bwMode="auto">
                  <a:xfrm>
                    <a:off x="4525471" y="5824802"/>
                    <a:ext cx="47207" cy="42390"/>
                  </a:xfrm>
                  <a:custGeom>
                    <a:avLst/>
                    <a:gdLst>
                      <a:gd name="T0" fmla="*/ 2147483646 w 49"/>
                      <a:gd name="T1" fmla="*/ 2147483646 h 45"/>
                      <a:gd name="T2" fmla="*/ 2147483646 w 49"/>
                      <a:gd name="T3" fmla="*/ 2147483646 h 45"/>
                      <a:gd name="T4" fmla="*/ 2147483646 w 49"/>
                      <a:gd name="T5" fmla="*/ 2147483646 h 45"/>
                      <a:gd name="T6" fmla="*/ 2147483646 w 49"/>
                      <a:gd name="T7" fmla="*/ 2147483646 h 45"/>
                      <a:gd name="T8" fmla="*/ 2147483646 w 49"/>
                      <a:gd name="T9" fmla="*/ 2147483646 h 45"/>
                      <a:gd name="T10" fmla="*/ 2147483646 w 49"/>
                      <a:gd name="T11" fmla="*/ 2147483646 h 45"/>
                      <a:gd name="T12" fmla="*/ 2147483646 w 49"/>
                      <a:gd name="T13" fmla="*/ 2147483646 h 45"/>
                      <a:gd name="T14" fmla="*/ 2147483646 w 49"/>
                      <a:gd name="T15" fmla="*/ 2147483646 h 45"/>
                      <a:gd name="T16" fmla="*/ 2147483646 w 49"/>
                      <a:gd name="T17" fmla="*/ 2147483646 h 45"/>
                      <a:gd name="T18" fmla="*/ 2147483646 w 49"/>
                      <a:gd name="T19" fmla="*/ 2147483646 h 45"/>
                      <a:gd name="T20" fmla="*/ 2147483646 w 49"/>
                      <a:gd name="T21" fmla="*/ 2147483646 h 45"/>
                      <a:gd name="T22" fmla="*/ 2147483646 w 49"/>
                      <a:gd name="T23" fmla="*/ 2147483646 h 45"/>
                      <a:gd name="T24" fmla="*/ 2147483646 w 49"/>
                      <a:gd name="T25" fmla="*/ 2147483646 h 45"/>
                      <a:gd name="T26" fmla="*/ 2147483646 w 49"/>
                      <a:gd name="T27" fmla="*/ 2147483646 h 45"/>
                      <a:gd name="T28" fmla="*/ 2147483646 w 49"/>
                      <a:gd name="T29" fmla="*/ 2147483646 h 45"/>
                      <a:gd name="T30" fmla="*/ 2147483646 w 49"/>
                      <a:gd name="T31" fmla="*/ 2147483646 h 45"/>
                      <a:gd name="T32" fmla="*/ 2147483646 w 49"/>
                      <a:gd name="T33" fmla="*/ 2147483646 h 45"/>
                      <a:gd name="T34" fmla="*/ 2147483646 w 49"/>
                      <a:gd name="T35" fmla="*/ 2147483646 h 45"/>
                      <a:gd name="T36" fmla="*/ 2147483646 w 49"/>
                      <a:gd name="T37" fmla="*/ 2147483646 h 45"/>
                      <a:gd name="T38" fmla="*/ 2147483646 w 49"/>
                      <a:gd name="T39" fmla="*/ 2147483646 h 45"/>
                      <a:gd name="T40" fmla="*/ 2147483646 w 49"/>
                      <a:gd name="T41" fmla="*/ 2147483646 h 45"/>
                      <a:gd name="T42" fmla="*/ 2147483646 w 49"/>
                      <a:gd name="T43" fmla="*/ 2147483646 h 45"/>
                      <a:gd name="T44" fmla="*/ 2147483646 w 49"/>
                      <a:gd name="T45" fmla="*/ 2147483646 h 45"/>
                      <a:gd name="T46" fmla="*/ 0 w 49"/>
                      <a:gd name="T47" fmla="*/ 2147483646 h 45"/>
                      <a:gd name="T48" fmla="*/ 2147483646 w 49"/>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9" h="45">
                        <a:moveTo>
                          <a:pt x="6" y="29"/>
                        </a:moveTo>
                        <a:cubicBezTo>
                          <a:pt x="15" y="29"/>
                          <a:pt x="15" y="29"/>
                          <a:pt x="15" y="29"/>
                        </a:cubicBezTo>
                        <a:cubicBezTo>
                          <a:pt x="11" y="36"/>
                          <a:pt x="11" y="36"/>
                          <a:pt x="11" y="36"/>
                        </a:cubicBezTo>
                        <a:cubicBezTo>
                          <a:pt x="9" y="39"/>
                          <a:pt x="10" y="42"/>
                          <a:pt x="13" y="44"/>
                        </a:cubicBezTo>
                        <a:cubicBezTo>
                          <a:pt x="16" y="45"/>
                          <a:pt x="20" y="44"/>
                          <a:pt x="21" y="41"/>
                        </a:cubicBezTo>
                        <a:cubicBezTo>
                          <a:pt x="25" y="35"/>
                          <a:pt x="25" y="35"/>
                          <a:pt x="25" y="35"/>
                        </a:cubicBezTo>
                        <a:cubicBezTo>
                          <a:pt x="28" y="41"/>
                          <a:pt x="28" y="41"/>
                          <a:pt x="28" y="41"/>
                        </a:cubicBezTo>
                        <a:cubicBezTo>
                          <a:pt x="30" y="44"/>
                          <a:pt x="34" y="45"/>
                          <a:pt x="36" y="44"/>
                        </a:cubicBezTo>
                        <a:cubicBezTo>
                          <a:pt x="39" y="42"/>
                          <a:pt x="40" y="39"/>
                          <a:pt x="39" y="36"/>
                        </a:cubicBezTo>
                        <a:cubicBezTo>
                          <a:pt x="35" y="29"/>
                          <a:pt x="35" y="29"/>
                          <a:pt x="35" y="29"/>
                        </a:cubicBezTo>
                        <a:cubicBezTo>
                          <a:pt x="43" y="29"/>
                          <a:pt x="43" y="29"/>
                          <a:pt x="43" y="29"/>
                        </a:cubicBezTo>
                        <a:cubicBezTo>
                          <a:pt x="46" y="29"/>
                          <a:pt x="49" y="26"/>
                          <a:pt x="49" y="23"/>
                        </a:cubicBezTo>
                        <a:cubicBezTo>
                          <a:pt x="49" y="19"/>
                          <a:pt x="46" y="17"/>
                          <a:pt x="43" y="17"/>
                        </a:cubicBezTo>
                        <a:cubicBezTo>
                          <a:pt x="35" y="17"/>
                          <a:pt x="35" y="17"/>
                          <a:pt x="35" y="17"/>
                        </a:cubicBezTo>
                        <a:cubicBezTo>
                          <a:pt x="39" y="10"/>
                          <a:pt x="39" y="10"/>
                          <a:pt x="39" y="10"/>
                        </a:cubicBezTo>
                        <a:cubicBezTo>
                          <a:pt x="40" y="7"/>
                          <a:pt x="39" y="3"/>
                          <a:pt x="36" y="1"/>
                        </a:cubicBezTo>
                        <a:cubicBezTo>
                          <a:pt x="34" y="0"/>
                          <a:pt x="30" y="1"/>
                          <a:pt x="28" y="4"/>
                        </a:cubicBezTo>
                        <a:cubicBezTo>
                          <a:pt x="25" y="10"/>
                          <a:pt x="25" y="10"/>
                          <a:pt x="25" y="10"/>
                        </a:cubicBezTo>
                        <a:cubicBezTo>
                          <a:pt x="21" y="4"/>
                          <a:pt x="21" y="4"/>
                          <a:pt x="21" y="4"/>
                        </a:cubicBezTo>
                        <a:cubicBezTo>
                          <a:pt x="20" y="1"/>
                          <a:pt x="16" y="0"/>
                          <a:pt x="13" y="1"/>
                        </a:cubicBezTo>
                        <a:cubicBezTo>
                          <a:pt x="10" y="3"/>
                          <a:pt x="9" y="7"/>
                          <a:pt x="11" y="10"/>
                        </a:cubicBezTo>
                        <a:cubicBezTo>
                          <a:pt x="15" y="17"/>
                          <a:pt x="15" y="17"/>
                          <a:pt x="15" y="17"/>
                        </a:cubicBezTo>
                        <a:cubicBezTo>
                          <a:pt x="6" y="17"/>
                          <a:pt x="6" y="17"/>
                          <a:pt x="6" y="17"/>
                        </a:cubicBezTo>
                        <a:cubicBezTo>
                          <a:pt x="3" y="17"/>
                          <a:pt x="0" y="19"/>
                          <a:pt x="0" y="23"/>
                        </a:cubicBezTo>
                        <a:cubicBezTo>
                          <a:pt x="0" y="26"/>
                          <a:pt x="3" y="29"/>
                          <a:pt x="6" y="29"/>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1" name="Freeform 488">
                    <a:extLst>
                      <a:ext uri="{FF2B5EF4-FFF2-40B4-BE49-F238E27FC236}">
                        <a16:creationId xmlns:a16="http://schemas.microsoft.com/office/drawing/2014/main" id="{8048E1F4-A4D7-4F9B-AE15-DE893E71DF6E}"/>
                      </a:ext>
                    </a:extLst>
                  </p:cNvPr>
                  <p:cNvSpPr>
                    <a:spLocks/>
                  </p:cNvSpPr>
                  <p:nvPr/>
                </p:nvSpPr>
                <p:spPr bwMode="auto">
                  <a:xfrm>
                    <a:off x="4459961" y="5337320"/>
                    <a:ext cx="47207" cy="43353"/>
                  </a:xfrm>
                  <a:custGeom>
                    <a:avLst/>
                    <a:gdLst>
                      <a:gd name="T0" fmla="*/ 2147483646 w 49"/>
                      <a:gd name="T1" fmla="*/ 2147483646 h 45"/>
                      <a:gd name="T2" fmla="*/ 2147483646 w 49"/>
                      <a:gd name="T3" fmla="*/ 2147483646 h 45"/>
                      <a:gd name="T4" fmla="*/ 2147483646 w 49"/>
                      <a:gd name="T5" fmla="*/ 2147483646 h 45"/>
                      <a:gd name="T6" fmla="*/ 2147483646 w 49"/>
                      <a:gd name="T7" fmla="*/ 2147483646 h 45"/>
                      <a:gd name="T8" fmla="*/ 2147483646 w 49"/>
                      <a:gd name="T9" fmla="*/ 2147483646 h 45"/>
                      <a:gd name="T10" fmla="*/ 2147483646 w 49"/>
                      <a:gd name="T11" fmla="*/ 2147483646 h 45"/>
                      <a:gd name="T12" fmla="*/ 2147483646 w 49"/>
                      <a:gd name="T13" fmla="*/ 2147483646 h 45"/>
                      <a:gd name="T14" fmla="*/ 2147483646 w 49"/>
                      <a:gd name="T15" fmla="*/ 2147483646 h 45"/>
                      <a:gd name="T16" fmla="*/ 2147483646 w 49"/>
                      <a:gd name="T17" fmla="*/ 2147483646 h 45"/>
                      <a:gd name="T18" fmla="*/ 2147483646 w 49"/>
                      <a:gd name="T19" fmla="*/ 2147483646 h 45"/>
                      <a:gd name="T20" fmla="*/ 2147483646 w 49"/>
                      <a:gd name="T21" fmla="*/ 2147483646 h 45"/>
                      <a:gd name="T22" fmla="*/ 2147483646 w 49"/>
                      <a:gd name="T23" fmla="*/ 2147483646 h 45"/>
                      <a:gd name="T24" fmla="*/ 2147483646 w 49"/>
                      <a:gd name="T25" fmla="*/ 2147483646 h 45"/>
                      <a:gd name="T26" fmla="*/ 2147483646 w 49"/>
                      <a:gd name="T27" fmla="*/ 2147483646 h 45"/>
                      <a:gd name="T28" fmla="*/ 2147483646 w 49"/>
                      <a:gd name="T29" fmla="*/ 2147483646 h 45"/>
                      <a:gd name="T30" fmla="*/ 2147483646 w 49"/>
                      <a:gd name="T31" fmla="*/ 2147483646 h 45"/>
                      <a:gd name="T32" fmla="*/ 2147483646 w 49"/>
                      <a:gd name="T33" fmla="*/ 2147483646 h 45"/>
                      <a:gd name="T34" fmla="*/ 0 w 49"/>
                      <a:gd name="T35" fmla="*/ 2147483646 h 45"/>
                      <a:gd name="T36" fmla="*/ 2147483646 w 49"/>
                      <a:gd name="T37" fmla="*/ 2147483646 h 45"/>
                      <a:gd name="T38" fmla="*/ 2147483646 w 49"/>
                      <a:gd name="T39" fmla="*/ 2147483646 h 45"/>
                      <a:gd name="T40" fmla="*/ 2147483646 w 49"/>
                      <a:gd name="T41" fmla="*/ 2147483646 h 45"/>
                      <a:gd name="T42" fmla="*/ 2147483646 w 49"/>
                      <a:gd name="T43" fmla="*/ 2147483646 h 45"/>
                      <a:gd name="T44" fmla="*/ 2147483646 w 49"/>
                      <a:gd name="T45" fmla="*/ 2147483646 h 45"/>
                      <a:gd name="T46" fmla="*/ 2147483646 w 49"/>
                      <a:gd name="T47" fmla="*/ 2147483646 h 45"/>
                      <a:gd name="T48" fmla="*/ 2147483646 w 49"/>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9" h="45">
                        <a:moveTo>
                          <a:pt x="28" y="41"/>
                        </a:moveTo>
                        <a:cubicBezTo>
                          <a:pt x="30" y="44"/>
                          <a:pt x="34" y="45"/>
                          <a:pt x="36" y="44"/>
                        </a:cubicBezTo>
                        <a:cubicBezTo>
                          <a:pt x="39" y="42"/>
                          <a:pt x="40" y="39"/>
                          <a:pt x="39" y="36"/>
                        </a:cubicBezTo>
                        <a:cubicBezTo>
                          <a:pt x="35" y="29"/>
                          <a:pt x="35" y="29"/>
                          <a:pt x="35" y="29"/>
                        </a:cubicBezTo>
                        <a:cubicBezTo>
                          <a:pt x="43" y="29"/>
                          <a:pt x="43" y="29"/>
                          <a:pt x="43" y="29"/>
                        </a:cubicBezTo>
                        <a:cubicBezTo>
                          <a:pt x="46" y="29"/>
                          <a:pt x="49" y="26"/>
                          <a:pt x="49" y="23"/>
                        </a:cubicBezTo>
                        <a:cubicBezTo>
                          <a:pt x="49" y="19"/>
                          <a:pt x="46" y="17"/>
                          <a:pt x="43" y="17"/>
                        </a:cubicBezTo>
                        <a:cubicBezTo>
                          <a:pt x="35" y="17"/>
                          <a:pt x="35" y="17"/>
                          <a:pt x="35" y="17"/>
                        </a:cubicBezTo>
                        <a:cubicBezTo>
                          <a:pt x="39" y="10"/>
                          <a:pt x="39" y="10"/>
                          <a:pt x="39" y="10"/>
                        </a:cubicBezTo>
                        <a:cubicBezTo>
                          <a:pt x="40" y="7"/>
                          <a:pt x="39" y="3"/>
                          <a:pt x="36" y="1"/>
                        </a:cubicBezTo>
                        <a:cubicBezTo>
                          <a:pt x="34" y="0"/>
                          <a:pt x="30" y="1"/>
                          <a:pt x="28" y="4"/>
                        </a:cubicBezTo>
                        <a:cubicBezTo>
                          <a:pt x="25" y="10"/>
                          <a:pt x="25" y="10"/>
                          <a:pt x="25" y="10"/>
                        </a:cubicBezTo>
                        <a:cubicBezTo>
                          <a:pt x="21" y="4"/>
                          <a:pt x="21" y="4"/>
                          <a:pt x="21" y="4"/>
                        </a:cubicBezTo>
                        <a:cubicBezTo>
                          <a:pt x="20" y="1"/>
                          <a:pt x="16" y="0"/>
                          <a:pt x="13" y="1"/>
                        </a:cubicBezTo>
                        <a:cubicBezTo>
                          <a:pt x="10" y="3"/>
                          <a:pt x="9" y="7"/>
                          <a:pt x="11" y="10"/>
                        </a:cubicBezTo>
                        <a:cubicBezTo>
                          <a:pt x="15" y="17"/>
                          <a:pt x="15" y="17"/>
                          <a:pt x="15" y="17"/>
                        </a:cubicBezTo>
                        <a:cubicBezTo>
                          <a:pt x="6" y="17"/>
                          <a:pt x="6" y="17"/>
                          <a:pt x="6" y="17"/>
                        </a:cubicBezTo>
                        <a:cubicBezTo>
                          <a:pt x="3" y="17"/>
                          <a:pt x="0" y="19"/>
                          <a:pt x="0" y="23"/>
                        </a:cubicBezTo>
                        <a:cubicBezTo>
                          <a:pt x="0" y="26"/>
                          <a:pt x="3" y="29"/>
                          <a:pt x="6" y="29"/>
                        </a:cubicBezTo>
                        <a:cubicBezTo>
                          <a:pt x="15" y="29"/>
                          <a:pt x="15" y="29"/>
                          <a:pt x="15" y="29"/>
                        </a:cubicBezTo>
                        <a:cubicBezTo>
                          <a:pt x="11" y="36"/>
                          <a:pt x="11" y="36"/>
                          <a:pt x="11" y="36"/>
                        </a:cubicBezTo>
                        <a:cubicBezTo>
                          <a:pt x="9" y="39"/>
                          <a:pt x="10" y="42"/>
                          <a:pt x="13" y="44"/>
                        </a:cubicBezTo>
                        <a:cubicBezTo>
                          <a:pt x="16" y="45"/>
                          <a:pt x="20" y="44"/>
                          <a:pt x="21" y="41"/>
                        </a:cubicBezTo>
                        <a:cubicBezTo>
                          <a:pt x="25" y="35"/>
                          <a:pt x="25" y="35"/>
                          <a:pt x="25" y="35"/>
                        </a:cubicBezTo>
                        <a:lnTo>
                          <a:pt x="28" y="41"/>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2" name="Freeform 489">
                    <a:extLst>
                      <a:ext uri="{FF2B5EF4-FFF2-40B4-BE49-F238E27FC236}">
                        <a16:creationId xmlns:a16="http://schemas.microsoft.com/office/drawing/2014/main" id="{8E6A9C19-AC22-4869-AA99-04B2F4F53DA1}"/>
                      </a:ext>
                    </a:extLst>
                  </p:cNvPr>
                  <p:cNvSpPr>
                    <a:spLocks/>
                  </p:cNvSpPr>
                  <p:nvPr/>
                </p:nvSpPr>
                <p:spPr bwMode="auto">
                  <a:xfrm>
                    <a:off x="5522592" y="4265054"/>
                    <a:ext cx="46244" cy="42390"/>
                  </a:xfrm>
                  <a:custGeom>
                    <a:avLst/>
                    <a:gdLst>
                      <a:gd name="T0" fmla="*/ 2147483646 w 48"/>
                      <a:gd name="T1" fmla="*/ 2147483646 h 45"/>
                      <a:gd name="T2" fmla="*/ 2147483646 w 48"/>
                      <a:gd name="T3" fmla="*/ 2147483646 h 45"/>
                      <a:gd name="T4" fmla="*/ 2147483646 w 48"/>
                      <a:gd name="T5" fmla="*/ 2147483646 h 45"/>
                      <a:gd name="T6" fmla="*/ 2147483646 w 48"/>
                      <a:gd name="T7" fmla="*/ 2147483646 h 45"/>
                      <a:gd name="T8" fmla="*/ 2147483646 w 48"/>
                      <a:gd name="T9" fmla="*/ 2147483646 h 45"/>
                      <a:gd name="T10" fmla="*/ 0 w 48"/>
                      <a:gd name="T11" fmla="*/ 2147483646 h 45"/>
                      <a:gd name="T12" fmla="*/ 2147483646 w 48"/>
                      <a:gd name="T13" fmla="*/ 2147483646 h 45"/>
                      <a:gd name="T14" fmla="*/ 2147483646 w 48"/>
                      <a:gd name="T15" fmla="*/ 2147483646 h 45"/>
                      <a:gd name="T16" fmla="*/ 2147483646 w 48"/>
                      <a:gd name="T17" fmla="*/ 2147483646 h 45"/>
                      <a:gd name="T18" fmla="*/ 2147483646 w 48"/>
                      <a:gd name="T19" fmla="*/ 2147483646 h 45"/>
                      <a:gd name="T20" fmla="*/ 2147483646 w 48"/>
                      <a:gd name="T21" fmla="*/ 2147483646 h 45"/>
                      <a:gd name="T22" fmla="*/ 2147483646 w 48"/>
                      <a:gd name="T23" fmla="*/ 2147483646 h 45"/>
                      <a:gd name="T24" fmla="*/ 2147483646 w 48"/>
                      <a:gd name="T25" fmla="*/ 2147483646 h 45"/>
                      <a:gd name="T26" fmla="*/ 2147483646 w 48"/>
                      <a:gd name="T27" fmla="*/ 2147483646 h 45"/>
                      <a:gd name="T28" fmla="*/ 2147483646 w 48"/>
                      <a:gd name="T29" fmla="*/ 2147483646 h 45"/>
                      <a:gd name="T30" fmla="*/ 2147483646 w 48"/>
                      <a:gd name="T31" fmla="*/ 2147483646 h 45"/>
                      <a:gd name="T32" fmla="*/ 2147483646 w 48"/>
                      <a:gd name="T33" fmla="*/ 2147483646 h 45"/>
                      <a:gd name="T34" fmla="*/ 2147483646 w 48"/>
                      <a:gd name="T35" fmla="*/ 2147483646 h 45"/>
                      <a:gd name="T36" fmla="*/ 2147483646 w 48"/>
                      <a:gd name="T37" fmla="*/ 2147483646 h 45"/>
                      <a:gd name="T38" fmla="*/ 2147483646 w 48"/>
                      <a:gd name="T39" fmla="*/ 2147483646 h 45"/>
                      <a:gd name="T40" fmla="*/ 2147483646 w 48"/>
                      <a:gd name="T41" fmla="*/ 2147483646 h 45"/>
                      <a:gd name="T42" fmla="*/ 2147483646 w 48"/>
                      <a:gd name="T43" fmla="*/ 2147483646 h 45"/>
                      <a:gd name="T44" fmla="*/ 2147483646 w 48"/>
                      <a:gd name="T45" fmla="*/ 2147483646 h 45"/>
                      <a:gd name="T46" fmla="*/ 2147483646 w 48"/>
                      <a:gd name="T47" fmla="*/ 2147483646 h 45"/>
                      <a:gd name="T48" fmla="*/ 2147483646 w 48"/>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8" h="45">
                        <a:moveTo>
                          <a:pt x="20" y="4"/>
                        </a:moveTo>
                        <a:cubicBezTo>
                          <a:pt x="19" y="1"/>
                          <a:pt x="15" y="0"/>
                          <a:pt x="12" y="1"/>
                        </a:cubicBezTo>
                        <a:cubicBezTo>
                          <a:pt x="9" y="3"/>
                          <a:pt x="8" y="7"/>
                          <a:pt x="10" y="9"/>
                        </a:cubicBezTo>
                        <a:cubicBezTo>
                          <a:pt x="14" y="16"/>
                          <a:pt x="14" y="16"/>
                          <a:pt x="14" y="16"/>
                        </a:cubicBezTo>
                        <a:cubicBezTo>
                          <a:pt x="6" y="16"/>
                          <a:pt x="6" y="16"/>
                          <a:pt x="6" y="16"/>
                        </a:cubicBezTo>
                        <a:cubicBezTo>
                          <a:pt x="2" y="16"/>
                          <a:pt x="0" y="19"/>
                          <a:pt x="0" y="22"/>
                        </a:cubicBezTo>
                        <a:cubicBezTo>
                          <a:pt x="0" y="26"/>
                          <a:pt x="2" y="28"/>
                          <a:pt x="6" y="28"/>
                        </a:cubicBezTo>
                        <a:cubicBezTo>
                          <a:pt x="14" y="28"/>
                          <a:pt x="14" y="28"/>
                          <a:pt x="14" y="28"/>
                        </a:cubicBezTo>
                        <a:cubicBezTo>
                          <a:pt x="10" y="36"/>
                          <a:pt x="10" y="36"/>
                          <a:pt x="10" y="36"/>
                        </a:cubicBezTo>
                        <a:cubicBezTo>
                          <a:pt x="8" y="38"/>
                          <a:pt x="9" y="42"/>
                          <a:pt x="12" y="44"/>
                        </a:cubicBezTo>
                        <a:cubicBezTo>
                          <a:pt x="15" y="45"/>
                          <a:pt x="19" y="44"/>
                          <a:pt x="20" y="41"/>
                        </a:cubicBezTo>
                        <a:cubicBezTo>
                          <a:pt x="24" y="35"/>
                          <a:pt x="24" y="35"/>
                          <a:pt x="24" y="35"/>
                        </a:cubicBezTo>
                        <a:cubicBezTo>
                          <a:pt x="27" y="41"/>
                          <a:pt x="27" y="41"/>
                          <a:pt x="27" y="41"/>
                        </a:cubicBezTo>
                        <a:cubicBezTo>
                          <a:pt x="29" y="44"/>
                          <a:pt x="33" y="45"/>
                          <a:pt x="36" y="44"/>
                        </a:cubicBezTo>
                        <a:cubicBezTo>
                          <a:pt x="38" y="42"/>
                          <a:pt x="39" y="38"/>
                          <a:pt x="38" y="36"/>
                        </a:cubicBezTo>
                        <a:cubicBezTo>
                          <a:pt x="34" y="28"/>
                          <a:pt x="34" y="28"/>
                          <a:pt x="34" y="28"/>
                        </a:cubicBezTo>
                        <a:cubicBezTo>
                          <a:pt x="42" y="28"/>
                          <a:pt x="42" y="28"/>
                          <a:pt x="42" y="28"/>
                        </a:cubicBezTo>
                        <a:cubicBezTo>
                          <a:pt x="45" y="28"/>
                          <a:pt x="48" y="26"/>
                          <a:pt x="48" y="22"/>
                        </a:cubicBezTo>
                        <a:cubicBezTo>
                          <a:pt x="48" y="19"/>
                          <a:pt x="45" y="16"/>
                          <a:pt x="42" y="16"/>
                        </a:cubicBezTo>
                        <a:cubicBezTo>
                          <a:pt x="34" y="16"/>
                          <a:pt x="34" y="16"/>
                          <a:pt x="34" y="16"/>
                        </a:cubicBezTo>
                        <a:cubicBezTo>
                          <a:pt x="38" y="9"/>
                          <a:pt x="38" y="9"/>
                          <a:pt x="38" y="9"/>
                        </a:cubicBezTo>
                        <a:cubicBezTo>
                          <a:pt x="39" y="7"/>
                          <a:pt x="38" y="3"/>
                          <a:pt x="36" y="1"/>
                        </a:cubicBezTo>
                        <a:cubicBezTo>
                          <a:pt x="33" y="0"/>
                          <a:pt x="29" y="1"/>
                          <a:pt x="27" y="4"/>
                        </a:cubicBezTo>
                        <a:cubicBezTo>
                          <a:pt x="24" y="10"/>
                          <a:pt x="24" y="10"/>
                          <a:pt x="24" y="10"/>
                        </a:cubicBezTo>
                        <a:lnTo>
                          <a:pt x="20" y="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3" name="Freeform 492">
                    <a:extLst>
                      <a:ext uri="{FF2B5EF4-FFF2-40B4-BE49-F238E27FC236}">
                        <a16:creationId xmlns:a16="http://schemas.microsoft.com/office/drawing/2014/main" id="{4E85758D-5489-4328-A411-FFDBBC27471C}"/>
                      </a:ext>
                    </a:extLst>
                  </p:cNvPr>
                  <p:cNvSpPr>
                    <a:spLocks/>
                  </p:cNvSpPr>
                  <p:nvPr/>
                </p:nvSpPr>
                <p:spPr bwMode="auto">
                  <a:xfrm>
                    <a:off x="5288485" y="5943301"/>
                    <a:ext cx="46244" cy="43353"/>
                  </a:xfrm>
                  <a:custGeom>
                    <a:avLst/>
                    <a:gdLst>
                      <a:gd name="T0" fmla="*/ 2147483646 w 48"/>
                      <a:gd name="T1" fmla="*/ 2147483646 h 45"/>
                      <a:gd name="T2" fmla="*/ 2147483646 w 48"/>
                      <a:gd name="T3" fmla="*/ 2147483646 h 45"/>
                      <a:gd name="T4" fmla="*/ 2147483646 w 48"/>
                      <a:gd name="T5" fmla="*/ 2147483646 h 45"/>
                      <a:gd name="T6" fmla="*/ 2147483646 w 48"/>
                      <a:gd name="T7" fmla="*/ 2147483646 h 45"/>
                      <a:gd name="T8" fmla="*/ 2147483646 w 48"/>
                      <a:gd name="T9" fmla="*/ 2147483646 h 45"/>
                      <a:gd name="T10" fmla="*/ 2147483646 w 48"/>
                      <a:gd name="T11" fmla="*/ 2147483646 h 45"/>
                      <a:gd name="T12" fmla="*/ 2147483646 w 48"/>
                      <a:gd name="T13" fmla="*/ 2147483646 h 45"/>
                      <a:gd name="T14" fmla="*/ 2147483646 w 48"/>
                      <a:gd name="T15" fmla="*/ 2147483646 h 45"/>
                      <a:gd name="T16" fmla="*/ 2147483646 w 48"/>
                      <a:gd name="T17" fmla="*/ 2147483646 h 45"/>
                      <a:gd name="T18" fmla="*/ 2147483646 w 48"/>
                      <a:gd name="T19" fmla="*/ 2147483646 h 45"/>
                      <a:gd name="T20" fmla="*/ 2147483646 w 48"/>
                      <a:gd name="T21" fmla="*/ 2147483646 h 45"/>
                      <a:gd name="T22" fmla="*/ 2147483646 w 48"/>
                      <a:gd name="T23" fmla="*/ 2147483646 h 45"/>
                      <a:gd name="T24" fmla="*/ 0 w 48"/>
                      <a:gd name="T25" fmla="*/ 2147483646 h 45"/>
                      <a:gd name="T26" fmla="*/ 2147483646 w 48"/>
                      <a:gd name="T27" fmla="*/ 2147483646 h 45"/>
                      <a:gd name="T28" fmla="*/ 2147483646 w 48"/>
                      <a:gd name="T29" fmla="*/ 2147483646 h 45"/>
                      <a:gd name="T30" fmla="*/ 2147483646 w 48"/>
                      <a:gd name="T31" fmla="*/ 2147483646 h 45"/>
                      <a:gd name="T32" fmla="*/ 2147483646 w 48"/>
                      <a:gd name="T33" fmla="*/ 2147483646 h 45"/>
                      <a:gd name="T34" fmla="*/ 2147483646 w 48"/>
                      <a:gd name="T35" fmla="*/ 2147483646 h 45"/>
                      <a:gd name="T36" fmla="*/ 2147483646 w 48"/>
                      <a:gd name="T37" fmla="*/ 2147483646 h 45"/>
                      <a:gd name="T38" fmla="*/ 2147483646 w 48"/>
                      <a:gd name="T39" fmla="*/ 2147483646 h 45"/>
                      <a:gd name="T40" fmla="*/ 2147483646 w 48"/>
                      <a:gd name="T41" fmla="*/ 2147483646 h 45"/>
                      <a:gd name="T42" fmla="*/ 2147483646 w 48"/>
                      <a:gd name="T43" fmla="*/ 2147483646 h 45"/>
                      <a:gd name="T44" fmla="*/ 2147483646 w 48"/>
                      <a:gd name="T45" fmla="*/ 2147483646 h 45"/>
                      <a:gd name="T46" fmla="*/ 2147483646 w 48"/>
                      <a:gd name="T47" fmla="*/ 2147483646 h 45"/>
                      <a:gd name="T48" fmla="*/ 2147483646 w 48"/>
                      <a:gd name="T49" fmla="*/ 2147483646 h 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48" h="45">
                        <a:moveTo>
                          <a:pt x="48" y="23"/>
                        </a:moveTo>
                        <a:cubicBezTo>
                          <a:pt x="48" y="19"/>
                          <a:pt x="45" y="17"/>
                          <a:pt x="42" y="17"/>
                        </a:cubicBezTo>
                        <a:cubicBezTo>
                          <a:pt x="34" y="17"/>
                          <a:pt x="34" y="17"/>
                          <a:pt x="34" y="17"/>
                        </a:cubicBezTo>
                        <a:cubicBezTo>
                          <a:pt x="38" y="10"/>
                          <a:pt x="38" y="10"/>
                          <a:pt x="38" y="10"/>
                        </a:cubicBezTo>
                        <a:cubicBezTo>
                          <a:pt x="39" y="7"/>
                          <a:pt x="38" y="3"/>
                          <a:pt x="36" y="1"/>
                        </a:cubicBezTo>
                        <a:cubicBezTo>
                          <a:pt x="33" y="0"/>
                          <a:pt x="29" y="1"/>
                          <a:pt x="27" y="4"/>
                        </a:cubicBezTo>
                        <a:cubicBezTo>
                          <a:pt x="24" y="10"/>
                          <a:pt x="24" y="10"/>
                          <a:pt x="24" y="10"/>
                        </a:cubicBezTo>
                        <a:cubicBezTo>
                          <a:pt x="20" y="4"/>
                          <a:pt x="20" y="4"/>
                          <a:pt x="20" y="4"/>
                        </a:cubicBezTo>
                        <a:cubicBezTo>
                          <a:pt x="19" y="1"/>
                          <a:pt x="15" y="0"/>
                          <a:pt x="12" y="1"/>
                        </a:cubicBezTo>
                        <a:cubicBezTo>
                          <a:pt x="9" y="3"/>
                          <a:pt x="8" y="7"/>
                          <a:pt x="10" y="10"/>
                        </a:cubicBezTo>
                        <a:cubicBezTo>
                          <a:pt x="14" y="17"/>
                          <a:pt x="14" y="17"/>
                          <a:pt x="14" y="17"/>
                        </a:cubicBezTo>
                        <a:cubicBezTo>
                          <a:pt x="6" y="17"/>
                          <a:pt x="6" y="17"/>
                          <a:pt x="6" y="17"/>
                        </a:cubicBezTo>
                        <a:cubicBezTo>
                          <a:pt x="2" y="17"/>
                          <a:pt x="0" y="19"/>
                          <a:pt x="0" y="23"/>
                        </a:cubicBezTo>
                        <a:cubicBezTo>
                          <a:pt x="0" y="26"/>
                          <a:pt x="2" y="29"/>
                          <a:pt x="6" y="29"/>
                        </a:cubicBezTo>
                        <a:cubicBezTo>
                          <a:pt x="14" y="29"/>
                          <a:pt x="14" y="29"/>
                          <a:pt x="14" y="29"/>
                        </a:cubicBezTo>
                        <a:cubicBezTo>
                          <a:pt x="10" y="36"/>
                          <a:pt x="10" y="36"/>
                          <a:pt x="10" y="36"/>
                        </a:cubicBezTo>
                        <a:cubicBezTo>
                          <a:pt x="8" y="39"/>
                          <a:pt x="9" y="42"/>
                          <a:pt x="12" y="44"/>
                        </a:cubicBezTo>
                        <a:cubicBezTo>
                          <a:pt x="15" y="45"/>
                          <a:pt x="19" y="44"/>
                          <a:pt x="20" y="42"/>
                        </a:cubicBezTo>
                        <a:cubicBezTo>
                          <a:pt x="24" y="35"/>
                          <a:pt x="24" y="35"/>
                          <a:pt x="24" y="35"/>
                        </a:cubicBezTo>
                        <a:cubicBezTo>
                          <a:pt x="27" y="42"/>
                          <a:pt x="27" y="42"/>
                          <a:pt x="27" y="42"/>
                        </a:cubicBezTo>
                        <a:cubicBezTo>
                          <a:pt x="29" y="44"/>
                          <a:pt x="33" y="45"/>
                          <a:pt x="36" y="44"/>
                        </a:cubicBezTo>
                        <a:cubicBezTo>
                          <a:pt x="38" y="42"/>
                          <a:pt x="39" y="39"/>
                          <a:pt x="38" y="36"/>
                        </a:cubicBezTo>
                        <a:cubicBezTo>
                          <a:pt x="34" y="29"/>
                          <a:pt x="34" y="29"/>
                          <a:pt x="34" y="29"/>
                        </a:cubicBezTo>
                        <a:cubicBezTo>
                          <a:pt x="42" y="29"/>
                          <a:pt x="42" y="29"/>
                          <a:pt x="42" y="29"/>
                        </a:cubicBezTo>
                        <a:cubicBezTo>
                          <a:pt x="45" y="29"/>
                          <a:pt x="48" y="26"/>
                          <a:pt x="48" y="23"/>
                        </a:cubicBezTo>
                        <a:close/>
                      </a:path>
                    </a:pathLst>
                  </a:custGeom>
                  <a:solidFill>
                    <a:srgbClr val="9D9F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4" name="Freeform 493">
                    <a:extLst>
                      <a:ext uri="{FF2B5EF4-FFF2-40B4-BE49-F238E27FC236}">
                        <a16:creationId xmlns:a16="http://schemas.microsoft.com/office/drawing/2014/main" id="{ED8EED87-34B5-4941-B90E-259DD3647E28}"/>
                      </a:ext>
                    </a:extLst>
                  </p:cNvPr>
                  <p:cNvSpPr>
                    <a:spLocks noEditPoints="1"/>
                  </p:cNvSpPr>
                  <p:nvPr/>
                </p:nvSpPr>
                <p:spPr bwMode="auto">
                  <a:xfrm>
                    <a:off x="5855930" y="4747718"/>
                    <a:ext cx="77072" cy="79963"/>
                  </a:xfrm>
                  <a:custGeom>
                    <a:avLst/>
                    <a:gdLst>
                      <a:gd name="T0" fmla="*/ 2147483646 w 80"/>
                      <a:gd name="T1" fmla="*/ 2147483646 h 84"/>
                      <a:gd name="T2" fmla="*/ 2147483646 w 80"/>
                      <a:gd name="T3" fmla="*/ 2147483646 h 84"/>
                      <a:gd name="T4" fmla="*/ 2147483646 w 80"/>
                      <a:gd name="T5" fmla="*/ 0 h 84"/>
                      <a:gd name="T6" fmla="*/ 2147483646 w 80"/>
                      <a:gd name="T7" fmla="*/ 2147483646 h 84"/>
                      <a:gd name="T8" fmla="*/ 2147483646 w 80"/>
                      <a:gd name="T9" fmla="*/ 2147483646 h 84"/>
                      <a:gd name="T10" fmla="*/ 0 w 80"/>
                      <a:gd name="T11" fmla="*/ 2147483646 h 84"/>
                      <a:gd name="T12" fmla="*/ 2147483646 w 80"/>
                      <a:gd name="T13" fmla="*/ 2147483646 h 84"/>
                      <a:gd name="T14" fmla="*/ 2147483646 w 80"/>
                      <a:gd name="T15" fmla="*/ 2147483646 h 84"/>
                      <a:gd name="T16" fmla="*/ 2147483646 w 80"/>
                      <a:gd name="T17" fmla="*/ 2147483646 h 84"/>
                      <a:gd name="T18" fmla="*/ 2147483646 w 80"/>
                      <a:gd name="T19" fmla="*/ 2147483646 h 84"/>
                      <a:gd name="T20" fmla="*/ 2147483646 w 80"/>
                      <a:gd name="T21" fmla="*/ 2147483646 h 84"/>
                      <a:gd name="T22" fmla="*/ 2147483646 w 80"/>
                      <a:gd name="T23" fmla="*/ 2147483646 h 84"/>
                      <a:gd name="T24" fmla="*/ 2147483646 w 80"/>
                      <a:gd name="T25" fmla="*/ 2147483646 h 84"/>
                      <a:gd name="T26" fmla="*/ 2147483646 w 80"/>
                      <a:gd name="T27" fmla="*/ 2147483646 h 84"/>
                      <a:gd name="T28" fmla="*/ 2147483646 w 80"/>
                      <a:gd name="T29" fmla="*/ 2147483646 h 84"/>
                      <a:gd name="T30" fmla="*/ 2147483646 w 80"/>
                      <a:gd name="T31" fmla="*/ 2147483646 h 84"/>
                      <a:gd name="T32" fmla="*/ 2147483646 w 80"/>
                      <a:gd name="T33" fmla="*/ 2147483646 h 84"/>
                      <a:gd name="T34" fmla="*/ 2147483646 w 80"/>
                      <a:gd name="T35" fmla="*/ 2147483646 h 84"/>
                      <a:gd name="T36" fmla="*/ 2147483646 w 80"/>
                      <a:gd name="T37" fmla="*/ 2147483646 h 84"/>
                      <a:gd name="T38" fmla="*/ 2147483646 w 80"/>
                      <a:gd name="T39" fmla="*/ 2147483646 h 84"/>
                      <a:gd name="T40" fmla="*/ 2147483646 w 80"/>
                      <a:gd name="T41" fmla="*/ 2147483646 h 84"/>
                      <a:gd name="T42" fmla="*/ 2147483646 w 80"/>
                      <a:gd name="T43" fmla="*/ 2147483646 h 84"/>
                      <a:gd name="T44" fmla="*/ 2147483646 w 80"/>
                      <a:gd name="T45" fmla="*/ 2147483646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84">
                        <a:moveTo>
                          <a:pt x="58" y="42"/>
                        </a:moveTo>
                        <a:cubicBezTo>
                          <a:pt x="62" y="38"/>
                          <a:pt x="65" y="32"/>
                          <a:pt x="65" y="25"/>
                        </a:cubicBezTo>
                        <a:cubicBezTo>
                          <a:pt x="65" y="11"/>
                          <a:pt x="54" y="0"/>
                          <a:pt x="40" y="0"/>
                        </a:cubicBezTo>
                        <a:cubicBezTo>
                          <a:pt x="26" y="0"/>
                          <a:pt x="15" y="11"/>
                          <a:pt x="15" y="25"/>
                        </a:cubicBezTo>
                        <a:cubicBezTo>
                          <a:pt x="15" y="32"/>
                          <a:pt x="18" y="38"/>
                          <a:pt x="22" y="42"/>
                        </a:cubicBezTo>
                        <a:cubicBezTo>
                          <a:pt x="9" y="49"/>
                          <a:pt x="0" y="62"/>
                          <a:pt x="0" y="78"/>
                        </a:cubicBezTo>
                        <a:cubicBezTo>
                          <a:pt x="0" y="80"/>
                          <a:pt x="1" y="81"/>
                          <a:pt x="2" y="82"/>
                        </a:cubicBezTo>
                        <a:cubicBezTo>
                          <a:pt x="3" y="83"/>
                          <a:pt x="4" y="84"/>
                          <a:pt x="6" y="84"/>
                        </a:cubicBezTo>
                        <a:cubicBezTo>
                          <a:pt x="74" y="84"/>
                          <a:pt x="74" y="84"/>
                          <a:pt x="74" y="84"/>
                        </a:cubicBezTo>
                        <a:cubicBezTo>
                          <a:pt x="76" y="84"/>
                          <a:pt x="77" y="83"/>
                          <a:pt x="79" y="82"/>
                        </a:cubicBezTo>
                        <a:cubicBezTo>
                          <a:pt x="80" y="81"/>
                          <a:pt x="80" y="80"/>
                          <a:pt x="80" y="78"/>
                        </a:cubicBezTo>
                        <a:cubicBezTo>
                          <a:pt x="80" y="62"/>
                          <a:pt x="71" y="49"/>
                          <a:pt x="58" y="42"/>
                        </a:cubicBezTo>
                        <a:close/>
                        <a:moveTo>
                          <a:pt x="27" y="25"/>
                        </a:moveTo>
                        <a:cubicBezTo>
                          <a:pt x="27" y="18"/>
                          <a:pt x="33" y="12"/>
                          <a:pt x="40" y="12"/>
                        </a:cubicBezTo>
                        <a:cubicBezTo>
                          <a:pt x="47" y="12"/>
                          <a:pt x="53" y="18"/>
                          <a:pt x="53" y="25"/>
                        </a:cubicBezTo>
                        <a:cubicBezTo>
                          <a:pt x="53" y="32"/>
                          <a:pt x="47" y="38"/>
                          <a:pt x="40" y="38"/>
                        </a:cubicBezTo>
                        <a:cubicBezTo>
                          <a:pt x="33" y="38"/>
                          <a:pt x="27" y="32"/>
                          <a:pt x="27" y="25"/>
                        </a:cubicBezTo>
                        <a:close/>
                        <a:moveTo>
                          <a:pt x="40" y="50"/>
                        </a:moveTo>
                        <a:cubicBezTo>
                          <a:pt x="48" y="50"/>
                          <a:pt x="55" y="53"/>
                          <a:pt x="60" y="58"/>
                        </a:cubicBezTo>
                        <a:cubicBezTo>
                          <a:pt x="64" y="62"/>
                          <a:pt x="67" y="67"/>
                          <a:pt x="68" y="72"/>
                        </a:cubicBezTo>
                        <a:cubicBezTo>
                          <a:pt x="13" y="72"/>
                          <a:pt x="13" y="72"/>
                          <a:pt x="13" y="72"/>
                        </a:cubicBezTo>
                        <a:cubicBezTo>
                          <a:pt x="14" y="67"/>
                          <a:pt x="17" y="62"/>
                          <a:pt x="20" y="58"/>
                        </a:cubicBezTo>
                        <a:cubicBezTo>
                          <a:pt x="25" y="53"/>
                          <a:pt x="32" y="50"/>
                          <a:pt x="40" y="5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5" name="Freeform 494">
                    <a:extLst>
                      <a:ext uri="{FF2B5EF4-FFF2-40B4-BE49-F238E27FC236}">
                        <a16:creationId xmlns:a16="http://schemas.microsoft.com/office/drawing/2014/main" id="{4D3E646A-DD2D-4D34-AF00-B5D82402F03F}"/>
                      </a:ext>
                    </a:extLst>
                  </p:cNvPr>
                  <p:cNvSpPr>
                    <a:spLocks noEditPoints="1"/>
                  </p:cNvSpPr>
                  <p:nvPr/>
                </p:nvSpPr>
                <p:spPr bwMode="auto">
                  <a:xfrm>
                    <a:off x="4951296" y="5666804"/>
                    <a:ext cx="77072" cy="80926"/>
                  </a:xfrm>
                  <a:custGeom>
                    <a:avLst/>
                    <a:gdLst>
                      <a:gd name="T0" fmla="*/ 2147483646 w 80"/>
                      <a:gd name="T1" fmla="*/ 2147483646 h 84"/>
                      <a:gd name="T2" fmla="*/ 2147483646 w 80"/>
                      <a:gd name="T3" fmla="*/ 2147483646 h 84"/>
                      <a:gd name="T4" fmla="*/ 2147483646 w 80"/>
                      <a:gd name="T5" fmla="*/ 2147483646 h 84"/>
                      <a:gd name="T6" fmla="*/ 2147483646 w 80"/>
                      <a:gd name="T7" fmla="*/ 2147483646 h 84"/>
                      <a:gd name="T8" fmla="*/ 2147483646 w 80"/>
                      <a:gd name="T9" fmla="*/ 2147483646 h 84"/>
                      <a:gd name="T10" fmla="*/ 2147483646 w 80"/>
                      <a:gd name="T11" fmla="*/ 2147483646 h 84"/>
                      <a:gd name="T12" fmla="*/ 2147483646 w 80"/>
                      <a:gd name="T13" fmla="*/ 0 h 84"/>
                      <a:gd name="T14" fmla="*/ 2147483646 w 80"/>
                      <a:gd name="T15" fmla="*/ 2147483646 h 84"/>
                      <a:gd name="T16" fmla="*/ 2147483646 w 80"/>
                      <a:gd name="T17" fmla="*/ 2147483646 h 84"/>
                      <a:gd name="T18" fmla="*/ 0 w 80"/>
                      <a:gd name="T19" fmla="*/ 2147483646 h 84"/>
                      <a:gd name="T20" fmla="*/ 2147483646 w 80"/>
                      <a:gd name="T21" fmla="*/ 2147483646 h 84"/>
                      <a:gd name="T22" fmla="*/ 2147483646 w 80"/>
                      <a:gd name="T23" fmla="*/ 2147483646 h 84"/>
                      <a:gd name="T24" fmla="*/ 2147483646 w 80"/>
                      <a:gd name="T25" fmla="*/ 2147483646 h 84"/>
                      <a:gd name="T26" fmla="*/ 2147483646 w 80"/>
                      <a:gd name="T27" fmla="*/ 2147483646 h 84"/>
                      <a:gd name="T28" fmla="*/ 2147483646 w 80"/>
                      <a:gd name="T29" fmla="*/ 2147483646 h 84"/>
                      <a:gd name="T30" fmla="*/ 2147483646 w 80"/>
                      <a:gd name="T31" fmla="*/ 2147483646 h 84"/>
                      <a:gd name="T32" fmla="*/ 2147483646 w 80"/>
                      <a:gd name="T33" fmla="*/ 2147483646 h 84"/>
                      <a:gd name="T34" fmla="*/ 2147483646 w 80"/>
                      <a:gd name="T35" fmla="*/ 2147483646 h 84"/>
                      <a:gd name="T36" fmla="*/ 2147483646 w 80"/>
                      <a:gd name="T37" fmla="*/ 2147483646 h 84"/>
                      <a:gd name="T38" fmla="*/ 2147483646 w 80"/>
                      <a:gd name="T39" fmla="*/ 2147483646 h 84"/>
                      <a:gd name="T40" fmla="*/ 2147483646 w 80"/>
                      <a:gd name="T41" fmla="*/ 2147483646 h 84"/>
                      <a:gd name="T42" fmla="*/ 2147483646 w 80"/>
                      <a:gd name="T43" fmla="*/ 2147483646 h 84"/>
                      <a:gd name="T44" fmla="*/ 2147483646 w 80"/>
                      <a:gd name="T45" fmla="*/ 2147483646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84">
                        <a:moveTo>
                          <a:pt x="6" y="84"/>
                        </a:moveTo>
                        <a:cubicBezTo>
                          <a:pt x="74" y="84"/>
                          <a:pt x="74" y="84"/>
                          <a:pt x="74" y="84"/>
                        </a:cubicBezTo>
                        <a:cubicBezTo>
                          <a:pt x="76" y="84"/>
                          <a:pt x="77" y="83"/>
                          <a:pt x="78" y="82"/>
                        </a:cubicBezTo>
                        <a:cubicBezTo>
                          <a:pt x="80" y="81"/>
                          <a:pt x="80" y="80"/>
                          <a:pt x="80" y="78"/>
                        </a:cubicBezTo>
                        <a:cubicBezTo>
                          <a:pt x="80" y="62"/>
                          <a:pt x="71" y="49"/>
                          <a:pt x="58" y="42"/>
                        </a:cubicBezTo>
                        <a:cubicBezTo>
                          <a:pt x="62" y="38"/>
                          <a:pt x="65" y="32"/>
                          <a:pt x="65" y="25"/>
                        </a:cubicBezTo>
                        <a:cubicBezTo>
                          <a:pt x="65" y="11"/>
                          <a:pt x="54" y="0"/>
                          <a:pt x="40" y="0"/>
                        </a:cubicBezTo>
                        <a:cubicBezTo>
                          <a:pt x="26" y="0"/>
                          <a:pt x="15" y="11"/>
                          <a:pt x="15" y="25"/>
                        </a:cubicBezTo>
                        <a:cubicBezTo>
                          <a:pt x="15" y="32"/>
                          <a:pt x="18" y="38"/>
                          <a:pt x="22" y="42"/>
                        </a:cubicBezTo>
                        <a:cubicBezTo>
                          <a:pt x="9" y="49"/>
                          <a:pt x="0" y="62"/>
                          <a:pt x="0" y="78"/>
                        </a:cubicBezTo>
                        <a:cubicBezTo>
                          <a:pt x="0" y="80"/>
                          <a:pt x="1" y="81"/>
                          <a:pt x="2" y="82"/>
                        </a:cubicBezTo>
                        <a:cubicBezTo>
                          <a:pt x="3" y="83"/>
                          <a:pt x="4" y="84"/>
                          <a:pt x="6" y="84"/>
                        </a:cubicBezTo>
                        <a:close/>
                        <a:moveTo>
                          <a:pt x="27" y="25"/>
                        </a:moveTo>
                        <a:cubicBezTo>
                          <a:pt x="27" y="18"/>
                          <a:pt x="33" y="12"/>
                          <a:pt x="40" y="12"/>
                        </a:cubicBezTo>
                        <a:cubicBezTo>
                          <a:pt x="47" y="12"/>
                          <a:pt x="53" y="18"/>
                          <a:pt x="53" y="25"/>
                        </a:cubicBezTo>
                        <a:cubicBezTo>
                          <a:pt x="53" y="32"/>
                          <a:pt x="47" y="38"/>
                          <a:pt x="40" y="38"/>
                        </a:cubicBezTo>
                        <a:cubicBezTo>
                          <a:pt x="33" y="38"/>
                          <a:pt x="27" y="32"/>
                          <a:pt x="27" y="25"/>
                        </a:cubicBezTo>
                        <a:close/>
                        <a:moveTo>
                          <a:pt x="40" y="50"/>
                        </a:moveTo>
                        <a:cubicBezTo>
                          <a:pt x="48" y="50"/>
                          <a:pt x="55" y="53"/>
                          <a:pt x="60" y="58"/>
                        </a:cubicBezTo>
                        <a:cubicBezTo>
                          <a:pt x="64" y="62"/>
                          <a:pt x="66" y="67"/>
                          <a:pt x="68" y="72"/>
                        </a:cubicBezTo>
                        <a:cubicBezTo>
                          <a:pt x="13" y="72"/>
                          <a:pt x="13" y="72"/>
                          <a:pt x="13" y="72"/>
                        </a:cubicBezTo>
                        <a:cubicBezTo>
                          <a:pt x="14" y="67"/>
                          <a:pt x="16" y="62"/>
                          <a:pt x="20" y="58"/>
                        </a:cubicBezTo>
                        <a:cubicBezTo>
                          <a:pt x="25" y="53"/>
                          <a:pt x="32" y="50"/>
                          <a:pt x="40" y="5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6" name="Freeform 495">
                    <a:extLst>
                      <a:ext uri="{FF2B5EF4-FFF2-40B4-BE49-F238E27FC236}">
                        <a16:creationId xmlns:a16="http://schemas.microsoft.com/office/drawing/2014/main" id="{41256463-58A8-4F22-81DE-4E8B2AEC80E3}"/>
                      </a:ext>
                    </a:extLst>
                  </p:cNvPr>
                  <p:cNvSpPr>
                    <a:spLocks noEditPoints="1"/>
                  </p:cNvSpPr>
                  <p:nvPr/>
                </p:nvSpPr>
                <p:spPr bwMode="auto">
                  <a:xfrm>
                    <a:off x="4518728" y="4544441"/>
                    <a:ext cx="76109" cy="80926"/>
                  </a:xfrm>
                  <a:custGeom>
                    <a:avLst/>
                    <a:gdLst>
                      <a:gd name="T0" fmla="*/ 2147483646 w 80"/>
                      <a:gd name="T1" fmla="*/ 2147483646 h 84"/>
                      <a:gd name="T2" fmla="*/ 0 w 80"/>
                      <a:gd name="T3" fmla="*/ 2147483646 h 84"/>
                      <a:gd name="T4" fmla="*/ 2147483646 w 80"/>
                      <a:gd name="T5" fmla="*/ 2147483646 h 84"/>
                      <a:gd name="T6" fmla="*/ 2147483646 w 80"/>
                      <a:gd name="T7" fmla="*/ 2147483646 h 84"/>
                      <a:gd name="T8" fmla="*/ 2147483646 w 80"/>
                      <a:gd name="T9" fmla="*/ 2147483646 h 84"/>
                      <a:gd name="T10" fmla="*/ 2147483646 w 80"/>
                      <a:gd name="T11" fmla="*/ 2147483646 h 84"/>
                      <a:gd name="T12" fmla="*/ 2147483646 w 80"/>
                      <a:gd name="T13" fmla="*/ 2147483646 h 84"/>
                      <a:gd name="T14" fmla="*/ 2147483646 w 80"/>
                      <a:gd name="T15" fmla="*/ 2147483646 h 84"/>
                      <a:gd name="T16" fmla="*/ 2147483646 w 80"/>
                      <a:gd name="T17" fmla="*/ 2147483646 h 84"/>
                      <a:gd name="T18" fmla="*/ 2147483646 w 80"/>
                      <a:gd name="T19" fmla="*/ 0 h 84"/>
                      <a:gd name="T20" fmla="*/ 2147483646 w 80"/>
                      <a:gd name="T21" fmla="*/ 2147483646 h 84"/>
                      <a:gd name="T22" fmla="*/ 2147483646 w 80"/>
                      <a:gd name="T23" fmla="*/ 2147483646 h 84"/>
                      <a:gd name="T24" fmla="*/ 2147483646 w 80"/>
                      <a:gd name="T25" fmla="*/ 2147483646 h 84"/>
                      <a:gd name="T26" fmla="*/ 2147483646 w 80"/>
                      <a:gd name="T27" fmla="*/ 2147483646 h 84"/>
                      <a:gd name="T28" fmla="*/ 2147483646 w 80"/>
                      <a:gd name="T29" fmla="*/ 2147483646 h 84"/>
                      <a:gd name="T30" fmla="*/ 2147483646 w 80"/>
                      <a:gd name="T31" fmla="*/ 2147483646 h 84"/>
                      <a:gd name="T32" fmla="*/ 2147483646 w 80"/>
                      <a:gd name="T33" fmla="*/ 2147483646 h 84"/>
                      <a:gd name="T34" fmla="*/ 2147483646 w 80"/>
                      <a:gd name="T35" fmla="*/ 2147483646 h 84"/>
                      <a:gd name="T36" fmla="*/ 2147483646 w 80"/>
                      <a:gd name="T37" fmla="*/ 2147483646 h 84"/>
                      <a:gd name="T38" fmla="*/ 2147483646 w 80"/>
                      <a:gd name="T39" fmla="*/ 2147483646 h 84"/>
                      <a:gd name="T40" fmla="*/ 2147483646 w 80"/>
                      <a:gd name="T41" fmla="*/ 2147483646 h 84"/>
                      <a:gd name="T42" fmla="*/ 2147483646 w 80"/>
                      <a:gd name="T43" fmla="*/ 2147483646 h 84"/>
                      <a:gd name="T44" fmla="*/ 2147483646 w 80"/>
                      <a:gd name="T45" fmla="*/ 2147483646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84">
                        <a:moveTo>
                          <a:pt x="22" y="42"/>
                        </a:moveTo>
                        <a:cubicBezTo>
                          <a:pt x="9" y="49"/>
                          <a:pt x="0" y="62"/>
                          <a:pt x="0" y="78"/>
                        </a:cubicBezTo>
                        <a:cubicBezTo>
                          <a:pt x="0" y="80"/>
                          <a:pt x="1" y="81"/>
                          <a:pt x="2" y="82"/>
                        </a:cubicBezTo>
                        <a:cubicBezTo>
                          <a:pt x="3" y="83"/>
                          <a:pt x="4" y="84"/>
                          <a:pt x="6" y="84"/>
                        </a:cubicBezTo>
                        <a:cubicBezTo>
                          <a:pt x="74" y="84"/>
                          <a:pt x="74" y="84"/>
                          <a:pt x="74" y="84"/>
                        </a:cubicBezTo>
                        <a:cubicBezTo>
                          <a:pt x="76" y="84"/>
                          <a:pt x="77" y="83"/>
                          <a:pt x="78" y="82"/>
                        </a:cubicBezTo>
                        <a:cubicBezTo>
                          <a:pt x="80" y="81"/>
                          <a:pt x="80" y="80"/>
                          <a:pt x="80" y="78"/>
                        </a:cubicBezTo>
                        <a:cubicBezTo>
                          <a:pt x="80" y="62"/>
                          <a:pt x="71" y="49"/>
                          <a:pt x="58" y="42"/>
                        </a:cubicBezTo>
                        <a:cubicBezTo>
                          <a:pt x="62" y="38"/>
                          <a:pt x="65" y="32"/>
                          <a:pt x="65" y="25"/>
                        </a:cubicBezTo>
                        <a:cubicBezTo>
                          <a:pt x="65" y="11"/>
                          <a:pt x="54" y="0"/>
                          <a:pt x="40" y="0"/>
                        </a:cubicBezTo>
                        <a:cubicBezTo>
                          <a:pt x="26" y="0"/>
                          <a:pt x="15" y="11"/>
                          <a:pt x="15" y="25"/>
                        </a:cubicBezTo>
                        <a:cubicBezTo>
                          <a:pt x="15" y="32"/>
                          <a:pt x="18" y="38"/>
                          <a:pt x="22" y="42"/>
                        </a:cubicBezTo>
                        <a:close/>
                        <a:moveTo>
                          <a:pt x="68" y="72"/>
                        </a:moveTo>
                        <a:cubicBezTo>
                          <a:pt x="13" y="72"/>
                          <a:pt x="13" y="72"/>
                          <a:pt x="13" y="72"/>
                        </a:cubicBezTo>
                        <a:cubicBezTo>
                          <a:pt x="14" y="67"/>
                          <a:pt x="16" y="62"/>
                          <a:pt x="20" y="58"/>
                        </a:cubicBezTo>
                        <a:cubicBezTo>
                          <a:pt x="25" y="53"/>
                          <a:pt x="32" y="50"/>
                          <a:pt x="40" y="50"/>
                        </a:cubicBezTo>
                        <a:cubicBezTo>
                          <a:pt x="48" y="50"/>
                          <a:pt x="55" y="53"/>
                          <a:pt x="60" y="58"/>
                        </a:cubicBezTo>
                        <a:cubicBezTo>
                          <a:pt x="64" y="62"/>
                          <a:pt x="66" y="67"/>
                          <a:pt x="68" y="72"/>
                        </a:cubicBezTo>
                        <a:close/>
                        <a:moveTo>
                          <a:pt x="40" y="12"/>
                        </a:moveTo>
                        <a:cubicBezTo>
                          <a:pt x="47" y="12"/>
                          <a:pt x="53" y="18"/>
                          <a:pt x="53" y="25"/>
                        </a:cubicBezTo>
                        <a:cubicBezTo>
                          <a:pt x="53" y="32"/>
                          <a:pt x="47" y="38"/>
                          <a:pt x="40" y="38"/>
                        </a:cubicBezTo>
                        <a:cubicBezTo>
                          <a:pt x="33" y="38"/>
                          <a:pt x="27" y="32"/>
                          <a:pt x="27" y="25"/>
                        </a:cubicBezTo>
                        <a:cubicBezTo>
                          <a:pt x="27" y="18"/>
                          <a:pt x="33" y="12"/>
                          <a:pt x="4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7" name="Freeform 496">
                    <a:extLst>
                      <a:ext uri="{FF2B5EF4-FFF2-40B4-BE49-F238E27FC236}">
                        <a16:creationId xmlns:a16="http://schemas.microsoft.com/office/drawing/2014/main" id="{909612F3-19D8-4BE6-90F4-66B95094A020}"/>
                      </a:ext>
                    </a:extLst>
                  </p:cNvPr>
                  <p:cNvSpPr>
                    <a:spLocks noEditPoints="1"/>
                  </p:cNvSpPr>
                  <p:nvPr/>
                </p:nvSpPr>
                <p:spPr bwMode="auto">
                  <a:xfrm>
                    <a:off x="4396376" y="5218822"/>
                    <a:ext cx="76109" cy="80926"/>
                  </a:xfrm>
                  <a:custGeom>
                    <a:avLst/>
                    <a:gdLst>
                      <a:gd name="T0" fmla="*/ 2147483646 w 80"/>
                      <a:gd name="T1" fmla="*/ 2147483646 h 84"/>
                      <a:gd name="T2" fmla="*/ 2147483646 w 80"/>
                      <a:gd name="T3" fmla="*/ 2147483646 h 84"/>
                      <a:gd name="T4" fmla="*/ 2147483646 w 80"/>
                      <a:gd name="T5" fmla="*/ 2147483646 h 84"/>
                      <a:gd name="T6" fmla="*/ 2147483646 w 80"/>
                      <a:gd name="T7" fmla="*/ 2147483646 h 84"/>
                      <a:gd name="T8" fmla="*/ 2147483646 w 80"/>
                      <a:gd name="T9" fmla="*/ 0 h 84"/>
                      <a:gd name="T10" fmla="*/ 2147483646 w 80"/>
                      <a:gd name="T11" fmla="*/ 2147483646 h 84"/>
                      <a:gd name="T12" fmla="*/ 2147483646 w 80"/>
                      <a:gd name="T13" fmla="*/ 2147483646 h 84"/>
                      <a:gd name="T14" fmla="*/ 0 w 80"/>
                      <a:gd name="T15" fmla="*/ 2147483646 h 84"/>
                      <a:gd name="T16" fmla="*/ 2147483646 w 80"/>
                      <a:gd name="T17" fmla="*/ 2147483646 h 84"/>
                      <a:gd name="T18" fmla="*/ 2147483646 w 80"/>
                      <a:gd name="T19" fmla="*/ 2147483646 h 84"/>
                      <a:gd name="T20" fmla="*/ 2147483646 w 80"/>
                      <a:gd name="T21" fmla="*/ 2147483646 h 84"/>
                      <a:gd name="T22" fmla="*/ 2147483646 w 80"/>
                      <a:gd name="T23" fmla="*/ 2147483646 h 84"/>
                      <a:gd name="T24" fmla="*/ 2147483646 w 80"/>
                      <a:gd name="T25" fmla="*/ 2147483646 h 84"/>
                      <a:gd name="T26" fmla="*/ 2147483646 w 80"/>
                      <a:gd name="T27" fmla="*/ 2147483646 h 84"/>
                      <a:gd name="T28" fmla="*/ 2147483646 w 80"/>
                      <a:gd name="T29" fmla="*/ 2147483646 h 84"/>
                      <a:gd name="T30" fmla="*/ 2147483646 w 80"/>
                      <a:gd name="T31" fmla="*/ 2147483646 h 84"/>
                      <a:gd name="T32" fmla="*/ 2147483646 w 80"/>
                      <a:gd name="T33" fmla="*/ 2147483646 h 84"/>
                      <a:gd name="T34" fmla="*/ 2147483646 w 80"/>
                      <a:gd name="T35" fmla="*/ 2147483646 h 84"/>
                      <a:gd name="T36" fmla="*/ 2147483646 w 80"/>
                      <a:gd name="T37" fmla="*/ 2147483646 h 84"/>
                      <a:gd name="T38" fmla="*/ 2147483646 w 80"/>
                      <a:gd name="T39" fmla="*/ 2147483646 h 84"/>
                      <a:gd name="T40" fmla="*/ 2147483646 w 80"/>
                      <a:gd name="T41" fmla="*/ 2147483646 h 84"/>
                      <a:gd name="T42" fmla="*/ 2147483646 w 80"/>
                      <a:gd name="T43" fmla="*/ 2147483646 h 84"/>
                      <a:gd name="T44" fmla="*/ 2147483646 w 80"/>
                      <a:gd name="T45" fmla="*/ 2147483646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84">
                        <a:moveTo>
                          <a:pt x="78" y="82"/>
                        </a:moveTo>
                        <a:cubicBezTo>
                          <a:pt x="80" y="81"/>
                          <a:pt x="80" y="80"/>
                          <a:pt x="80" y="78"/>
                        </a:cubicBezTo>
                        <a:cubicBezTo>
                          <a:pt x="80" y="62"/>
                          <a:pt x="71" y="49"/>
                          <a:pt x="58" y="42"/>
                        </a:cubicBezTo>
                        <a:cubicBezTo>
                          <a:pt x="62" y="38"/>
                          <a:pt x="65" y="32"/>
                          <a:pt x="65" y="25"/>
                        </a:cubicBezTo>
                        <a:cubicBezTo>
                          <a:pt x="65" y="11"/>
                          <a:pt x="54" y="0"/>
                          <a:pt x="40" y="0"/>
                        </a:cubicBezTo>
                        <a:cubicBezTo>
                          <a:pt x="26" y="0"/>
                          <a:pt x="15" y="11"/>
                          <a:pt x="15" y="25"/>
                        </a:cubicBezTo>
                        <a:cubicBezTo>
                          <a:pt x="15" y="32"/>
                          <a:pt x="18" y="38"/>
                          <a:pt x="22" y="42"/>
                        </a:cubicBezTo>
                        <a:cubicBezTo>
                          <a:pt x="9" y="49"/>
                          <a:pt x="0" y="62"/>
                          <a:pt x="0" y="78"/>
                        </a:cubicBezTo>
                        <a:cubicBezTo>
                          <a:pt x="0" y="80"/>
                          <a:pt x="1" y="81"/>
                          <a:pt x="2" y="82"/>
                        </a:cubicBezTo>
                        <a:cubicBezTo>
                          <a:pt x="3" y="83"/>
                          <a:pt x="4" y="84"/>
                          <a:pt x="6" y="84"/>
                        </a:cubicBezTo>
                        <a:cubicBezTo>
                          <a:pt x="74" y="84"/>
                          <a:pt x="74" y="84"/>
                          <a:pt x="74" y="84"/>
                        </a:cubicBezTo>
                        <a:cubicBezTo>
                          <a:pt x="76" y="84"/>
                          <a:pt x="77" y="83"/>
                          <a:pt x="78" y="82"/>
                        </a:cubicBezTo>
                        <a:close/>
                        <a:moveTo>
                          <a:pt x="27" y="25"/>
                        </a:moveTo>
                        <a:cubicBezTo>
                          <a:pt x="27" y="18"/>
                          <a:pt x="33" y="12"/>
                          <a:pt x="40" y="12"/>
                        </a:cubicBezTo>
                        <a:cubicBezTo>
                          <a:pt x="47" y="12"/>
                          <a:pt x="53" y="18"/>
                          <a:pt x="53" y="25"/>
                        </a:cubicBezTo>
                        <a:cubicBezTo>
                          <a:pt x="53" y="32"/>
                          <a:pt x="47" y="38"/>
                          <a:pt x="40" y="38"/>
                        </a:cubicBezTo>
                        <a:cubicBezTo>
                          <a:pt x="33" y="38"/>
                          <a:pt x="27" y="32"/>
                          <a:pt x="27" y="25"/>
                        </a:cubicBezTo>
                        <a:close/>
                        <a:moveTo>
                          <a:pt x="40" y="50"/>
                        </a:moveTo>
                        <a:cubicBezTo>
                          <a:pt x="48" y="50"/>
                          <a:pt x="55" y="53"/>
                          <a:pt x="60" y="58"/>
                        </a:cubicBezTo>
                        <a:cubicBezTo>
                          <a:pt x="64" y="62"/>
                          <a:pt x="66" y="67"/>
                          <a:pt x="68" y="72"/>
                        </a:cubicBezTo>
                        <a:cubicBezTo>
                          <a:pt x="13" y="72"/>
                          <a:pt x="13" y="72"/>
                          <a:pt x="13" y="72"/>
                        </a:cubicBezTo>
                        <a:cubicBezTo>
                          <a:pt x="14" y="67"/>
                          <a:pt x="16" y="62"/>
                          <a:pt x="20" y="58"/>
                        </a:cubicBezTo>
                        <a:cubicBezTo>
                          <a:pt x="25" y="53"/>
                          <a:pt x="32" y="50"/>
                          <a:pt x="40" y="5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8" name="Freeform 497">
                    <a:extLst>
                      <a:ext uri="{FF2B5EF4-FFF2-40B4-BE49-F238E27FC236}">
                        <a16:creationId xmlns:a16="http://schemas.microsoft.com/office/drawing/2014/main" id="{5B0A3E1B-77F3-440A-A370-061C2B57CE92}"/>
                      </a:ext>
                    </a:extLst>
                  </p:cNvPr>
                  <p:cNvSpPr>
                    <a:spLocks noEditPoints="1"/>
                  </p:cNvSpPr>
                  <p:nvPr/>
                </p:nvSpPr>
                <p:spPr bwMode="auto">
                  <a:xfrm>
                    <a:off x="4687323" y="4050215"/>
                    <a:ext cx="77072" cy="79963"/>
                  </a:xfrm>
                  <a:custGeom>
                    <a:avLst/>
                    <a:gdLst>
                      <a:gd name="T0" fmla="*/ 0 w 80"/>
                      <a:gd name="T1" fmla="*/ 2147483646 h 84"/>
                      <a:gd name="T2" fmla="*/ 2147483646 w 80"/>
                      <a:gd name="T3" fmla="*/ 2147483646 h 84"/>
                      <a:gd name="T4" fmla="*/ 2147483646 w 80"/>
                      <a:gd name="T5" fmla="*/ 2147483646 h 84"/>
                      <a:gd name="T6" fmla="*/ 2147483646 w 80"/>
                      <a:gd name="T7" fmla="*/ 2147483646 h 84"/>
                      <a:gd name="T8" fmla="*/ 2147483646 w 80"/>
                      <a:gd name="T9" fmla="*/ 2147483646 h 84"/>
                      <a:gd name="T10" fmla="*/ 2147483646 w 80"/>
                      <a:gd name="T11" fmla="*/ 2147483646 h 84"/>
                      <a:gd name="T12" fmla="*/ 2147483646 w 80"/>
                      <a:gd name="T13" fmla="*/ 2147483646 h 84"/>
                      <a:gd name="T14" fmla="*/ 2147483646 w 80"/>
                      <a:gd name="T15" fmla="*/ 2147483646 h 84"/>
                      <a:gd name="T16" fmla="*/ 2147483646 w 80"/>
                      <a:gd name="T17" fmla="*/ 0 h 84"/>
                      <a:gd name="T18" fmla="*/ 2147483646 w 80"/>
                      <a:gd name="T19" fmla="*/ 2147483646 h 84"/>
                      <a:gd name="T20" fmla="*/ 2147483646 w 80"/>
                      <a:gd name="T21" fmla="*/ 2147483646 h 84"/>
                      <a:gd name="T22" fmla="*/ 0 w 80"/>
                      <a:gd name="T23" fmla="*/ 2147483646 h 84"/>
                      <a:gd name="T24" fmla="*/ 2147483646 w 80"/>
                      <a:gd name="T25" fmla="*/ 2147483646 h 84"/>
                      <a:gd name="T26" fmla="*/ 2147483646 w 80"/>
                      <a:gd name="T27" fmla="*/ 2147483646 h 84"/>
                      <a:gd name="T28" fmla="*/ 2147483646 w 80"/>
                      <a:gd name="T29" fmla="*/ 2147483646 h 84"/>
                      <a:gd name="T30" fmla="*/ 2147483646 w 80"/>
                      <a:gd name="T31" fmla="*/ 2147483646 h 84"/>
                      <a:gd name="T32" fmla="*/ 2147483646 w 80"/>
                      <a:gd name="T33" fmla="*/ 2147483646 h 84"/>
                      <a:gd name="T34" fmla="*/ 2147483646 w 80"/>
                      <a:gd name="T35" fmla="*/ 2147483646 h 84"/>
                      <a:gd name="T36" fmla="*/ 2147483646 w 80"/>
                      <a:gd name="T37" fmla="*/ 2147483646 h 84"/>
                      <a:gd name="T38" fmla="*/ 2147483646 w 80"/>
                      <a:gd name="T39" fmla="*/ 2147483646 h 84"/>
                      <a:gd name="T40" fmla="*/ 2147483646 w 80"/>
                      <a:gd name="T41" fmla="*/ 2147483646 h 84"/>
                      <a:gd name="T42" fmla="*/ 2147483646 w 80"/>
                      <a:gd name="T43" fmla="*/ 2147483646 h 84"/>
                      <a:gd name="T44" fmla="*/ 2147483646 w 80"/>
                      <a:gd name="T45" fmla="*/ 2147483646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84">
                        <a:moveTo>
                          <a:pt x="0" y="78"/>
                        </a:moveTo>
                        <a:cubicBezTo>
                          <a:pt x="0" y="79"/>
                          <a:pt x="1" y="81"/>
                          <a:pt x="2" y="82"/>
                        </a:cubicBezTo>
                        <a:cubicBezTo>
                          <a:pt x="3" y="83"/>
                          <a:pt x="4" y="84"/>
                          <a:pt x="6" y="84"/>
                        </a:cubicBezTo>
                        <a:cubicBezTo>
                          <a:pt x="74" y="84"/>
                          <a:pt x="74" y="84"/>
                          <a:pt x="74" y="84"/>
                        </a:cubicBezTo>
                        <a:cubicBezTo>
                          <a:pt x="76" y="84"/>
                          <a:pt x="77" y="83"/>
                          <a:pt x="78" y="82"/>
                        </a:cubicBezTo>
                        <a:cubicBezTo>
                          <a:pt x="80" y="81"/>
                          <a:pt x="80" y="79"/>
                          <a:pt x="80" y="78"/>
                        </a:cubicBezTo>
                        <a:cubicBezTo>
                          <a:pt x="80" y="62"/>
                          <a:pt x="71" y="49"/>
                          <a:pt x="58" y="42"/>
                        </a:cubicBezTo>
                        <a:cubicBezTo>
                          <a:pt x="62" y="38"/>
                          <a:pt x="65" y="32"/>
                          <a:pt x="65" y="25"/>
                        </a:cubicBezTo>
                        <a:cubicBezTo>
                          <a:pt x="65" y="11"/>
                          <a:pt x="54" y="0"/>
                          <a:pt x="40" y="0"/>
                        </a:cubicBezTo>
                        <a:cubicBezTo>
                          <a:pt x="26" y="0"/>
                          <a:pt x="15" y="11"/>
                          <a:pt x="15" y="25"/>
                        </a:cubicBezTo>
                        <a:cubicBezTo>
                          <a:pt x="15" y="32"/>
                          <a:pt x="18" y="38"/>
                          <a:pt x="22" y="42"/>
                        </a:cubicBezTo>
                        <a:cubicBezTo>
                          <a:pt x="9" y="49"/>
                          <a:pt x="0" y="62"/>
                          <a:pt x="0" y="78"/>
                        </a:cubicBezTo>
                        <a:close/>
                        <a:moveTo>
                          <a:pt x="27" y="25"/>
                        </a:moveTo>
                        <a:cubicBezTo>
                          <a:pt x="27" y="18"/>
                          <a:pt x="33" y="12"/>
                          <a:pt x="40" y="12"/>
                        </a:cubicBezTo>
                        <a:cubicBezTo>
                          <a:pt x="47" y="12"/>
                          <a:pt x="53" y="18"/>
                          <a:pt x="53" y="25"/>
                        </a:cubicBezTo>
                        <a:cubicBezTo>
                          <a:pt x="53" y="32"/>
                          <a:pt x="47" y="38"/>
                          <a:pt x="40" y="38"/>
                        </a:cubicBezTo>
                        <a:cubicBezTo>
                          <a:pt x="33" y="38"/>
                          <a:pt x="27" y="32"/>
                          <a:pt x="27" y="25"/>
                        </a:cubicBezTo>
                        <a:close/>
                        <a:moveTo>
                          <a:pt x="40" y="50"/>
                        </a:moveTo>
                        <a:cubicBezTo>
                          <a:pt x="48" y="50"/>
                          <a:pt x="55" y="53"/>
                          <a:pt x="60" y="58"/>
                        </a:cubicBezTo>
                        <a:cubicBezTo>
                          <a:pt x="64" y="62"/>
                          <a:pt x="66" y="67"/>
                          <a:pt x="68" y="72"/>
                        </a:cubicBezTo>
                        <a:cubicBezTo>
                          <a:pt x="13" y="72"/>
                          <a:pt x="13" y="72"/>
                          <a:pt x="13" y="72"/>
                        </a:cubicBezTo>
                        <a:cubicBezTo>
                          <a:pt x="14" y="67"/>
                          <a:pt x="16" y="62"/>
                          <a:pt x="20" y="58"/>
                        </a:cubicBezTo>
                        <a:cubicBezTo>
                          <a:pt x="25" y="53"/>
                          <a:pt x="32" y="50"/>
                          <a:pt x="40" y="5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39" name="Freeform 498">
                    <a:extLst>
                      <a:ext uri="{FF2B5EF4-FFF2-40B4-BE49-F238E27FC236}">
                        <a16:creationId xmlns:a16="http://schemas.microsoft.com/office/drawing/2014/main" id="{E1BA9C4B-2C3C-48E7-8440-871AE1C32259}"/>
                      </a:ext>
                    </a:extLst>
                  </p:cNvPr>
                  <p:cNvSpPr>
                    <a:spLocks noEditPoints="1"/>
                  </p:cNvSpPr>
                  <p:nvPr/>
                </p:nvSpPr>
                <p:spPr bwMode="auto">
                  <a:xfrm>
                    <a:off x="5388680" y="4195690"/>
                    <a:ext cx="76109" cy="80926"/>
                  </a:xfrm>
                  <a:custGeom>
                    <a:avLst/>
                    <a:gdLst>
                      <a:gd name="T0" fmla="*/ 2147483646 w 80"/>
                      <a:gd name="T1" fmla="*/ 2147483646 h 84"/>
                      <a:gd name="T2" fmla="*/ 2147483646 w 80"/>
                      <a:gd name="T3" fmla="*/ 2147483646 h 84"/>
                      <a:gd name="T4" fmla="*/ 0 w 80"/>
                      <a:gd name="T5" fmla="*/ 2147483646 h 84"/>
                      <a:gd name="T6" fmla="*/ 2147483646 w 80"/>
                      <a:gd name="T7" fmla="*/ 2147483646 h 84"/>
                      <a:gd name="T8" fmla="*/ 2147483646 w 80"/>
                      <a:gd name="T9" fmla="*/ 2147483646 h 84"/>
                      <a:gd name="T10" fmla="*/ 2147483646 w 80"/>
                      <a:gd name="T11" fmla="*/ 2147483646 h 84"/>
                      <a:gd name="T12" fmla="*/ 2147483646 w 80"/>
                      <a:gd name="T13" fmla="*/ 2147483646 h 84"/>
                      <a:gd name="T14" fmla="*/ 2147483646 w 80"/>
                      <a:gd name="T15" fmla="*/ 2147483646 h 84"/>
                      <a:gd name="T16" fmla="*/ 2147483646 w 80"/>
                      <a:gd name="T17" fmla="*/ 2147483646 h 84"/>
                      <a:gd name="T18" fmla="*/ 2147483646 w 80"/>
                      <a:gd name="T19" fmla="*/ 2147483646 h 84"/>
                      <a:gd name="T20" fmla="*/ 2147483646 w 80"/>
                      <a:gd name="T21" fmla="*/ 0 h 84"/>
                      <a:gd name="T22" fmla="*/ 2147483646 w 80"/>
                      <a:gd name="T23" fmla="*/ 2147483646 h 84"/>
                      <a:gd name="T24" fmla="*/ 2147483646 w 80"/>
                      <a:gd name="T25" fmla="*/ 2147483646 h 84"/>
                      <a:gd name="T26" fmla="*/ 2147483646 w 80"/>
                      <a:gd name="T27" fmla="*/ 2147483646 h 84"/>
                      <a:gd name="T28" fmla="*/ 2147483646 w 80"/>
                      <a:gd name="T29" fmla="*/ 2147483646 h 84"/>
                      <a:gd name="T30" fmla="*/ 2147483646 w 80"/>
                      <a:gd name="T31" fmla="*/ 2147483646 h 84"/>
                      <a:gd name="T32" fmla="*/ 2147483646 w 80"/>
                      <a:gd name="T33" fmla="*/ 2147483646 h 84"/>
                      <a:gd name="T34" fmla="*/ 2147483646 w 80"/>
                      <a:gd name="T35" fmla="*/ 2147483646 h 84"/>
                      <a:gd name="T36" fmla="*/ 2147483646 w 80"/>
                      <a:gd name="T37" fmla="*/ 2147483646 h 84"/>
                      <a:gd name="T38" fmla="*/ 2147483646 w 80"/>
                      <a:gd name="T39" fmla="*/ 2147483646 h 84"/>
                      <a:gd name="T40" fmla="*/ 2147483646 w 80"/>
                      <a:gd name="T41" fmla="*/ 2147483646 h 84"/>
                      <a:gd name="T42" fmla="*/ 2147483646 w 80"/>
                      <a:gd name="T43" fmla="*/ 2147483646 h 84"/>
                      <a:gd name="T44" fmla="*/ 2147483646 w 80"/>
                      <a:gd name="T45" fmla="*/ 2147483646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80" h="84">
                        <a:moveTo>
                          <a:pt x="15" y="25"/>
                        </a:moveTo>
                        <a:cubicBezTo>
                          <a:pt x="15" y="32"/>
                          <a:pt x="18" y="38"/>
                          <a:pt x="22" y="42"/>
                        </a:cubicBezTo>
                        <a:cubicBezTo>
                          <a:pt x="9" y="49"/>
                          <a:pt x="0" y="62"/>
                          <a:pt x="0" y="78"/>
                        </a:cubicBezTo>
                        <a:cubicBezTo>
                          <a:pt x="0" y="79"/>
                          <a:pt x="1" y="81"/>
                          <a:pt x="2" y="82"/>
                        </a:cubicBezTo>
                        <a:cubicBezTo>
                          <a:pt x="3" y="83"/>
                          <a:pt x="4" y="84"/>
                          <a:pt x="6" y="84"/>
                        </a:cubicBezTo>
                        <a:cubicBezTo>
                          <a:pt x="74" y="84"/>
                          <a:pt x="74" y="84"/>
                          <a:pt x="74" y="84"/>
                        </a:cubicBezTo>
                        <a:cubicBezTo>
                          <a:pt x="76" y="84"/>
                          <a:pt x="77" y="83"/>
                          <a:pt x="79" y="82"/>
                        </a:cubicBezTo>
                        <a:cubicBezTo>
                          <a:pt x="80" y="81"/>
                          <a:pt x="80" y="79"/>
                          <a:pt x="80" y="78"/>
                        </a:cubicBezTo>
                        <a:cubicBezTo>
                          <a:pt x="80" y="62"/>
                          <a:pt x="71" y="49"/>
                          <a:pt x="58" y="42"/>
                        </a:cubicBezTo>
                        <a:cubicBezTo>
                          <a:pt x="62" y="38"/>
                          <a:pt x="65" y="32"/>
                          <a:pt x="65" y="25"/>
                        </a:cubicBezTo>
                        <a:cubicBezTo>
                          <a:pt x="65" y="11"/>
                          <a:pt x="54" y="0"/>
                          <a:pt x="40" y="0"/>
                        </a:cubicBezTo>
                        <a:cubicBezTo>
                          <a:pt x="26" y="0"/>
                          <a:pt x="15" y="11"/>
                          <a:pt x="15" y="25"/>
                        </a:cubicBezTo>
                        <a:close/>
                        <a:moveTo>
                          <a:pt x="68" y="72"/>
                        </a:moveTo>
                        <a:cubicBezTo>
                          <a:pt x="13" y="72"/>
                          <a:pt x="13" y="72"/>
                          <a:pt x="13" y="72"/>
                        </a:cubicBezTo>
                        <a:cubicBezTo>
                          <a:pt x="14" y="67"/>
                          <a:pt x="17" y="62"/>
                          <a:pt x="20" y="58"/>
                        </a:cubicBezTo>
                        <a:cubicBezTo>
                          <a:pt x="25" y="53"/>
                          <a:pt x="32" y="50"/>
                          <a:pt x="40" y="50"/>
                        </a:cubicBezTo>
                        <a:cubicBezTo>
                          <a:pt x="48" y="50"/>
                          <a:pt x="55" y="53"/>
                          <a:pt x="60" y="58"/>
                        </a:cubicBezTo>
                        <a:cubicBezTo>
                          <a:pt x="64" y="62"/>
                          <a:pt x="66" y="67"/>
                          <a:pt x="68" y="72"/>
                        </a:cubicBezTo>
                        <a:close/>
                        <a:moveTo>
                          <a:pt x="40" y="12"/>
                        </a:moveTo>
                        <a:cubicBezTo>
                          <a:pt x="47" y="12"/>
                          <a:pt x="53" y="18"/>
                          <a:pt x="53" y="25"/>
                        </a:cubicBezTo>
                        <a:cubicBezTo>
                          <a:pt x="53" y="32"/>
                          <a:pt x="47" y="38"/>
                          <a:pt x="40" y="38"/>
                        </a:cubicBezTo>
                        <a:cubicBezTo>
                          <a:pt x="33" y="38"/>
                          <a:pt x="27" y="32"/>
                          <a:pt x="27" y="25"/>
                        </a:cubicBezTo>
                        <a:cubicBezTo>
                          <a:pt x="27" y="18"/>
                          <a:pt x="33" y="12"/>
                          <a:pt x="4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0" name="Freeform 499">
                    <a:extLst>
                      <a:ext uri="{FF2B5EF4-FFF2-40B4-BE49-F238E27FC236}">
                        <a16:creationId xmlns:a16="http://schemas.microsoft.com/office/drawing/2014/main" id="{7CE1EEC2-3F23-457B-A630-FD4530470549}"/>
                      </a:ext>
                    </a:extLst>
                  </p:cNvPr>
                  <p:cNvSpPr>
                    <a:spLocks/>
                  </p:cNvSpPr>
                  <p:nvPr/>
                </p:nvSpPr>
                <p:spPr bwMode="auto">
                  <a:xfrm>
                    <a:off x="5054380" y="4744829"/>
                    <a:ext cx="115609" cy="57804"/>
                  </a:xfrm>
                  <a:custGeom>
                    <a:avLst/>
                    <a:gdLst>
                      <a:gd name="T0" fmla="*/ 2147483646 w 121"/>
                      <a:gd name="T1" fmla="*/ 2147483646 h 61"/>
                      <a:gd name="T2" fmla="*/ 2147483646 w 121"/>
                      <a:gd name="T3" fmla="*/ 2147483646 h 61"/>
                      <a:gd name="T4" fmla="*/ 2147483646 w 121"/>
                      <a:gd name="T5" fmla="*/ 2147483646 h 61"/>
                      <a:gd name="T6" fmla="*/ 2147483646 w 121"/>
                      <a:gd name="T7" fmla="*/ 2147483646 h 61"/>
                      <a:gd name="T8" fmla="*/ 2147483646 w 121"/>
                      <a:gd name="T9" fmla="*/ 2147483646 h 61"/>
                      <a:gd name="T10" fmla="*/ 2147483646 w 121"/>
                      <a:gd name="T11" fmla="*/ 2147483646 h 61"/>
                      <a:gd name="T12" fmla="*/ 2147483646 w 121"/>
                      <a:gd name="T13" fmla="*/ 2147483646 h 61"/>
                      <a:gd name="T14" fmla="*/ 2147483646 w 121"/>
                      <a:gd name="T15" fmla="*/ 2147483646 h 61"/>
                      <a:gd name="T16" fmla="*/ 2147483646 w 121"/>
                      <a:gd name="T17" fmla="*/ 2147483646 h 61"/>
                      <a:gd name="T18" fmla="*/ 2147483646 w 121"/>
                      <a:gd name="T19" fmla="*/ 2147483646 h 61"/>
                      <a:gd name="T20" fmla="*/ 2147483646 w 121"/>
                      <a:gd name="T21" fmla="*/ 2147483646 h 61"/>
                      <a:gd name="T22" fmla="*/ 2147483646 w 121"/>
                      <a:gd name="T23" fmla="*/ 2147483646 h 61"/>
                      <a:gd name="T24" fmla="*/ 2147483646 w 121"/>
                      <a:gd name="T25" fmla="*/ 2147483646 h 61"/>
                      <a:gd name="T26" fmla="*/ 2147483646 w 121"/>
                      <a:gd name="T27" fmla="*/ 2147483646 h 61"/>
                      <a:gd name="T28" fmla="*/ 2147483646 w 121"/>
                      <a:gd name="T29" fmla="*/ 2147483646 h 61"/>
                      <a:gd name="T30" fmla="*/ 2147483646 w 121"/>
                      <a:gd name="T31" fmla="*/ 2147483646 h 61"/>
                      <a:gd name="T32" fmla="*/ 2147483646 w 121"/>
                      <a:gd name="T33" fmla="*/ 2147483646 h 61"/>
                      <a:gd name="T34" fmla="*/ 2147483646 w 121"/>
                      <a:gd name="T35" fmla="*/ 2147483646 h 61"/>
                      <a:gd name="T36" fmla="*/ 2147483646 w 121"/>
                      <a:gd name="T37" fmla="*/ 2147483646 h 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1" h="61">
                        <a:moveTo>
                          <a:pt x="25" y="30"/>
                        </a:moveTo>
                        <a:cubicBezTo>
                          <a:pt x="3" y="50"/>
                          <a:pt x="3" y="50"/>
                          <a:pt x="3" y="50"/>
                        </a:cubicBezTo>
                        <a:cubicBezTo>
                          <a:pt x="0" y="52"/>
                          <a:pt x="0" y="56"/>
                          <a:pt x="2" y="58"/>
                        </a:cubicBezTo>
                        <a:cubicBezTo>
                          <a:pt x="4" y="61"/>
                          <a:pt x="8" y="61"/>
                          <a:pt x="11" y="59"/>
                        </a:cubicBezTo>
                        <a:cubicBezTo>
                          <a:pt x="30" y="42"/>
                          <a:pt x="30" y="42"/>
                          <a:pt x="30" y="42"/>
                        </a:cubicBezTo>
                        <a:cubicBezTo>
                          <a:pt x="47" y="49"/>
                          <a:pt x="47" y="49"/>
                          <a:pt x="47" y="49"/>
                        </a:cubicBezTo>
                        <a:cubicBezTo>
                          <a:pt x="49" y="50"/>
                          <a:pt x="52" y="50"/>
                          <a:pt x="54" y="48"/>
                        </a:cubicBezTo>
                        <a:cubicBezTo>
                          <a:pt x="69" y="29"/>
                          <a:pt x="69" y="29"/>
                          <a:pt x="69" y="29"/>
                        </a:cubicBezTo>
                        <a:cubicBezTo>
                          <a:pt x="90" y="42"/>
                          <a:pt x="90" y="42"/>
                          <a:pt x="90" y="42"/>
                        </a:cubicBezTo>
                        <a:cubicBezTo>
                          <a:pt x="92" y="44"/>
                          <a:pt x="96" y="43"/>
                          <a:pt x="98" y="40"/>
                        </a:cubicBezTo>
                        <a:cubicBezTo>
                          <a:pt x="119" y="10"/>
                          <a:pt x="119" y="10"/>
                          <a:pt x="119" y="10"/>
                        </a:cubicBezTo>
                        <a:cubicBezTo>
                          <a:pt x="121" y="8"/>
                          <a:pt x="120" y="4"/>
                          <a:pt x="117" y="2"/>
                        </a:cubicBezTo>
                        <a:cubicBezTo>
                          <a:pt x="114" y="0"/>
                          <a:pt x="111" y="1"/>
                          <a:pt x="109" y="4"/>
                        </a:cubicBezTo>
                        <a:cubicBezTo>
                          <a:pt x="91" y="29"/>
                          <a:pt x="91" y="29"/>
                          <a:pt x="91" y="29"/>
                        </a:cubicBezTo>
                        <a:cubicBezTo>
                          <a:pt x="71" y="16"/>
                          <a:pt x="71" y="16"/>
                          <a:pt x="71" y="16"/>
                        </a:cubicBezTo>
                        <a:cubicBezTo>
                          <a:pt x="68" y="14"/>
                          <a:pt x="65" y="15"/>
                          <a:pt x="63" y="17"/>
                        </a:cubicBezTo>
                        <a:cubicBezTo>
                          <a:pt x="47" y="36"/>
                          <a:pt x="47" y="36"/>
                          <a:pt x="47" y="36"/>
                        </a:cubicBezTo>
                        <a:cubicBezTo>
                          <a:pt x="31" y="29"/>
                          <a:pt x="31" y="29"/>
                          <a:pt x="31" y="29"/>
                        </a:cubicBezTo>
                        <a:cubicBezTo>
                          <a:pt x="29" y="28"/>
                          <a:pt x="26" y="29"/>
                          <a:pt x="25" y="3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1" name="Freeform 500">
                    <a:extLst>
                      <a:ext uri="{FF2B5EF4-FFF2-40B4-BE49-F238E27FC236}">
                        <a16:creationId xmlns:a16="http://schemas.microsoft.com/office/drawing/2014/main" id="{E5018F75-35F8-4AF2-9258-BE7F10735D42}"/>
                      </a:ext>
                    </a:extLst>
                  </p:cNvPr>
                  <p:cNvSpPr>
                    <a:spLocks/>
                  </p:cNvSpPr>
                  <p:nvPr/>
                </p:nvSpPr>
                <p:spPr bwMode="auto">
                  <a:xfrm>
                    <a:off x="5149756" y="4055032"/>
                    <a:ext cx="116572" cy="57804"/>
                  </a:xfrm>
                  <a:custGeom>
                    <a:avLst/>
                    <a:gdLst>
                      <a:gd name="T0" fmla="*/ 2147483646 w 121"/>
                      <a:gd name="T1" fmla="*/ 2147483646 h 61"/>
                      <a:gd name="T2" fmla="*/ 2147483646 w 121"/>
                      <a:gd name="T3" fmla="*/ 2147483646 h 61"/>
                      <a:gd name="T4" fmla="*/ 2147483646 w 121"/>
                      <a:gd name="T5" fmla="*/ 2147483646 h 61"/>
                      <a:gd name="T6" fmla="*/ 2147483646 w 121"/>
                      <a:gd name="T7" fmla="*/ 2147483646 h 61"/>
                      <a:gd name="T8" fmla="*/ 2147483646 w 121"/>
                      <a:gd name="T9" fmla="*/ 2147483646 h 61"/>
                      <a:gd name="T10" fmla="*/ 2147483646 w 121"/>
                      <a:gd name="T11" fmla="*/ 2147483646 h 61"/>
                      <a:gd name="T12" fmla="*/ 2147483646 w 121"/>
                      <a:gd name="T13" fmla="*/ 2147483646 h 61"/>
                      <a:gd name="T14" fmla="*/ 2147483646 w 121"/>
                      <a:gd name="T15" fmla="*/ 2147483646 h 61"/>
                      <a:gd name="T16" fmla="*/ 2147483646 w 121"/>
                      <a:gd name="T17" fmla="*/ 2147483646 h 61"/>
                      <a:gd name="T18" fmla="*/ 2147483646 w 121"/>
                      <a:gd name="T19" fmla="*/ 2147483646 h 61"/>
                      <a:gd name="T20" fmla="*/ 2147483646 w 121"/>
                      <a:gd name="T21" fmla="*/ 2147483646 h 61"/>
                      <a:gd name="T22" fmla="*/ 2147483646 w 121"/>
                      <a:gd name="T23" fmla="*/ 2147483646 h 61"/>
                      <a:gd name="T24" fmla="*/ 2147483646 w 121"/>
                      <a:gd name="T25" fmla="*/ 2147483646 h 61"/>
                      <a:gd name="T26" fmla="*/ 2147483646 w 121"/>
                      <a:gd name="T27" fmla="*/ 2147483646 h 61"/>
                      <a:gd name="T28" fmla="*/ 2147483646 w 121"/>
                      <a:gd name="T29" fmla="*/ 2147483646 h 61"/>
                      <a:gd name="T30" fmla="*/ 2147483646 w 121"/>
                      <a:gd name="T31" fmla="*/ 2147483646 h 61"/>
                      <a:gd name="T32" fmla="*/ 2147483646 w 121"/>
                      <a:gd name="T33" fmla="*/ 2147483646 h 61"/>
                      <a:gd name="T34" fmla="*/ 2147483646 w 121"/>
                      <a:gd name="T35" fmla="*/ 2147483646 h 61"/>
                      <a:gd name="T36" fmla="*/ 2147483646 w 121"/>
                      <a:gd name="T37" fmla="*/ 2147483646 h 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1" h="61">
                        <a:moveTo>
                          <a:pt x="117" y="2"/>
                        </a:moveTo>
                        <a:cubicBezTo>
                          <a:pt x="114" y="0"/>
                          <a:pt x="111" y="1"/>
                          <a:pt x="109" y="4"/>
                        </a:cubicBezTo>
                        <a:cubicBezTo>
                          <a:pt x="91" y="29"/>
                          <a:pt x="91" y="29"/>
                          <a:pt x="91" y="29"/>
                        </a:cubicBezTo>
                        <a:cubicBezTo>
                          <a:pt x="71" y="16"/>
                          <a:pt x="71" y="16"/>
                          <a:pt x="71" y="16"/>
                        </a:cubicBezTo>
                        <a:cubicBezTo>
                          <a:pt x="68" y="14"/>
                          <a:pt x="65" y="15"/>
                          <a:pt x="63" y="17"/>
                        </a:cubicBezTo>
                        <a:cubicBezTo>
                          <a:pt x="47" y="36"/>
                          <a:pt x="47" y="36"/>
                          <a:pt x="47" y="36"/>
                        </a:cubicBezTo>
                        <a:cubicBezTo>
                          <a:pt x="31" y="29"/>
                          <a:pt x="31" y="29"/>
                          <a:pt x="31" y="29"/>
                        </a:cubicBezTo>
                        <a:cubicBezTo>
                          <a:pt x="29" y="28"/>
                          <a:pt x="26" y="29"/>
                          <a:pt x="25" y="30"/>
                        </a:cubicBezTo>
                        <a:cubicBezTo>
                          <a:pt x="3" y="50"/>
                          <a:pt x="3" y="50"/>
                          <a:pt x="3" y="50"/>
                        </a:cubicBezTo>
                        <a:cubicBezTo>
                          <a:pt x="0" y="52"/>
                          <a:pt x="0" y="56"/>
                          <a:pt x="2" y="58"/>
                        </a:cubicBezTo>
                        <a:cubicBezTo>
                          <a:pt x="4" y="61"/>
                          <a:pt x="8" y="61"/>
                          <a:pt x="11" y="59"/>
                        </a:cubicBezTo>
                        <a:cubicBezTo>
                          <a:pt x="30" y="42"/>
                          <a:pt x="30" y="42"/>
                          <a:pt x="30" y="42"/>
                        </a:cubicBezTo>
                        <a:cubicBezTo>
                          <a:pt x="47" y="49"/>
                          <a:pt x="47" y="49"/>
                          <a:pt x="47" y="49"/>
                        </a:cubicBezTo>
                        <a:cubicBezTo>
                          <a:pt x="49" y="50"/>
                          <a:pt x="52" y="50"/>
                          <a:pt x="54" y="48"/>
                        </a:cubicBezTo>
                        <a:cubicBezTo>
                          <a:pt x="69" y="29"/>
                          <a:pt x="69" y="29"/>
                          <a:pt x="69" y="29"/>
                        </a:cubicBezTo>
                        <a:cubicBezTo>
                          <a:pt x="90" y="42"/>
                          <a:pt x="90" y="42"/>
                          <a:pt x="90" y="42"/>
                        </a:cubicBezTo>
                        <a:cubicBezTo>
                          <a:pt x="93" y="44"/>
                          <a:pt x="96" y="43"/>
                          <a:pt x="98" y="40"/>
                        </a:cubicBezTo>
                        <a:cubicBezTo>
                          <a:pt x="119" y="10"/>
                          <a:pt x="119" y="10"/>
                          <a:pt x="119" y="10"/>
                        </a:cubicBezTo>
                        <a:cubicBezTo>
                          <a:pt x="121" y="8"/>
                          <a:pt x="120" y="4"/>
                          <a:pt x="117" y="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2" name="Freeform 501">
                    <a:extLst>
                      <a:ext uri="{FF2B5EF4-FFF2-40B4-BE49-F238E27FC236}">
                        <a16:creationId xmlns:a16="http://schemas.microsoft.com/office/drawing/2014/main" id="{2D605FDF-21DE-423D-A654-87082829301D}"/>
                      </a:ext>
                    </a:extLst>
                  </p:cNvPr>
                  <p:cNvSpPr>
                    <a:spLocks/>
                  </p:cNvSpPr>
                  <p:nvPr/>
                </p:nvSpPr>
                <p:spPr bwMode="auto">
                  <a:xfrm>
                    <a:off x="4245122" y="4434613"/>
                    <a:ext cx="115609" cy="57804"/>
                  </a:xfrm>
                  <a:custGeom>
                    <a:avLst/>
                    <a:gdLst>
                      <a:gd name="T0" fmla="*/ 2147483646 w 120"/>
                      <a:gd name="T1" fmla="*/ 2147483646 h 61"/>
                      <a:gd name="T2" fmla="*/ 2147483646 w 120"/>
                      <a:gd name="T3" fmla="*/ 2147483646 h 61"/>
                      <a:gd name="T4" fmla="*/ 2147483646 w 120"/>
                      <a:gd name="T5" fmla="*/ 2147483646 h 61"/>
                      <a:gd name="T6" fmla="*/ 2147483646 w 120"/>
                      <a:gd name="T7" fmla="*/ 2147483646 h 61"/>
                      <a:gd name="T8" fmla="*/ 2147483646 w 120"/>
                      <a:gd name="T9" fmla="*/ 2147483646 h 61"/>
                      <a:gd name="T10" fmla="*/ 2147483646 w 120"/>
                      <a:gd name="T11" fmla="*/ 2147483646 h 61"/>
                      <a:gd name="T12" fmla="*/ 2147483646 w 120"/>
                      <a:gd name="T13" fmla="*/ 2147483646 h 61"/>
                      <a:gd name="T14" fmla="*/ 2147483646 w 120"/>
                      <a:gd name="T15" fmla="*/ 2147483646 h 61"/>
                      <a:gd name="T16" fmla="*/ 2147483646 w 120"/>
                      <a:gd name="T17" fmla="*/ 2147483646 h 61"/>
                      <a:gd name="T18" fmla="*/ 2147483646 w 120"/>
                      <a:gd name="T19" fmla="*/ 2147483646 h 61"/>
                      <a:gd name="T20" fmla="*/ 2147483646 w 120"/>
                      <a:gd name="T21" fmla="*/ 2147483646 h 61"/>
                      <a:gd name="T22" fmla="*/ 2147483646 w 120"/>
                      <a:gd name="T23" fmla="*/ 2147483646 h 61"/>
                      <a:gd name="T24" fmla="*/ 2147483646 w 120"/>
                      <a:gd name="T25" fmla="*/ 2147483646 h 61"/>
                      <a:gd name="T26" fmla="*/ 2147483646 w 120"/>
                      <a:gd name="T27" fmla="*/ 2147483646 h 61"/>
                      <a:gd name="T28" fmla="*/ 2147483646 w 120"/>
                      <a:gd name="T29" fmla="*/ 2147483646 h 61"/>
                      <a:gd name="T30" fmla="*/ 2147483646 w 120"/>
                      <a:gd name="T31" fmla="*/ 2147483646 h 61"/>
                      <a:gd name="T32" fmla="*/ 2147483646 w 120"/>
                      <a:gd name="T33" fmla="*/ 2147483646 h 61"/>
                      <a:gd name="T34" fmla="*/ 2147483646 w 120"/>
                      <a:gd name="T35" fmla="*/ 2147483646 h 61"/>
                      <a:gd name="T36" fmla="*/ 2147483646 w 120"/>
                      <a:gd name="T37" fmla="*/ 2147483646 h 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0" h="61">
                        <a:moveTo>
                          <a:pt x="90" y="42"/>
                        </a:moveTo>
                        <a:cubicBezTo>
                          <a:pt x="92" y="44"/>
                          <a:pt x="96" y="43"/>
                          <a:pt x="98" y="40"/>
                        </a:cubicBezTo>
                        <a:cubicBezTo>
                          <a:pt x="119" y="10"/>
                          <a:pt x="119" y="10"/>
                          <a:pt x="119" y="10"/>
                        </a:cubicBezTo>
                        <a:cubicBezTo>
                          <a:pt x="120" y="8"/>
                          <a:pt x="120" y="4"/>
                          <a:pt x="117" y="2"/>
                        </a:cubicBezTo>
                        <a:cubicBezTo>
                          <a:pt x="114" y="0"/>
                          <a:pt x="111" y="1"/>
                          <a:pt x="109" y="4"/>
                        </a:cubicBezTo>
                        <a:cubicBezTo>
                          <a:pt x="91" y="29"/>
                          <a:pt x="91" y="29"/>
                          <a:pt x="91" y="29"/>
                        </a:cubicBezTo>
                        <a:cubicBezTo>
                          <a:pt x="71" y="16"/>
                          <a:pt x="71" y="16"/>
                          <a:pt x="71" y="16"/>
                        </a:cubicBezTo>
                        <a:cubicBezTo>
                          <a:pt x="68" y="14"/>
                          <a:pt x="65" y="15"/>
                          <a:pt x="63" y="17"/>
                        </a:cubicBezTo>
                        <a:cubicBezTo>
                          <a:pt x="47" y="36"/>
                          <a:pt x="47" y="36"/>
                          <a:pt x="47" y="36"/>
                        </a:cubicBezTo>
                        <a:cubicBezTo>
                          <a:pt x="31" y="29"/>
                          <a:pt x="31" y="29"/>
                          <a:pt x="31" y="29"/>
                        </a:cubicBezTo>
                        <a:cubicBezTo>
                          <a:pt x="29" y="28"/>
                          <a:pt x="26" y="29"/>
                          <a:pt x="24" y="30"/>
                        </a:cubicBezTo>
                        <a:cubicBezTo>
                          <a:pt x="3" y="50"/>
                          <a:pt x="3" y="50"/>
                          <a:pt x="3" y="50"/>
                        </a:cubicBezTo>
                        <a:cubicBezTo>
                          <a:pt x="0" y="52"/>
                          <a:pt x="0" y="56"/>
                          <a:pt x="2" y="58"/>
                        </a:cubicBezTo>
                        <a:cubicBezTo>
                          <a:pt x="4" y="61"/>
                          <a:pt x="8" y="61"/>
                          <a:pt x="11" y="59"/>
                        </a:cubicBezTo>
                        <a:cubicBezTo>
                          <a:pt x="30" y="42"/>
                          <a:pt x="30" y="42"/>
                          <a:pt x="30" y="42"/>
                        </a:cubicBezTo>
                        <a:cubicBezTo>
                          <a:pt x="47" y="49"/>
                          <a:pt x="47" y="49"/>
                          <a:pt x="47" y="49"/>
                        </a:cubicBezTo>
                        <a:cubicBezTo>
                          <a:pt x="49" y="50"/>
                          <a:pt x="52" y="50"/>
                          <a:pt x="54" y="48"/>
                        </a:cubicBezTo>
                        <a:cubicBezTo>
                          <a:pt x="69" y="29"/>
                          <a:pt x="69" y="29"/>
                          <a:pt x="69" y="29"/>
                        </a:cubicBezTo>
                        <a:lnTo>
                          <a:pt x="90" y="4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3" name="Freeform 503">
                    <a:extLst>
                      <a:ext uri="{FF2B5EF4-FFF2-40B4-BE49-F238E27FC236}">
                        <a16:creationId xmlns:a16="http://schemas.microsoft.com/office/drawing/2014/main" id="{44AD5BB8-2C0F-4B45-B753-206CCBD1279D}"/>
                      </a:ext>
                    </a:extLst>
                  </p:cNvPr>
                  <p:cNvSpPr>
                    <a:spLocks noEditPoints="1"/>
                  </p:cNvSpPr>
                  <p:nvPr/>
                </p:nvSpPr>
                <p:spPr bwMode="auto">
                  <a:xfrm>
                    <a:off x="5064013" y="5742913"/>
                    <a:ext cx="86707" cy="97305"/>
                  </a:xfrm>
                  <a:custGeom>
                    <a:avLst/>
                    <a:gdLst>
                      <a:gd name="T0" fmla="*/ 2147483646 w 91"/>
                      <a:gd name="T1" fmla="*/ 2147483646 h 102"/>
                      <a:gd name="T2" fmla="*/ 2147483646 w 91"/>
                      <a:gd name="T3" fmla="*/ 2147483646 h 102"/>
                      <a:gd name="T4" fmla="*/ 2147483646 w 91"/>
                      <a:gd name="T5" fmla="*/ 2147483646 h 102"/>
                      <a:gd name="T6" fmla="*/ 2147483646 w 91"/>
                      <a:gd name="T7" fmla="*/ 2147483646 h 102"/>
                      <a:gd name="T8" fmla="*/ 2147483646 w 91"/>
                      <a:gd name="T9" fmla="*/ 2147483646 h 102"/>
                      <a:gd name="T10" fmla="*/ 2147483646 w 91"/>
                      <a:gd name="T11" fmla="*/ 2147483646 h 102"/>
                      <a:gd name="T12" fmla="*/ 2147483646 w 91"/>
                      <a:gd name="T13" fmla="*/ 0 h 102"/>
                      <a:gd name="T14" fmla="*/ 2147483646 w 91"/>
                      <a:gd name="T15" fmla="*/ 2147483646 h 102"/>
                      <a:gd name="T16" fmla="*/ 2147483646 w 91"/>
                      <a:gd name="T17" fmla="*/ 2147483646 h 102"/>
                      <a:gd name="T18" fmla="*/ 2147483646 w 91"/>
                      <a:gd name="T19" fmla="*/ 2147483646 h 102"/>
                      <a:gd name="T20" fmla="*/ 2147483646 w 91"/>
                      <a:gd name="T21" fmla="*/ 2147483646 h 102"/>
                      <a:gd name="T22" fmla="*/ 0 w 91"/>
                      <a:gd name="T23" fmla="*/ 2147483646 h 102"/>
                      <a:gd name="T24" fmla="*/ 2147483646 w 91"/>
                      <a:gd name="T25" fmla="*/ 2147483646 h 102"/>
                      <a:gd name="T26" fmla="*/ 2147483646 w 91"/>
                      <a:gd name="T27" fmla="*/ 2147483646 h 102"/>
                      <a:gd name="T28" fmla="*/ 2147483646 w 91"/>
                      <a:gd name="T29" fmla="*/ 2147483646 h 102"/>
                      <a:gd name="T30" fmla="*/ 2147483646 w 91"/>
                      <a:gd name="T31" fmla="*/ 2147483646 h 102"/>
                      <a:gd name="T32" fmla="*/ 2147483646 w 91"/>
                      <a:gd name="T33" fmla="*/ 2147483646 h 102"/>
                      <a:gd name="T34" fmla="*/ 2147483646 w 91"/>
                      <a:gd name="T35" fmla="*/ 2147483646 h 102"/>
                      <a:gd name="T36" fmla="*/ 2147483646 w 91"/>
                      <a:gd name="T37" fmla="*/ 2147483646 h 102"/>
                      <a:gd name="T38" fmla="*/ 2147483646 w 91"/>
                      <a:gd name="T39" fmla="*/ 2147483646 h 102"/>
                      <a:gd name="T40" fmla="*/ 2147483646 w 91"/>
                      <a:gd name="T41" fmla="*/ 2147483646 h 102"/>
                      <a:gd name="T42" fmla="*/ 2147483646 w 91"/>
                      <a:gd name="T43" fmla="*/ 2147483646 h 102"/>
                      <a:gd name="T44" fmla="*/ 2147483646 w 91"/>
                      <a:gd name="T45" fmla="*/ 2147483646 h 102"/>
                      <a:gd name="T46" fmla="*/ 2147483646 w 91"/>
                      <a:gd name="T47" fmla="*/ 2147483646 h 102"/>
                      <a:gd name="T48" fmla="*/ 2147483646 w 91"/>
                      <a:gd name="T49" fmla="*/ 2147483646 h 102"/>
                      <a:gd name="T50" fmla="*/ 2147483646 w 91"/>
                      <a:gd name="T51" fmla="*/ 2147483646 h 102"/>
                      <a:gd name="T52" fmla="*/ 2147483646 w 91"/>
                      <a:gd name="T53" fmla="*/ 2147483646 h 102"/>
                      <a:gd name="T54" fmla="*/ 2147483646 w 91"/>
                      <a:gd name="T55" fmla="*/ 2147483646 h 102"/>
                      <a:gd name="T56" fmla="*/ 2147483646 w 91"/>
                      <a:gd name="T57" fmla="*/ 2147483646 h 102"/>
                      <a:gd name="T58" fmla="*/ 2147483646 w 91"/>
                      <a:gd name="T59" fmla="*/ 2147483646 h 102"/>
                      <a:gd name="T60" fmla="*/ 2147483646 w 91"/>
                      <a:gd name="T61" fmla="*/ 2147483646 h 102"/>
                      <a:gd name="T62" fmla="*/ 2147483646 w 91"/>
                      <a:gd name="T63" fmla="*/ 2147483646 h 102"/>
                      <a:gd name="T64" fmla="*/ 2147483646 w 91"/>
                      <a:gd name="T65" fmla="*/ 2147483646 h 102"/>
                      <a:gd name="T66" fmla="*/ 2147483646 w 91"/>
                      <a:gd name="T67" fmla="*/ 2147483646 h 102"/>
                      <a:gd name="T68" fmla="*/ 2147483646 w 91"/>
                      <a:gd name="T69" fmla="*/ 2147483646 h 102"/>
                      <a:gd name="T70" fmla="*/ 2147483646 w 91"/>
                      <a:gd name="T71" fmla="*/ 2147483646 h 102"/>
                      <a:gd name="T72" fmla="*/ 2147483646 w 91"/>
                      <a:gd name="T73" fmla="*/ 2147483646 h 102"/>
                      <a:gd name="T74" fmla="*/ 2147483646 w 91"/>
                      <a:gd name="T75" fmla="*/ 2147483646 h 102"/>
                      <a:gd name="T76" fmla="*/ 2147483646 w 91"/>
                      <a:gd name="T77" fmla="*/ 2147483646 h 102"/>
                      <a:gd name="T78" fmla="*/ 2147483646 w 91"/>
                      <a:gd name="T79" fmla="*/ 2147483646 h 102"/>
                      <a:gd name="T80" fmla="*/ 2147483646 w 91"/>
                      <a:gd name="T81" fmla="*/ 2147483646 h 102"/>
                      <a:gd name="T82" fmla="*/ 2147483646 w 91"/>
                      <a:gd name="T83" fmla="*/ 2147483646 h 102"/>
                      <a:gd name="T84" fmla="*/ 2147483646 w 91"/>
                      <a:gd name="T85" fmla="*/ 2147483646 h 102"/>
                      <a:gd name="T86" fmla="*/ 2147483646 w 91"/>
                      <a:gd name="T87" fmla="*/ 2147483646 h 102"/>
                      <a:gd name="T88" fmla="*/ 2147483646 w 91"/>
                      <a:gd name="T89" fmla="*/ 2147483646 h 102"/>
                      <a:gd name="T90" fmla="*/ 2147483646 w 91"/>
                      <a:gd name="T91" fmla="*/ 2147483646 h 102"/>
                      <a:gd name="T92" fmla="*/ 2147483646 w 91"/>
                      <a:gd name="T93" fmla="*/ 2147483646 h 102"/>
                      <a:gd name="T94" fmla="*/ 2147483646 w 91"/>
                      <a:gd name="T95" fmla="*/ 2147483646 h 102"/>
                      <a:gd name="T96" fmla="*/ 2147483646 w 91"/>
                      <a:gd name="T97" fmla="*/ 2147483646 h 102"/>
                      <a:gd name="T98" fmla="*/ 2147483646 w 91"/>
                      <a:gd name="T99" fmla="*/ 2147483646 h 102"/>
                      <a:gd name="T100" fmla="*/ 2147483646 w 91"/>
                      <a:gd name="T101" fmla="*/ 2147483646 h 102"/>
                      <a:gd name="T102" fmla="*/ 2147483646 w 91"/>
                      <a:gd name="T103" fmla="*/ 2147483646 h 102"/>
                      <a:gd name="T104" fmla="*/ 2147483646 w 91"/>
                      <a:gd name="T105" fmla="*/ 2147483646 h 102"/>
                      <a:gd name="T106" fmla="*/ 2147483646 w 91"/>
                      <a:gd name="T107" fmla="*/ 2147483646 h 102"/>
                      <a:gd name="T108" fmla="*/ 2147483646 w 91"/>
                      <a:gd name="T109" fmla="*/ 2147483646 h 102"/>
                      <a:gd name="T110" fmla="*/ 2147483646 w 91"/>
                      <a:gd name="T111" fmla="*/ 2147483646 h 102"/>
                      <a:gd name="T112" fmla="*/ 2147483646 w 91"/>
                      <a:gd name="T113" fmla="*/ 2147483646 h 10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1" h="102">
                        <a:moveTo>
                          <a:pt x="88" y="49"/>
                        </a:moveTo>
                        <a:cubicBezTo>
                          <a:pt x="90" y="41"/>
                          <a:pt x="91" y="35"/>
                          <a:pt x="91" y="31"/>
                        </a:cubicBezTo>
                        <a:cubicBezTo>
                          <a:pt x="91" y="27"/>
                          <a:pt x="90" y="25"/>
                          <a:pt x="90" y="25"/>
                        </a:cubicBezTo>
                        <a:cubicBezTo>
                          <a:pt x="90" y="23"/>
                          <a:pt x="89" y="22"/>
                          <a:pt x="89" y="20"/>
                        </a:cubicBezTo>
                        <a:cubicBezTo>
                          <a:pt x="88" y="19"/>
                          <a:pt x="87" y="17"/>
                          <a:pt x="86" y="16"/>
                        </a:cubicBezTo>
                        <a:cubicBezTo>
                          <a:pt x="86" y="15"/>
                          <a:pt x="83" y="11"/>
                          <a:pt x="77" y="7"/>
                        </a:cubicBezTo>
                        <a:cubicBezTo>
                          <a:pt x="70" y="3"/>
                          <a:pt x="60" y="0"/>
                          <a:pt x="46" y="0"/>
                        </a:cubicBezTo>
                        <a:cubicBezTo>
                          <a:pt x="31" y="0"/>
                          <a:pt x="21" y="3"/>
                          <a:pt x="15" y="7"/>
                        </a:cubicBezTo>
                        <a:cubicBezTo>
                          <a:pt x="8" y="11"/>
                          <a:pt x="5" y="15"/>
                          <a:pt x="5" y="16"/>
                        </a:cubicBezTo>
                        <a:cubicBezTo>
                          <a:pt x="4" y="17"/>
                          <a:pt x="3" y="19"/>
                          <a:pt x="2" y="20"/>
                        </a:cubicBezTo>
                        <a:cubicBezTo>
                          <a:pt x="2" y="22"/>
                          <a:pt x="1" y="23"/>
                          <a:pt x="1" y="25"/>
                        </a:cubicBezTo>
                        <a:cubicBezTo>
                          <a:pt x="1" y="25"/>
                          <a:pt x="0" y="27"/>
                          <a:pt x="0" y="31"/>
                        </a:cubicBezTo>
                        <a:cubicBezTo>
                          <a:pt x="0" y="35"/>
                          <a:pt x="1" y="41"/>
                          <a:pt x="3" y="49"/>
                        </a:cubicBezTo>
                        <a:cubicBezTo>
                          <a:pt x="4" y="57"/>
                          <a:pt x="8" y="65"/>
                          <a:pt x="13" y="74"/>
                        </a:cubicBezTo>
                        <a:cubicBezTo>
                          <a:pt x="19" y="83"/>
                          <a:pt x="28" y="93"/>
                          <a:pt x="40" y="101"/>
                        </a:cubicBezTo>
                        <a:cubicBezTo>
                          <a:pt x="40" y="101"/>
                          <a:pt x="40" y="101"/>
                          <a:pt x="40" y="101"/>
                        </a:cubicBezTo>
                        <a:cubicBezTo>
                          <a:pt x="42" y="102"/>
                          <a:pt x="44" y="102"/>
                          <a:pt x="46" y="102"/>
                        </a:cubicBezTo>
                        <a:cubicBezTo>
                          <a:pt x="48" y="102"/>
                          <a:pt x="50" y="102"/>
                          <a:pt x="51" y="101"/>
                        </a:cubicBezTo>
                        <a:cubicBezTo>
                          <a:pt x="51" y="101"/>
                          <a:pt x="51" y="101"/>
                          <a:pt x="51" y="101"/>
                        </a:cubicBezTo>
                        <a:cubicBezTo>
                          <a:pt x="64" y="93"/>
                          <a:pt x="72" y="83"/>
                          <a:pt x="78" y="74"/>
                        </a:cubicBezTo>
                        <a:cubicBezTo>
                          <a:pt x="84" y="65"/>
                          <a:pt x="87" y="57"/>
                          <a:pt x="88" y="49"/>
                        </a:cubicBezTo>
                        <a:close/>
                        <a:moveTo>
                          <a:pt x="75" y="21"/>
                        </a:moveTo>
                        <a:cubicBezTo>
                          <a:pt x="76" y="22"/>
                          <a:pt x="76" y="22"/>
                          <a:pt x="76" y="22"/>
                        </a:cubicBezTo>
                        <a:cubicBezTo>
                          <a:pt x="76" y="22"/>
                          <a:pt x="76" y="22"/>
                          <a:pt x="76" y="22"/>
                        </a:cubicBezTo>
                        <a:cubicBezTo>
                          <a:pt x="77" y="23"/>
                          <a:pt x="77" y="24"/>
                          <a:pt x="78" y="25"/>
                        </a:cubicBezTo>
                        <a:cubicBezTo>
                          <a:pt x="78" y="26"/>
                          <a:pt x="78" y="27"/>
                          <a:pt x="78" y="27"/>
                        </a:cubicBezTo>
                        <a:cubicBezTo>
                          <a:pt x="78" y="27"/>
                          <a:pt x="78" y="27"/>
                          <a:pt x="78" y="27"/>
                        </a:cubicBezTo>
                        <a:cubicBezTo>
                          <a:pt x="78" y="27"/>
                          <a:pt x="79" y="29"/>
                          <a:pt x="79" y="31"/>
                        </a:cubicBezTo>
                        <a:cubicBezTo>
                          <a:pt x="79" y="33"/>
                          <a:pt x="78" y="37"/>
                          <a:pt x="78" y="41"/>
                        </a:cubicBezTo>
                        <a:cubicBezTo>
                          <a:pt x="52" y="41"/>
                          <a:pt x="52" y="41"/>
                          <a:pt x="52" y="41"/>
                        </a:cubicBezTo>
                        <a:cubicBezTo>
                          <a:pt x="52" y="12"/>
                          <a:pt x="52" y="12"/>
                          <a:pt x="52" y="12"/>
                        </a:cubicBezTo>
                        <a:cubicBezTo>
                          <a:pt x="61" y="13"/>
                          <a:pt x="67" y="15"/>
                          <a:pt x="71" y="17"/>
                        </a:cubicBezTo>
                        <a:cubicBezTo>
                          <a:pt x="73" y="19"/>
                          <a:pt x="74" y="20"/>
                          <a:pt x="75" y="21"/>
                        </a:cubicBezTo>
                        <a:close/>
                        <a:moveTo>
                          <a:pt x="22" y="17"/>
                        </a:moveTo>
                        <a:cubicBezTo>
                          <a:pt x="25" y="15"/>
                          <a:pt x="31" y="13"/>
                          <a:pt x="40" y="12"/>
                        </a:cubicBezTo>
                        <a:cubicBezTo>
                          <a:pt x="40" y="41"/>
                          <a:pt x="40" y="41"/>
                          <a:pt x="40" y="41"/>
                        </a:cubicBezTo>
                        <a:cubicBezTo>
                          <a:pt x="13" y="41"/>
                          <a:pt x="13" y="41"/>
                          <a:pt x="13" y="41"/>
                        </a:cubicBezTo>
                        <a:cubicBezTo>
                          <a:pt x="13" y="37"/>
                          <a:pt x="12" y="33"/>
                          <a:pt x="12" y="31"/>
                        </a:cubicBezTo>
                        <a:cubicBezTo>
                          <a:pt x="12" y="30"/>
                          <a:pt x="13" y="29"/>
                          <a:pt x="13" y="28"/>
                        </a:cubicBezTo>
                        <a:cubicBezTo>
                          <a:pt x="13" y="27"/>
                          <a:pt x="13" y="27"/>
                          <a:pt x="13" y="27"/>
                        </a:cubicBezTo>
                        <a:cubicBezTo>
                          <a:pt x="13" y="27"/>
                          <a:pt x="13" y="27"/>
                          <a:pt x="13" y="27"/>
                        </a:cubicBezTo>
                        <a:cubicBezTo>
                          <a:pt x="13" y="27"/>
                          <a:pt x="13" y="26"/>
                          <a:pt x="14" y="25"/>
                        </a:cubicBezTo>
                        <a:cubicBezTo>
                          <a:pt x="14" y="24"/>
                          <a:pt x="14" y="23"/>
                          <a:pt x="15" y="22"/>
                        </a:cubicBezTo>
                        <a:cubicBezTo>
                          <a:pt x="15" y="22"/>
                          <a:pt x="17" y="20"/>
                          <a:pt x="22" y="17"/>
                        </a:cubicBezTo>
                        <a:close/>
                        <a:moveTo>
                          <a:pt x="15" y="22"/>
                        </a:moveTo>
                        <a:cubicBezTo>
                          <a:pt x="15" y="22"/>
                          <a:pt x="15" y="22"/>
                          <a:pt x="15" y="22"/>
                        </a:cubicBezTo>
                        <a:cubicBezTo>
                          <a:pt x="15" y="22"/>
                          <a:pt x="15" y="22"/>
                          <a:pt x="15" y="22"/>
                        </a:cubicBezTo>
                        <a:close/>
                        <a:moveTo>
                          <a:pt x="23" y="68"/>
                        </a:moveTo>
                        <a:cubicBezTo>
                          <a:pt x="20" y="63"/>
                          <a:pt x="18" y="58"/>
                          <a:pt x="16" y="53"/>
                        </a:cubicBezTo>
                        <a:cubicBezTo>
                          <a:pt x="40" y="53"/>
                          <a:pt x="40" y="53"/>
                          <a:pt x="40" y="53"/>
                        </a:cubicBezTo>
                        <a:cubicBezTo>
                          <a:pt x="40" y="86"/>
                          <a:pt x="40" y="86"/>
                          <a:pt x="40" y="86"/>
                        </a:cubicBezTo>
                        <a:cubicBezTo>
                          <a:pt x="32" y="80"/>
                          <a:pt x="27" y="74"/>
                          <a:pt x="23" y="68"/>
                        </a:cubicBezTo>
                        <a:close/>
                        <a:moveTo>
                          <a:pt x="52" y="86"/>
                        </a:moveTo>
                        <a:cubicBezTo>
                          <a:pt x="52" y="53"/>
                          <a:pt x="52" y="53"/>
                          <a:pt x="52" y="53"/>
                        </a:cubicBezTo>
                        <a:cubicBezTo>
                          <a:pt x="75" y="53"/>
                          <a:pt x="75" y="53"/>
                          <a:pt x="75" y="53"/>
                        </a:cubicBezTo>
                        <a:cubicBezTo>
                          <a:pt x="73" y="58"/>
                          <a:pt x="71" y="63"/>
                          <a:pt x="68" y="68"/>
                        </a:cubicBezTo>
                        <a:cubicBezTo>
                          <a:pt x="64" y="74"/>
                          <a:pt x="59" y="80"/>
                          <a:pt x="52" y="8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4" name="Freeform 504">
                    <a:extLst>
                      <a:ext uri="{FF2B5EF4-FFF2-40B4-BE49-F238E27FC236}">
                        <a16:creationId xmlns:a16="http://schemas.microsoft.com/office/drawing/2014/main" id="{5DEA1E22-C7BE-4F9D-BB2A-5D70AF67EB05}"/>
                      </a:ext>
                    </a:extLst>
                  </p:cNvPr>
                  <p:cNvSpPr>
                    <a:spLocks noEditPoints="1"/>
                  </p:cNvSpPr>
                  <p:nvPr/>
                </p:nvSpPr>
                <p:spPr bwMode="auto">
                  <a:xfrm>
                    <a:off x="4491753" y="5122483"/>
                    <a:ext cx="86707" cy="97305"/>
                  </a:xfrm>
                  <a:custGeom>
                    <a:avLst/>
                    <a:gdLst>
                      <a:gd name="T0" fmla="*/ 2147483646 w 90"/>
                      <a:gd name="T1" fmla="*/ 2147483646 h 102"/>
                      <a:gd name="T2" fmla="*/ 2147483646 w 90"/>
                      <a:gd name="T3" fmla="*/ 2147483646 h 102"/>
                      <a:gd name="T4" fmla="*/ 2147483646 w 90"/>
                      <a:gd name="T5" fmla="*/ 2147483646 h 102"/>
                      <a:gd name="T6" fmla="*/ 2147483646 w 90"/>
                      <a:gd name="T7" fmla="*/ 2147483646 h 102"/>
                      <a:gd name="T8" fmla="*/ 2147483646 w 90"/>
                      <a:gd name="T9" fmla="*/ 2147483646 h 102"/>
                      <a:gd name="T10" fmla="*/ 2147483646 w 90"/>
                      <a:gd name="T11" fmla="*/ 2147483646 h 102"/>
                      <a:gd name="T12" fmla="*/ 2147483646 w 90"/>
                      <a:gd name="T13" fmla="*/ 2147483646 h 102"/>
                      <a:gd name="T14" fmla="*/ 2147483646 w 90"/>
                      <a:gd name="T15" fmla="*/ 2147483646 h 102"/>
                      <a:gd name="T16" fmla="*/ 2147483646 w 90"/>
                      <a:gd name="T17" fmla="*/ 2147483646 h 102"/>
                      <a:gd name="T18" fmla="*/ 2147483646 w 90"/>
                      <a:gd name="T19" fmla="*/ 2147483646 h 102"/>
                      <a:gd name="T20" fmla="*/ 2147483646 w 90"/>
                      <a:gd name="T21" fmla="*/ 2147483646 h 102"/>
                      <a:gd name="T22" fmla="*/ 2147483646 w 90"/>
                      <a:gd name="T23" fmla="*/ 2147483646 h 102"/>
                      <a:gd name="T24" fmla="*/ 2147483646 w 90"/>
                      <a:gd name="T25" fmla="*/ 2147483646 h 102"/>
                      <a:gd name="T26" fmla="*/ 2147483646 w 90"/>
                      <a:gd name="T27" fmla="*/ 0 h 102"/>
                      <a:gd name="T28" fmla="*/ 2147483646 w 90"/>
                      <a:gd name="T29" fmla="*/ 2147483646 h 102"/>
                      <a:gd name="T30" fmla="*/ 2147483646 w 90"/>
                      <a:gd name="T31" fmla="*/ 2147483646 h 102"/>
                      <a:gd name="T32" fmla="*/ 2147483646 w 90"/>
                      <a:gd name="T33" fmla="*/ 2147483646 h 102"/>
                      <a:gd name="T34" fmla="*/ 0 w 90"/>
                      <a:gd name="T35" fmla="*/ 2147483646 h 102"/>
                      <a:gd name="T36" fmla="*/ 0 w 90"/>
                      <a:gd name="T37" fmla="*/ 2147483646 h 102"/>
                      <a:gd name="T38" fmla="*/ 2147483646 w 90"/>
                      <a:gd name="T39" fmla="*/ 2147483646 h 102"/>
                      <a:gd name="T40" fmla="*/ 2147483646 w 90"/>
                      <a:gd name="T41" fmla="*/ 2147483646 h 102"/>
                      <a:gd name="T42" fmla="*/ 2147483646 w 90"/>
                      <a:gd name="T43" fmla="*/ 2147483646 h 102"/>
                      <a:gd name="T44" fmla="*/ 2147483646 w 90"/>
                      <a:gd name="T45" fmla="*/ 2147483646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2147483646 h 102"/>
                      <a:gd name="T58" fmla="*/ 2147483646 w 90"/>
                      <a:gd name="T59" fmla="*/ 2147483646 h 102"/>
                      <a:gd name="T60" fmla="*/ 2147483646 w 90"/>
                      <a:gd name="T61" fmla="*/ 2147483646 h 102"/>
                      <a:gd name="T62" fmla="*/ 2147483646 w 90"/>
                      <a:gd name="T63" fmla="*/ 2147483646 h 102"/>
                      <a:gd name="T64" fmla="*/ 2147483646 w 90"/>
                      <a:gd name="T65" fmla="*/ 2147483646 h 102"/>
                      <a:gd name="T66" fmla="*/ 2147483646 w 90"/>
                      <a:gd name="T67" fmla="*/ 2147483646 h 102"/>
                      <a:gd name="T68" fmla="*/ 2147483646 w 90"/>
                      <a:gd name="T69" fmla="*/ 2147483646 h 102"/>
                      <a:gd name="T70" fmla="*/ 2147483646 w 90"/>
                      <a:gd name="T71" fmla="*/ 2147483646 h 102"/>
                      <a:gd name="T72" fmla="*/ 2147483646 w 90"/>
                      <a:gd name="T73" fmla="*/ 2147483646 h 102"/>
                      <a:gd name="T74" fmla="*/ 2147483646 w 90"/>
                      <a:gd name="T75" fmla="*/ 2147483646 h 102"/>
                      <a:gd name="T76" fmla="*/ 2147483646 w 90"/>
                      <a:gd name="T77" fmla="*/ 2147483646 h 102"/>
                      <a:gd name="T78" fmla="*/ 2147483646 w 90"/>
                      <a:gd name="T79" fmla="*/ 2147483646 h 102"/>
                      <a:gd name="T80" fmla="*/ 2147483646 w 90"/>
                      <a:gd name="T81" fmla="*/ 2147483646 h 102"/>
                      <a:gd name="T82" fmla="*/ 2147483646 w 90"/>
                      <a:gd name="T83" fmla="*/ 2147483646 h 102"/>
                      <a:gd name="T84" fmla="*/ 2147483646 w 90"/>
                      <a:gd name="T85" fmla="*/ 2147483646 h 102"/>
                      <a:gd name="T86" fmla="*/ 2147483646 w 90"/>
                      <a:gd name="T87" fmla="*/ 2147483646 h 102"/>
                      <a:gd name="T88" fmla="*/ 2147483646 w 90"/>
                      <a:gd name="T89" fmla="*/ 2147483646 h 102"/>
                      <a:gd name="T90" fmla="*/ 2147483646 w 90"/>
                      <a:gd name="T91" fmla="*/ 2147483646 h 102"/>
                      <a:gd name="T92" fmla="*/ 2147483646 w 90"/>
                      <a:gd name="T93" fmla="*/ 2147483646 h 102"/>
                      <a:gd name="T94" fmla="*/ 2147483646 w 90"/>
                      <a:gd name="T95" fmla="*/ 2147483646 h 102"/>
                      <a:gd name="T96" fmla="*/ 2147483646 w 90"/>
                      <a:gd name="T97" fmla="*/ 2147483646 h 102"/>
                      <a:gd name="T98" fmla="*/ 2147483646 w 90"/>
                      <a:gd name="T99" fmla="*/ 2147483646 h 102"/>
                      <a:gd name="T100" fmla="*/ 2147483646 w 90"/>
                      <a:gd name="T101" fmla="*/ 2147483646 h 102"/>
                      <a:gd name="T102" fmla="*/ 2147483646 w 90"/>
                      <a:gd name="T103" fmla="*/ 2147483646 h 102"/>
                      <a:gd name="T104" fmla="*/ 2147483646 w 90"/>
                      <a:gd name="T105" fmla="*/ 2147483646 h 1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90" h="102">
                        <a:moveTo>
                          <a:pt x="13" y="74"/>
                        </a:moveTo>
                        <a:cubicBezTo>
                          <a:pt x="19" y="83"/>
                          <a:pt x="27" y="93"/>
                          <a:pt x="39" y="101"/>
                        </a:cubicBezTo>
                        <a:cubicBezTo>
                          <a:pt x="39" y="101"/>
                          <a:pt x="39" y="101"/>
                          <a:pt x="39" y="101"/>
                        </a:cubicBezTo>
                        <a:cubicBezTo>
                          <a:pt x="41" y="102"/>
                          <a:pt x="43" y="102"/>
                          <a:pt x="45" y="102"/>
                        </a:cubicBezTo>
                        <a:cubicBezTo>
                          <a:pt x="47" y="102"/>
                          <a:pt x="49" y="102"/>
                          <a:pt x="51" y="101"/>
                        </a:cubicBezTo>
                        <a:cubicBezTo>
                          <a:pt x="51" y="101"/>
                          <a:pt x="51" y="101"/>
                          <a:pt x="51" y="101"/>
                        </a:cubicBezTo>
                        <a:cubicBezTo>
                          <a:pt x="63" y="93"/>
                          <a:pt x="72" y="83"/>
                          <a:pt x="77" y="74"/>
                        </a:cubicBezTo>
                        <a:cubicBezTo>
                          <a:pt x="83" y="65"/>
                          <a:pt x="86" y="57"/>
                          <a:pt x="88" y="49"/>
                        </a:cubicBezTo>
                        <a:cubicBezTo>
                          <a:pt x="90" y="41"/>
                          <a:pt x="90" y="35"/>
                          <a:pt x="90" y="31"/>
                        </a:cubicBezTo>
                        <a:cubicBezTo>
                          <a:pt x="90" y="27"/>
                          <a:pt x="90" y="25"/>
                          <a:pt x="90" y="25"/>
                        </a:cubicBezTo>
                        <a:cubicBezTo>
                          <a:pt x="89" y="23"/>
                          <a:pt x="89" y="22"/>
                          <a:pt x="88" y="20"/>
                        </a:cubicBezTo>
                        <a:cubicBezTo>
                          <a:pt x="88" y="19"/>
                          <a:pt x="87" y="17"/>
                          <a:pt x="86" y="16"/>
                        </a:cubicBezTo>
                        <a:cubicBezTo>
                          <a:pt x="86" y="15"/>
                          <a:pt x="83" y="11"/>
                          <a:pt x="76" y="7"/>
                        </a:cubicBezTo>
                        <a:cubicBezTo>
                          <a:pt x="70" y="3"/>
                          <a:pt x="60" y="0"/>
                          <a:pt x="45" y="0"/>
                        </a:cubicBezTo>
                        <a:cubicBezTo>
                          <a:pt x="31" y="0"/>
                          <a:pt x="21" y="3"/>
                          <a:pt x="14" y="7"/>
                        </a:cubicBezTo>
                        <a:cubicBezTo>
                          <a:pt x="8" y="11"/>
                          <a:pt x="5" y="15"/>
                          <a:pt x="4" y="16"/>
                        </a:cubicBezTo>
                        <a:cubicBezTo>
                          <a:pt x="3" y="17"/>
                          <a:pt x="3" y="19"/>
                          <a:pt x="2" y="20"/>
                        </a:cubicBezTo>
                        <a:cubicBezTo>
                          <a:pt x="1" y="22"/>
                          <a:pt x="1" y="23"/>
                          <a:pt x="0" y="25"/>
                        </a:cubicBezTo>
                        <a:cubicBezTo>
                          <a:pt x="0" y="25"/>
                          <a:pt x="0" y="27"/>
                          <a:pt x="0" y="31"/>
                        </a:cubicBezTo>
                        <a:cubicBezTo>
                          <a:pt x="0" y="35"/>
                          <a:pt x="0" y="41"/>
                          <a:pt x="2" y="49"/>
                        </a:cubicBezTo>
                        <a:cubicBezTo>
                          <a:pt x="4" y="57"/>
                          <a:pt x="7" y="65"/>
                          <a:pt x="13" y="74"/>
                        </a:cubicBezTo>
                        <a:close/>
                        <a:moveTo>
                          <a:pt x="23" y="68"/>
                        </a:moveTo>
                        <a:cubicBezTo>
                          <a:pt x="20" y="63"/>
                          <a:pt x="18" y="58"/>
                          <a:pt x="16" y="53"/>
                        </a:cubicBezTo>
                        <a:cubicBezTo>
                          <a:pt x="39" y="53"/>
                          <a:pt x="39" y="53"/>
                          <a:pt x="39" y="53"/>
                        </a:cubicBezTo>
                        <a:cubicBezTo>
                          <a:pt x="39" y="86"/>
                          <a:pt x="39" y="86"/>
                          <a:pt x="39" y="86"/>
                        </a:cubicBezTo>
                        <a:cubicBezTo>
                          <a:pt x="32" y="80"/>
                          <a:pt x="27" y="74"/>
                          <a:pt x="23" y="68"/>
                        </a:cubicBezTo>
                        <a:close/>
                        <a:moveTo>
                          <a:pt x="51" y="86"/>
                        </a:moveTo>
                        <a:cubicBezTo>
                          <a:pt x="51" y="53"/>
                          <a:pt x="51" y="53"/>
                          <a:pt x="51" y="53"/>
                        </a:cubicBezTo>
                        <a:cubicBezTo>
                          <a:pt x="74" y="53"/>
                          <a:pt x="74" y="53"/>
                          <a:pt x="74" y="53"/>
                        </a:cubicBezTo>
                        <a:cubicBezTo>
                          <a:pt x="73" y="58"/>
                          <a:pt x="71" y="63"/>
                          <a:pt x="67" y="68"/>
                        </a:cubicBezTo>
                        <a:cubicBezTo>
                          <a:pt x="63" y="74"/>
                          <a:pt x="58" y="80"/>
                          <a:pt x="51" y="86"/>
                        </a:cubicBezTo>
                        <a:close/>
                        <a:moveTo>
                          <a:pt x="75" y="21"/>
                        </a:moveTo>
                        <a:cubicBezTo>
                          <a:pt x="75" y="22"/>
                          <a:pt x="76" y="22"/>
                          <a:pt x="76" y="22"/>
                        </a:cubicBezTo>
                        <a:cubicBezTo>
                          <a:pt x="76" y="22"/>
                          <a:pt x="76" y="22"/>
                          <a:pt x="76" y="22"/>
                        </a:cubicBezTo>
                        <a:cubicBezTo>
                          <a:pt x="76" y="23"/>
                          <a:pt x="77" y="24"/>
                          <a:pt x="77" y="25"/>
                        </a:cubicBezTo>
                        <a:cubicBezTo>
                          <a:pt x="78" y="26"/>
                          <a:pt x="78" y="27"/>
                          <a:pt x="78" y="27"/>
                        </a:cubicBezTo>
                        <a:cubicBezTo>
                          <a:pt x="78" y="27"/>
                          <a:pt x="78" y="29"/>
                          <a:pt x="78" y="31"/>
                        </a:cubicBezTo>
                        <a:cubicBezTo>
                          <a:pt x="78" y="33"/>
                          <a:pt x="78" y="37"/>
                          <a:pt x="77" y="41"/>
                        </a:cubicBezTo>
                        <a:cubicBezTo>
                          <a:pt x="51" y="41"/>
                          <a:pt x="51" y="41"/>
                          <a:pt x="51" y="41"/>
                        </a:cubicBezTo>
                        <a:cubicBezTo>
                          <a:pt x="51" y="12"/>
                          <a:pt x="51" y="12"/>
                          <a:pt x="51" y="12"/>
                        </a:cubicBezTo>
                        <a:cubicBezTo>
                          <a:pt x="60" y="13"/>
                          <a:pt x="66" y="15"/>
                          <a:pt x="70" y="17"/>
                        </a:cubicBezTo>
                        <a:cubicBezTo>
                          <a:pt x="72" y="19"/>
                          <a:pt x="74" y="20"/>
                          <a:pt x="75" y="21"/>
                        </a:cubicBezTo>
                        <a:close/>
                        <a:moveTo>
                          <a:pt x="21" y="17"/>
                        </a:moveTo>
                        <a:cubicBezTo>
                          <a:pt x="25" y="15"/>
                          <a:pt x="31" y="13"/>
                          <a:pt x="39" y="12"/>
                        </a:cubicBezTo>
                        <a:cubicBezTo>
                          <a:pt x="39" y="41"/>
                          <a:pt x="39" y="41"/>
                          <a:pt x="39" y="41"/>
                        </a:cubicBezTo>
                        <a:cubicBezTo>
                          <a:pt x="13" y="41"/>
                          <a:pt x="13" y="41"/>
                          <a:pt x="13" y="41"/>
                        </a:cubicBezTo>
                        <a:cubicBezTo>
                          <a:pt x="12" y="37"/>
                          <a:pt x="12" y="33"/>
                          <a:pt x="12" y="31"/>
                        </a:cubicBezTo>
                        <a:cubicBezTo>
                          <a:pt x="12" y="30"/>
                          <a:pt x="12" y="29"/>
                          <a:pt x="12" y="28"/>
                        </a:cubicBezTo>
                        <a:cubicBezTo>
                          <a:pt x="12" y="27"/>
                          <a:pt x="12" y="27"/>
                          <a:pt x="12" y="27"/>
                        </a:cubicBezTo>
                        <a:cubicBezTo>
                          <a:pt x="12" y="27"/>
                          <a:pt x="12" y="27"/>
                          <a:pt x="12" y="27"/>
                        </a:cubicBezTo>
                        <a:cubicBezTo>
                          <a:pt x="12" y="27"/>
                          <a:pt x="13" y="26"/>
                          <a:pt x="13" y="25"/>
                        </a:cubicBezTo>
                        <a:cubicBezTo>
                          <a:pt x="14" y="24"/>
                          <a:pt x="14" y="23"/>
                          <a:pt x="14" y="22"/>
                        </a:cubicBezTo>
                        <a:cubicBezTo>
                          <a:pt x="15" y="22"/>
                          <a:pt x="17" y="19"/>
                          <a:pt x="21" y="1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5" name="Freeform 505">
                    <a:extLst>
                      <a:ext uri="{FF2B5EF4-FFF2-40B4-BE49-F238E27FC236}">
                        <a16:creationId xmlns:a16="http://schemas.microsoft.com/office/drawing/2014/main" id="{0935E1EE-E4CF-40B5-A6B6-29F141898F73}"/>
                      </a:ext>
                    </a:extLst>
                  </p:cNvPr>
                  <p:cNvSpPr>
                    <a:spLocks noEditPoints="1"/>
                  </p:cNvSpPr>
                  <p:nvPr/>
                </p:nvSpPr>
                <p:spPr bwMode="auto">
                  <a:xfrm>
                    <a:off x="4982124" y="4637890"/>
                    <a:ext cx="87670" cy="99231"/>
                  </a:xfrm>
                  <a:custGeom>
                    <a:avLst/>
                    <a:gdLst>
                      <a:gd name="T0" fmla="*/ 2147483646 w 91"/>
                      <a:gd name="T1" fmla="*/ 2147483646 h 103"/>
                      <a:gd name="T2" fmla="*/ 2147483646 w 91"/>
                      <a:gd name="T3" fmla="*/ 2147483646 h 103"/>
                      <a:gd name="T4" fmla="*/ 2147483646 w 91"/>
                      <a:gd name="T5" fmla="*/ 2147483646 h 103"/>
                      <a:gd name="T6" fmla="*/ 2147483646 w 91"/>
                      <a:gd name="T7" fmla="*/ 0 h 103"/>
                      <a:gd name="T8" fmla="*/ 2147483646 w 91"/>
                      <a:gd name="T9" fmla="*/ 2147483646 h 103"/>
                      <a:gd name="T10" fmla="*/ 2147483646 w 91"/>
                      <a:gd name="T11" fmla="*/ 2147483646 h 103"/>
                      <a:gd name="T12" fmla="*/ 2147483646 w 91"/>
                      <a:gd name="T13" fmla="*/ 2147483646 h 103"/>
                      <a:gd name="T14" fmla="*/ 2147483646 w 91"/>
                      <a:gd name="T15" fmla="*/ 2147483646 h 103"/>
                      <a:gd name="T16" fmla="*/ 0 w 91"/>
                      <a:gd name="T17" fmla="*/ 2147483646 h 103"/>
                      <a:gd name="T18" fmla="*/ 2147483646 w 91"/>
                      <a:gd name="T19" fmla="*/ 2147483646 h 103"/>
                      <a:gd name="T20" fmla="*/ 2147483646 w 91"/>
                      <a:gd name="T21" fmla="*/ 2147483646 h 103"/>
                      <a:gd name="T22" fmla="*/ 2147483646 w 91"/>
                      <a:gd name="T23" fmla="*/ 2147483646 h 103"/>
                      <a:gd name="T24" fmla="*/ 2147483646 w 91"/>
                      <a:gd name="T25" fmla="*/ 2147483646 h 103"/>
                      <a:gd name="T26" fmla="*/ 2147483646 w 91"/>
                      <a:gd name="T27" fmla="*/ 2147483646 h 103"/>
                      <a:gd name="T28" fmla="*/ 2147483646 w 91"/>
                      <a:gd name="T29" fmla="*/ 2147483646 h 103"/>
                      <a:gd name="T30" fmla="*/ 2147483646 w 91"/>
                      <a:gd name="T31" fmla="*/ 2147483646 h 103"/>
                      <a:gd name="T32" fmla="*/ 2147483646 w 91"/>
                      <a:gd name="T33" fmla="*/ 2147483646 h 103"/>
                      <a:gd name="T34" fmla="*/ 2147483646 w 91"/>
                      <a:gd name="T35" fmla="*/ 2147483646 h 103"/>
                      <a:gd name="T36" fmla="*/ 2147483646 w 91"/>
                      <a:gd name="T37" fmla="*/ 2147483646 h 103"/>
                      <a:gd name="T38" fmla="*/ 2147483646 w 91"/>
                      <a:gd name="T39" fmla="*/ 2147483646 h 103"/>
                      <a:gd name="T40" fmla="*/ 2147483646 w 91"/>
                      <a:gd name="T41" fmla="*/ 2147483646 h 103"/>
                      <a:gd name="T42" fmla="*/ 2147483646 w 91"/>
                      <a:gd name="T43" fmla="*/ 2147483646 h 103"/>
                      <a:gd name="T44" fmla="*/ 2147483646 w 91"/>
                      <a:gd name="T45" fmla="*/ 2147483646 h 103"/>
                      <a:gd name="T46" fmla="*/ 2147483646 w 91"/>
                      <a:gd name="T47" fmla="*/ 2147483646 h 103"/>
                      <a:gd name="T48" fmla="*/ 2147483646 w 91"/>
                      <a:gd name="T49" fmla="*/ 2147483646 h 103"/>
                      <a:gd name="T50" fmla="*/ 2147483646 w 91"/>
                      <a:gd name="T51" fmla="*/ 2147483646 h 103"/>
                      <a:gd name="T52" fmla="*/ 2147483646 w 91"/>
                      <a:gd name="T53" fmla="*/ 2147483646 h 103"/>
                      <a:gd name="T54" fmla="*/ 2147483646 w 91"/>
                      <a:gd name="T55" fmla="*/ 2147483646 h 103"/>
                      <a:gd name="T56" fmla="*/ 2147483646 w 91"/>
                      <a:gd name="T57" fmla="*/ 2147483646 h 103"/>
                      <a:gd name="T58" fmla="*/ 2147483646 w 91"/>
                      <a:gd name="T59" fmla="*/ 2147483646 h 103"/>
                      <a:gd name="T60" fmla="*/ 2147483646 w 91"/>
                      <a:gd name="T61" fmla="*/ 2147483646 h 103"/>
                      <a:gd name="T62" fmla="*/ 2147483646 w 91"/>
                      <a:gd name="T63" fmla="*/ 2147483646 h 103"/>
                      <a:gd name="T64" fmla="*/ 2147483646 w 91"/>
                      <a:gd name="T65" fmla="*/ 2147483646 h 103"/>
                      <a:gd name="T66" fmla="*/ 2147483646 w 91"/>
                      <a:gd name="T67" fmla="*/ 2147483646 h 103"/>
                      <a:gd name="T68" fmla="*/ 2147483646 w 91"/>
                      <a:gd name="T69" fmla="*/ 2147483646 h 103"/>
                      <a:gd name="T70" fmla="*/ 2147483646 w 91"/>
                      <a:gd name="T71" fmla="*/ 2147483646 h 103"/>
                      <a:gd name="T72" fmla="*/ 2147483646 w 91"/>
                      <a:gd name="T73" fmla="*/ 2147483646 h 103"/>
                      <a:gd name="T74" fmla="*/ 2147483646 w 91"/>
                      <a:gd name="T75" fmla="*/ 2147483646 h 103"/>
                      <a:gd name="T76" fmla="*/ 2147483646 w 91"/>
                      <a:gd name="T77" fmla="*/ 2147483646 h 103"/>
                      <a:gd name="T78" fmla="*/ 2147483646 w 91"/>
                      <a:gd name="T79" fmla="*/ 2147483646 h 103"/>
                      <a:gd name="T80" fmla="*/ 2147483646 w 91"/>
                      <a:gd name="T81" fmla="*/ 2147483646 h 103"/>
                      <a:gd name="T82" fmla="*/ 2147483646 w 91"/>
                      <a:gd name="T83" fmla="*/ 2147483646 h 103"/>
                      <a:gd name="T84" fmla="*/ 2147483646 w 91"/>
                      <a:gd name="T85" fmla="*/ 2147483646 h 103"/>
                      <a:gd name="T86" fmla="*/ 2147483646 w 91"/>
                      <a:gd name="T87" fmla="*/ 2147483646 h 103"/>
                      <a:gd name="T88" fmla="*/ 2147483646 w 91"/>
                      <a:gd name="T89" fmla="*/ 2147483646 h 103"/>
                      <a:gd name="T90" fmla="*/ 2147483646 w 91"/>
                      <a:gd name="T91" fmla="*/ 2147483646 h 103"/>
                      <a:gd name="T92" fmla="*/ 2147483646 w 91"/>
                      <a:gd name="T93" fmla="*/ 2147483646 h 103"/>
                      <a:gd name="T94" fmla="*/ 2147483646 w 91"/>
                      <a:gd name="T95" fmla="*/ 2147483646 h 103"/>
                      <a:gd name="T96" fmla="*/ 2147483646 w 91"/>
                      <a:gd name="T97" fmla="*/ 2147483646 h 103"/>
                      <a:gd name="T98" fmla="*/ 2147483646 w 91"/>
                      <a:gd name="T99" fmla="*/ 2147483646 h 103"/>
                      <a:gd name="T100" fmla="*/ 2147483646 w 91"/>
                      <a:gd name="T101" fmla="*/ 2147483646 h 103"/>
                      <a:gd name="T102" fmla="*/ 2147483646 w 91"/>
                      <a:gd name="T103" fmla="*/ 2147483646 h 103"/>
                      <a:gd name="T104" fmla="*/ 2147483646 w 91"/>
                      <a:gd name="T105" fmla="*/ 2147483646 h 103"/>
                      <a:gd name="T106" fmla="*/ 2147483646 w 91"/>
                      <a:gd name="T107" fmla="*/ 2147483646 h 103"/>
                      <a:gd name="T108" fmla="*/ 2147483646 w 91"/>
                      <a:gd name="T109" fmla="*/ 2147483646 h 103"/>
                      <a:gd name="T110" fmla="*/ 2147483646 w 91"/>
                      <a:gd name="T111" fmla="*/ 2147483646 h 103"/>
                      <a:gd name="T112" fmla="*/ 2147483646 w 91"/>
                      <a:gd name="T113" fmla="*/ 2147483646 h 1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1" h="103">
                        <a:moveTo>
                          <a:pt x="89" y="20"/>
                        </a:moveTo>
                        <a:cubicBezTo>
                          <a:pt x="88" y="19"/>
                          <a:pt x="87" y="17"/>
                          <a:pt x="86" y="16"/>
                        </a:cubicBezTo>
                        <a:cubicBezTo>
                          <a:pt x="86" y="15"/>
                          <a:pt x="83" y="11"/>
                          <a:pt x="77" y="7"/>
                        </a:cubicBezTo>
                        <a:cubicBezTo>
                          <a:pt x="70" y="3"/>
                          <a:pt x="60" y="0"/>
                          <a:pt x="45" y="0"/>
                        </a:cubicBezTo>
                        <a:cubicBezTo>
                          <a:pt x="31" y="0"/>
                          <a:pt x="21" y="3"/>
                          <a:pt x="14" y="7"/>
                        </a:cubicBezTo>
                        <a:cubicBezTo>
                          <a:pt x="8" y="11"/>
                          <a:pt x="5" y="15"/>
                          <a:pt x="5" y="16"/>
                        </a:cubicBezTo>
                        <a:cubicBezTo>
                          <a:pt x="4" y="17"/>
                          <a:pt x="3" y="19"/>
                          <a:pt x="2" y="20"/>
                        </a:cubicBezTo>
                        <a:cubicBezTo>
                          <a:pt x="2" y="22"/>
                          <a:pt x="1" y="24"/>
                          <a:pt x="1" y="25"/>
                        </a:cubicBezTo>
                        <a:cubicBezTo>
                          <a:pt x="1" y="26"/>
                          <a:pt x="0" y="28"/>
                          <a:pt x="0" y="31"/>
                        </a:cubicBezTo>
                        <a:cubicBezTo>
                          <a:pt x="0" y="35"/>
                          <a:pt x="1" y="41"/>
                          <a:pt x="3" y="50"/>
                        </a:cubicBezTo>
                        <a:cubicBezTo>
                          <a:pt x="4" y="57"/>
                          <a:pt x="7" y="65"/>
                          <a:pt x="13" y="74"/>
                        </a:cubicBezTo>
                        <a:cubicBezTo>
                          <a:pt x="19" y="83"/>
                          <a:pt x="28" y="93"/>
                          <a:pt x="40" y="101"/>
                        </a:cubicBezTo>
                        <a:cubicBezTo>
                          <a:pt x="40" y="101"/>
                          <a:pt x="40" y="101"/>
                          <a:pt x="40" y="101"/>
                        </a:cubicBezTo>
                        <a:cubicBezTo>
                          <a:pt x="41" y="102"/>
                          <a:pt x="43" y="103"/>
                          <a:pt x="45" y="103"/>
                        </a:cubicBezTo>
                        <a:cubicBezTo>
                          <a:pt x="48" y="103"/>
                          <a:pt x="50" y="102"/>
                          <a:pt x="51" y="101"/>
                        </a:cubicBezTo>
                        <a:cubicBezTo>
                          <a:pt x="51" y="101"/>
                          <a:pt x="51" y="101"/>
                          <a:pt x="51" y="101"/>
                        </a:cubicBezTo>
                        <a:cubicBezTo>
                          <a:pt x="63" y="93"/>
                          <a:pt x="72" y="83"/>
                          <a:pt x="78" y="74"/>
                        </a:cubicBezTo>
                        <a:cubicBezTo>
                          <a:pt x="83" y="65"/>
                          <a:pt x="87" y="57"/>
                          <a:pt x="88" y="50"/>
                        </a:cubicBezTo>
                        <a:cubicBezTo>
                          <a:pt x="90" y="41"/>
                          <a:pt x="91" y="35"/>
                          <a:pt x="91" y="31"/>
                        </a:cubicBezTo>
                        <a:cubicBezTo>
                          <a:pt x="91" y="28"/>
                          <a:pt x="90" y="26"/>
                          <a:pt x="90" y="25"/>
                        </a:cubicBezTo>
                        <a:cubicBezTo>
                          <a:pt x="90" y="24"/>
                          <a:pt x="89" y="22"/>
                          <a:pt x="89" y="20"/>
                        </a:cubicBezTo>
                        <a:close/>
                        <a:moveTo>
                          <a:pt x="75" y="21"/>
                        </a:moveTo>
                        <a:cubicBezTo>
                          <a:pt x="76" y="22"/>
                          <a:pt x="76" y="22"/>
                          <a:pt x="76" y="22"/>
                        </a:cubicBezTo>
                        <a:cubicBezTo>
                          <a:pt x="76" y="22"/>
                          <a:pt x="76" y="22"/>
                          <a:pt x="76" y="22"/>
                        </a:cubicBezTo>
                        <a:cubicBezTo>
                          <a:pt x="77" y="23"/>
                          <a:pt x="77" y="24"/>
                          <a:pt x="78" y="25"/>
                        </a:cubicBezTo>
                        <a:cubicBezTo>
                          <a:pt x="78" y="26"/>
                          <a:pt x="78" y="27"/>
                          <a:pt x="78" y="27"/>
                        </a:cubicBezTo>
                        <a:cubicBezTo>
                          <a:pt x="78" y="27"/>
                          <a:pt x="78" y="27"/>
                          <a:pt x="78" y="27"/>
                        </a:cubicBezTo>
                        <a:cubicBezTo>
                          <a:pt x="78" y="27"/>
                          <a:pt x="79" y="29"/>
                          <a:pt x="79" y="31"/>
                        </a:cubicBezTo>
                        <a:cubicBezTo>
                          <a:pt x="79" y="34"/>
                          <a:pt x="78" y="37"/>
                          <a:pt x="78" y="41"/>
                        </a:cubicBezTo>
                        <a:cubicBezTo>
                          <a:pt x="51" y="41"/>
                          <a:pt x="51" y="41"/>
                          <a:pt x="51" y="41"/>
                        </a:cubicBezTo>
                        <a:cubicBezTo>
                          <a:pt x="51" y="12"/>
                          <a:pt x="51" y="12"/>
                          <a:pt x="51" y="12"/>
                        </a:cubicBezTo>
                        <a:cubicBezTo>
                          <a:pt x="60" y="13"/>
                          <a:pt x="67" y="15"/>
                          <a:pt x="70" y="18"/>
                        </a:cubicBezTo>
                        <a:cubicBezTo>
                          <a:pt x="73" y="19"/>
                          <a:pt x="74" y="20"/>
                          <a:pt x="75" y="21"/>
                        </a:cubicBezTo>
                        <a:close/>
                        <a:moveTo>
                          <a:pt x="21" y="17"/>
                        </a:moveTo>
                        <a:cubicBezTo>
                          <a:pt x="25" y="15"/>
                          <a:pt x="31" y="13"/>
                          <a:pt x="39" y="12"/>
                        </a:cubicBezTo>
                        <a:cubicBezTo>
                          <a:pt x="39" y="41"/>
                          <a:pt x="39" y="41"/>
                          <a:pt x="39" y="41"/>
                        </a:cubicBezTo>
                        <a:cubicBezTo>
                          <a:pt x="13" y="41"/>
                          <a:pt x="13" y="41"/>
                          <a:pt x="13" y="41"/>
                        </a:cubicBezTo>
                        <a:cubicBezTo>
                          <a:pt x="13" y="37"/>
                          <a:pt x="12" y="34"/>
                          <a:pt x="12" y="31"/>
                        </a:cubicBezTo>
                        <a:cubicBezTo>
                          <a:pt x="12" y="30"/>
                          <a:pt x="12" y="29"/>
                          <a:pt x="13" y="28"/>
                        </a:cubicBezTo>
                        <a:cubicBezTo>
                          <a:pt x="13" y="28"/>
                          <a:pt x="13" y="28"/>
                          <a:pt x="13" y="28"/>
                        </a:cubicBezTo>
                        <a:cubicBezTo>
                          <a:pt x="13" y="27"/>
                          <a:pt x="13" y="27"/>
                          <a:pt x="13" y="27"/>
                        </a:cubicBezTo>
                        <a:cubicBezTo>
                          <a:pt x="13" y="27"/>
                          <a:pt x="13" y="26"/>
                          <a:pt x="13" y="25"/>
                        </a:cubicBezTo>
                        <a:cubicBezTo>
                          <a:pt x="14" y="24"/>
                          <a:pt x="14" y="23"/>
                          <a:pt x="15" y="22"/>
                        </a:cubicBezTo>
                        <a:cubicBezTo>
                          <a:pt x="15" y="22"/>
                          <a:pt x="17" y="20"/>
                          <a:pt x="21" y="17"/>
                        </a:cubicBezTo>
                        <a:close/>
                        <a:moveTo>
                          <a:pt x="15" y="22"/>
                        </a:moveTo>
                        <a:cubicBezTo>
                          <a:pt x="15" y="22"/>
                          <a:pt x="15" y="22"/>
                          <a:pt x="15" y="22"/>
                        </a:cubicBezTo>
                        <a:cubicBezTo>
                          <a:pt x="15" y="22"/>
                          <a:pt x="15" y="22"/>
                          <a:pt x="15" y="22"/>
                        </a:cubicBezTo>
                        <a:close/>
                        <a:moveTo>
                          <a:pt x="23" y="68"/>
                        </a:moveTo>
                        <a:cubicBezTo>
                          <a:pt x="20" y="63"/>
                          <a:pt x="18" y="58"/>
                          <a:pt x="16" y="53"/>
                        </a:cubicBezTo>
                        <a:cubicBezTo>
                          <a:pt x="39" y="53"/>
                          <a:pt x="39" y="53"/>
                          <a:pt x="39" y="53"/>
                        </a:cubicBezTo>
                        <a:cubicBezTo>
                          <a:pt x="39" y="86"/>
                          <a:pt x="39" y="86"/>
                          <a:pt x="39" y="86"/>
                        </a:cubicBezTo>
                        <a:cubicBezTo>
                          <a:pt x="32" y="80"/>
                          <a:pt x="27" y="74"/>
                          <a:pt x="23" y="68"/>
                        </a:cubicBezTo>
                        <a:close/>
                        <a:moveTo>
                          <a:pt x="51" y="86"/>
                        </a:moveTo>
                        <a:cubicBezTo>
                          <a:pt x="51" y="53"/>
                          <a:pt x="51" y="53"/>
                          <a:pt x="51" y="53"/>
                        </a:cubicBezTo>
                        <a:cubicBezTo>
                          <a:pt x="75" y="53"/>
                          <a:pt x="75" y="53"/>
                          <a:pt x="75" y="53"/>
                        </a:cubicBezTo>
                        <a:cubicBezTo>
                          <a:pt x="73" y="58"/>
                          <a:pt x="71" y="63"/>
                          <a:pt x="68" y="68"/>
                        </a:cubicBezTo>
                        <a:cubicBezTo>
                          <a:pt x="64" y="74"/>
                          <a:pt x="59" y="80"/>
                          <a:pt x="51" y="8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6" name="Freeform 506">
                    <a:extLst>
                      <a:ext uri="{FF2B5EF4-FFF2-40B4-BE49-F238E27FC236}">
                        <a16:creationId xmlns:a16="http://schemas.microsoft.com/office/drawing/2014/main" id="{978E9420-619F-4A39-AD15-A4C938CD9253}"/>
                      </a:ext>
                    </a:extLst>
                  </p:cNvPr>
                  <p:cNvSpPr>
                    <a:spLocks noEditPoints="1"/>
                  </p:cNvSpPr>
                  <p:nvPr/>
                </p:nvSpPr>
                <p:spPr bwMode="auto">
                  <a:xfrm>
                    <a:off x="5220085" y="4194725"/>
                    <a:ext cx="85743" cy="97305"/>
                  </a:xfrm>
                  <a:custGeom>
                    <a:avLst/>
                    <a:gdLst>
                      <a:gd name="T0" fmla="*/ 2147483646 w 90"/>
                      <a:gd name="T1" fmla="*/ 2147483646 h 102"/>
                      <a:gd name="T2" fmla="*/ 2147483646 w 90"/>
                      <a:gd name="T3" fmla="*/ 2147483646 h 102"/>
                      <a:gd name="T4" fmla="*/ 2147483646 w 90"/>
                      <a:gd name="T5" fmla="*/ 2147483646 h 102"/>
                      <a:gd name="T6" fmla="*/ 2147483646 w 90"/>
                      <a:gd name="T7" fmla="*/ 2147483646 h 102"/>
                      <a:gd name="T8" fmla="*/ 0 w 90"/>
                      <a:gd name="T9" fmla="*/ 2147483646 h 102"/>
                      <a:gd name="T10" fmla="*/ 2147483646 w 90"/>
                      <a:gd name="T11" fmla="*/ 2147483646 h 102"/>
                      <a:gd name="T12" fmla="*/ 2147483646 w 90"/>
                      <a:gd name="T13" fmla="*/ 2147483646 h 102"/>
                      <a:gd name="T14" fmla="*/ 2147483646 w 90"/>
                      <a:gd name="T15" fmla="*/ 2147483646 h 102"/>
                      <a:gd name="T16" fmla="*/ 2147483646 w 90"/>
                      <a:gd name="T17" fmla="*/ 2147483646 h 102"/>
                      <a:gd name="T18" fmla="*/ 2147483646 w 90"/>
                      <a:gd name="T19" fmla="*/ 2147483646 h 102"/>
                      <a:gd name="T20" fmla="*/ 2147483646 w 90"/>
                      <a:gd name="T21" fmla="*/ 2147483646 h 102"/>
                      <a:gd name="T22" fmla="*/ 2147483646 w 90"/>
                      <a:gd name="T23" fmla="*/ 2147483646 h 102"/>
                      <a:gd name="T24" fmla="*/ 2147483646 w 90"/>
                      <a:gd name="T25" fmla="*/ 2147483646 h 102"/>
                      <a:gd name="T26" fmla="*/ 2147483646 w 90"/>
                      <a:gd name="T27" fmla="*/ 2147483646 h 102"/>
                      <a:gd name="T28" fmla="*/ 2147483646 w 90"/>
                      <a:gd name="T29" fmla="*/ 2147483646 h 102"/>
                      <a:gd name="T30" fmla="*/ 2147483646 w 90"/>
                      <a:gd name="T31" fmla="*/ 2147483646 h 102"/>
                      <a:gd name="T32" fmla="*/ 2147483646 w 90"/>
                      <a:gd name="T33" fmla="*/ 2147483646 h 102"/>
                      <a:gd name="T34" fmla="*/ 2147483646 w 90"/>
                      <a:gd name="T35" fmla="*/ 2147483646 h 102"/>
                      <a:gd name="T36" fmla="*/ 2147483646 w 90"/>
                      <a:gd name="T37" fmla="*/ 2147483646 h 102"/>
                      <a:gd name="T38" fmla="*/ 2147483646 w 90"/>
                      <a:gd name="T39" fmla="*/ 0 h 102"/>
                      <a:gd name="T40" fmla="*/ 2147483646 w 90"/>
                      <a:gd name="T41" fmla="*/ 2147483646 h 102"/>
                      <a:gd name="T42" fmla="*/ 2147483646 w 90"/>
                      <a:gd name="T43" fmla="*/ 2147483646 h 102"/>
                      <a:gd name="T44" fmla="*/ 2147483646 w 90"/>
                      <a:gd name="T45" fmla="*/ 2147483646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2147483646 h 102"/>
                      <a:gd name="T58" fmla="*/ 2147483646 w 90"/>
                      <a:gd name="T59" fmla="*/ 2147483646 h 102"/>
                      <a:gd name="T60" fmla="*/ 2147483646 w 90"/>
                      <a:gd name="T61" fmla="*/ 2147483646 h 102"/>
                      <a:gd name="T62" fmla="*/ 2147483646 w 90"/>
                      <a:gd name="T63" fmla="*/ 2147483646 h 102"/>
                      <a:gd name="T64" fmla="*/ 2147483646 w 90"/>
                      <a:gd name="T65" fmla="*/ 2147483646 h 102"/>
                      <a:gd name="T66" fmla="*/ 2147483646 w 90"/>
                      <a:gd name="T67" fmla="*/ 2147483646 h 102"/>
                      <a:gd name="T68" fmla="*/ 2147483646 w 90"/>
                      <a:gd name="T69" fmla="*/ 2147483646 h 102"/>
                      <a:gd name="T70" fmla="*/ 2147483646 w 90"/>
                      <a:gd name="T71" fmla="*/ 2147483646 h 102"/>
                      <a:gd name="T72" fmla="*/ 2147483646 w 90"/>
                      <a:gd name="T73" fmla="*/ 2147483646 h 102"/>
                      <a:gd name="T74" fmla="*/ 2147483646 w 90"/>
                      <a:gd name="T75" fmla="*/ 2147483646 h 102"/>
                      <a:gd name="T76" fmla="*/ 2147483646 w 90"/>
                      <a:gd name="T77" fmla="*/ 2147483646 h 102"/>
                      <a:gd name="T78" fmla="*/ 2147483646 w 90"/>
                      <a:gd name="T79" fmla="*/ 2147483646 h 102"/>
                      <a:gd name="T80" fmla="*/ 2147483646 w 90"/>
                      <a:gd name="T81" fmla="*/ 2147483646 h 102"/>
                      <a:gd name="T82" fmla="*/ 2147483646 w 90"/>
                      <a:gd name="T83" fmla="*/ 2147483646 h 102"/>
                      <a:gd name="T84" fmla="*/ 2147483646 w 90"/>
                      <a:gd name="T85" fmla="*/ 2147483646 h 102"/>
                      <a:gd name="T86" fmla="*/ 2147483646 w 90"/>
                      <a:gd name="T87" fmla="*/ 2147483646 h 102"/>
                      <a:gd name="T88" fmla="*/ 2147483646 w 90"/>
                      <a:gd name="T89" fmla="*/ 2147483646 h 102"/>
                      <a:gd name="T90" fmla="*/ 2147483646 w 90"/>
                      <a:gd name="T91" fmla="*/ 2147483646 h 102"/>
                      <a:gd name="T92" fmla="*/ 2147483646 w 90"/>
                      <a:gd name="T93" fmla="*/ 2147483646 h 102"/>
                      <a:gd name="T94" fmla="*/ 2147483646 w 90"/>
                      <a:gd name="T95" fmla="*/ 2147483646 h 102"/>
                      <a:gd name="T96" fmla="*/ 2147483646 w 90"/>
                      <a:gd name="T97" fmla="*/ 2147483646 h 102"/>
                      <a:gd name="T98" fmla="*/ 2147483646 w 90"/>
                      <a:gd name="T99" fmla="*/ 2147483646 h 102"/>
                      <a:gd name="T100" fmla="*/ 2147483646 w 90"/>
                      <a:gd name="T101" fmla="*/ 2147483646 h 102"/>
                      <a:gd name="T102" fmla="*/ 2147483646 w 90"/>
                      <a:gd name="T103" fmla="*/ 2147483646 h 102"/>
                      <a:gd name="T104" fmla="*/ 2147483646 w 90"/>
                      <a:gd name="T105" fmla="*/ 2147483646 h 102"/>
                      <a:gd name="T106" fmla="*/ 2147483646 w 90"/>
                      <a:gd name="T107" fmla="*/ 2147483646 h 102"/>
                      <a:gd name="T108" fmla="*/ 2147483646 w 90"/>
                      <a:gd name="T109" fmla="*/ 2147483646 h 102"/>
                      <a:gd name="T110" fmla="*/ 2147483646 w 90"/>
                      <a:gd name="T111" fmla="*/ 2147483646 h 102"/>
                      <a:gd name="T112" fmla="*/ 2147483646 w 90"/>
                      <a:gd name="T113" fmla="*/ 2147483646 h 102"/>
                      <a:gd name="T114" fmla="*/ 2147483646 w 90"/>
                      <a:gd name="T115" fmla="*/ 2147483646 h 10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90" h="102">
                        <a:moveTo>
                          <a:pt x="14" y="7"/>
                        </a:moveTo>
                        <a:cubicBezTo>
                          <a:pt x="8" y="11"/>
                          <a:pt x="5" y="15"/>
                          <a:pt x="4" y="15"/>
                        </a:cubicBezTo>
                        <a:cubicBezTo>
                          <a:pt x="3" y="17"/>
                          <a:pt x="3" y="18"/>
                          <a:pt x="2" y="20"/>
                        </a:cubicBezTo>
                        <a:cubicBezTo>
                          <a:pt x="1" y="22"/>
                          <a:pt x="1" y="23"/>
                          <a:pt x="1" y="25"/>
                        </a:cubicBezTo>
                        <a:cubicBezTo>
                          <a:pt x="0" y="25"/>
                          <a:pt x="0" y="27"/>
                          <a:pt x="0" y="31"/>
                        </a:cubicBezTo>
                        <a:cubicBezTo>
                          <a:pt x="0" y="35"/>
                          <a:pt x="1" y="41"/>
                          <a:pt x="2" y="49"/>
                        </a:cubicBezTo>
                        <a:cubicBezTo>
                          <a:pt x="4" y="56"/>
                          <a:pt x="7" y="65"/>
                          <a:pt x="13" y="74"/>
                        </a:cubicBezTo>
                        <a:cubicBezTo>
                          <a:pt x="19" y="83"/>
                          <a:pt x="27" y="92"/>
                          <a:pt x="39" y="101"/>
                        </a:cubicBezTo>
                        <a:cubicBezTo>
                          <a:pt x="39" y="101"/>
                          <a:pt x="39" y="101"/>
                          <a:pt x="39" y="101"/>
                        </a:cubicBezTo>
                        <a:cubicBezTo>
                          <a:pt x="41" y="102"/>
                          <a:pt x="43" y="102"/>
                          <a:pt x="45" y="102"/>
                        </a:cubicBezTo>
                        <a:cubicBezTo>
                          <a:pt x="47" y="102"/>
                          <a:pt x="49" y="102"/>
                          <a:pt x="51" y="101"/>
                        </a:cubicBezTo>
                        <a:cubicBezTo>
                          <a:pt x="51" y="101"/>
                          <a:pt x="51" y="101"/>
                          <a:pt x="51" y="101"/>
                        </a:cubicBezTo>
                        <a:cubicBezTo>
                          <a:pt x="63" y="92"/>
                          <a:pt x="72" y="83"/>
                          <a:pt x="77" y="74"/>
                        </a:cubicBezTo>
                        <a:cubicBezTo>
                          <a:pt x="83" y="65"/>
                          <a:pt x="86" y="56"/>
                          <a:pt x="88" y="49"/>
                        </a:cubicBezTo>
                        <a:cubicBezTo>
                          <a:pt x="90" y="41"/>
                          <a:pt x="90" y="35"/>
                          <a:pt x="90" y="31"/>
                        </a:cubicBezTo>
                        <a:cubicBezTo>
                          <a:pt x="90" y="27"/>
                          <a:pt x="90" y="25"/>
                          <a:pt x="90" y="25"/>
                        </a:cubicBezTo>
                        <a:cubicBezTo>
                          <a:pt x="90" y="23"/>
                          <a:pt x="89" y="22"/>
                          <a:pt x="88" y="20"/>
                        </a:cubicBezTo>
                        <a:cubicBezTo>
                          <a:pt x="88" y="18"/>
                          <a:pt x="87" y="17"/>
                          <a:pt x="86" y="15"/>
                        </a:cubicBezTo>
                        <a:cubicBezTo>
                          <a:pt x="86" y="15"/>
                          <a:pt x="83" y="11"/>
                          <a:pt x="76" y="7"/>
                        </a:cubicBezTo>
                        <a:cubicBezTo>
                          <a:pt x="70" y="3"/>
                          <a:pt x="60" y="0"/>
                          <a:pt x="45" y="0"/>
                        </a:cubicBezTo>
                        <a:cubicBezTo>
                          <a:pt x="31" y="0"/>
                          <a:pt x="21" y="3"/>
                          <a:pt x="14" y="7"/>
                        </a:cubicBezTo>
                        <a:close/>
                        <a:moveTo>
                          <a:pt x="21" y="17"/>
                        </a:moveTo>
                        <a:cubicBezTo>
                          <a:pt x="25" y="15"/>
                          <a:pt x="31" y="13"/>
                          <a:pt x="39" y="12"/>
                        </a:cubicBezTo>
                        <a:cubicBezTo>
                          <a:pt x="39" y="41"/>
                          <a:pt x="39" y="41"/>
                          <a:pt x="39" y="41"/>
                        </a:cubicBezTo>
                        <a:cubicBezTo>
                          <a:pt x="13" y="41"/>
                          <a:pt x="13" y="41"/>
                          <a:pt x="13" y="41"/>
                        </a:cubicBezTo>
                        <a:cubicBezTo>
                          <a:pt x="12" y="37"/>
                          <a:pt x="12" y="33"/>
                          <a:pt x="12" y="31"/>
                        </a:cubicBezTo>
                        <a:cubicBezTo>
                          <a:pt x="12" y="29"/>
                          <a:pt x="12" y="28"/>
                          <a:pt x="12" y="28"/>
                        </a:cubicBezTo>
                        <a:cubicBezTo>
                          <a:pt x="12" y="27"/>
                          <a:pt x="12" y="27"/>
                          <a:pt x="12" y="27"/>
                        </a:cubicBezTo>
                        <a:cubicBezTo>
                          <a:pt x="12" y="27"/>
                          <a:pt x="12" y="27"/>
                          <a:pt x="12" y="27"/>
                        </a:cubicBezTo>
                        <a:cubicBezTo>
                          <a:pt x="12" y="27"/>
                          <a:pt x="12" y="27"/>
                          <a:pt x="12" y="27"/>
                        </a:cubicBezTo>
                        <a:cubicBezTo>
                          <a:pt x="12" y="27"/>
                          <a:pt x="13" y="26"/>
                          <a:pt x="13" y="25"/>
                        </a:cubicBezTo>
                        <a:cubicBezTo>
                          <a:pt x="14" y="24"/>
                          <a:pt x="14" y="23"/>
                          <a:pt x="14" y="22"/>
                        </a:cubicBezTo>
                        <a:cubicBezTo>
                          <a:pt x="15" y="22"/>
                          <a:pt x="17" y="19"/>
                          <a:pt x="21" y="17"/>
                        </a:cubicBezTo>
                        <a:close/>
                        <a:moveTo>
                          <a:pt x="23" y="68"/>
                        </a:moveTo>
                        <a:cubicBezTo>
                          <a:pt x="20" y="63"/>
                          <a:pt x="18" y="58"/>
                          <a:pt x="16" y="53"/>
                        </a:cubicBezTo>
                        <a:cubicBezTo>
                          <a:pt x="39" y="53"/>
                          <a:pt x="39" y="53"/>
                          <a:pt x="39" y="53"/>
                        </a:cubicBezTo>
                        <a:cubicBezTo>
                          <a:pt x="39" y="85"/>
                          <a:pt x="39" y="85"/>
                          <a:pt x="39" y="85"/>
                        </a:cubicBezTo>
                        <a:cubicBezTo>
                          <a:pt x="32" y="80"/>
                          <a:pt x="27" y="74"/>
                          <a:pt x="23" y="68"/>
                        </a:cubicBezTo>
                        <a:close/>
                        <a:moveTo>
                          <a:pt x="51" y="86"/>
                        </a:moveTo>
                        <a:cubicBezTo>
                          <a:pt x="51" y="53"/>
                          <a:pt x="51" y="53"/>
                          <a:pt x="51" y="53"/>
                        </a:cubicBezTo>
                        <a:cubicBezTo>
                          <a:pt x="74" y="53"/>
                          <a:pt x="74" y="53"/>
                          <a:pt x="74" y="53"/>
                        </a:cubicBezTo>
                        <a:cubicBezTo>
                          <a:pt x="73" y="58"/>
                          <a:pt x="71" y="63"/>
                          <a:pt x="67" y="68"/>
                        </a:cubicBezTo>
                        <a:cubicBezTo>
                          <a:pt x="64" y="74"/>
                          <a:pt x="58" y="80"/>
                          <a:pt x="51" y="86"/>
                        </a:cubicBezTo>
                        <a:close/>
                        <a:moveTo>
                          <a:pt x="84" y="26"/>
                        </a:moveTo>
                        <a:cubicBezTo>
                          <a:pt x="78" y="27"/>
                          <a:pt x="78" y="27"/>
                          <a:pt x="78" y="27"/>
                        </a:cubicBezTo>
                        <a:cubicBezTo>
                          <a:pt x="79" y="27"/>
                          <a:pt x="79" y="27"/>
                          <a:pt x="79" y="27"/>
                        </a:cubicBezTo>
                        <a:lnTo>
                          <a:pt x="84" y="26"/>
                        </a:lnTo>
                        <a:close/>
                        <a:moveTo>
                          <a:pt x="75" y="21"/>
                        </a:moveTo>
                        <a:cubicBezTo>
                          <a:pt x="75" y="21"/>
                          <a:pt x="76" y="22"/>
                          <a:pt x="76" y="22"/>
                        </a:cubicBezTo>
                        <a:cubicBezTo>
                          <a:pt x="76" y="22"/>
                          <a:pt x="76" y="22"/>
                          <a:pt x="76" y="22"/>
                        </a:cubicBezTo>
                        <a:cubicBezTo>
                          <a:pt x="76" y="23"/>
                          <a:pt x="77" y="24"/>
                          <a:pt x="77" y="25"/>
                        </a:cubicBezTo>
                        <a:cubicBezTo>
                          <a:pt x="78" y="26"/>
                          <a:pt x="78" y="27"/>
                          <a:pt x="78" y="27"/>
                        </a:cubicBezTo>
                        <a:cubicBezTo>
                          <a:pt x="78" y="27"/>
                          <a:pt x="78" y="29"/>
                          <a:pt x="78" y="31"/>
                        </a:cubicBezTo>
                        <a:cubicBezTo>
                          <a:pt x="78" y="33"/>
                          <a:pt x="78" y="37"/>
                          <a:pt x="77" y="41"/>
                        </a:cubicBezTo>
                        <a:cubicBezTo>
                          <a:pt x="51" y="41"/>
                          <a:pt x="51" y="41"/>
                          <a:pt x="51" y="41"/>
                        </a:cubicBezTo>
                        <a:cubicBezTo>
                          <a:pt x="51" y="12"/>
                          <a:pt x="51" y="12"/>
                          <a:pt x="51" y="12"/>
                        </a:cubicBezTo>
                        <a:cubicBezTo>
                          <a:pt x="60" y="13"/>
                          <a:pt x="66" y="15"/>
                          <a:pt x="70" y="17"/>
                        </a:cubicBezTo>
                        <a:cubicBezTo>
                          <a:pt x="72" y="19"/>
                          <a:pt x="74" y="20"/>
                          <a:pt x="75" y="2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7" name="Freeform 507">
                    <a:extLst>
                      <a:ext uri="{FF2B5EF4-FFF2-40B4-BE49-F238E27FC236}">
                        <a16:creationId xmlns:a16="http://schemas.microsoft.com/office/drawing/2014/main" id="{2190EE5F-39DE-4BCB-A4AB-443A7F52541F}"/>
                      </a:ext>
                    </a:extLst>
                  </p:cNvPr>
                  <p:cNvSpPr>
                    <a:spLocks noEditPoints="1"/>
                  </p:cNvSpPr>
                  <p:nvPr/>
                </p:nvSpPr>
                <p:spPr bwMode="auto">
                  <a:xfrm>
                    <a:off x="5458045" y="5163908"/>
                    <a:ext cx="85743" cy="98267"/>
                  </a:xfrm>
                  <a:custGeom>
                    <a:avLst/>
                    <a:gdLst>
                      <a:gd name="T0" fmla="*/ 2147483646 w 90"/>
                      <a:gd name="T1" fmla="*/ 2147483646 h 102"/>
                      <a:gd name="T2" fmla="*/ 2147483646 w 90"/>
                      <a:gd name="T3" fmla="*/ 2147483646 h 102"/>
                      <a:gd name="T4" fmla="*/ 2147483646 w 90"/>
                      <a:gd name="T5" fmla="*/ 2147483646 h 102"/>
                      <a:gd name="T6" fmla="*/ 2147483646 w 90"/>
                      <a:gd name="T7" fmla="*/ 2147483646 h 102"/>
                      <a:gd name="T8" fmla="*/ 2147483646 w 90"/>
                      <a:gd name="T9" fmla="*/ 2147483646 h 102"/>
                      <a:gd name="T10" fmla="*/ 2147483646 w 90"/>
                      <a:gd name="T11" fmla="*/ 2147483646 h 102"/>
                      <a:gd name="T12" fmla="*/ 2147483646 w 90"/>
                      <a:gd name="T13" fmla="*/ 0 h 102"/>
                      <a:gd name="T14" fmla="*/ 2147483646 w 90"/>
                      <a:gd name="T15" fmla="*/ 2147483646 h 102"/>
                      <a:gd name="T16" fmla="*/ 2147483646 w 90"/>
                      <a:gd name="T17" fmla="*/ 2147483646 h 102"/>
                      <a:gd name="T18" fmla="*/ 2147483646 w 90"/>
                      <a:gd name="T19" fmla="*/ 2147483646 h 102"/>
                      <a:gd name="T20" fmla="*/ 2147483646 w 90"/>
                      <a:gd name="T21" fmla="*/ 2147483646 h 102"/>
                      <a:gd name="T22" fmla="*/ 0 w 90"/>
                      <a:gd name="T23" fmla="*/ 2147483646 h 102"/>
                      <a:gd name="T24" fmla="*/ 2147483646 w 90"/>
                      <a:gd name="T25" fmla="*/ 2147483646 h 102"/>
                      <a:gd name="T26" fmla="*/ 2147483646 w 90"/>
                      <a:gd name="T27" fmla="*/ 2147483646 h 102"/>
                      <a:gd name="T28" fmla="*/ 2147483646 w 90"/>
                      <a:gd name="T29" fmla="*/ 2147483646 h 102"/>
                      <a:gd name="T30" fmla="*/ 2147483646 w 90"/>
                      <a:gd name="T31" fmla="*/ 2147483646 h 102"/>
                      <a:gd name="T32" fmla="*/ 2147483646 w 90"/>
                      <a:gd name="T33" fmla="*/ 2147483646 h 102"/>
                      <a:gd name="T34" fmla="*/ 2147483646 w 90"/>
                      <a:gd name="T35" fmla="*/ 2147483646 h 102"/>
                      <a:gd name="T36" fmla="*/ 2147483646 w 90"/>
                      <a:gd name="T37" fmla="*/ 2147483646 h 102"/>
                      <a:gd name="T38" fmla="*/ 2147483646 w 90"/>
                      <a:gd name="T39" fmla="*/ 2147483646 h 102"/>
                      <a:gd name="T40" fmla="*/ 2147483646 w 90"/>
                      <a:gd name="T41" fmla="*/ 2147483646 h 102"/>
                      <a:gd name="T42" fmla="*/ 2147483646 w 90"/>
                      <a:gd name="T43" fmla="*/ 2147483646 h 102"/>
                      <a:gd name="T44" fmla="*/ 2147483646 w 90"/>
                      <a:gd name="T45" fmla="*/ 2147483646 h 102"/>
                      <a:gd name="T46" fmla="*/ 2147483646 w 90"/>
                      <a:gd name="T47" fmla="*/ 2147483646 h 102"/>
                      <a:gd name="T48" fmla="*/ 2147483646 w 90"/>
                      <a:gd name="T49" fmla="*/ 2147483646 h 102"/>
                      <a:gd name="T50" fmla="*/ 2147483646 w 90"/>
                      <a:gd name="T51" fmla="*/ 2147483646 h 102"/>
                      <a:gd name="T52" fmla="*/ 2147483646 w 90"/>
                      <a:gd name="T53" fmla="*/ 2147483646 h 102"/>
                      <a:gd name="T54" fmla="*/ 2147483646 w 90"/>
                      <a:gd name="T55" fmla="*/ 2147483646 h 102"/>
                      <a:gd name="T56" fmla="*/ 2147483646 w 90"/>
                      <a:gd name="T57" fmla="*/ 2147483646 h 102"/>
                      <a:gd name="T58" fmla="*/ 2147483646 w 90"/>
                      <a:gd name="T59" fmla="*/ 2147483646 h 102"/>
                      <a:gd name="T60" fmla="*/ 2147483646 w 90"/>
                      <a:gd name="T61" fmla="*/ 2147483646 h 102"/>
                      <a:gd name="T62" fmla="*/ 2147483646 w 90"/>
                      <a:gd name="T63" fmla="*/ 2147483646 h 102"/>
                      <a:gd name="T64" fmla="*/ 2147483646 w 90"/>
                      <a:gd name="T65" fmla="*/ 2147483646 h 102"/>
                      <a:gd name="T66" fmla="*/ 2147483646 w 90"/>
                      <a:gd name="T67" fmla="*/ 2147483646 h 102"/>
                      <a:gd name="T68" fmla="*/ 2147483646 w 90"/>
                      <a:gd name="T69" fmla="*/ 2147483646 h 102"/>
                      <a:gd name="T70" fmla="*/ 2147483646 w 90"/>
                      <a:gd name="T71" fmla="*/ 2147483646 h 102"/>
                      <a:gd name="T72" fmla="*/ 2147483646 w 90"/>
                      <a:gd name="T73" fmla="*/ 2147483646 h 102"/>
                      <a:gd name="T74" fmla="*/ 2147483646 w 90"/>
                      <a:gd name="T75" fmla="*/ 2147483646 h 102"/>
                      <a:gd name="T76" fmla="*/ 2147483646 w 90"/>
                      <a:gd name="T77" fmla="*/ 2147483646 h 102"/>
                      <a:gd name="T78" fmla="*/ 2147483646 w 90"/>
                      <a:gd name="T79" fmla="*/ 2147483646 h 102"/>
                      <a:gd name="T80" fmla="*/ 2147483646 w 90"/>
                      <a:gd name="T81" fmla="*/ 2147483646 h 102"/>
                      <a:gd name="T82" fmla="*/ 2147483646 w 90"/>
                      <a:gd name="T83" fmla="*/ 2147483646 h 102"/>
                      <a:gd name="T84" fmla="*/ 2147483646 w 90"/>
                      <a:gd name="T85" fmla="*/ 2147483646 h 102"/>
                      <a:gd name="T86" fmla="*/ 2147483646 w 90"/>
                      <a:gd name="T87" fmla="*/ 2147483646 h 102"/>
                      <a:gd name="T88" fmla="*/ 2147483646 w 90"/>
                      <a:gd name="T89" fmla="*/ 2147483646 h 102"/>
                      <a:gd name="T90" fmla="*/ 2147483646 w 90"/>
                      <a:gd name="T91" fmla="*/ 2147483646 h 102"/>
                      <a:gd name="T92" fmla="*/ 2147483646 w 90"/>
                      <a:gd name="T93" fmla="*/ 2147483646 h 102"/>
                      <a:gd name="T94" fmla="*/ 2147483646 w 90"/>
                      <a:gd name="T95" fmla="*/ 2147483646 h 102"/>
                      <a:gd name="T96" fmla="*/ 2147483646 w 90"/>
                      <a:gd name="T97" fmla="*/ 2147483646 h 102"/>
                      <a:gd name="T98" fmla="*/ 2147483646 w 90"/>
                      <a:gd name="T99" fmla="*/ 2147483646 h 102"/>
                      <a:gd name="T100" fmla="*/ 2147483646 w 90"/>
                      <a:gd name="T101" fmla="*/ 2147483646 h 102"/>
                      <a:gd name="T102" fmla="*/ 2147483646 w 90"/>
                      <a:gd name="T103" fmla="*/ 2147483646 h 102"/>
                      <a:gd name="T104" fmla="*/ 2147483646 w 90"/>
                      <a:gd name="T105" fmla="*/ 2147483646 h 102"/>
                      <a:gd name="T106" fmla="*/ 2147483646 w 90"/>
                      <a:gd name="T107" fmla="*/ 2147483646 h 102"/>
                      <a:gd name="T108" fmla="*/ 2147483646 w 90"/>
                      <a:gd name="T109" fmla="*/ 2147483646 h 102"/>
                      <a:gd name="T110" fmla="*/ 2147483646 w 90"/>
                      <a:gd name="T111" fmla="*/ 2147483646 h 102"/>
                      <a:gd name="T112" fmla="*/ 2147483646 w 90"/>
                      <a:gd name="T113" fmla="*/ 2147483646 h 102"/>
                      <a:gd name="T114" fmla="*/ 2147483646 w 90"/>
                      <a:gd name="T115" fmla="*/ 2147483646 h 10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90" h="102">
                        <a:moveTo>
                          <a:pt x="88" y="49"/>
                        </a:moveTo>
                        <a:cubicBezTo>
                          <a:pt x="90" y="41"/>
                          <a:pt x="90" y="35"/>
                          <a:pt x="90" y="31"/>
                        </a:cubicBezTo>
                        <a:cubicBezTo>
                          <a:pt x="90" y="27"/>
                          <a:pt x="90" y="25"/>
                          <a:pt x="90" y="25"/>
                        </a:cubicBezTo>
                        <a:cubicBezTo>
                          <a:pt x="90" y="23"/>
                          <a:pt x="89" y="22"/>
                          <a:pt x="88" y="20"/>
                        </a:cubicBezTo>
                        <a:cubicBezTo>
                          <a:pt x="88" y="19"/>
                          <a:pt x="87" y="17"/>
                          <a:pt x="86" y="16"/>
                        </a:cubicBezTo>
                        <a:cubicBezTo>
                          <a:pt x="86" y="15"/>
                          <a:pt x="83" y="11"/>
                          <a:pt x="76" y="7"/>
                        </a:cubicBezTo>
                        <a:cubicBezTo>
                          <a:pt x="70" y="3"/>
                          <a:pt x="60" y="0"/>
                          <a:pt x="45" y="0"/>
                        </a:cubicBezTo>
                        <a:cubicBezTo>
                          <a:pt x="31" y="0"/>
                          <a:pt x="21" y="3"/>
                          <a:pt x="14" y="7"/>
                        </a:cubicBezTo>
                        <a:cubicBezTo>
                          <a:pt x="8" y="11"/>
                          <a:pt x="5" y="15"/>
                          <a:pt x="4" y="16"/>
                        </a:cubicBezTo>
                        <a:cubicBezTo>
                          <a:pt x="4" y="17"/>
                          <a:pt x="3" y="19"/>
                          <a:pt x="2" y="20"/>
                        </a:cubicBezTo>
                        <a:cubicBezTo>
                          <a:pt x="1" y="22"/>
                          <a:pt x="1" y="23"/>
                          <a:pt x="1" y="25"/>
                        </a:cubicBezTo>
                        <a:cubicBezTo>
                          <a:pt x="0" y="25"/>
                          <a:pt x="0" y="27"/>
                          <a:pt x="0" y="31"/>
                        </a:cubicBezTo>
                        <a:cubicBezTo>
                          <a:pt x="0" y="35"/>
                          <a:pt x="1" y="41"/>
                          <a:pt x="2" y="49"/>
                        </a:cubicBezTo>
                        <a:cubicBezTo>
                          <a:pt x="4" y="57"/>
                          <a:pt x="7" y="65"/>
                          <a:pt x="13" y="74"/>
                        </a:cubicBezTo>
                        <a:cubicBezTo>
                          <a:pt x="19" y="83"/>
                          <a:pt x="27" y="93"/>
                          <a:pt x="39" y="101"/>
                        </a:cubicBezTo>
                        <a:cubicBezTo>
                          <a:pt x="39" y="101"/>
                          <a:pt x="39" y="101"/>
                          <a:pt x="39" y="101"/>
                        </a:cubicBezTo>
                        <a:cubicBezTo>
                          <a:pt x="41" y="102"/>
                          <a:pt x="43" y="102"/>
                          <a:pt x="45" y="102"/>
                        </a:cubicBezTo>
                        <a:cubicBezTo>
                          <a:pt x="47" y="102"/>
                          <a:pt x="49" y="102"/>
                          <a:pt x="51" y="101"/>
                        </a:cubicBezTo>
                        <a:cubicBezTo>
                          <a:pt x="51" y="101"/>
                          <a:pt x="51" y="101"/>
                          <a:pt x="51" y="101"/>
                        </a:cubicBezTo>
                        <a:cubicBezTo>
                          <a:pt x="63" y="93"/>
                          <a:pt x="72" y="83"/>
                          <a:pt x="77" y="74"/>
                        </a:cubicBezTo>
                        <a:cubicBezTo>
                          <a:pt x="83" y="65"/>
                          <a:pt x="86" y="57"/>
                          <a:pt x="88" y="49"/>
                        </a:cubicBezTo>
                        <a:close/>
                        <a:moveTo>
                          <a:pt x="84" y="26"/>
                        </a:moveTo>
                        <a:cubicBezTo>
                          <a:pt x="78" y="27"/>
                          <a:pt x="78" y="27"/>
                          <a:pt x="78" y="27"/>
                        </a:cubicBezTo>
                        <a:cubicBezTo>
                          <a:pt x="79" y="27"/>
                          <a:pt x="79" y="27"/>
                          <a:pt x="79" y="27"/>
                        </a:cubicBezTo>
                        <a:lnTo>
                          <a:pt x="84" y="26"/>
                        </a:lnTo>
                        <a:close/>
                        <a:moveTo>
                          <a:pt x="75" y="21"/>
                        </a:moveTo>
                        <a:cubicBezTo>
                          <a:pt x="75" y="22"/>
                          <a:pt x="76" y="22"/>
                          <a:pt x="76" y="22"/>
                        </a:cubicBezTo>
                        <a:cubicBezTo>
                          <a:pt x="76" y="22"/>
                          <a:pt x="76" y="22"/>
                          <a:pt x="76" y="22"/>
                        </a:cubicBezTo>
                        <a:cubicBezTo>
                          <a:pt x="76" y="23"/>
                          <a:pt x="77" y="24"/>
                          <a:pt x="77" y="25"/>
                        </a:cubicBezTo>
                        <a:cubicBezTo>
                          <a:pt x="78" y="26"/>
                          <a:pt x="78" y="27"/>
                          <a:pt x="78" y="27"/>
                        </a:cubicBezTo>
                        <a:cubicBezTo>
                          <a:pt x="78" y="27"/>
                          <a:pt x="78" y="29"/>
                          <a:pt x="78" y="31"/>
                        </a:cubicBezTo>
                        <a:cubicBezTo>
                          <a:pt x="78" y="33"/>
                          <a:pt x="78" y="37"/>
                          <a:pt x="77" y="41"/>
                        </a:cubicBezTo>
                        <a:cubicBezTo>
                          <a:pt x="51" y="41"/>
                          <a:pt x="51" y="41"/>
                          <a:pt x="51" y="41"/>
                        </a:cubicBezTo>
                        <a:cubicBezTo>
                          <a:pt x="51" y="12"/>
                          <a:pt x="51" y="12"/>
                          <a:pt x="51" y="12"/>
                        </a:cubicBezTo>
                        <a:cubicBezTo>
                          <a:pt x="60" y="13"/>
                          <a:pt x="66" y="15"/>
                          <a:pt x="70" y="17"/>
                        </a:cubicBezTo>
                        <a:cubicBezTo>
                          <a:pt x="72" y="19"/>
                          <a:pt x="74" y="20"/>
                          <a:pt x="75" y="21"/>
                        </a:cubicBezTo>
                        <a:close/>
                        <a:moveTo>
                          <a:pt x="21" y="17"/>
                        </a:moveTo>
                        <a:cubicBezTo>
                          <a:pt x="25" y="15"/>
                          <a:pt x="31" y="13"/>
                          <a:pt x="39" y="12"/>
                        </a:cubicBezTo>
                        <a:cubicBezTo>
                          <a:pt x="39" y="41"/>
                          <a:pt x="39" y="41"/>
                          <a:pt x="39" y="41"/>
                        </a:cubicBezTo>
                        <a:cubicBezTo>
                          <a:pt x="13" y="41"/>
                          <a:pt x="13" y="41"/>
                          <a:pt x="13" y="41"/>
                        </a:cubicBezTo>
                        <a:cubicBezTo>
                          <a:pt x="12" y="37"/>
                          <a:pt x="12" y="33"/>
                          <a:pt x="12" y="31"/>
                        </a:cubicBezTo>
                        <a:cubicBezTo>
                          <a:pt x="12" y="30"/>
                          <a:pt x="12" y="29"/>
                          <a:pt x="12" y="28"/>
                        </a:cubicBezTo>
                        <a:cubicBezTo>
                          <a:pt x="12" y="27"/>
                          <a:pt x="12" y="27"/>
                          <a:pt x="12" y="27"/>
                        </a:cubicBezTo>
                        <a:cubicBezTo>
                          <a:pt x="12" y="27"/>
                          <a:pt x="12" y="27"/>
                          <a:pt x="12" y="27"/>
                        </a:cubicBezTo>
                        <a:cubicBezTo>
                          <a:pt x="12" y="27"/>
                          <a:pt x="12" y="27"/>
                          <a:pt x="12" y="27"/>
                        </a:cubicBezTo>
                        <a:cubicBezTo>
                          <a:pt x="12" y="27"/>
                          <a:pt x="13" y="26"/>
                          <a:pt x="13" y="25"/>
                        </a:cubicBezTo>
                        <a:cubicBezTo>
                          <a:pt x="14" y="24"/>
                          <a:pt x="14" y="23"/>
                          <a:pt x="14" y="22"/>
                        </a:cubicBezTo>
                        <a:cubicBezTo>
                          <a:pt x="15" y="22"/>
                          <a:pt x="17" y="19"/>
                          <a:pt x="21" y="17"/>
                        </a:cubicBezTo>
                        <a:close/>
                        <a:moveTo>
                          <a:pt x="23" y="68"/>
                        </a:moveTo>
                        <a:cubicBezTo>
                          <a:pt x="20" y="63"/>
                          <a:pt x="18" y="58"/>
                          <a:pt x="16" y="53"/>
                        </a:cubicBezTo>
                        <a:cubicBezTo>
                          <a:pt x="39" y="53"/>
                          <a:pt x="39" y="53"/>
                          <a:pt x="39" y="53"/>
                        </a:cubicBezTo>
                        <a:cubicBezTo>
                          <a:pt x="39" y="86"/>
                          <a:pt x="39" y="86"/>
                          <a:pt x="39" y="86"/>
                        </a:cubicBezTo>
                        <a:cubicBezTo>
                          <a:pt x="32" y="80"/>
                          <a:pt x="27" y="74"/>
                          <a:pt x="23" y="68"/>
                        </a:cubicBezTo>
                        <a:close/>
                        <a:moveTo>
                          <a:pt x="51" y="86"/>
                        </a:moveTo>
                        <a:cubicBezTo>
                          <a:pt x="51" y="53"/>
                          <a:pt x="51" y="53"/>
                          <a:pt x="51" y="53"/>
                        </a:cubicBezTo>
                        <a:cubicBezTo>
                          <a:pt x="74" y="53"/>
                          <a:pt x="74" y="53"/>
                          <a:pt x="74" y="53"/>
                        </a:cubicBezTo>
                        <a:cubicBezTo>
                          <a:pt x="73" y="58"/>
                          <a:pt x="71" y="63"/>
                          <a:pt x="67" y="68"/>
                        </a:cubicBezTo>
                        <a:cubicBezTo>
                          <a:pt x="64" y="74"/>
                          <a:pt x="58" y="80"/>
                          <a:pt x="51" y="8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8" name="Freeform 508">
                    <a:extLst>
                      <a:ext uri="{FF2B5EF4-FFF2-40B4-BE49-F238E27FC236}">
                        <a16:creationId xmlns:a16="http://schemas.microsoft.com/office/drawing/2014/main" id="{57495496-AEED-4B14-AC1E-239BB7E91A59}"/>
                      </a:ext>
                    </a:extLst>
                  </p:cNvPr>
                  <p:cNvSpPr>
                    <a:spLocks noEditPoints="1"/>
                  </p:cNvSpPr>
                  <p:nvPr/>
                </p:nvSpPr>
                <p:spPr bwMode="auto">
                  <a:xfrm>
                    <a:off x="5577506" y="3946168"/>
                    <a:ext cx="96340" cy="96340"/>
                  </a:xfrm>
                  <a:custGeom>
                    <a:avLst/>
                    <a:gdLst>
                      <a:gd name="T0" fmla="*/ 2147483646 w 101"/>
                      <a:gd name="T1" fmla="*/ 2147483646 h 100"/>
                      <a:gd name="T2" fmla="*/ 2147483646 w 101"/>
                      <a:gd name="T3" fmla="*/ 2147483646 h 100"/>
                      <a:gd name="T4" fmla="*/ 2147483646 w 101"/>
                      <a:gd name="T5" fmla="*/ 2147483646 h 100"/>
                      <a:gd name="T6" fmla="*/ 2147483646 w 101"/>
                      <a:gd name="T7" fmla="*/ 2147483646 h 100"/>
                      <a:gd name="T8" fmla="*/ 2147483646 w 101"/>
                      <a:gd name="T9" fmla="*/ 2147483646 h 100"/>
                      <a:gd name="T10" fmla="*/ 2147483646 w 101"/>
                      <a:gd name="T11" fmla="*/ 2147483646 h 100"/>
                      <a:gd name="T12" fmla="*/ 2147483646 w 101"/>
                      <a:gd name="T13" fmla="*/ 2147483646 h 100"/>
                      <a:gd name="T14" fmla="*/ 2147483646 w 101"/>
                      <a:gd name="T15" fmla="*/ 2147483646 h 100"/>
                      <a:gd name="T16" fmla="*/ 2147483646 w 101"/>
                      <a:gd name="T17" fmla="*/ 2147483646 h 100"/>
                      <a:gd name="T18" fmla="*/ 2147483646 w 101"/>
                      <a:gd name="T19" fmla="*/ 2147483646 h 100"/>
                      <a:gd name="T20" fmla="*/ 2147483646 w 101"/>
                      <a:gd name="T21" fmla="*/ 2147483646 h 100"/>
                      <a:gd name="T22" fmla="*/ 2147483646 w 101"/>
                      <a:gd name="T23" fmla="*/ 2147483646 h 100"/>
                      <a:gd name="T24" fmla="*/ 2147483646 w 101"/>
                      <a:gd name="T25" fmla="*/ 2147483646 h 100"/>
                      <a:gd name="T26" fmla="*/ 2147483646 w 101"/>
                      <a:gd name="T27" fmla="*/ 2147483646 h 100"/>
                      <a:gd name="T28" fmla="*/ 2147483646 w 101"/>
                      <a:gd name="T29" fmla="*/ 2147483646 h 100"/>
                      <a:gd name="T30" fmla="*/ 2147483646 w 101"/>
                      <a:gd name="T31" fmla="*/ 2147483646 h 100"/>
                      <a:gd name="T32" fmla="*/ 2147483646 w 101"/>
                      <a:gd name="T33" fmla="*/ 2147483646 h 100"/>
                      <a:gd name="T34" fmla="*/ 2147483646 w 101"/>
                      <a:gd name="T35" fmla="*/ 2147483646 h 100"/>
                      <a:gd name="T36" fmla="*/ 2147483646 w 101"/>
                      <a:gd name="T37" fmla="*/ 0 h 100"/>
                      <a:gd name="T38" fmla="*/ 2147483646 w 101"/>
                      <a:gd name="T39" fmla="*/ 2147483646 h 100"/>
                      <a:gd name="T40" fmla="*/ 2147483646 w 101"/>
                      <a:gd name="T41" fmla="*/ 2147483646 h 100"/>
                      <a:gd name="T42" fmla="*/ 2147483646 w 101"/>
                      <a:gd name="T43" fmla="*/ 2147483646 h 100"/>
                      <a:gd name="T44" fmla="*/ 2147483646 w 101"/>
                      <a:gd name="T45" fmla="*/ 2147483646 h 100"/>
                      <a:gd name="T46" fmla="*/ 2147483646 w 101"/>
                      <a:gd name="T47" fmla="*/ 2147483646 h 100"/>
                      <a:gd name="T48" fmla="*/ 0 w 101"/>
                      <a:gd name="T49" fmla="*/ 2147483646 h 100"/>
                      <a:gd name="T50" fmla="*/ 2147483646 w 101"/>
                      <a:gd name="T51" fmla="*/ 2147483646 h 100"/>
                      <a:gd name="T52" fmla="*/ 2147483646 w 101"/>
                      <a:gd name="T53" fmla="*/ 2147483646 h 100"/>
                      <a:gd name="T54" fmla="*/ 2147483646 w 101"/>
                      <a:gd name="T55" fmla="*/ 2147483646 h 100"/>
                      <a:gd name="T56" fmla="*/ 2147483646 w 101"/>
                      <a:gd name="T57" fmla="*/ 2147483646 h 100"/>
                      <a:gd name="T58" fmla="*/ 2147483646 w 101"/>
                      <a:gd name="T59" fmla="*/ 2147483646 h 100"/>
                      <a:gd name="T60" fmla="*/ 2147483646 w 101"/>
                      <a:gd name="T61" fmla="*/ 2147483646 h 100"/>
                      <a:gd name="T62" fmla="*/ 2147483646 w 101"/>
                      <a:gd name="T63" fmla="*/ 2147483646 h 100"/>
                      <a:gd name="T64" fmla="*/ 2147483646 w 101"/>
                      <a:gd name="T65" fmla="*/ 2147483646 h 100"/>
                      <a:gd name="T66" fmla="*/ 2147483646 w 101"/>
                      <a:gd name="T67" fmla="*/ 2147483646 h 100"/>
                      <a:gd name="T68" fmla="*/ 2147483646 w 101"/>
                      <a:gd name="T69" fmla="*/ 2147483646 h 100"/>
                      <a:gd name="T70" fmla="*/ 2147483646 w 101"/>
                      <a:gd name="T71" fmla="*/ 2147483646 h 1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100">
                        <a:moveTo>
                          <a:pt x="4" y="52"/>
                        </a:moveTo>
                        <a:cubicBezTo>
                          <a:pt x="4" y="52"/>
                          <a:pt x="9" y="55"/>
                          <a:pt x="10" y="60"/>
                        </a:cubicBezTo>
                        <a:cubicBezTo>
                          <a:pt x="11" y="65"/>
                          <a:pt x="8" y="70"/>
                          <a:pt x="8" y="70"/>
                        </a:cubicBezTo>
                        <a:cubicBezTo>
                          <a:pt x="7" y="72"/>
                          <a:pt x="7" y="75"/>
                          <a:pt x="8" y="77"/>
                        </a:cubicBezTo>
                        <a:cubicBezTo>
                          <a:pt x="12" y="83"/>
                          <a:pt x="12" y="83"/>
                          <a:pt x="12" y="83"/>
                        </a:cubicBezTo>
                        <a:cubicBezTo>
                          <a:pt x="14" y="84"/>
                          <a:pt x="16" y="85"/>
                          <a:pt x="18" y="85"/>
                        </a:cubicBezTo>
                        <a:cubicBezTo>
                          <a:pt x="18" y="85"/>
                          <a:pt x="18" y="85"/>
                          <a:pt x="19" y="85"/>
                        </a:cubicBezTo>
                        <a:cubicBezTo>
                          <a:pt x="19" y="85"/>
                          <a:pt x="20" y="85"/>
                          <a:pt x="22" y="85"/>
                        </a:cubicBezTo>
                        <a:cubicBezTo>
                          <a:pt x="24" y="85"/>
                          <a:pt x="27" y="85"/>
                          <a:pt x="29" y="86"/>
                        </a:cubicBezTo>
                        <a:cubicBezTo>
                          <a:pt x="33" y="89"/>
                          <a:pt x="35" y="94"/>
                          <a:pt x="35" y="94"/>
                        </a:cubicBezTo>
                        <a:cubicBezTo>
                          <a:pt x="35" y="96"/>
                          <a:pt x="37" y="99"/>
                          <a:pt x="39" y="99"/>
                        </a:cubicBezTo>
                        <a:cubicBezTo>
                          <a:pt x="47" y="100"/>
                          <a:pt x="47" y="100"/>
                          <a:pt x="47" y="100"/>
                        </a:cubicBezTo>
                        <a:cubicBezTo>
                          <a:pt x="47" y="100"/>
                          <a:pt x="47" y="100"/>
                          <a:pt x="47" y="100"/>
                        </a:cubicBezTo>
                        <a:cubicBezTo>
                          <a:pt x="49" y="100"/>
                          <a:pt x="52" y="99"/>
                          <a:pt x="53" y="97"/>
                        </a:cubicBezTo>
                        <a:cubicBezTo>
                          <a:pt x="53" y="97"/>
                          <a:pt x="56" y="92"/>
                          <a:pt x="61" y="91"/>
                        </a:cubicBezTo>
                        <a:cubicBezTo>
                          <a:pt x="61" y="91"/>
                          <a:pt x="62" y="91"/>
                          <a:pt x="63" y="91"/>
                        </a:cubicBezTo>
                        <a:cubicBezTo>
                          <a:pt x="67" y="91"/>
                          <a:pt x="70" y="93"/>
                          <a:pt x="70" y="93"/>
                        </a:cubicBezTo>
                        <a:cubicBezTo>
                          <a:pt x="71" y="93"/>
                          <a:pt x="73" y="93"/>
                          <a:pt x="74" y="93"/>
                        </a:cubicBezTo>
                        <a:cubicBezTo>
                          <a:pt x="75" y="93"/>
                          <a:pt x="76" y="93"/>
                          <a:pt x="77" y="93"/>
                        </a:cubicBezTo>
                        <a:cubicBezTo>
                          <a:pt x="83" y="88"/>
                          <a:pt x="83" y="88"/>
                          <a:pt x="83" y="88"/>
                        </a:cubicBezTo>
                        <a:cubicBezTo>
                          <a:pt x="85" y="87"/>
                          <a:pt x="86" y="84"/>
                          <a:pt x="85" y="82"/>
                        </a:cubicBezTo>
                        <a:cubicBezTo>
                          <a:pt x="85" y="82"/>
                          <a:pt x="84" y="76"/>
                          <a:pt x="86" y="72"/>
                        </a:cubicBezTo>
                        <a:cubicBezTo>
                          <a:pt x="89" y="67"/>
                          <a:pt x="95" y="66"/>
                          <a:pt x="95" y="66"/>
                        </a:cubicBezTo>
                        <a:cubicBezTo>
                          <a:pt x="97" y="66"/>
                          <a:pt x="99" y="63"/>
                          <a:pt x="99" y="61"/>
                        </a:cubicBezTo>
                        <a:cubicBezTo>
                          <a:pt x="100" y="54"/>
                          <a:pt x="100" y="54"/>
                          <a:pt x="100" y="54"/>
                        </a:cubicBezTo>
                        <a:cubicBezTo>
                          <a:pt x="101" y="52"/>
                          <a:pt x="99" y="49"/>
                          <a:pt x="97" y="48"/>
                        </a:cubicBezTo>
                        <a:cubicBezTo>
                          <a:pt x="97" y="48"/>
                          <a:pt x="92" y="45"/>
                          <a:pt x="91" y="40"/>
                        </a:cubicBezTo>
                        <a:cubicBezTo>
                          <a:pt x="90" y="35"/>
                          <a:pt x="93" y="30"/>
                          <a:pt x="93" y="30"/>
                        </a:cubicBezTo>
                        <a:cubicBezTo>
                          <a:pt x="94" y="28"/>
                          <a:pt x="94" y="25"/>
                          <a:pt x="93" y="23"/>
                        </a:cubicBezTo>
                        <a:cubicBezTo>
                          <a:pt x="88" y="18"/>
                          <a:pt x="88" y="18"/>
                          <a:pt x="88" y="18"/>
                        </a:cubicBezTo>
                        <a:cubicBezTo>
                          <a:pt x="87" y="16"/>
                          <a:pt x="85" y="15"/>
                          <a:pt x="83" y="15"/>
                        </a:cubicBezTo>
                        <a:cubicBezTo>
                          <a:pt x="83" y="15"/>
                          <a:pt x="82" y="16"/>
                          <a:pt x="82" y="16"/>
                        </a:cubicBezTo>
                        <a:cubicBezTo>
                          <a:pt x="82" y="16"/>
                          <a:pt x="81" y="16"/>
                          <a:pt x="79" y="16"/>
                        </a:cubicBezTo>
                        <a:cubicBezTo>
                          <a:pt x="77" y="16"/>
                          <a:pt x="74" y="16"/>
                          <a:pt x="72" y="14"/>
                        </a:cubicBezTo>
                        <a:cubicBezTo>
                          <a:pt x="68" y="12"/>
                          <a:pt x="66" y="6"/>
                          <a:pt x="66" y="6"/>
                        </a:cubicBezTo>
                        <a:cubicBezTo>
                          <a:pt x="66" y="4"/>
                          <a:pt x="64" y="2"/>
                          <a:pt x="61" y="1"/>
                        </a:cubicBezTo>
                        <a:cubicBezTo>
                          <a:pt x="54" y="0"/>
                          <a:pt x="54" y="0"/>
                          <a:pt x="54" y="0"/>
                        </a:cubicBezTo>
                        <a:cubicBezTo>
                          <a:pt x="54" y="0"/>
                          <a:pt x="54" y="0"/>
                          <a:pt x="54" y="0"/>
                        </a:cubicBezTo>
                        <a:cubicBezTo>
                          <a:pt x="52" y="0"/>
                          <a:pt x="49" y="2"/>
                          <a:pt x="48" y="3"/>
                        </a:cubicBezTo>
                        <a:cubicBezTo>
                          <a:pt x="48" y="3"/>
                          <a:pt x="45" y="8"/>
                          <a:pt x="40" y="10"/>
                        </a:cubicBezTo>
                        <a:cubicBezTo>
                          <a:pt x="39" y="10"/>
                          <a:pt x="39" y="10"/>
                          <a:pt x="38" y="10"/>
                        </a:cubicBezTo>
                        <a:cubicBezTo>
                          <a:pt x="34" y="10"/>
                          <a:pt x="30" y="8"/>
                          <a:pt x="30" y="8"/>
                        </a:cubicBezTo>
                        <a:cubicBezTo>
                          <a:pt x="30" y="7"/>
                          <a:pt x="28" y="7"/>
                          <a:pt x="27" y="7"/>
                        </a:cubicBezTo>
                        <a:cubicBezTo>
                          <a:pt x="26" y="7"/>
                          <a:pt x="25" y="7"/>
                          <a:pt x="24" y="8"/>
                        </a:cubicBezTo>
                        <a:cubicBezTo>
                          <a:pt x="18" y="12"/>
                          <a:pt x="18" y="12"/>
                          <a:pt x="18" y="12"/>
                        </a:cubicBezTo>
                        <a:cubicBezTo>
                          <a:pt x="16" y="14"/>
                          <a:pt x="15" y="17"/>
                          <a:pt x="16" y="19"/>
                        </a:cubicBezTo>
                        <a:cubicBezTo>
                          <a:pt x="16" y="19"/>
                          <a:pt x="17" y="24"/>
                          <a:pt x="15" y="29"/>
                        </a:cubicBezTo>
                        <a:cubicBezTo>
                          <a:pt x="12" y="33"/>
                          <a:pt x="6" y="34"/>
                          <a:pt x="6" y="34"/>
                        </a:cubicBezTo>
                        <a:cubicBezTo>
                          <a:pt x="4" y="35"/>
                          <a:pt x="2" y="37"/>
                          <a:pt x="2" y="39"/>
                        </a:cubicBezTo>
                        <a:cubicBezTo>
                          <a:pt x="0" y="46"/>
                          <a:pt x="0" y="46"/>
                          <a:pt x="0" y="46"/>
                        </a:cubicBezTo>
                        <a:cubicBezTo>
                          <a:pt x="0" y="49"/>
                          <a:pt x="2" y="51"/>
                          <a:pt x="4" y="52"/>
                        </a:cubicBezTo>
                        <a:close/>
                        <a:moveTo>
                          <a:pt x="25" y="35"/>
                        </a:moveTo>
                        <a:cubicBezTo>
                          <a:pt x="28" y="29"/>
                          <a:pt x="28" y="24"/>
                          <a:pt x="28" y="20"/>
                        </a:cubicBezTo>
                        <a:cubicBezTo>
                          <a:pt x="31" y="21"/>
                          <a:pt x="34" y="22"/>
                          <a:pt x="38" y="22"/>
                        </a:cubicBezTo>
                        <a:cubicBezTo>
                          <a:pt x="40" y="22"/>
                          <a:pt x="41" y="22"/>
                          <a:pt x="43" y="21"/>
                        </a:cubicBezTo>
                        <a:cubicBezTo>
                          <a:pt x="49" y="20"/>
                          <a:pt x="54" y="16"/>
                          <a:pt x="56" y="13"/>
                        </a:cubicBezTo>
                        <a:cubicBezTo>
                          <a:pt x="58" y="17"/>
                          <a:pt x="61" y="21"/>
                          <a:pt x="66" y="25"/>
                        </a:cubicBezTo>
                        <a:cubicBezTo>
                          <a:pt x="69" y="27"/>
                          <a:pt x="74" y="28"/>
                          <a:pt x="79" y="28"/>
                        </a:cubicBezTo>
                        <a:cubicBezTo>
                          <a:pt x="79" y="28"/>
                          <a:pt x="80" y="28"/>
                          <a:pt x="81" y="28"/>
                        </a:cubicBezTo>
                        <a:cubicBezTo>
                          <a:pt x="79" y="31"/>
                          <a:pt x="78" y="37"/>
                          <a:pt x="79" y="43"/>
                        </a:cubicBezTo>
                        <a:cubicBezTo>
                          <a:pt x="81" y="49"/>
                          <a:pt x="85" y="53"/>
                          <a:pt x="88" y="56"/>
                        </a:cubicBezTo>
                        <a:cubicBezTo>
                          <a:pt x="84" y="57"/>
                          <a:pt x="79" y="60"/>
                          <a:pt x="76" y="66"/>
                        </a:cubicBezTo>
                        <a:cubicBezTo>
                          <a:pt x="73" y="71"/>
                          <a:pt x="72" y="77"/>
                          <a:pt x="73" y="81"/>
                        </a:cubicBezTo>
                        <a:cubicBezTo>
                          <a:pt x="70" y="80"/>
                          <a:pt x="67" y="79"/>
                          <a:pt x="63" y="79"/>
                        </a:cubicBezTo>
                        <a:cubicBezTo>
                          <a:pt x="61" y="79"/>
                          <a:pt x="59" y="79"/>
                          <a:pt x="58" y="79"/>
                        </a:cubicBezTo>
                        <a:cubicBezTo>
                          <a:pt x="52" y="81"/>
                          <a:pt x="47" y="85"/>
                          <a:pt x="45" y="87"/>
                        </a:cubicBezTo>
                        <a:cubicBezTo>
                          <a:pt x="43" y="84"/>
                          <a:pt x="40" y="79"/>
                          <a:pt x="35" y="76"/>
                        </a:cubicBezTo>
                        <a:cubicBezTo>
                          <a:pt x="31" y="74"/>
                          <a:pt x="27" y="73"/>
                          <a:pt x="22" y="73"/>
                        </a:cubicBezTo>
                        <a:cubicBezTo>
                          <a:pt x="22" y="73"/>
                          <a:pt x="21" y="73"/>
                          <a:pt x="20" y="73"/>
                        </a:cubicBezTo>
                        <a:cubicBezTo>
                          <a:pt x="22" y="69"/>
                          <a:pt x="23" y="64"/>
                          <a:pt x="21" y="57"/>
                        </a:cubicBezTo>
                        <a:cubicBezTo>
                          <a:pt x="20" y="51"/>
                          <a:pt x="16" y="47"/>
                          <a:pt x="13" y="45"/>
                        </a:cubicBezTo>
                        <a:cubicBezTo>
                          <a:pt x="17" y="43"/>
                          <a:pt x="22" y="40"/>
                          <a:pt x="25" y="3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49" name="Freeform 509">
                    <a:extLst>
                      <a:ext uri="{FF2B5EF4-FFF2-40B4-BE49-F238E27FC236}">
                        <a16:creationId xmlns:a16="http://schemas.microsoft.com/office/drawing/2014/main" id="{FF7A8EB2-FE23-4C10-AEBC-05CBBA30CDA8}"/>
                      </a:ext>
                    </a:extLst>
                  </p:cNvPr>
                  <p:cNvSpPr>
                    <a:spLocks noEditPoints="1"/>
                  </p:cNvSpPr>
                  <p:nvPr/>
                </p:nvSpPr>
                <p:spPr bwMode="auto">
                  <a:xfrm>
                    <a:off x="5604482" y="3976034"/>
                    <a:ext cx="42390" cy="37573"/>
                  </a:xfrm>
                  <a:custGeom>
                    <a:avLst/>
                    <a:gdLst>
                      <a:gd name="T0" fmla="*/ 2147483646 w 45"/>
                      <a:gd name="T1" fmla="*/ 2147483646 h 39"/>
                      <a:gd name="T2" fmla="*/ 2147483646 w 45"/>
                      <a:gd name="T3" fmla="*/ 2147483646 h 39"/>
                      <a:gd name="T4" fmla="*/ 2147483646 w 45"/>
                      <a:gd name="T5" fmla="*/ 2147483646 h 39"/>
                      <a:gd name="T6" fmla="*/ 2147483646 w 45"/>
                      <a:gd name="T7" fmla="*/ 2147483646 h 39"/>
                      <a:gd name="T8" fmla="*/ 2147483646 w 45"/>
                      <a:gd name="T9" fmla="*/ 0 h 39"/>
                      <a:gd name="T10" fmla="*/ 2147483646 w 45"/>
                      <a:gd name="T11" fmla="*/ 2147483646 h 39"/>
                      <a:gd name="T12" fmla="*/ 2147483646 w 45"/>
                      <a:gd name="T13" fmla="*/ 2147483646 h 39"/>
                      <a:gd name="T14" fmla="*/ 2147483646 w 45"/>
                      <a:gd name="T15" fmla="*/ 2147483646 h 39"/>
                      <a:gd name="T16" fmla="*/ 2147483646 w 45"/>
                      <a:gd name="T17" fmla="*/ 2147483646 h 39"/>
                      <a:gd name="T18" fmla="*/ 2147483646 w 45"/>
                      <a:gd name="T19" fmla="*/ 2147483646 h 39"/>
                      <a:gd name="T20" fmla="*/ 2147483646 w 45"/>
                      <a:gd name="T21" fmla="*/ 2147483646 h 39"/>
                      <a:gd name="T22" fmla="*/ 2147483646 w 45"/>
                      <a:gd name="T23" fmla="*/ 2147483646 h 39"/>
                      <a:gd name="T24" fmla="*/ 2147483646 w 45"/>
                      <a:gd name="T25" fmla="*/ 2147483646 h 39"/>
                      <a:gd name="T26" fmla="*/ 2147483646 w 45"/>
                      <a:gd name="T27" fmla="*/ 2147483646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5" h="39">
                        <a:moveTo>
                          <a:pt x="12" y="36"/>
                        </a:moveTo>
                        <a:cubicBezTo>
                          <a:pt x="15" y="38"/>
                          <a:pt x="19" y="39"/>
                          <a:pt x="22" y="39"/>
                        </a:cubicBezTo>
                        <a:cubicBezTo>
                          <a:pt x="29" y="39"/>
                          <a:pt x="36" y="35"/>
                          <a:pt x="39" y="29"/>
                        </a:cubicBezTo>
                        <a:cubicBezTo>
                          <a:pt x="45" y="20"/>
                          <a:pt x="42" y="8"/>
                          <a:pt x="33" y="2"/>
                        </a:cubicBezTo>
                        <a:cubicBezTo>
                          <a:pt x="29" y="1"/>
                          <a:pt x="26" y="0"/>
                          <a:pt x="22" y="0"/>
                        </a:cubicBezTo>
                        <a:cubicBezTo>
                          <a:pt x="16" y="0"/>
                          <a:pt x="9" y="3"/>
                          <a:pt x="6" y="9"/>
                        </a:cubicBezTo>
                        <a:cubicBezTo>
                          <a:pt x="0" y="18"/>
                          <a:pt x="3" y="30"/>
                          <a:pt x="12" y="36"/>
                        </a:cubicBezTo>
                        <a:close/>
                        <a:moveTo>
                          <a:pt x="16" y="15"/>
                        </a:moveTo>
                        <a:cubicBezTo>
                          <a:pt x="17" y="13"/>
                          <a:pt x="20" y="12"/>
                          <a:pt x="22" y="12"/>
                        </a:cubicBezTo>
                        <a:cubicBezTo>
                          <a:pt x="24" y="12"/>
                          <a:pt x="25" y="12"/>
                          <a:pt x="26" y="13"/>
                        </a:cubicBezTo>
                        <a:cubicBezTo>
                          <a:pt x="30" y="15"/>
                          <a:pt x="31" y="20"/>
                          <a:pt x="29" y="23"/>
                        </a:cubicBezTo>
                        <a:cubicBezTo>
                          <a:pt x="28" y="25"/>
                          <a:pt x="25" y="27"/>
                          <a:pt x="22" y="27"/>
                        </a:cubicBezTo>
                        <a:cubicBezTo>
                          <a:pt x="21" y="27"/>
                          <a:pt x="20" y="26"/>
                          <a:pt x="19" y="26"/>
                        </a:cubicBezTo>
                        <a:cubicBezTo>
                          <a:pt x="15" y="24"/>
                          <a:pt x="14" y="19"/>
                          <a:pt x="16" y="1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0" name="Freeform 510">
                    <a:extLst>
                      <a:ext uri="{FF2B5EF4-FFF2-40B4-BE49-F238E27FC236}">
                        <a16:creationId xmlns:a16="http://schemas.microsoft.com/office/drawing/2014/main" id="{64041199-43D2-40B2-84BD-AD79D7AF43CA}"/>
                      </a:ext>
                    </a:extLst>
                  </p:cNvPr>
                  <p:cNvSpPr>
                    <a:spLocks noEditPoints="1"/>
                  </p:cNvSpPr>
                  <p:nvPr/>
                </p:nvSpPr>
                <p:spPr bwMode="auto">
                  <a:xfrm>
                    <a:off x="4922393" y="4505904"/>
                    <a:ext cx="95377" cy="96340"/>
                  </a:xfrm>
                  <a:custGeom>
                    <a:avLst/>
                    <a:gdLst>
                      <a:gd name="T0" fmla="*/ 2147483646 w 100"/>
                      <a:gd name="T1" fmla="*/ 2147483646 h 100"/>
                      <a:gd name="T2" fmla="*/ 2147483646 w 100"/>
                      <a:gd name="T3" fmla="*/ 2147483646 h 100"/>
                      <a:gd name="T4" fmla="*/ 2147483646 w 100"/>
                      <a:gd name="T5" fmla="*/ 2147483646 h 100"/>
                      <a:gd name="T6" fmla="*/ 2147483646 w 100"/>
                      <a:gd name="T7" fmla="*/ 0 h 100"/>
                      <a:gd name="T8" fmla="*/ 2147483646 w 100"/>
                      <a:gd name="T9" fmla="*/ 2147483646 h 100"/>
                      <a:gd name="T10" fmla="*/ 2147483646 w 100"/>
                      <a:gd name="T11" fmla="*/ 2147483646 h 100"/>
                      <a:gd name="T12" fmla="*/ 2147483646 w 100"/>
                      <a:gd name="T13" fmla="*/ 2147483646 h 100"/>
                      <a:gd name="T14" fmla="*/ 2147483646 w 100"/>
                      <a:gd name="T15" fmla="*/ 2147483646 h 100"/>
                      <a:gd name="T16" fmla="*/ 2147483646 w 100"/>
                      <a:gd name="T17" fmla="*/ 2147483646 h 100"/>
                      <a:gd name="T18" fmla="*/ 0 w 100"/>
                      <a:gd name="T19" fmla="*/ 2147483646 h 100"/>
                      <a:gd name="T20" fmla="*/ 2147483646 w 100"/>
                      <a:gd name="T21" fmla="*/ 2147483646 h 100"/>
                      <a:gd name="T22" fmla="*/ 2147483646 w 100"/>
                      <a:gd name="T23" fmla="*/ 2147483646 h 100"/>
                      <a:gd name="T24" fmla="*/ 2147483646 w 100"/>
                      <a:gd name="T25" fmla="*/ 2147483646 h 100"/>
                      <a:gd name="T26" fmla="*/ 2147483646 w 100"/>
                      <a:gd name="T27" fmla="*/ 2147483646 h 100"/>
                      <a:gd name="T28" fmla="*/ 2147483646 w 100"/>
                      <a:gd name="T29" fmla="*/ 2147483646 h 100"/>
                      <a:gd name="T30" fmla="*/ 2147483646 w 100"/>
                      <a:gd name="T31" fmla="*/ 2147483646 h 100"/>
                      <a:gd name="T32" fmla="*/ 2147483646 w 100"/>
                      <a:gd name="T33" fmla="*/ 2147483646 h 100"/>
                      <a:gd name="T34" fmla="*/ 2147483646 w 100"/>
                      <a:gd name="T35" fmla="*/ 2147483646 h 100"/>
                      <a:gd name="T36" fmla="*/ 2147483646 w 100"/>
                      <a:gd name="T37" fmla="*/ 2147483646 h 100"/>
                      <a:gd name="T38" fmla="*/ 2147483646 w 100"/>
                      <a:gd name="T39" fmla="*/ 2147483646 h 100"/>
                      <a:gd name="T40" fmla="*/ 2147483646 w 100"/>
                      <a:gd name="T41" fmla="*/ 2147483646 h 100"/>
                      <a:gd name="T42" fmla="*/ 2147483646 w 100"/>
                      <a:gd name="T43" fmla="*/ 2147483646 h 100"/>
                      <a:gd name="T44" fmla="*/ 2147483646 w 100"/>
                      <a:gd name="T45" fmla="*/ 2147483646 h 100"/>
                      <a:gd name="T46" fmla="*/ 2147483646 w 100"/>
                      <a:gd name="T47" fmla="*/ 2147483646 h 100"/>
                      <a:gd name="T48" fmla="*/ 2147483646 w 100"/>
                      <a:gd name="T49" fmla="*/ 2147483646 h 100"/>
                      <a:gd name="T50" fmla="*/ 2147483646 w 100"/>
                      <a:gd name="T51" fmla="*/ 2147483646 h 100"/>
                      <a:gd name="T52" fmla="*/ 2147483646 w 100"/>
                      <a:gd name="T53" fmla="*/ 2147483646 h 100"/>
                      <a:gd name="T54" fmla="*/ 2147483646 w 100"/>
                      <a:gd name="T55" fmla="*/ 2147483646 h 100"/>
                      <a:gd name="T56" fmla="*/ 2147483646 w 100"/>
                      <a:gd name="T57" fmla="*/ 2147483646 h 100"/>
                      <a:gd name="T58" fmla="*/ 2147483646 w 100"/>
                      <a:gd name="T59" fmla="*/ 2147483646 h 100"/>
                      <a:gd name="T60" fmla="*/ 2147483646 w 100"/>
                      <a:gd name="T61" fmla="*/ 2147483646 h 100"/>
                      <a:gd name="T62" fmla="*/ 2147483646 w 100"/>
                      <a:gd name="T63" fmla="*/ 2147483646 h 100"/>
                      <a:gd name="T64" fmla="*/ 2147483646 w 100"/>
                      <a:gd name="T65" fmla="*/ 2147483646 h 100"/>
                      <a:gd name="T66" fmla="*/ 2147483646 w 100"/>
                      <a:gd name="T67" fmla="*/ 2147483646 h 100"/>
                      <a:gd name="T68" fmla="*/ 2147483646 w 100"/>
                      <a:gd name="T69" fmla="*/ 2147483646 h 100"/>
                      <a:gd name="T70" fmla="*/ 2147483646 w 100"/>
                      <a:gd name="T71" fmla="*/ 2147483646 h 1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0" h="100">
                        <a:moveTo>
                          <a:pt x="83" y="16"/>
                        </a:moveTo>
                        <a:cubicBezTo>
                          <a:pt x="83" y="16"/>
                          <a:pt x="82" y="16"/>
                          <a:pt x="82" y="16"/>
                        </a:cubicBezTo>
                        <a:cubicBezTo>
                          <a:pt x="82" y="16"/>
                          <a:pt x="80" y="16"/>
                          <a:pt x="78" y="16"/>
                        </a:cubicBezTo>
                        <a:cubicBezTo>
                          <a:pt x="77" y="16"/>
                          <a:pt x="74" y="16"/>
                          <a:pt x="72" y="14"/>
                        </a:cubicBezTo>
                        <a:cubicBezTo>
                          <a:pt x="68" y="12"/>
                          <a:pt x="66" y="6"/>
                          <a:pt x="66" y="6"/>
                        </a:cubicBezTo>
                        <a:cubicBezTo>
                          <a:pt x="66" y="4"/>
                          <a:pt x="64" y="2"/>
                          <a:pt x="61" y="1"/>
                        </a:cubicBezTo>
                        <a:cubicBezTo>
                          <a:pt x="54" y="0"/>
                          <a:pt x="54" y="0"/>
                          <a:pt x="54" y="0"/>
                        </a:cubicBezTo>
                        <a:cubicBezTo>
                          <a:pt x="54" y="0"/>
                          <a:pt x="54" y="0"/>
                          <a:pt x="54" y="0"/>
                        </a:cubicBezTo>
                        <a:cubicBezTo>
                          <a:pt x="52" y="0"/>
                          <a:pt x="49" y="2"/>
                          <a:pt x="48" y="4"/>
                        </a:cubicBezTo>
                        <a:cubicBezTo>
                          <a:pt x="48" y="4"/>
                          <a:pt x="45" y="8"/>
                          <a:pt x="40" y="10"/>
                        </a:cubicBezTo>
                        <a:cubicBezTo>
                          <a:pt x="39" y="10"/>
                          <a:pt x="39" y="10"/>
                          <a:pt x="38" y="10"/>
                        </a:cubicBezTo>
                        <a:cubicBezTo>
                          <a:pt x="34" y="10"/>
                          <a:pt x="30" y="8"/>
                          <a:pt x="30" y="8"/>
                        </a:cubicBezTo>
                        <a:cubicBezTo>
                          <a:pt x="29" y="7"/>
                          <a:pt x="28" y="7"/>
                          <a:pt x="27" y="7"/>
                        </a:cubicBezTo>
                        <a:cubicBezTo>
                          <a:pt x="26" y="7"/>
                          <a:pt x="25" y="7"/>
                          <a:pt x="24" y="8"/>
                        </a:cubicBezTo>
                        <a:cubicBezTo>
                          <a:pt x="18" y="12"/>
                          <a:pt x="18" y="12"/>
                          <a:pt x="18" y="12"/>
                        </a:cubicBezTo>
                        <a:cubicBezTo>
                          <a:pt x="16" y="14"/>
                          <a:pt x="15" y="17"/>
                          <a:pt x="16" y="19"/>
                        </a:cubicBezTo>
                        <a:cubicBezTo>
                          <a:pt x="16" y="19"/>
                          <a:pt x="17" y="24"/>
                          <a:pt x="14" y="29"/>
                        </a:cubicBezTo>
                        <a:cubicBezTo>
                          <a:pt x="12" y="33"/>
                          <a:pt x="6" y="34"/>
                          <a:pt x="6" y="34"/>
                        </a:cubicBezTo>
                        <a:cubicBezTo>
                          <a:pt x="4" y="35"/>
                          <a:pt x="2" y="37"/>
                          <a:pt x="2" y="39"/>
                        </a:cubicBezTo>
                        <a:cubicBezTo>
                          <a:pt x="0" y="46"/>
                          <a:pt x="0" y="46"/>
                          <a:pt x="0" y="46"/>
                        </a:cubicBezTo>
                        <a:cubicBezTo>
                          <a:pt x="0" y="49"/>
                          <a:pt x="2" y="51"/>
                          <a:pt x="4" y="52"/>
                        </a:cubicBezTo>
                        <a:cubicBezTo>
                          <a:pt x="4" y="52"/>
                          <a:pt x="8" y="55"/>
                          <a:pt x="10" y="60"/>
                        </a:cubicBezTo>
                        <a:cubicBezTo>
                          <a:pt x="11" y="65"/>
                          <a:pt x="8" y="70"/>
                          <a:pt x="8" y="70"/>
                        </a:cubicBezTo>
                        <a:cubicBezTo>
                          <a:pt x="7" y="72"/>
                          <a:pt x="7" y="75"/>
                          <a:pt x="8" y="77"/>
                        </a:cubicBezTo>
                        <a:cubicBezTo>
                          <a:pt x="12" y="83"/>
                          <a:pt x="12" y="83"/>
                          <a:pt x="12" y="83"/>
                        </a:cubicBezTo>
                        <a:cubicBezTo>
                          <a:pt x="13" y="84"/>
                          <a:pt x="16" y="85"/>
                          <a:pt x="18" y="85"/>
                        </a:cubicBezTo>
                        <a:cubicBezTo>
                          <a:pt x="18" y="85"/>
                          <a:pt x="18" y="85"/>
                          <a:pt x="19" y="85"/>
                        </a:cubicBezTo>
                        <a:cubicBezTo>
                          <a:pt x="19" y="85"/>
                          <a:pt x="20" y="85"/>
                          <a:pt x="22" y="85"/>
                        </a:cubicBezTo>
                        <a:cubicBezTo>
                          <a:pt x="24" y="85"/>
                          <a:pt x="27" y="85"/>
                          <a:pt x="29" y="86"/>
                        </a:cubicBezTo>
                        <a:cubicBezTo>
                          <a:pt x="33" y="89"/>
                          <a:pt x="34" y="94"/>
                          <a:pt x="34" y="94"/>
                        </a:cubicBezTo>
                        <a:cubicBezTo>
                          <a:pt x="35" y="97"/>
                          <a:pt x="37" y="99"/>
                          <a:pt x="39" y="99"/>
                        </a:cubicBezTo>
                        <a:cubicBezTo>
                          <a:pt x="46" y="100"/>
                          <a:pt x="46" y="100"/>
                          <a:pt x="46" y="100"/>
                        </a:cubicBezTo>
                        <a:cubicBezTo>
                          <a:pt x="47" y="100"/>
                          <a:pt x="47" y="100"/>
                          <a:pt x="47" y="100"/>
                        </a:cubicBezTo>
                        <a:cubicBezTo>
                          <a:pt x="49" y="100"/>
                          <a:pt x="51" y="99"/>
                          <a:pt x="53" y="97"/>
                        </a:cubicBezTo>
                        <a:cubicBezTo>
                          <a:pt x="53" y="97"/>
                          <a:pt x="55" y="92"/>
                          <a:pt x="60" y="91"/>
                        </a:cubicBezTo>
                        <a:cubicBezTo>
                          <a:pt x="61" y="91"/>
                          <a:pt x="62" y="91"/>
                          <a:pt x="63" y="91"/>
                        </a:cubicBezTo>
                        <a:cubicBezTo>
                          <a:pt x="67" y="91"/>
                          <a:pt x="70" y="93"/>
                          <a:pt x="70" y="93"/>
                        </a:cubicBezTo>
                        <a:cubicBezTo>
                          <a:pt x="71" y="93"/>
                          <a:pt x="72" y="94"/>
                          <a:pt x="74" y="94"/>
                        </a:cubicBezTo>
                        <a:cubicBezTo>
                          <a:pt x="75" y="94"/>
                          <a:pt x="76" y="93"/>
                          <a:pt x="77" y="93"/>
                        </a:cubicBezTo>
                        <a:cubicBezTo>
                          <a:pt x="83" y="88"/>
                          <a:pt x="83" y="88"/>
                          <a:pt x="83" y="88"/>
                        </a:cubicBezTo>
                        <a:cubicBezTo>
                          <a:pt x="85" y="87"/>
                          <a:pt x="86" y="84"/>
                          <a:pt x="85" y="82"/>
                        </a:cubicBezTo>
                        <a:cubicBezTo>
                          <a:pt x="85" y="82"/>
                          <a:pt x="84" y="76"/>
                          <a:pt x="86" y="72"/>
                        </a:cubicBezTo>
                        <a:cubicBezTo>
                          <a:pt x="89" y="68"/>
                          <a:pt x="94" y="66"/>
                          <a:pt x="94" y="66"/>
                        </a:cubicBezTo>
                        <a:cubicBezTo>
                          <a:pt x="97" y="66"/>
                          <a:pt x="99" y="63"/>
                          <a:pt x="99" y="61"/>
                        </a:cubicBezTo>
                        <a:cubicBezTo>
                          <a:pt x="100" y="54"/>
                          <a:pt x="100" y="54"/>
                          <a:pt x="100" y="54"/>
                        </a:cubicBezTo>
                        <a:cubicBezTo>
                          <a:pt x="100" y="52"/>
                          <a:pt x="99" y="49"/>
                          <a:pt x="97" y="48"/>
                        </a:cubicBezTo>
                        <a:cubicBezTo>
                          <a:pt x="97" y="48"/>
                          <a:pt x="92" y="45"/>
                          <a:pt x="91" y="40"/>
                        </a:cubicBezTo>
                        <a:cubicBezTo>
                          <a:pt x="90" y="35"/>
                          <a:pt x="93" y="30"/>
                          <a:pt x="93" y="30"/>
                        </a:cubicBezTo>
                        <a:cubicBezTo>
                          <a:pt x="94" y="28"/>
                          <a:pt x="94" y="25"/>
                          <a:pt x="93" y="24"/>
                        </a:cubicBezTo>
                        <a:cubicBezTo>
                          <a:pt x="88" y="18"/>
                          <a:pt x="88" y="18"/>
                          <a:pt x="88" y="18"/>
                        </a:cubicBezTo>
                        <a:cubicBezTo>
                          <a:pt x="87" y="16"/>
                          <a:pt x="85" y="16"/>
                          <a:pt x="83" y="16"/>
                        </a:cubicBezTo>
                        <a:close/>
                        <a:moveTo>
                          <a:pt x="76" y="66"/>
                        </a:moveTo>
                        <a:cubicBezTo>
                          <a:pt x="73" y="71"/>
                          <a:pt x="72" y="77"/>
                          <a:pt x="73" y="81"/>
                        </a:cubicBezTo>
                        <a:cubicBezTo>
                          <a:pt x="70" y="80"/>
                          <a:pt x="67" y="79"/>
                          <a:pt x="63" y="79"/>
                        </a:cubicBezTo>
                        <a:cubicBezTo>
                          <a:pt x="61" y="79"/>
                          <a:pt x="59" y="79"/>
                          <a:pt x="58" y="79"/>
                        </a:cubicBezTo>
                        <a:cubicBezTo>
                          <a:pt x="51" y="81"/>
                          <a:pt x="47" y="85"/>
                          <a:pt x="45" y="88"/>
                        </a:cubicBezTo>
                        <a:cubicBezTo>
                          <a:pt x="43" y="84"/>
                          <a:pt x="40" y="79"/>
                          <a:pt x="35" y="76"/>
                        </a:cubicBezTo>
                        <a:cubicBezTo>
                          <a:pt x="31" y="74"/>
                          <a:pt x="27" y="73"/>
                          <a:pt x="22" y="73"/>
                        </a:cubicBezTo>
                        <a:cubicBezTo>
                          <a:pt x="21" y="73"/>
                          <a:pt x="21" y="73"/>
                          <a:pt x="20" y="73"/>
                        </a:cubicBezTo>
                        <a:cubicBezTo>
                          <a:pt x="21" y="69"/>
                          <a:pt x="23" y="64"/>
                          <a:pt x="21" y="58"/>
                        </a:cubicBezTo>
                        <a:cubicBezTo>
                          <a:pt x="20" y="51"/>
                          <a:pt x="16" y="47"/>
                          <a:pt x="13" y="45"/>
                        </a:cubicBezTo>
                        <a:cubicBezTo>
                          <a:pt x="17" y="43"/>
                          <a:pt x="22" y="40"/>
                          <a:pt x="25" y="35"/>
                        </a:cubicBezTo>
                        <a:cubicBezTo>
                          <a:pt x="28" y="30"/>
                          <a:pt x="28" y="24"/>
                          <a:pt x="28" y="20"/>
                        </a:cubicBezTo>
                        <a:cubicBezTo>
                          <a:pt x="30" y="21"/>
                          <a:pt x="34" y="22"/>
                          <a:pt x="38" y="22"/>
                        </a:cubicBezTo>
                        <a:cubicBezTo>
                          <a:pt x="40" y="22"/>
                          <a:pt x="41" y="22"/>
                          <a:pt x="43" y="21"/>
                        </a:cubicBezTo>
                        <a:cubicBezTo>
                          <a:pt x="49" y="20"/>
                          <a:pt x="53" y="16"/>
                          <a:pt x="56" y="13"/>
                        </a:cubicBezTo>
                        <a:cubicBezTo>
                          <a:pt x="57" y="17"/>
                          <a:pt x="60" y="21"/>
                          <a:pt x="66" y="25"/>
                        </a:cubicBezTo>
                        <a:cubicBezTo>
                          <a:pt x="69" y="27"/>
                          <a:pt x="74" y="28"/>
                          <a:pt x="78" y="28"/>
                        </a:cubicBezTo>
                        <a:cubicBezTo>
                          <a:pt x="79" y="28"/>
                          <a:pt x="80" y="28"/>
                          <a:pt x="81" y="28"/>
                        </a:cubicBezTo>
                        <a:cubicBezTo>
                          <a:pt x="79" y="32"/>
                          <a:pt x="78" y="37"/>
                          <a:pt x="79" y="43"/>
                        </a:cubicBezTo>
                        <a:cubicBezTo>
                          <a:pt x="81" y="49"/>
                          <a:pt x="85" y="53"/>
                          <a:pt x="88" y="56"/>
                        </a:cubicBezTo>
                        <a:cubicBezTo>
                          <a:pt x="84" y="57"/>
                          <a:pt x="79" y="60"/>
                          <a:pt x="76"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1" name="Freeform 511">
                    <a:extLst>
                      <a:ext uri="{FF2B5EF4-FFF2-40B4-BE49-F238E27FC236}">
                        <a16:creationId xmlns:a16="http://schemas.microsoft.com/office/drawing/2014/main" id="{553FDDC9-68B6-46A6-8F4B-BBB4B1AC74C8}"/>
                      </a:ext>
                    </a:extLst>
                  </p:cNvPr>
                  <p:cNvSpPr>
                    <a:spLocks noEditPoints="1"/>
                  </p:cNvSpPr>
                  <p:nvPr/>
                </p:nvSpPr>
                <p:spPr bwMode="auto">
                  <a:xfrm>
                    <a:off x="4948405" y="4535769"/>
                    <a:ext cx="43353" cy="37573"/>
                  </a:xfrm>
                  <a:custGeom>
                    <a:avLst/>
                    <a:gdLst>
                      <a:gd name="T0" fmla="*/ 2147483646 w 45"/>
                      <a:gd name="T1" fmla="*/ 2147483646 h 39"/>
                      <a:gd name="T2" fmla="*/ 2147483646 w 45"/>
                      <a:gd name="T3" fmla="*/ 0 h 39"/>
                      <a:gd name="T4" fmla="*/ 2147483646 w 45"/>
                      <a:gd name="T5" fmla="*/ 2147483646 h 39"/>
                      <a:gd name="T6" fmla="*/ 2147483646 w 45"/>
                      <a:gd name="T7" fmla="*/ 2147483646 h 39"/>
                      <a:gd name="T8" fmla="*/ 2147483646 w 45"/>
                      <a:gd name="T9" fmla="*/ 2147483646 h 39"/>
                      <a:gd name="T10" fmla="*/ 2147483646 w 45"/>
                      <a:gd name="T11" fmla="*/ 2147483646 h 39"/>
                      <a:gd name="T12" fmla="*/ 2147483646 w 45"/>
                      <a:gd name="T13" fmla="*/ 2147483646 h 39"/>
                      <a:gd name="T14" fmla="*/ 2147483646 w 45"/>
                      <a:gd name="T15" fmla="*/ 2147483646 h 39"/>
                      <a:gd name="T16" fmla="*/ 2147483646 w 45"/>
                      <a:gd name="T17" fmla="*/ 2147483646 h 39"/>
                      <a:gd name="T18" fmla="*/ 2147483646 w 45"/>
                      <a:gd name="T19" fmla="*/ 2147483646 h 39"/>
                      <a:gd name="T20" fmla="*/ 2147483646 w 45"/>
                      <a:gd name="T21" fmla="*/ 2147483646 h 39"/>
                      <a:gd name="T22" fmla="*/ 2147483646 w 45"/>
                      <a:gd name="T23" fmla="*/ 2147483646 h 39"/>
                      <a:gd name="T24" fmla="*/ 2147483646 w 45"/>
                      <a:gd name="T25" fmla="*/ 2147483646 h 39"/>
                      <a:gd name="T26" fmla="*/ 2147483646 w 45"/>
                      <a:gd name="T27" fmla="*/ 2147483646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5" h="39">
                        <a:moveTo>
                          <a:pt x="32" y="3"/>
                        </a:moveTo>
                        <a:cubicBezTo>
                          <a:pt x="29" y="1"/>
                          <a:pt x="26" y="0"/>
                          <a:pt x="22" y="0"/>
                        </a:cubicBezTo>
                        <a:cubicBezTo>
                          <a:pt x="16" y="0"/>
                          <a:pt x="9" y="3"/>
                          <a:pt x="6" y="9"/>
                        </a:cubicBezTo>
                        <a:cubicBezTo>
                          <a:pt x="0" y="18"/>
                          <a:pt x="3" y="30"/>
                          <a:pt x="12" y="36"/>
                        </a:cubicBezTo>
                        <a:cubicBezTo>
                          <a:pt x="15" y="38"/>
                          <a:pt x="19" y="39"/>
                          <a:pt x="22" y="39"/>
                        </a:cubicBezTo>
                        <a:cubicBezTo>
                          <a:pt x="29" y="39"/>
                          <a:pt x="35" y="35"/>
                          <a:pt x="39" y="29"/>
                        </a:cubicBezTo>
                        <a:cubicBezTo>
                          <a:pt x="45" y="20"/>
                          <a:pt x="42" y="8"/>
                          <a:pt x="32" y="3"/>
                        </a:cubicBezTo>
                        <a:close/>
                        <a:moveTo>
                          <a:pt x="29" y="23"/>
                        </a:moveTo>
                        <a:cubicBezTo>
                          <a:pt x="27" y="25"/>
                          <a:pt x="25" y="27"/>
                          <a:pt x="22" y="27"/>
                        </a:cubicBezTo>
                        <a:cubicBezTo>
                          <a:pt x="21" y="27"/>
                          <a:pt x="20" y="26"/>
                          <a:pt x="18" y="26"/>
                        </a:cubicBezTo>
                        <a:cubicBezTo>
                          <a:pt x="15" y="24"/>
                          <a:pt x="14" y="19"/>
                          <a:pt x="16" y="15"/>
                        </a:cubicBezTo>
                        <a:cubicBezTo>
                          <a:pt x="17" y="13"/>
                          <a:pt x="20" y="12"/>
                          <a:pt x="22" y="12"/>
                        </a:cubicBezTo>
                        <a:cubicBezTo>
                          <a:pt x="24" y="12"/>
                          <a:pt x="25" y="12"/>
                          <a:pt x="26" y="13"/>
                        </a:cubicBezTo>
                        <a:cubicBezTo>
                          <a:pt x="30" y="15"/>
                          <a:pt x="31" y="20"/>
                          <a:pt x="29" y="2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2" name="Freeform 512">
                    <a:extLst>
                      <a:ext uri="{FF2B5EF4-FFF2-40B4-BE49-F238E27FC236}">
                        <a16:creationId xmlns:a16="http://schemas.microsoft.com/office/drawing/2014/main" id="{2F3EC5B3-57F2-4FDC-ABB1-784C5207B613}"/>
                      </a:ext>
                    </a:extLst>
                  </p:cNvPr>
                  <p:cNvSpPr>
                    <a:spLocks noEditPoints="1"/>
                  </p:cNvSpPr>
                  <p:nvPr/>
                </p:nvSpPr>
                <p:spPr bwMode="auto">
                  <a:xfrm>
                    <a:off x="4461887" y="3924010"/>
                    <a:ext cx="96340" cy="95377"/>
                  </a:xfrm>
                  <a:custGeom>
                    <a:avLst/>
                    <a:gdLst>
                      <a:gd name="T0" fmla="*/ 2147483646 w 100"/>
                      <a:gd name="T1" fmla="*/ 2147483646 h 100"/>
                      <a:gd name="T2" fmla="*/ 2147483646 w 100"/>
                      <a:gd name="T3" fmla="*/ 2147483646 h 100"/>
                      <a:gd name="T4" fmla="*/ 2147483646 w 100"/>
                      <a:gd name="T5" fmla="*/ 2147483646 h 100"/>
                      <a:gd name="T6" fmla="*/ 2147483646 w 100"/>
                      <a:gd name="T7" fmla="*/ 2147483646 h 100"/>
                      <a:gd name="T8" fmla="*/ 2147483646 w 100"/>
                      <a:gd name="T9" fmla="*/ 2147483646 h 100"/>
                      <a:gd name="T10" fmla="*/ 2147483646 w 100"/>
                      <a:gd name="T11" fmla="*/ 2147483646 h 100"/>
                      <a:gd name="T12" fmla="*/ 2147483646 w 100"/>
                      <a:gd name="T13" fmla="*/ 2147483646 h 100"/>
                      <a:gd name="T14" fmla="*/ 2147483646 w 100"/>
                      <a:gd name="T15" fmla="*/ 2147483646 h 100"/>
                      <a:gd name="T16" fmla="*/ 2147483646 w 100"/>
                      <a:gd name="T17" fmla="*/ 2147483646 h 100"/>
                      <a:gd name="T18" fmla="*/ 2147483646 w 100"/>
                      <a:gd name="T19" fmla="*/ 2147483646 h 100"/>
                      <a:gd name="T20" fmla="*/ 2147483646 w 100"/>
                      <a:gd name="T21" fmla="*/ 2147483646 h 100"/>
                      <a:gd name="T22" fmla="*/ 2147483646 w 100"/>
                      <a:gd name="T23" fmla="*/ 2147483646 h 100"/>
                      <a:gd name="T24" fmla="*/ 2147483646 w 100"/>
                      <a:gd name="T25" fmla="*/ 2147483646 h 100"/>
                      <a:gd name="T26" fmla="*/ 2147483646 w 100"/>
                      <a:gd name="T27" fmla="*/ 2147483646 h 100"/>
                      <a:gd name="T28" fmla="*/ 2147483646 w 100"/>
                      <a:gd name="T29" fmla="*/ 2147483646 h 100"/>
                      <a:gd name="T30" fmla="*/ 2147483646 w 100"/>
                      <a:gd name="T31" fmla="*/ 2147483646 h 100"/>
                      <a:gd name="T32" fmla="*/ 2147483646 w 100"/>
                      <a:gd name="T33" fmla="*/ 2147483646 h 100"/>
                      <a:gd name="T34" fmla="*/ 2147483646 w 100"/>
                      <a:gd name="T35" fmla="*/ 2147483646 h 100"/>
                      <a:gd name="T36" fmla="*/ 2147483646 w 100"/>
                      <a:gd name="T37" fmla="*/ 0 h 100"/>
                      <a:gd name="T38" fmla="*/ 2147483646 w 100"/>
                      <a:gd name="T39" fmla="*/ 2147483646 h 100"/>
                      <a:gd name="T40" fmla="*/ 2147483646 w 100"/>
                      <a:gd name="T41" fmla="*/ 2147483646 h 100"/>
                      <a:gd name="T42" fmla="*/ 2147483646 w 100"/>
                      <a:gd name="T43" fmla="*/ 2147483646 h 100"/>
                      <a:gd name="T44" fmla="*/ 2147483646 w 100"/>
                      <a:gd name="T45" fmla="*/ 2147483646 h 100"/>
                      <a:gd name="T46" fmla="*/ 2147483646 w 100"/>
                      <a:gd name="T47" fmla="*/ 2147483646 h 100"/>
                      <a:gd name="T48" fmla="*/ 0 w 100"/>
                      <a:gd name="T49" fmla="*/ 2147483646 h 100"/>
                      <a:gd name="T50" fmla="*/ 2147483646 w 100"/>
                      <a:gd name="T51" fmla="*/ 2147483646 h 100"/>
                      <a:gd name="T52" fmla="*/ 2147483646 w 100"/>
                      <a:gd name="T53" fmla="*/ 2147483646 h 100"/>
                      <a:gd name="T54" fmla="*/ 2147483646 w 100"/>
                      <a:gd name="T55" fmla="*/ 2147483646 h 100"/>
                      <a:gd name="T56" fmla="*/ 2147483646 w 100"/>
                      <a:gd name="T57" fmla="*/ 2147483646 h 100"/>
                      <a:gd name="T58" fmla="*/ 2147483646 w 100"/>
                      <a:gd name="T59" fmla="*/ 2147483646 h 100"/>
                      <a:gd name="T60" fmla="*/ 2147483646 w 100"/>
                      <a:gd name="T61" fmla="*/ 2147483646 h 100"/>
                      <a:gd name="T62" fmla="*/ 2147483646 w 100"/>
                      <a:gd name="T63" fmla="*/ 2147483646 h 100"/>
                      <a:gd name="T64" fmla="*/ 2147483646 w 100"/>
                      <a:gd name="T65" fmla="*/ 2147483646 h 100"/>
                      <a:gd name="T66" fmla="*/ 2147483646 w 100"/>
                      <a:gd name="T67" fmla="*/ 2147483646 h 100"/>
                      <a:gd name="T68" fmla="*/ 2147483646 w 100"/>
                      <a:gd name="T69" fmla="*/ 2147483646 h 100"/>
                      <a:gd name="T70" fmla="*/ 2147483646 w 100"/>
                      <a:gd name="T71" fmla="*/ 2147483646 h 1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0" h="100">
                        <a:moveTo>
                          <a:pt x="4" y="52"/>
                        </a:moveTo>
                        <a:cubicBezTo>
                          <a:pt x="4" y="52"/>
                          <a:pt x="8" y="55"/>
                          <a:pt x="10" y="60"/>
                        </a:cubicBezTo>
                        <a:cubicBezTo>
                          <a:pt x="11" y="65"/>
                          <a:pt x="8" y="70"/>
                          <a:pt x="8" y="70"/>
                        </a:cubicBezTo>
                        <a:cubicBezTo>
                          <a:pt x="7" y="72"/>
                          <a:pt x="7" y="75"/>
                          <a:pt x="8" y="77"/>
                        </a:cubicBezTo>
                        <a:cubicBezTo>
                          <a:pt x="12" y="83"/>
                          <a:pt x="12" y="83"/>
                          <a:pt x="12" y="83"/>
                        </a:cubicBezTo>
                        <a:cubicBezTo>
                          <a:pt x="13" y="84"/>
                          <a:pt x="16" y="85"/>
                          <a:pt x="17" y="85"/>
                        </a:cubicBezTo>
                        <a:cubicBezTo>
                          <a:pt x="18" y="85"/>
                          <a:pt x="18" y="85"/>
                          <a:pt x="19" y="85"/>
                        </a:cubicBezTo>
                        <a:cubicBezTo>
                          <a:pt x="19" y="85"/>
                          <a:pt x="20" y="85"/>
                          <a:pt x="22" y="85"/>
                        </a:cubicBezTo>
                        <a:cubicBezTo>
                          <a:pt x="24" y="85"/>
                          <a:pt x="27" y="85"/>
                          <a:pt x="29" y="86"/>
                        </a:cubicBezTo>
                        <a:cubicBezTo>
                          <a:pt x="33" y="89"/>
                          <a:pt x="34" y="94"/>
                          <a:pt x="34" y="94"/>
                        </a:cubicBezTo>
                        <a:cubicBezTo>
                          <a:pt x="35" y="96"/>
                          <a:pt x="37" y="99"/>
                          <a:pt x="39" y="99"/>
                        </a:cubicBezTo>
                        <a:cubicBezTo>
                          <a:pt x="46" y="100"/>
                          <a:pt x="46" y="100"/>
                          <a:pt x="46" y="100"/>
                        </a:cubicBezTo>
                        <a:cubicBezTo>
                          <a:pt x="47" y="100"/>
                          <a:pt x="47" y="100"/>
                          <a:pt x="47" y="100"/>
                        </a:cubicBezTo>
                        <a:cubicBezTo>
                          <a:pt x="49" y="100"/>
                          <a:pt x="51" y="99"/>
                          <a:pt x="53" y="97"/>
                        </a:cubicBezTo>
                        <a:cubicBezTo>
                          <a:pt x="53" y="97"/>
                          <a:pt x="55" y="92"/>
                          <a:pt x="60" y="91"/>
                        </a:cubicBezTo>
                        <a:cubicBezTo>
                          <a:pt x="61" y="91"/>
                          <a:pt x="62" y="91"/>
                          <a:pt x="63" y="91"/>
                        </a:cubicBezTo>
                        <a:cubicBezTo>
                          <a:pt x="67" y="91"/>
                          <a:pt x="70" y="93"/>
                          <a:pt x="70" y="93"/>
                        </a:cubicBezTo>
                        <a:cubicBezTo>
                          <a:pt x="71" y="93"/>
                          <a:pt x="72" y="93"/>
                          <a:pt x="74" y="93"/>
                        </a:cubicBezTo>
                        <a:cubicBezTo>
                          <a:pt x="75" y="93"/>
                          <a:pt x="76" y="93"/>
                          <a:pt x="77" y="93"/>
                        </a:cubicBezTo>
                        <a:cubicBezTo>
                          <a:pt x="83" y="88"/>
                          <a:pt x="83" y="88"/>
                          <a:pt x="83" y="88"/>
                        </a:cubicBezTo>
                        <a:cubicBezTo>
                          <a:pt x="85" y="87"/>
                          <a:pt x="85" y="84"/>
                          <a:pt x="85" y="82"/>
                        </a:cubicBezTo>
                        <a:cubicBezTo>
                          <a:pt x="85" y="82"/>
                          <a:pt x="84" y="76"/>
                          <a:pt x="86" y="72"/>
                        </a:cubicBezTo>
                        <a:cubicBezTo>
                          <a:pt x="89" y="67"/>
                          <a:pt x="94" y="66"/>
                          <a:pt x="94" y="66"/>
                        </a:cubicBezTo>
                        <a:cubicBezTo>
                          <a:pt x="97" y="66"/>
                          <a:pt x="99" y="63"/>
                          <a:pt x="99" y="61"/>
                        </a:cubicBezTo>
                        <a:cubicBezTo>
                          <a:pt x="100" y="54"/>
                          <a:pt x="100" y="54"/>
                          <a:pt x="100" y="54"/>
                        </a:cubicBezTo>
                        <a:cubicBezTo>
                          <a:pt x="100" y="52"/>
                          <a:pt x="99" y="49"/>
                          <a:pt x="97" y="48"/>
                        </a:cubicBezTo>
                        <a:cubicBezTo>
                          <a:pt x="97" y="48"/>
                          <a:pt x="92" y="45"/>
                          <a:pt x="91" y="40"/>
                        </a:cubicBezTo>
                        <a:cubicBezTo>
                          <a:pt x="90" y="35"/>
                          <a:pt x="93" y="30"/>
                          <a:pt x="93" y="30"/>
                        </a:cubicBezTo>
                        <a:cubicBezTo>
                          <a:pt x="94" y="28"/>
                          <a:pt x="94" y="25"/>
                          <a:pt x="93" y="23"/>
                        </a:cubicBezTo>
                        <a:cubicBezTo>
                          <a:pt x="88" y="18"/>
                          <a:pt x="88" y="18"/>
                          <a:pt x="88" y="18"/>
                        </a:cubicBezTo>
                        <a:cubicBezTo>
                          <a:pt x="87" y="16"/>
                          <a:pt x="85" y="15"/>
                          <a:pt x="83" y="15"/>
                        </a:cubicBezTo>
                        <a:cubicBezTo>
                          <a:pt x="83" y="15"/>
                          <a:pt x="82" y="15"/>
                          <a:pt x="82" y="16"/>
                        </a:cubicBezTo>
                        <a:cubicBezTo>
                          <a:pt x="82" y="16"/>
                          <a:pt x="80" y="16"/>
                          <a:pt x="78" y="16"/>
                        </a:cubicBezTo>
                        <a:cubicBezTo>
                          <a:pt x="76" y="16"/>
                          <a:pt x="74" y="16"/>
                          <a:pt x="72" y="14"/>
                        </a:cubicBezTo>
                        <a:cubicBezTo>
                          <a:pt x="68" y="12"/>
                          <a:pt x="66" y="6"/>
                          <a:pt x="66" y="6"/>
                        </a:cubicBezTo>
                        <a:cubicBezTo>
                          <a:pt x="66" y="4"/>
                          <a:pt x="63" y="2"/>
                          <a:pt x="61" y="1"/>
                        </a:cubicBezTo>
                        <a:cubicBezTo>
                          <a:pt x="54" y="0"/>
                          <a:pt x="54" y="0"/>
                          <a:pt x="54" y="0"/>
                        </a:cubicBezTo>
                        <a:cubicBezTo>
                          <a:pt x="54" y="0"/>
                          <a:pt x="54" y="0"/>
                          <a:pt x="54" y="0"/>
                        </a:cubicBezTo>
                        <a:cubicBezTo>
                          <a:pt x="52" y="0"/>
                          <a:pt x="49" y="2"/>
                          <a:pt x="48" y="3"/>
                        </a:cubicBezTo>
                        <a:cubicBezTo>
                          <a:pt x="48" y="3"/>
                          <a:pt x="45" y="8"/>
                          <a:pt x="40" y="10"/>
                        </a:cubicBezTo>
                        <a:cubicBezTo>
                          <a:pt x="39" y="10"/>
                          <a:pt x="39" y="10"/>
                          <a:pt x="38" y="10"/>
                        </a:cubicBezTo>
                        <a:cubicBezTo>
                          <a:pt x="34" y="10"/>
                          <a:pt x="30" y="8"/>
                          <a:pt x="30" y="8"/>
                        </a:cubicBezTo>
                        <a:cubicBezTo>
                          <a:pt x="29" y="7"/>
                          <a:pt x="28" y="7"/>
                          <a:pt x="27" y="7"/>
                        </a:cubicBezTo>
                        <a:cubicBezTo>
                          <a:pt x="26" y="7"/>
                          <a:pt x="24" y="7"/>
                          <a:pt x="24" y="8"/>
                        </a:cubicBezTo>
                        <a:cubicBezTo>
                          <a:pt x="18" y="12"/>
                          <a:pt x="18" y="12"/>
                          <a:pt x="18" y="12"/>
                        </a:cubicBezTo>
                        <a:cubicBezTo>
                          <a:pt x="16" y="14"/>
                          <a:pt x="15" y="17"/>
                          <a:pt x="16" y="19"/>
                        </a:cubicBezTo>
                        <a:cubicBezTo>
                          <a:pt x="16" y="19"/>
                          <a:pt x="17" y="24"/>
                          <a:pt x="14" y="29"/>
                        </a:cubicBezTo>
                        <a:cubicBezTo>
                          <a:pt x="12" y="33"/>
                          <a:pt x="6" y="34"/>
                          <a:pt x="6" y="34"/>
                        </a:cubicBezTo>
                        <a:cubicBezTo>
                          <a:pt x="4" y="35"/>
                          <a:pt x="2" y="37"/>
                          <a:pt x="1" y="39"/>
                        </a:cubicBezTo>
                        <a:cubicBezTo>
                          <a:pt x="0" y="46"/>
                          <a:pt x="0" y="46"/>
                          <a:pt x="0" y="46"/>
                        </a:cubicBezTo>
                        <a:cubicBezTo>
                          <a:pt x="0" y="49"/>
                          <a:pt x="2" y="51"/>
                          <a:pt x="4" y="52"/>
                        </a:cubicBezTo>
                        <a:close/>
                        <a:moveTo>
                          <a:pt x="25" y="35"/>
                        </a:moveTo>
                        <a:cubicBezTo>
                          <a:pt x="28" y="29"/>
                          <a:pt x="28" y="24"/>
                          <a:pt x="28" y="20"/>
                        </a:cubicBezTo>
                        <a:cubicBezTo>
                          <a:pt x="30" y="21"/>
                          <a:pt x="34" y="22"/>
                          <a:pt x="38" y="22"/>
                        </a:cubicBezTo>
                        <a:cubicBezTo>
                          <a:pt x="40" y="22"/>
                          <a:pt x="41" y="22"/>
                          <a:pt x="43" y="21"/>
                        </a:cubicBezTo>
                        <a:cubicBezTo>
                          <a:pt x="49" y="20"/>
                          <a:pt x="53" y="16"/>
                          <a:pt x="56" y="13"/>
                        </a:cubicBezTo>
                        <a:cubicBezTo>
                          <a:pt x="57" y="17"/>
                          <a:pt x="60" y="21"/>
                          <a:pt x="66" y="25"/>
                        </a:cubicBezTo>
                        <a:cubicBezTo>
                          <a:pt x="69" y="27"/>
                          <a:pt x="74" y="28"/>
                          <a:pt x="78" y="28"/>
                        </a:cubicBezTo>
                        <a:cubicBezTo>
                          <a:pt x="79" y="28"/>
                          <a:pt x="80" y="28"/>
                          <a:pt x="81" y="28"/>
                        </a:cubicBezTo>
                        <a:cubicBezTo>
                          <a:pt x="79" y="31"/>
                          <a:pt x="78" y="37"/>
                          <a:pt x="79" y="43"/>
                        </a:cubicBezTo>
                        <a:cubicBezTo>
                          <a:pt x="81" y="49"/>
                          <a:pt x="85" y="53"/>
                          <a:pt x="88" y="56"/>
                        </a:cubicBezTo>
                        <a:cubicBezTo>
                          <a:pt x="84" y="57"/>
                          <a:pt x="79" y="60"/>
                          <a:pt x="76" y="66"/>
                        </a:cubicBezTo>
                        <a:cubicBezTo>
                          <a:pt x="73" y="71"/>
                          <a:pt x="72" y="77"/>
                          <a:pt x="73" y="81"/>
                        </a:cubicBezTo>
                        <a:cubicBezTo>
                          <a:pt x="70" y="80"/>
                          <a:pt x="67" y="79"/>
                          <a:pt x="63" y="79"/>
                        </a:cubicBezTo>
                        <a:cubicBezTo>
                          <a:pt x="61" y="79"/>
                          <a:pt x="59" y="79"/>
                          <a:pt x="58" y="79"/>
                        </a:cubicBezTo>
                        <a:cubicBezTo>
                          <a:pt x="51" y="81"/>
                          <a:pt x="47" y="85"/>
                          <a:pt x="45" y="87"/>
                        </a:cubicBezTo>
                        <a:cubicBezTo>
                          <a:pt x="43" y="84"/>
                          <a:pt x="40" y="79"/>
                          <a:pt x="35" y="76"/>
                        </a:cubicBezTo>
                        <a:cubicBezTo>
                          <a:pt x="31" y="74"/>
                          <a:pt x="27" y="73"/>
                          <a:pt x="22" y="73"/>
                        </a:cubicBezTo>
                        <a:cubicBezTo>
                          <a:pt x="21" y="73"/>
                          <a:pt x="21" y="73"/>
                          <a:pt x="20" y="73"/>
                        </a:cubicBezTo>
                        <a:cubicBezTo>
                          <a:pt x="21" y="69"/>
                          <a:pt x="23" y="64"/>
                          <a:pt x="21" y="57"/>
                        </a:cubicBezTo>
                        <a:cubicBezTo>
                          <a:pt x="20" y="51"/>
                          <a:pt x="16" y="47"/>
                          <a:pt x="13" y="45"/>
                        </a:cubicBezTo>
                        <a:cubicBezTo>
                          <a:pt x="17" y="43"/>
                          <a:pt x="21" y="40"/>
                          <a:pt x="25" y="3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3" name="Freeform 513">
                    <a:extLst>
                      <a:ext uri="{FF2B5EF4-FFF2-40B4-BE49-F238E27FC236}">
                        <a16:creationId xmlns:a16="http://schemas.microsoft.com/office/drawing/2014/main" id="{43F63BF2-08F6-4237-845C-A0186DC613C9}"/>
                      </a:ext>
                    </a:extLst>
                  </p:cNvPr>
                  <p:cNvSpPr>
                    <a:spLocks noEditPoints="1"/>
                  </p:cNvSpPr>
                  <p:nvPr/>
                </p:nvSpPr>
                <p:spPr bwMode="auto">
                  <a:xfrm>
                    <a:off x="4488862" y="3952911"/>
                    <a:ext cx="43353" cy="37573"/>
                  </a:xfrm>
                  <a:custGeom>
                    <a:avLst/>
                    <a:gdLst>
                      <a:gd name="T0" fmla="*/ 2147483646 w 45"/>
                      <a:gd name="T1" fmla="*/ 2147483646 h 39"/>
                      <a:gd name="T2" fmla="*/ 2147483646 w 45"/>
                      <a:gd name="T3" fmla="*/ 2147483646 h 39"/>
                      <a:gd name="T4" fmla="*/ 2147483646 w 45"/>
                      <a:gd name="T5" fmla="*/ 2147483646 h 39"/>
                      <a:gd name="T6" fmla="*/ 2147483646 w 45"/>
                      <a:gd name="T7" fmla="*/ 2147483646 h 39"/>
                      <a:gd name="T8" fmla="*/ 2147483646 w 45"/>
                      <a:gd name="T9" fmla="*/ 0 h 39"/>
                      <a:gd name="T10" fmla="*/ 2147483646 w 45"/>
                      <a:gd name="T11" fmla="*/ 2147483646 h 39"/>
                      <a:gd name="T12" fmla="*/ 2147483646 w 45"/>
                      <a:gd name="T13" fmla="*/ 2147483646 h 39"/>
                      <a:gd name="T14" fmla="*/ 2147483646 w 45"/>
                      <a:gd name="T15" fmla="*/ 2147483646 h 39"/>
                      <a:gd name="T16" fmla="*/ 2147483646 w 45"/>
                      <a:gd name="T17" fmla="*/ 2147483646 h 39"/>
                      <a:gd name="T18" fmla="*/ 2147483646 w 45"/>
                      <a:gd name="T19" fmla="*/ 2147483646 h 39"/>
                      <a:gd name="T20" fmla="*/ 2147483646 w 45"/>
                      <a:gd name="T21" fmla="*/ 2147483646 h 39"/>
                      <a:gd name="T22" fmla="*/ 2147483646 w 45"/>
                      <a:gd name="T23" fmla="*/ 2147483646 h 39"/>
                      <a:gd name="T24" fmla="*/ 2147483646 w 45"/>
                      <a:gd name="T25" fmla="*/ 2147483646 h 39"/>
                      <a:gd name="T26" fmla="*/ 2147483646 w 45"/>
                      <a:gd name="T27" fmla="*/ 2147483646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5" h="39">
                        <a:moveTo>
                          <a:pt x="12" y="36"/>
                        </a:moveTo>
                        <a:cubicBezTo>
                          <a:pt x="15" y="38"/>
                          <a:pt x="19" y="39"/>
                          <a:pt x="22" y="39"/>
                        </a:cubicBezTo>
                        <a:cubicBezTo>
                          <a:pt x="29" y="39"/>
                          <a:pt x="35" y="35"/>
                          <a:pt x="39" y="29"/>
                        </a:cubicBezTo>
                        <a:cubicBezTo>
                          <a:pt x="45" y="20"/>
                          <a:pt x="42" y="8"/>
                          <a:pt x="32" y="2"/>
                        </a:cubicBezTo>
                        <a:cubicBezTo>
                          <a:pt x="29" y="1"/>
                          <a:pt x="26" y="0"/>
                          <a:pt x="22" y="0"/>
                        </a:cubicBezTo>
                        <a:cubicBezTo>
                          <a:pt x="16" y="0"/>
                          <a:pt x="9" y="3"/>
                          <a:pt x="6" y="9"/>
                        </a:cubicBezTo>
                        <a:cubicBezTo>
                          <a:pt x="0" y="18"/>
                          <a:pt x="3" y="30"/>
                          <a:pt x="12" y="36"/>
                        </a:cubicBezTo>
                        <a:close/>
                        <a:moveTo>
                          <a:pt x="16" y="15"/>
                        </a:moveTo>
                        <a:cubicBezTo>
                          <a:pt x="17" y="13"/>
                          <a:pt x="20" y="12"/>
                          <a:pt x="22" y="12"/>
                        </a:cubicBezTo>
                        <a:cubicBezTo>
                          <a:pt x="24" y="12"/>
                          <a:pt x="25" y="12"/>
                          <a:pt x="26" y="13"/>
                        </a:cubicBezTo>
                        <a:cubicBezTo>
                          <a:pt x="30" y="15"/>
                          <a:pt x="31" y="20"/>
                          <a:pt x="29" y="23"/>
                        </a:cubicBezTo>
                        <a:cubicBezTo>
                          <a:pt x="27" y="25"/>
                          <a:pt x="25" y="27"/>
                          <a:pt x="22" y="27"/>
                        </a:cubicBezTo>
                        <a:cubicBezTo>
                          <a:pt x="21" y="27"/>
                          <a:pt x="20" y="26"/>
                          <a:pt x="18" y="26"/>
                        </a:cubicBezTo>
                        <a:cubicBezTo>
                          <a:pt x="15" y="24"/>
                          <a:pt x="14" y="19"/>
                          <a:pt x="16" y="1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4" name="Freeform 514">
                    <a:extLst>
                      <a:ext uri="{FF2B5EF4-FFF2-40B4-BE49-F238E27FC236}">
                        <a16:creationId xmlns:a16="http://schemas.microsoft.com/office/drawing/2014/main" id="{81B4F41D-3D72-4244-BFCB-448CEA3F6377}"/>
                      </a:ext>
                    </a:extLst>
                  </p:cNvPr>
                  <p:cNvSpPr>
                    <a:spLocks noEditPoints="1"/>
                  </p:cNvSpPr>
                  <p:nvPr/>
                </p:nvSpPr>
                <p:spPr bwMode="auto">
                  <a:xfrm>
                    <a:off x="4535105" y="5387418"/>
                    <a:ext cx="95377" cy="96340"/>
                  </a:xfrm>
                  <a:custGeom>
                    <a:avLst/>
                    <a:gdLst>
                      <a:gd name="T0" fmla="*/ 2147483646 w 100"/>
                      <a:gd name="T1" fmla="*/ 2147483646 h 100"/>
                      <a:gd name="T2" fmla="*/ 2147483646 w 100"/>
                      <a:gd name="T3" fmla="*/ 2147483646 h 100"/>
                      <a:gd name="T4" fmla="*/ 2147483646 w 100"/>
                      <a:gd name="T5" fmla="*/ 2147483646 h 100"/>
                      <a:gd name="T6" fmla="*/ 2147483646 w 100"/>
                      <a:gd name="T7" fmla="*/ 2147483646 h 100"/>
                      <a:gd name="T8" fmla="*/ 2147483646 w 100"/>
                      <a:gd name="T9" fmla="*/ 2147483646 h 100"/>
                      <a:gd name="T10" fmla="*/ 2147483646 w 100"/>
                      <a:gd name="T11" fmla="*/ 2147483646 h 100"/>
                      <a:gd name="T12" fmla="*/ 2147483646 w 100"/>
                      <a:gd name="T13" fmla="*/ 2147483646 h 100"/>
                      <a:gd name="T14" fmla="*/ 2147483646 w 100"/>
                      <a:gd name="T15" fmla="*/ 2147483646 h 100"/>
                      <a:gd name="T16" fmla="*/ 2147483646 w 100"/>
                      <a:gd name="T17" fmla="*/ 2147483646 h 100"/>
                      <a:gd name="T18" fmla="*/ 2147483646 w 100"/>
                      <a:gd name="T19" fmla="*/ 2147483646 h 100"/>
                      <a:gd name="T20" fmla="*/ 2147483646 w 100"/>
                      <a:gd name="T21" fmla="*/ 2147483646 h 100"/>
                      <a:gd name="T22" fmla="*/ 2147483646 w 100"/>
                      <a:gd name="T23" fmla="*/ 2147483646 h 100"/>
                      <a:gd name="T24" fmla="*/ 2147483646 w 100"/>
                      <a:gd name="T25" fmla="*/ 2147483646 h 100"/>
                      <a:gd name="T26" fmla="*/ 2147483646 w 100"/>
                      <a:gd name="T27" fmla="*/ 2147483646 h 100"/>
                      <a:gd name="T28" fmla="*/ 2147483646 w 100"/>
                      <a:gd name="T29" fmla="*/ 2147483646 h 100"/>
                      <a:gd name="T30" fmla="*/ 2147483646 w 100"/>
                      <a:gd name="T31" fmla="*/ 2147483646 h 100"/>
                      <a:gd name="T32" fmla="*/ 2147483646 w 100"/>
                      <a:gd name="T33" fmla="*/ 2147483646 h 100"/>
                      <a:gd name="T34" fmla="*/ 2147483646 w 100"/>
                      <a:gd name="T35" fmla="*/ 2147483646 h 100"/>
                      <a:gd name="T36" fmla="*/ 2147483646 w 100"/>
                      <a:gd name="T37" fmla="*/ 0 h 100"/>
                      <a:gd name="T38" fmla="*/ 2147483646 w 100"/>
                      <a:gd name="T39" fmla="*/ 2147483646 h 100"/>
                      <a:gd name="T40" fmla="*/ 2147483646 w 100"/>
                      <a:gd name="T41" fmla="*/ 2147483646 h 100"/>
                      <a:gd name="T42" fmla="*/ 2147483646 w 100"/>
                      <a:gd name="T43" fmla="*/ 2147483646 h 100"/>
                      <a:gd name="T44" fmla="*/ 2147483646 w 100"/>
                      <a:gd name="T45" fmla="*/ 2147483646 h 100"/>
                      <a:gd name="T46" fmla="*/ 2147483646 w 100"/>
                      <a:gd name="T47" fmla="*/ 2147483646 h 100"/>
                      <a:gd name="T48" fmla="*/ 0 w 100"/>
                      <a:gd name="T49" fmla="*/ 2147483646 h 100"/>
                      <a:gd name="T50" fmla="*/ 2147483646 w 100"/>
                      <a:gd name="T51" fmla="*/ 2147483646 h 100"/>
                      <a:gd name="T52" fmla="*/ 2147483646 w 100"/>
                      <a:gd name="T53" fmla="*/ 2147483646 h 100"/>
                      <a:gd name="T54" fmla="*/ 2147483646 w 100"/>
                      <a:gd name="T55" fmla="*/ 2147483646 h 100"/>
                      <a:gd name="T56" fmla="*/ 2147483646 w 100"/>
                      <a:gd name="T57" fmla="*/ 2147483646 h 100"/>
                      <a:gd name="T58" fmla="*/ 2147483646 w 100"/>
                      <a:gd name="T59" fmla="*/ 2147483646 h 100"/>
                      <a:gd name="T60" fmla="*/ 2147483646 w 100"/>
                      <a:gd name="T61" fmla="*/ 2147483646 h 100"/>
                      <a:gd name="T62" fmla="*/ 2147483646 w 100"/>
                      <a:gd name="T63" fmla="*/ 2147483646 h 100"/>
                      <a:gd name="T64" fmla="*/ 2147483646 w 100"/>
                      <a:gd name="T65" fmla="*/ 2147483646 h 100"/>
                      <a:gd name="T66" fmla="*/ 2147483646 w 100"/>
                      <a:gd name="T67" fmla="*/ 2147483646 h 100"/>
                      <a:gd name="T68" fmla="*/ 2147483646 w 100"/>
                      <a:gd name="T69" fmla="*/ 2147483646 h 100"/>
                      <a:gd name="T70" fmla="*/ 2147483646 w 100"/>
                      <a:gd name="T71" fmla="*/ 2147483646 h 1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0" h="100">
                        <a:moveTo>
                          <a:pt x="4" y="53"/>
                        </a:moveTo>
                        <a:cubicBezTo>
                          <a:pt x="4" y="53"/>
                          <a:pt x="8" y="56"/>
                          <a:pt x="10" y="60"/>
                        </a:cubicBezTo>
                        <a:cubicBezTo>
                          <a:pt x="11" y="65"/>
                          <a:pt x="8" y="70"/>
                          <a:pt x="8" y="70"/>
                        </a:cubicBezTo>
                        <a:cubicBezTo>
                          <a:pt x="7" y="72"/>
                          <a:pt x="7" y="75"/>
                          <a:pt x="8" y="77"/>
                        </a:cubicBezTo>
                        <a:cubicBezTo>
                          <a:pt x="12" y="83"/>
                          <a:pt x="12" y="83"/>
                          <a:pt x="12" y="83"/>
                        </a:cubicBezTo>
                        <a:cubicBezTo>
                          <a:pt x="13" y="84"/>
                          <a:pt x="16" y="85"/>
                          <a:pt x="17" y="85"/>
                        </a:cubicBezTo>
                        <a:cubicBezTo>
                          <a:pt x="18" y="85"/>
                          <a:pt x="18" y="85"/>
                          <a:pt x="19" y="85"/>
                        </a:cubicBezTo>
                        <a:cubicBezTo>
                          <a:pt x="19" y="85"/>
                          <a:pt x="20" y="85"/>
                          <a:pt x="22" y="85"/>
                        </a:cubicBezTo>
                        <a:cubicBezTo>
                          <a:pt x="24" y="85"/>
                          <a:pt x="27" y="85"/>
                          <a:pt x="29" y="86"/>
                        </a:cubicBezTo>
                        <a:cubicBezTo>
                          <a:pt x="33" y="89"/>
                          <a:pt x="34" y="94"/>
                          <a:pt x="34" y="94"/>
                        </a:cubicBezTo>
                        <a:cubicBezTo>
                          <a:pt x="35" y="97"/>
                          <a:pt x="37" y="99"/>
                          <a:pt x="39" y="99"/>
                        </a:cubicBezTo>
                        <a:cubicBezTo>
                          <a:pt x="46" y="100"/>
                          <a:pt x="46" y="100"/>
                          <a:pt x="46" y="100"/>
                        </a:cubicBezTo>
                        <a:cubicBezTo>
                          <a:pt x="47" y="100"/>
                          <a:pt x="47" y="100"/>
                          <a:pt x="47" y="100"/>
                        </a:cubicBezTo>
                        <a:cubicBezTo>
                          <a:pt x="49" y="100"/>
                          <a:pt x="51" y="99"/>
                          <a:pt x="53" y="97"/>
                        </a:cubicBezTo>
                        <a:cubicBezTo>
                          <a:pt x="53" y="97"/>
                          <a:pt x="55" y="92"/>
                          <a:pt x="60" y="91"/>
                        </a:cubicBezTo>
                        <a:cubicBezTo>
                          <a:pt x="61" y="91"/>
                          <a:pt x="62" y="91"/>
                          <a:pt x="63" y="91"/>
                        </a:cubicBezTo>
                        <a:cubicBezTo>
                          <a:pt x="67" y="91"/>
                          <a:pt x="70" y="93"/>
                          <a:pt x="70" y="93"/>
                        </a:cubicBezTo>
                        <a:cubicBezTo>
                          <a:pt x="71" y="93"/>
                          <a:pt x="72" y="94"/>
                          <a:pt x="74" y="94"/>
                        </a:cubicBezTo>
                        <a:cubicBezTo>
                          <a:pt x="75" y="94"/>
                          <a:pt x="76" y="93"/>
                          <a:pt x="77" y="93"/>
                        </a:cubicBezTo>
                        <a:cubicBezTo>
                          <a:pt x="83" y="88"/>
                          <a:pt x="83" y="88"/>
                          <a:pt x="83" y="88"/>
                        </a:cubicBezTo>
                        <a:cubicBezTo>
                          <a:pt x="85" y="87"/>
                          <a:pt x="85" y="84"/>
                          <a:pt x="85" y="82"/>
                        </a:cubicBezTo>
                        <a:cubicBezTo>
                          <a:pt x="85" y="82"/>
                          <a:pt x="84" y="76"/>
                          <a:pt x="86" y="72"/>
                        </a:cubicBezTo>
                        <a:cubicBezTo>
                          <a:pt x="89" y="68"/>
                          <a:pt x="94" y="66"/>
                          <a:pt x="94" y="66"/>
                        </a:cubicBezTo>
                        <a:cubicBezTo>
                          <a:pt x="97" y="66"/>
                          <a:pt x="99" y="64"/>
                          <a:pt x="99" y="61"/>
                        </a:cubicBezTo>
                        <a:cubicBezTo>
                          <a:pt x="100" y="54"/>
                          <a:pt x="100" y="54"/>
                          <a:pt x="100" y="54"/>
                        </a:cubicBezTo>
                        <a:cubicBezTo>
                          <a:pt x="100" y="52"/>
                          <a:pt x="99" y="49"/>
                          <a:pt x="97" y="48"/>
                        </a:cubicBezTo>
                        <a:cubicBezTo>
                          <a:pt x="97" y="48"/>
                          <a:pt x="92" y="45"/>
                          <a:pt x="91" y="40"/>
                        </a:cubicBezTo>
                        <a:cubicBezTo>
                          <a:pt x="90" y="35"/>
                          <a:pt x="93" y="30"/>
                          <a:pt x="93" y="30"/>
                        </a:cubicBezTo>
                        <a:cubicBezTo>
                          <a:pt x="94" y="29"/>
                          <a:pt x="94" y="25"/>
                          <a:pt x="93" y="24"/>
                        </a:cubicBezTo>
                        <a:cubicBezTo>
                          <a:pt x="88" y="18"/>
                          <a:pt x="88" y="18"/>
                          <a:pt x="88" y="18"/>
                        </a:cubicBezTo>
                        <a:cubicBezTo>
                          <a:pt x="87" y="16"/>
                          <a:pt x="85" y="16"/>
                          <a:pt x="83" y="16"/>
                        </a:cubicBezTo>
                        <a:cubicBezTo>
                          <a:pt x="83" y="16"/>
                          <a:pt x="82" y="16"/>
                          <a:pt x="82" y="16"/>
                        </a:cubicBezTo>
                        <a:cubicBezTo>
                          <a:pt x="82" y="16"/>
                          <a:pt x="80" y="16"/>
                          <a:pt x="78" y="16"/>
                        </a:cubicBezTo>
                        <a:cubicBezTo>
                          <a:pt x="76" y="16"/>
                          <a:pt x="74" y="16"/>
                          <a:pt x="72" y="14"/>
                        </a:cubicBezTo>
                        <a:cubicBezTo>
                          <a:pt x="68" y="12"/>
                          <a:pt x="66" y="6"/>
                          <a:pt x="66" y="6"/>
                        </a:cubicBezTo>
                        <a:cubicBezTo>
                          <a:pt x="66" y="4"/>
                          <a:pt x="63" y="2"/>
                          <a:pt x="61" y="2"/>
                        </a:cubicBezTo>
                        <a:cubicBezTo>
                          <a:pt x="54" y="0"/>
                          <a:pt x="54" y="0"/>
                          <a:pt x="54" y="0"/>
                        </a:cubicBezTo>
                        <a:cubicBezTo>
                          <a:pt x="54" y="0"/>
                          <a:pt x="54" y="0"/>
                          <a:pt x="54" y="0"/>
                        </a:cubicBezTo>
                        <a:cubicBezTo>
                          <a:pt x="52" y="0"/>
                          <a:pt x="49" y="2"/>
                          <a:pt x="48" y="4"/>
                        </a:cubicBezTo>
                        <a:cubicBezTo>
                          <a:pt x="48" y="4"/>
                          <a:pt x="45" y="8"/>
                          <a:pt x="40" y="10"/>
                        </a:cubicBezTo>
                        <a:cubicBezTo>
                          <a:pt x="39" y="10"/>
                          <a:pt x="39" y="10"/>
                          <a:pt x="38" y="10"/>
                        </a:cubicBezTo>
                        <a:cubicBezTo>
                          <a:pt x="34" y="10"/>
                          <a:pt x="30" y="8"/>
                          <a:pt x="30" y="8"/>
                        </a:cubicBezTo>
                        <a:cubicBezTo>
                          <a:pt x="29" y="7"/>
                          <a:pt x="28" y="7"/>
                          <a:pt x="27" y="7"/>
                        </a:cubicBezTo>
                        <a:cubicBezTo>
                          <a:pt x="26" y="7"/>
                          <a:pt x="24" y="7"/>
                          <a:pt x="24" y="8"/>
                        </a:cubicBezTo>
                        <a:cubicBezTo>
                          <a:pt x="18" y="12"/>
                          <a:pt x="18" y="12"/>
                          <a:pt x="18" y="12"/>
                        </a:cubicBezTo>
                        <a:cubicBezTo>
                          <a:pt x="16" y="14"/>
                          <a:pt x="15" y="17"/>
                          <a:pt x="16" y="19"/>
                        </a:cubicBezTo>
                        <a:cubicBezTo>
                          <a:pt x="16" y="19"/>
                          <a:pt x="17" y="24"/>
                          <a:pt x="14" y="29"/>
                        </a:cubicBezTo>
                        <a:cubicBezTo>
                          <a:pt x="12" y="33"/>
                          <a:pt x="6" y="35"/>
                          <a:pt x="6" y="35"/>
                        </a:cubicBezTo>
                        <a:cubicBezTo>
                          <a:pt x="4" y="35"/>
                          <a:pt x="2" y="37"/>
                          <a:pt x="1" y="39"/>
                        </a:cubicBezTo>
                        <a:cubicBezTo>
                          <a:pt x="0" y="47"/>
                          <a:pt x="0" y="47"/>
                          <a:pt x="0" y="47"/>
                        </a:cubicBezTo>
                        <a:cubicBezTo>
                          <a:pt x="0" y="49"/>
                          <a:pt x="2" y="51"/>
                          <a:pt x="4" y="53"/>
                        </a:cubicBezTo>
                        <a:close/>
                        <a:moveTo>
                          <a:pt x="25" y="35"/>
                        </a:moveTo>
                        <a:cubicBezTo>
                          <a:pt x="28" y="30"/>
                          <a:pt x="28" y="24"/>
                          <a:pt x="28" y="20"/>
                        </a:cubicBezTo>
                        <a:cubicBezTo>
                          <a:pt x="30" y="21"/>
                          <a:pt x="34" y="22"/>
                          <a:pt x="38" y="22"/>
                        </a:cubicBezTo>
                        <a:cubicBezTo>
                          <a:pt x="40" y="22"/>
                          <a:pt x="41" y="22"/>
                          <a:pt x="43" y="21"/>
                        </a:cubicBezTo>
                        <a:cubicBezTo>
                          <a:pt x="49" y="20"/>
                          <a:pt x="53" y="16"/>
                          <a:pt x="56" y="13"/>
                        </a:cubicBezTo>
                        <a:cubicBezTo>
                          <a:pt x="57" y="17"/>
                          <a:pt x="60" y="22"/>
                          <a:pt x="66" y="25"/>
                        </a:cubicBezTo>
                        <a:cubicBezTo>
                          <a:pt x="69" y="27"/>
                          <a:pt x="74" y="28"/>
                          <a:pt x="78" y="28"/>
                        </a:cubicBezTo>
                        <a:cubicBezTo>
                          <a:pt x="79" y="28"/>
                          <a:pt x="80" y="28"/>
                          <a:pt x="81" y="28"/>
                        </a:cubicBezTo>
                        <a:cubicBezTo>
                          <a:pt x="79" y="32"/>
                          <a:pt x="78" y="37"/>
                          <a:pt x="79" y="43"/>
                        </a:cubicBezTo>
                        <a:cubicBezTo>
                          <a:pt x="81" y="49"/>
                          <a:pt x="85" y="53"/>
                          <a:pt x="88" y="56"/>
                        </a:cubicBezTo>
                        <a:cubicBezTo>
                          <a:pt x="84" y="58"/>
                          <a:pt x="79" y="60"/>
                          <a:pt x="76" y="66"/>
                        </a:cubicBezTo>
                        <a:cubicBezTo>
                          <a:pt x="73" y="71"/>
                          <a:pt x="72" y="77"/>
                          <a:pt x="73" y="81"/>
                        </a:cubicBezTo>
                        <a:cubicBezTo>
                          <a:pt x="70" y="80"/>
                          <a:pt x="67" y="79"/>
                          <a:pt x="63" y="79"/>
                        </a:cubicBezTo>
                        <a:cubicBezTo>
                          <a:pt x="61" y="79"/>
                          <a:pt x="59" y="79"/>
                          <a:pt x="58" y="79"/>
                        </a:cubicBezTo>
                        <a:cubicBezTo>
                          <a:pt x="51" y="81"/>
                          <a:pt x="47" y="85"/>
                          <a:pt x="45" y="88"/>
                        </a:cubicBezTo>
                        <a:cubicBezTo>
                          <a:pt x="43" y="84"/>
                          <a:pt x="40" y="79"/>
                          <a:pt x="35" y="76"/>
                        </a:cubicBezTo>
                        <a:cubicBezTo>
                          <a:pt x="31" y="74"/>
                          <a:pt x="27" y="73"/>
                          <a:pt x="22" y="73"/>
                        </a:cubicBezTo>
                        <a:cubicBezTo>
                          <a:pt x="21" y="73"/>
                          <a:pt x="21" y="73"/>
                          <a:pt x="20" y="73"/>
                        </a:cubicBezTo>
                        <a:cubicBezTo>
                          <a:pt x="21" y="69"/>
                          <a:pt x="23" y="64"/>
                          <a:pt x="21" y="58"/>
                        </a:cubicBezTo>
                        <a:cubicBezTo>
                          <a:pt x="20" y="52"/>
                          <a:pt x="16" y="47"/>
                          <a:pt x="13" y="45"/>
                        </a:cubicBezTo>
                        <a:cubicBezTo>
                          <a:pt x="17" y="43"/>
                          <a:pt x="21" y="40"/>
                          <a:pt x="25" y="3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5" name="Freeform 515">
                    <a:extLst>
                      <a:ext uri="{FF2B5EF4-FFF2-40B4-BE49-F238E27FC236}">
                        <a16:creationId xmlns:a16="http://schemas.microsoft.com/office/drawing/2014/main" id="{889B283C-2BA5-4347-BC86-964F69839C81}"/>
                      </a:ext>
                    </a:extLst>
                  </p:cNvPr>
                  <p:cNvSpPr>
                    <a:spLocks noEditPoints="1"/>
                  </p:cNvSpPr>
                  <p:nvPr/>
                </p:nvSpPr>
                <p:spPr bwMode="auto">
                  <a:xfrm>
                    <a:off x="4562081" y="5417283"/>
                    <a:ext cx="42390" cy="37573"/>
                  </a:xfrm>
                  <a:custGeom>
                    <a:avLst/>
                    <a:gdLst>
                      <a:gd name="T0" fmla="*/ 2147483646 w 45"/>
                      <a:gd name="T1" fmla="*/ 2147483646 h 39"/>
                      <a:gd name="T2" fmla="*/ 2147483646 w 45"/>
                      <a:gd name="T3" fmla="*/ 2147483646 h 39"/>
                      <a:gd name="T4" fmla="*/ 2147483646 w 45"/>
                      <a:gd name="T5" fmla="*/ 2147483646 h 39"/>
                      <a:gd name="T6" fmla="*/ 2147483646 w 45"/>
                      <a:gd name="T7" fmla="*/ 2147483646 h 39"/>
                      <a:gd name="T8" fmla="*/ 2147483646 w 45"/>
                      <a:gd name="T9" fmla="*/ 0 h 39"/>
                      <a:gd name="T10" fmla="*/ 2147483646 w 45"/>
                      <a:gd name="T11" fmla="*/ 2147483646 h 39"/>
                      <a:gd name="T12" fmla="*/ 2147483646 w 45"/>
                      <a:gd name="T13" fmla="*/ 2147483646 h 39"/>
                      <a:gd name="T14" fmla="*/ 2147483646 w 45"/>
                      <a:gd name="T15" fmla="*/ 2147483646 h 39"/>
                      <a:gd name="T16" fmla="*/ 2147483646 w 45"/>
                      <a:gd name="T17" fmla="*/ 2147483646 h 39"/>
                      <a:gd name="T18" fmla="*/ 2147483646 w 45"/>
                      <a:gd name="T19" fmla="*/ 2147483646 h 39"/>
                      <a:gd name="T20" fmla="*/ 2147483646 w 45"/>
                      <a:gd name="T21" fmla="*/ 2147483646 h 39"/>
                      <a:gd name="T22" fmla="*/ 2147483646 w 45"/>
                      <a:gd name="T23" fmla="*/ 2147483646 h 39"/>
                      <a:gd name="T24" fmla="*/ 2147483646 w 45"/>
                      <a:gd name="T25" fmla="*/ 2147483646 h 39"/>
                      <a:gd name="T26" fmla="*/ 2147483646 w 45"/>
                      <a:gd name="T27" fmla="*/ 2147483646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5" h="39">
                        <a:moveTo>
                          <a:pt x="12" y="36"/>
                        </a:moveTo>
                        <a:cubicBezTo>
                          <a:pt x="15" y="38"/>
                          <a:pt x="19" y="39"/>
                          <a:pt x="22" y="39"/>
                        </a:cubicBezTo>
                        <a:cubicBezTo>
                          <a:pt x="29" y="39"/>
                          <a:pt x="35" y="36"/>
                          <a:pt x="39" y="29"/>
                        </a:cubicBezTo>
                        <a:cubicBezTo>
                          <a:pt x="45" y="20"/>
                          <a:pt x="42" y="8"/>
                          <a:pt x="32" y="3"/>
                        </a:cubicBezTo>
                        <a:cubicBezTo>
                          <a:pt x="29" y="1"/>
                          <a:pt x="26" y="0"/>
                          <a:pt x="22" y="0"/>
                        </a:cubicBezTo>
                        <a:cubicBezTo>
                          <a:pt x="16" y="0"/>
                          <a:pt x="9" y="3"/>
                          <a:pt x="6" y="9"/>
                        </a:cubicBezTo>
                        <a:cubicBezTo>
                          <a:pt x="0" y="19"/>
                          <a:pt x="3" y="31"/>
                          <a:pt x="12" y="36"/>
                        </a:cubicBezTo>
                        <a:close/>
                        <a:moveTo>
                          <a:pt x="16" y="15"/>
                        </a:moveTo>
                        <a:cubicBezTo>
                          <a:pt x="17" y="13"/>
                          <a:pt x="20" y="12"/>
                          <a:pt x="22" y="12"/>
                        </a:cubicBezTo>
                        <a:cubicBezTo>
                          <a:pt x="24" y="12"/>
                          <a:pt x="25" y="12"/>
                          <a:pt x="26" y="13"/>
                        </a:cubicBezTo>
                        <a:cubicBezTo>
                          <a:pt x="30" y="15"/>
                          <a:pt x="31" y="20"/>
                          <a:pt x="29" y="23"/>
                        </a:cubicBezTo>
                        <a:cubicBezTo>
                          <a:pt x="27" y="26"/>
                          <a:pt x="25" y="27"/>
                          <a:pt x="22" y="27"/>
                        </a:cubicBezTo>
                        <a:cubicBezTo>
                          <a:pt x="21" y="27"/>
                          <a:pt x="20" y="27"/>
                          <a:pt x="18" y="26"/>
                        </a:cubicBezTo>
                        <a:cubicBezTo>
                          <a:pt x="15" y="24"/>
                          <a:pt x="14" y="19"/>
                          <a:pt x="16" y="1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6" name="Freeform 518">
                    <a:extLst>
                      <a:ext uri="{FF2B5EF4-FFF2-40B4-BE49-F238E27FC236}">
                        <a16:creationId xmlns:a16="http://schemas.microsoft.com/office/drawing/2014/main" id="{6395A377-6B5A-4EAD-9059-E85574CCE797}"/>
                      </a:ext>
                    </a:extLst>
                  </p:cNvPr>
                  <p:cNvSpPr>
                    <a:spLocks noEditPoints="1"/>
                  </p:cNvSpPr>
                  <p:nvPr/>
                </p:nvSpPr>
                <p:spPr bwMode="auto">
                  <a:xfrm>
                    <a:off x="5428179" y="4900900"/>
                    <a:ext cx="96340" cy="95377"/>
                  </a:xfrm>
                  <a:custGeom>
                    <a:avLst/>
                    <a:gdLst>
                      <a:gd name="T0" fmla="*/ 2147483646 w 101"/>
                      <a:gd name="T1" fmla="*/ 2147483646 h 100"/>
                      <a:gd name="T2" fmla="*/ 2147483646 w 101"/>
                      <a:gd name="T3" fmla="*/ 2147483646 h 100"/>
                      <a:gd name="T4" fmla="*/ 2147483646 w 101"/>
                      <a:gd name="T5" fmla="*/ 2147483646 h 100"/>
                      <a:gd name="T6" fmla="*/ 2147483646 w 101"/>
                      <a:gd name="T7" fmla="*/ 2147483646 h 100"/>
                      <a:gd name="T8" fmla="*/ 2147483646 w 101"/>
                      <a:gd name="T9" fmla="*/ 2147483646 h 100"/>
                      <a:gd name="T10" fmla="*/ 2147483646 w 101"/>
                      <a:gd name="T11" fmla="*/ 2147483646 h 100"/>
                      <a:gd name="T12" fmla="*/ 2147483646 w 101"/>
                      <a:gd name="T13" fmla="*/ 2147483646 h 100"/>
                      <a:gd name="T14" fmla="*/ 2147483646 w 101"/>
                      <a:gd name="T15" fmla="*/ 2147483646 h 100"/>
                      <a:gd name="T16" fmla="*/ 2147483646 w 101"/>
                      <a:gd name="T17" fmla="*/ 2147483646 h 100"/>
                      <a:gd name="T18" fmla="*/ 2147483646 w 101"/>
                      <a:gd name="T19" fmla="*/ 2147483646 h 100"/>
                      <a:gd name="T20" fmla="*/ 2147483646 w 101"/>
                      <a:gd name="T21" fmla="*/ 2147483646 h 100"/>
                      <a:gd name="T22" fmla="*/ 2147483646 w 101"/>
                      <a:gd name="T23" fmla="*/ 2147483646 h 100"/>
                      <a:gd name="T24" fmla="*/ 2147483646 w 101"/>
                      <a:gd name="T25" fmla="*/ 2147483646 h 100"/>
                      <a:gd name="T26" fmla="*/ 2147483646 w 101"/>
                      <a:gd name="T27" fmla="*/ 2147483646 h 100"/>
                      <a:gd name="T28" fmla="*/ 2147483646 w 101"/>
                      <a:gd name="T29" fmla="*/ 2147483646 h 100"/>
                      <a:gd name="T30" fmla="*/ 2147483646 w 101"/>
                      <a:gd name="T31" fmla="*/ 2147483646 h 100"/>
                      <a:gd name="T32" fmla="*/ 2147483646 w 101"/>
                      <a:gd name="T33" fmla="*/ 0 h 100"/>
                      <a:gd name="T34" fmla="*/ 2147483646 w 101"/>
                      <a:gd name="T35" fmla="*/ 2147483646 h 100"/>
                      <a:gd name="T36" fmla="*/ 2147483646 w 101"/>
                      <a:gd name="T37" fmla="*/ 2147483646 h 100"/>
                      <a:gd name="T38" fmla="*/ 2147483646 w 101"/>
                      <a:gd name="T39" fmla="*/ 2147483646 h 100"/>
                      <a:gd name="T40" fmla="*/ 2147483646 w 101"/>
                      <a:gd name="T41" fmla="*/ 2147483646 h 100"/>
                      <a:gd name="T42" fmla="*/ 2147483646 w 101"/>
                      <a:gd name="T43" fmla="*/ 2147483646 h 100"/>
                      <a:gd name="T44" fmla="*/ 2147483646 w 101"/>
                      <a:gd name="T45" fmla="*/ 2147483646 h 100"/>
                      <a:gd name="T46" fmla="*/ 2147483646 w 101"/>
                      <a:gd name="T47" fmla="*/ 2147483646 h 100"/>
                      <a:gd name="T48" fmla="*/ 2147483646 w 101"/>
                      <a:gd name="T49" fmla="*/ 2147483646 h 100"/>
                      <a:gd name="T50" fmla="*/ 2147483646 w 101"/>
                      <a:gd name="T51" fmla="*/ 2147483646 h 100"/>
                      <a:gd name="T52" fmla="*/ 2147483646 w 101"/>
                      <a:gd name="T53" fmla="*/ 2147483646 h 100"/>
                      <a:gd name="T54" fmla="*/ 2147483646 w 101"/>
                      <a:gd name="T55" fmla="*/ 2147483646 h 100"/>
                      <a:gd name="T56" fmla="*/ 2147483646 w 101"/>
                      <a:gd name="T57" fmla="*/ 2147483646 h 100"/>
                      <a:gd name="T58" fmla="*/ 2147483646 w 101"/>
                      <a:gd name="T59" fmla="*/ 2147483646 h 100"/>
                      <a:gd name="T60" fmla="*/ 2147483646 w 101"/>
                      <a:gd name="T61" fmla="*/ 2147483646 h 100"/>
                      <a:gd name="T62" fmla="*/ 2147483646 w 101"/>
                      <a:gd name="T63" fmla="*/ 2147483646 h 100"/>
                      <a:gd name="T64" fmla="*/ 2147483646 w 101"/>
                      <a:gd name="T65" fmla="*/ 2147483646 h 100"/>
                      <a:gd name="T66" fmla="*/ 2147483646 w 101"/>
                      <a:gd name="T67" fmla="*/ 2147483646 h 100"/>
                      <a:gd name="T68" fmla="*/ 2147483646 w 101"/>
                      <a:gd name="T69" fmla="*/ 2147483646 h 100"/>
                      <a:gd name="T70" fmla="*/ 2147483646 w 101"/>
                      <a:gd name="T71" fmla="*/ 2147483646 h 10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100">
                        <a:moveTo>
                          <a:pt x="8" y="77"/>
                        </a:moveTo>
                        <a:cubicBezTo>
                          <a:pt x="12" y="83"/>
                          <a:pt x="12" y="83"/>
                          <a:pt x="12" y="83"/>
                        </a:cubicBezTo>
                        <a:cubicBezTo>
                          <a:pt x="14" y="84"/>
                          <a:pt x="16" y="85"/>
                          <a:pt x="18" y="85"/>
                        </a:cubicBezTo>
                        <a:cubicBezTo>
                          <a:pt x="18" y="85"/>
                          <a:pt x="18" y="85"/>
                          <a:pt x="19" y="85"/>
                        </a:cubicBezTo>
                        <a:cubicBezTo>
                          <a:pt x="19" y="85"/>
                          <a:pt x="20" y="85"/>
                          <a:pt x="22" y="85"/>
                        </a:cubicBezTo>
                        <a:cubicBezTo>
                          <a:pt x="24" y="85"/>
                          <a:pt x="27" y="85"/>
                          <a:pt x="29" y="86"/>
                        </a:cubicBezTo>
                        <a:cubicBezTo>
                          <a:pt x="33" y="89"/>
                          <a:pt x="35" y="94"/>
                          <a:pt x="35" y="94"/>
                        </a:cubicBezTo>
                        <a:cubicBezTo>
                          <a:pt x="35" y="97"/>
                          <a:pt x="37" y="99"/>
                          <a:pt x="39" y="99"/>
                        </a:cubicBezTo>
                        <a:cubicBezTo>
                          <a:pt x="47" y="100"/>
                          <a:pt x="47" y="100"/>
                          <a:pt x="47" y="100"/>
                        </a:cubicBezTo>
                        <a:cubicBezTo>
                          <a:pt x="47" y="100"/>
                          <a:pt x="47" y="100"/>
                          <a:pt x="47" y="100"/>
                        </a:cubicBezTo>
                        <a:cubicBezTo>
                          <a:pt x="49" y="100"/>
                          <a:pt x="52" y="99"/>
                          <a:pt x="53" y="97"/>
                        </a:cubicBezTo>
                        <a:cubicBezTo>
                          <a:pt x="53" y="97"/>
                          <a:pt x="56" y="92"/>
                          <a:pt x="61" y="91"/>
                        </a:cubicBezTo>
                        <a:cubicBezTo>
                          <a:pt x="61" y="91"/>
                          <a:pt x="62" y="91"/>
                          <a:pt x="63" y="91"/>
                        </a:cubicBezTo>
                        <a:cubicBezTo>
                          <a:pt x="67" y="91"/>
                          <a:pt x="70" y="93"/>
                          <a:pt x="70" y="93"/>
                        </a:cubicBezTo>
                        <a:cubicBezTo>
                          <a:pt x="71" y="93"/>
                          <a:pt x="73" y="94"/>
                          <a:pt x="74" y="94"/>
                        </a:cubicBezTo>
                        <a:cubicBezTo>
                          <a:pt x="75" y="94"/>
                          <a:pt x="76" y="93"/>
                          <a:pt x="77" y="93"/>
                        </a:cubicBezTo>
                        <a:cubicBezTo>
                          <a:pt x="83" y="88"/>
                          <a:pt x="83" y="88"/>
                          <a:pt x="83" y="88"/>
                        </a:cubicBezTo>
                        <a:cubicBezTo>
                          <a:pt x="85" y="87"/>
                          <a:pt x="86" y="84"/>
                          <a:pt x="85" y="82"/>
                        </a:cubicBezTo>
                        <a:cubicBezTo>
                          <a:pt x="85" y="82"/>
                          <a:pt x="84" y="76"/>
                          <a:pt x="86" y="72"/>
                        </a:cubicBezTo>
                        <a:cubicBezTo>
                          <a:pt x="89" y="68"/>
                          <a:pt x="94" y="66"/>
                          <a:pt x="94" y="66"/>
                        </a:cubicBezTo>
                        <a:cubicBezTo>
                          <a:pt x="97" y="66"/>
                          <a:pt x="99" y="63"/>
                          <a:pt x="99" y="61"/>
                        </a:cubicBezTo>
                        <a:cubicBezTo>
                          <a:pt x="100" y="54"/>
                          <a:pt x="100" y="54"/>
                          <a:pt x="100" y="54"/>
                        </a:cubicBezTo>
                        <a:cubicBezTo>
                          <a:pt x="101" y="52"/>
                          <a:pt x="99" y="49"/>
                          <a:pt x="97" y="48"/>
                        </a:cubicBezTo>
                        <a:cubicBezTo>
                          <a:pt x="97" y="48"/>
                          <a:pt x="92" y="45"/>
                          <a:pt x="91" y="40"/>
                        </a:cubicBezTo>
                        <a:cubicBezTo>
                          <a:pt x="90" y="35"/>
                          <a:pt x="93" y="30"/>
                          <a:pt x="93" y="30"/>
                        </a:cubicBezTo>
                        <a:cubicBezTo>
                          <a:pt x="94" y="29"/>
                          <a:pt x="94" y="25"/>
                          <a:pt x="93" y="24"/>
                        </a:cubicBezTo>
                        <a:cubicBezTo>
                          <a:pt x="88" y="18"/>
                          <a:pt x="88" y="18"/>
                          <a:pt x="88" y="18"/>
                        </a:cubicBezTo>
                        <a:cubicBezTo>
                          <a:pt x="87" y="16"/>
                          <a:pt x="85" y="16"/>
                          <a:pt x="83" y="16"/>
                        </a:cubicBezTo>
                        <a:cubicBezTo>
                          <a:pt x="83" y="16"/>
                          <a:pt x="82" y="16"/>
                          <a:pt x="82" y="16"/>
                        </a:cubicBezTo>
                        <a:cubicBezTo>
                          <a:pt x="82" y="16"/>
                          <a:pt x="80" y="16"/>
                          <a:pt x="78" y="16"/>
                        </a:cubicBezTo>
                        <a:cubicBezTo>
                          <a:pt x="77" y="16"/>
                          <a:pt x="74" y="16"/>
                          <a:pt x="72" y="14"/>
                        </a:cubicBezTo>
                        <a:cubicBezTo>
                          <a:pt x="68" y="12"/>
                          <a:pt x="66" y="6"/>
                          <a:pt x="66" y="6"/>
                        </a:cubicBezTo>
                        <a:cubicBezTo>
                          <a:pt x="66" y="4"/>
                          <a:pt x="64" y="2"/>
                          <a:pt x="61" y="1"/>
                        </a:cubicBezTo>
                        <a:cubicBezTo>
                          <a:pt x="54" y="0"/>
                          <a:pt x="54" y="0"/>
                          <a:pt x="54" y="0"/>
                        </a:cubicBezTo>
                        <a:cubicBezTo>
                          <a:pt x="54" y="0"/>
                          <a:pt x="54" y="0"/>
                          <a:pt x="54" y="0"/>
                        </a:cubicBezTo>
                        <a:cubicBezTo>
                          <a:pt x="52" y="0"/>
                          <a:pt x="49" y="2"/>
                          <a:pt x="48" y="4"/>
                        </a:cubicBezTo>
                        <a:cubicBezTo>
                          <a:pt x="48" y="4"/>
                          <a:pt x="45" y="8"/>
                          <a:pt x="40" y="10"/>
                        </a:cubicBezTo>
                        <a:cubicBezTo>
                          <a:pt x="39" y="10"/>
                          <a:pt x="39" y="10"/>
                          <a:pt x="38" y="10"/>
                        </a:cubicBezTo>
                        <a:cubicBezTo>
                          <a:pt x="34" y="10"/>
                          <a:pt x="30" y="8"/>
                          <a:pt x="30" y="8"/>
                        </a:cubicBezTo>
                        <a:cubicBezTo>
                          <a:pt x="30" y="7"/>
                          <a:pt x="28" y="7"/>
                          <a:pt x="27" y="7"/>
                        </a:cubicBezTo>
                        <a:cubicBezTo>
                          <a:pt x="26" y="7"/>
                          <a:pt x="25" y="7"/>
                          <a:pt x="24" y="8"/>
                        </a:cubicBezTo>
                        <a:cubicBezTo>
                          <a:pt x="18" y="12"/>
                          <a:pt x="18" y="12"/>
                          <a:pt x="18" y="12"/>
                        </a:cubicBezTo>
                        <a:cubicBezTo>
                          <a:pt x="16" y="14"/>
                          <a:pt x="15" y="17"/>
                          <a:pt x="16" y="19"/>
                        </a:cubicBezTo>
                        <a:cubicBezTo>
                          <a:pt x="16" y="19"/>
                          <a:pt x="17" y="24"/>
                          <a:pt x="15" y="29"/>
                        </a:cubicBezTo>
                        <a:cubicBezTo>
                          <a:pt x="12" y="33"/>
                          <a:pt x="6" y="34"/>
                          <a:pt x="6" y="34"/>
                        </a:cubicBezTo>
                        <a:cubicBezTo>
                          <a:pt x="4" y="35"/>
                          <a:pt x="2" y="37"/>
                          <a:pt x="2" y="39"/>
                        </a:cubicBezTo>
                        <a:cubicBezTo>
                          <a:pt x="0" y="46"/>
                          <a:pt x="0" y="46"/>
                          <a:pt x="0" y="46"/>
                        </a:cubicBezTo>
                        <a:cubicBezTo>
                          <a:pt x="0" y="49"/>
                          <a:pt x="2" y="51"/>
                          <a:pt x="4" y="53"/>
                        </a:cubicBezTo>
                        <a:cubicBezTo>
                          <a:pt x="4" y="53"/>
                          <a:pt x="9" y="55"/>
                          <a:pt x="10" y="60"/>
                        </a:cubicBezTo>
                        <a:cubicBezTo>
                          <a:pt x="11" y="65"/>
                          <a:pt x="8" y="70"/>
                          <a:pt x="8" y="70"/>
                        </a:cubicBezTo>
                        <a:cubicBezTo>
                          <a:pt x="7" y="72"/>
                          <a:pt x="7" y="75"/>
                          <a:pt x="8" y="77"/>
                        </a:cubicBezTo>
                        <a:close/>
                        <a:moveTo>
                          <a:pt x="25" y="35"/>
                        </a:moveTo>
                        <a:cubicBezTo>
                          <a:pt x="28" y="30"/>
                          <a:pt x="28" y="24"/>
                          <a:pt x="28" y="20"/>
                        </a:cubicBezTo>
                        <a:cubicBezTo>
                          <a:pt x="31" y="21"/>
                          <a:pt x="34" y="22"/>
                          <a:pt x="38" y="22"/>
                        </a:cubicBezTo>
                        <a:cubicBezTo>
                          <a:pt x="40" y="22"/>
                          <a:pt x="41" y="22"/>
                          <a:pt x="43" y="21"/>
                        </a:cubicBezTo>
                        <a:cubicBezTo>
                          <a:pt x="49" y="20"/>
                          <a:pt x="54" y="16"/>
                          <a:pt x="56" y="13"/>
                        </a:cubicBezTo>
                        <a:cubicBezTo>
                          <a:pt x="58" y="17"/>
                          <a:pt x="60" y="22"/>
                          <a:pt x="66" y="25"/>
                        </a:cubicBezTo>
                        <a:cubicBezTo>
                          <a:pt x="69" y="27"/>
                          <a:pt x="74" y="28"/>
                          <a:pt x="78" y="28"/>
                        </a:cubicBezTo>
                        <a:cubicBezTo>
                          <a:pt x="79" y="28"/>
                          <a:pt x="80" y="28"/>
                          <a:pt x="81" y="28"/>
                        </a:cubicBezTo>
                        <a:cubicBezTo>
                          <a:pt x="79" y="32"/>
                          <a:pt x="78" y="37"/>
                          <a:pt x="79" y="43"/>
                        </a:cubicBezTo>
                        <a:cubicBezTo>
                          <a:pt x="81" y="49"/>
                          <a:pt x="85" y="53"/>
                          <a:pt x="88" y="56"/>
                        </a:cubicBezTo>
                        <a:cubicBezTo>
                          <a:pt x="84" y="57"/>
                          <a:pt x="79" y="60"/>
                          <a:pt x="76" y="66"/>
                        </a:cubicBezTo>
                        <a:cubicBezTo>
                          <a:pt x="73" y="71"/>
                          <a:pt x="72" y="77"/>
                          <a:pt x="73" y="81"/>
                        </a:cubicBezTo>
                        <a:cubicBezTo>
                          <a:pt x="70" y="80"/>
                          <a:pt x="67" y="79"/>
                          <a:pt x="63" y="79"/>
                        </a:cubicBezTo>
                        <a:cubicBezTo>
                          <a:pt x="61" y="79"/>
                          <a:pt x="59" y="79"/>
                          <a:pt x="58" y="79"/>
                        </a:cubicBezTo>
                        <a:cubicBezTo>
                          <a:pt x="52" y="81"/>
                          <a:pt x="47" y="85"/>
                          <a:pt x="45" y="88"/>
                        </a:cubicBezTo>
                        <a:cubicBezTo>
                          <a:pt x="43" y="84"/>
                          <a:pt x="40" y="79"/>
                          <a:pt x="35" y="76"/>
                        </a:cubicBezTo>
                        <a:cubicBezTo>
                          <a:pt x="31" y="74"/>
                          <a:pt x="27" y="73"/>
                          <a:pt x="22" y="73"/>
                        </a:cubicBezTo>
                        <a:cubicBezTo>
                          <a:pt x="22" y="73"/>
                          <a:pt x="21" y="73"/>
                          <a:pt x="20" y="73"/>
                        </a:cubicBezTo>
                        <a:cubicBezTo>
                          <a:pt x="22" y="69"/>
                          <a:pt x="23" y="64"/>
                          <a:pt x="21" y="58"/>
                        </a:cubicBezTo>
                        <a:cubicBezTo>
                          <a:pt x="20" y="51"/>
                          <a:pt x="16" y="47"/>
                          <a:pt x="13" y="45"/>
                        </a:cubicBezTo>
                        <a:cubicBezTo>
                          <a:pt x="17" y="43"/>
                          <a:pt x="22" y="40"/>
                          <a:pt x="25" y="3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7" name="Freeform 519">
                    <a:extLst>
                      <a:ext uri="{FF2B5EF4-FFF2-40B4-BE49-F238E27FC236}">
                        <a16:creationId xmlns:a16="http://schemas.microsoft.com/office/drawing/2014/main" id="{B5050C2A-7D3B-42D1-9B15-22C4E4A614CF}"/>
                      </a:ext>
                    </a:extLst>
                  </p:cNvPr>
                  <p:cNvSpPr>
                    <a:spLocks noEditPoints="1"/>
                  </p:cNvSpPr>
                  <p:nvPr/>
                </p:nvSpPr>
                <p:spPr bwMode="auto">
                  <a:xfrm>
                    <a:off x="5455155" y="4930765"/>
                    <a:ext cx="42390" cy="37573"/>
                  </a:xfrm>
                  <a:custGeom>
                    <a:avLst/>
                    <a:gdLst>
                      <a:gd name="T0" fmla="*/ 2147483646 w 45"/>
                      <a:gd name="T1" fmla="*/ 2147483646 h 39"/>
                      <a:gd name="T2" fmla="*/ 2147483646 w 45"/>
                      <a:gd name="T3" fmla="*/ 2147483646 h 39"/>
                      <a:gd name="T4" fmla="*/ 2147483646 w 45"/>
                      <a:gd name="T5" fmla="*/ 2147483646 h 39"/>
                      <a:gd name="T6" fmla="*/ 2147483646 w 45"/>
                      <a:gd name="T7" fmla="*/ 2147483646 h 39"/>
                      <a:gd name="T8" fmla="*/ 2147483646 w 45"/>
                      <a:gd name="T9" fmla="*/ 0 h 39"/>
                      <a:gd name="T10" fmla="*/ 2147483646 w 45"/>
                      <a:gd name="T11" fmla="*/ 2147483646 h 39"/>
                      <a:gd name="T12" fmla="*/ 2147483646 w 45"/>
                      <a:gd name="T13" fmla="*/ 2147483646 h 39"/>
                      <a:gd name="T14" fmla="*/ 2147483646 w 45"/>
                      <a:gd name="T15" fmla="*/ 2147483646 h 39"/>
                      <a:gd name="T16" fmla="*/ 2147483646 w 45"/>
                      <a:gd name="T17" fmla="*/ 2147483646 h 39"/>
                      <a:gd name="T18" fmla="*/ 2147483646 w 45"/>
                      <a:gd name="T19" fmla="*/ 2147483646 h 39"/>
                      <a:gd name="T20" fmla="*/ 2147483646 w 45"/>
                      <a:gd name="T21" fmla="*/ 2147483646 h 39"/>
                      <a:gd name="T22" fmla="*/ 2147483646 w 45"/>
                      <a:gd name="T23" fmla="*/ 2147483646 h 39"/>
                      <a:gd name="T24" fmla="*/ 2147483646 w 45"/>
                      <a:gd name="T25" fmla="*/ 2147483646 h 39"/>
                      <a:gd name="T26" fmla="*/ 2147483646 w 45"/>
                      <a:gd name="T27" fmla="*/ 2147483646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5" h="39">
                        <a:moveTo>
                          <a:pt x="12" y="36"/>
                        </a:moveTo>
                        <a:cubicBezTo>
                          <a:pt x="15" y="38"/>
                          <a:pt x="19" y="39"/>
                          <a:pt x="22" y="39"/>
                        </a:cubicBezTo>
                        <a:cubicBezTo>
                          <a:pt x="29" y="39"/>
                          <a:pt x="35" y="36"/>
                          <a:pt x="39" y="29"/>
                        </a:cubicBezTo>
                        <a:cubicBezTo>
                          <a:pt x="45" y="20"/>
                          <a:pt x="42" y="8"/>
                          <a:pt x="33" y="3"/>
                        </a:cubicBezTo>
                        <a:cubicBezTo>
                          <a:pt x="29" y="1"/>
                          <a:pt x="26" y="0"/>
                          <a:pt x="22" y="0"/>
                        </a:cubicBezTo>
                        <a:cubicBezTo>
                          <a:pt x="16" y="0"/>
                          <a:pt x="9" y="3"/>
                          <a:pt x="6" y="9"/>
                        </a:cubicBezTo>
                        <a:cubicBezTo>
                          <a:pt x="0" y="19"/>
                          <a:pt x="3" y="31"/>
                          <a:pt x="12" y="36"/>
                        </a:cubicBezTo>
                        <a:close/>
                        <a:moveTo>
                          <a:pt x="16" y="15"/>
                        </a:moveTo>
                        <a:cubicBezTo>
                          <a:pt x="17" y="13"/>
                          <a:pt x="20" y="12"/>
                          <a:pt x="22" y="12"/>
                        </a:cubicBezTo>
                        <a:cubicBezTo>
                          <a:pt x="24" y="12"/>
                          <a:pt x="25" y="12"/>
                          <a:pt x="26" y="13"/>
                        </a:cubicBezTo>
                        <a:cubicBezTo>
                          <a:pt x="30" y="15"/>
                          <a:pt x="31" y="20"/>
                          <a:pt x="29" y="23"/>
                        </a:cubicBezTo>
                        <a:cubicBezTo>
                          <a:pt x="28" y="26"/>
                          <a:pt x="25" y="27"/>
                          <a:pt x="22" y="27"/>
                        </a:cubicBezTo>
                        <a:cubicBezTo>
                          <a:pt x="21" y="27"/>
                          <a:pt x="20" y="27"/>
                          <a:pt x="19" y="26"/>
                        </a:cubicBezTo>
                        <a:cubicBezTo>
                          <a:pt x="15" y="24"/>
                          <a:pt x="14" y="19"/>
                          <a:pt x="16" y="15"/>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8" name="Freeform 520">
                    <a:extLst>
                      <a:ext uri="{FF2B5EF4-FFF2-40B4-BE49-F238E27FC236}">
                        <a16:creationId xmlns:a16="http://schemas.microsoft.com/office/drawing/2014/main" id="{ECB1C1C5-3842-4018-895B-834AA82B4953}"/>
                      </a:ext>
                    </a:extLst>
                  </p:cNvPr>
                  <p:cNvSpPr>
                    <a:spLocks noEditPoints="1"/>
                  </p:cNvSpPr>
                  <p:nvPr/>
                </p:nvSpPr>
                <p:spPr bwMode="auto">
                  <a:xfrm>
                    <a:off x="5313534" y="5186067"/>
                    <a:ext cx="97305" cy="91524"/>
                  </a:xfrm>
                  <a:custGeom>
                    <a:avLst/>
                    <a:gdLst>
                      <a:gd name="T0" fmla="*/ 2147483646 w 101"/>
                      <a:gd name="T1" fmla="*/ 2147483646 h 95"/>
                      <a:gd name="T2" fmla="*/ 2147483646 w 101"/>
                      <a:gd name="T3" fmla="*/ 2147483646 h 95"/>
                      <a:gd name="T4" fmla="*/ 2147483646 w 101"/>
                      <a:gd name="T5" fmla="*/ 0 h 95"/>
                      <a:gd name="T6" fmla="*/ 2147483646 w 101"/>
                      <a:gd name="T7" fmla="*/ 0 h 95"/>
                      <a:gd name="T8" fmla="*/ 0 w 101"/>
                      <a:gd name="T9" fmla="*/ 2147483646 h 95"/>
                      <a:gd name="T10" fmla="*/ 0 w 101"/>
                      <a:gd name="T11" fmla="*/ 2147483646 h 95"/>
                      <a:gd name="T12" fmla="*/ 2147483646 w 101"/>
                      <a:gd name="T13" fmla="*/ 2147483646 h 95"/>
                      <a:gd name="T14" fmla="*/ 2147483646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2147483646 h 95"/>
                      <a:gd name="T24" fmla="*/ 2147483646 w 101"/>
                      <a:gd name="T25" fmla="*/ 2147483646 h 95"/>
                      <a:gd name="T26" fmla="*/ 2147483646 w 101"/>
                      <a:gd name="T27" fmla="*/ 2147483646 h 95"/>
                      <a:gd name="T28" fmla="*/ 2147483646 w 101"/>
                      <a:gd name="T29" fmla="*/ 2147483646 h 95"/>
                      <a:gd name="T30" fmla="*/ 2147483646 w 101"/>
                      <a:gd name="T31" fmla="*/ 2147483646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101" y="63"/>
                        </a:moveTo>
                        <a:cubicBezTo>
                          <a:pt x="101" y="14"/>
                          <a:pt x="101" y="14"/>
                          <a:pt x="101" y="14"/>
                        </a:cubicBezTo>
                        <a:cubicBezTo>
                          <a:pt x="101" y="6"/>
                          <a:pt x="95" y="0"/>
                          <a:pt x="87" y="0"/>
                        </a:cubicBezTo>
                        <a:cubicBezTo>
                          <a:pt x="13" y="0"/>
                          <a:pt x="13" y="0"/>
                          <a:pt x="13" y="0"/>
                        </a:cubicBezTo>
                        <a:cubicBezTo>
                          <a:pt x="6" y="0"/>
                          <a:pt x="0" y="6"/>
                          <a:pt x="0" y="14"/>
                        </a:cubicBezTo>
                        <a:cubicBezTo>
                          <a:pt x="0" y="63"/>
                          <a:pt x="0" y="63"/>
                          <a:pt x="0" y="63"/>
                        </a:cubicBezTo>
                        <a:cubicBezTo>
                          <a:pt x="0" y="71"/>
                          <a:pt x="6" y="77"/>
                          <a:pt x="13" y="77"/>
                        </a:cubicBezTo>
                        <a:cubicBezTo>
                          <a:pt x="13" y="77"/>
                          <a:pt x="13" y="77"/>
                          <a:pt x="13" y="77"/>
                        </a:cubicBezTo>
                        <a:cubicBezTo>
                          <a:pt x="46" y="77"/>
                          <a:pt x="46" y="77"/>
                          <a:pt x="46" y="77"/>
                        </a:cubicBezTo>
                        <a:cubicBezTo>
                          <a:pt x="46" y="89"/>
                          <a:pt x="46" y="89"/>
                          <a:pt x="46" y="89"/>
                        </a:cubicBezTo>
                        <a:cubicBezTo>
                          <a:pt x="46" y="91"/>
                          <a:pt x="47" y="93"/>
                          <a:pt x="49" y="94"/>
                        </a:cubicBezTo>
                        <a:cubicBezTo>
                          <a:pt x="52" y="95"/>
                          <a:pt x="54" y="95"/>
                          <a:pt x="56" y="93"/>
                        </a:cubicBezTo>
                        <a:cubicBezTo>
                          <a:pt x="75" y="77"/>
                          <a:pt x="75" y="77"/>
                          <a:pt x="75" y="77"/>
                        </a:cubicBezTo>
                        <a:cubicBezTo>
                          <a:pt x="87" y="77"/>
                          <a:pt x="87" y="77"/>
                          <a:pt x="87" y="77"/>
                        </a:cubicBezTo>
                        <a:cubicBezTo>
                          <a:pt x="87" y="77"/>
                          <a:pt x="87" y="77"/>
                          <a:pt x="87" y="77"/>
                        </a:cubicBezTo>
                        <a:cubicBezTo>
                          <a:pt x="95" y="77"/>
                          <a:pt x="101" y="71"/>
                          <a:pt x="101" y="63"/>
                        </a:cubicBezTo>
                        <a:close/>
                        <a:moveTo>
                          <a:pt x="89" y="63"/>
                        </a:moveTo>
                        <a:cubicBezTo>
                          <a:pt x="89" y="64"/>
                          <a:pt x="88" y="64"/>
                          <a:pt x="88" y="64"/>
                        </a:cubicBezTo>
                        <a:cubicBezTo>
                          <a:pt x="88" y="65"/>
                          <a:pt x="88" y="65"/>
                          <a:pt x="87" y="65"/>
                        </a:cubicBezTo>
                        <a:cubicBezTo>
                          <a:pt x="87" y="65"/>
                          <a:pt x="87" y="65"/>
                          <a:pt x="87" y="65"/>
                        </a:cubicBezTo>
                        <a:cubicBezTo>
                          <a:pt x="72" y="65"/>
                          <a:pt x="72" y="65"/>
                          <a:pt x="72" y="65"/>
                        </a:cubicBezTo>
                        <a:cubicBezTo>
                          <a:pt x="71" y="65"/>
                          <a:pt x="70" y="65"/>
                          <a:pt x="69" y="66"/>
                        </a:cubicBezTo>
                        <a:cubicBezTo>
                          <a:pt x="58" y="76"/>
                          <a:pt x="58" y="76"/>
                          <a:pt x="58" y="76"/>
                        </a:cubicBezTo>
                        <a:cubicBezTo>
                          <a:pt x="58" y="71"/>
                          <a:pt x="58" y="71"/>
                          <a:pt x="58" y="71"/>
                        </a:cubicBezTo>
                        <a:cubicBezTo>
                          <a:pt x="58" y="68"/>
                          <a:pt x="55" y="65"/>
                          <a:pt x="52" y="65"/>
                        </a:cubicBezTo>
                        <a:cubicBezTo>
                          <a:pt x="14" y="65"/>
                          <a:pt x="14" y="65"/>
                          <a:pt x="14" y="65"/>
                        </a:cubicBezTo>
                        <a:cubicBezTo>
                          <a:pt x="13" y="65"/>
                          <a:pt x="13" y="65"/>
                          <a:pt x="13" y="65"/>
                        </a:cubicBezTo>
                        <a:cubicBezTo>
                          <a:pt x="13" y="65"/>
                          <a:pt x="13" y="65"/>
                          <a:pt x="13" y="64"/>
                        </a:cubicBezTo>
                        <a:cubicBezTo>
                          <a:pt x="12" y="64"/>
                          <a:pt x="12" y="64"/>
                          <a:pt x="12" y="63"/>
                        </a:cubicBezTo>
                        <a:cubicBezTo>
                          <a:pt x="12" y="14"/>
                          <a:pt x="12" y="14"/>
                          <a:pt x="12" y="14"/>
                        </a:cubicBezTo>
                        <a:cubicBezTo>
                          <a:pt x="12" y="13"/>
                          <a:pt x="12" y="13"/>
                          <a:pt x="13" y="13"/>
                        </a:cubicBezTo>
                        <a:cubicBezTo>
                          <a:pt x="13" y="12"/>
                          <a:pt x="13" y="12"/>
                          <a:pt x="13" y="12"/>
                        </a:cubicBezTo>
                        <a:cubicBezTo>
                          <a:pt x="87" y="12"/>
                          <a:pt x="87" y="12"/>
                          <a:pt x="87" y="12"/>
                        </a:cubicBezTo>
                        <a:cubicBezTo>
                          <a:pt x="88" y="12"/>
                          <a:pt x="88" y="12"/>
                          <a:pt x="88" y="13"/>
                        </a:cubicBezTo>
                        <a:cubicBezTo>
                          <a:pt x="88" y="13"/>
                          <a:pt x="89" y="13"/>
                          <a:pt x="89" y="14"/>
                        </a:cubicBezTo>
                        <a:lnTo>
                          <a:pt x="89" y="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59" name="Freeform 521">
                    <a:extLst>
                      <a:ext uri="{FF2B5EF4-FFF2-40B4-BE49-F238E27FC236}">
                        <a16:creationId xmlns:a16="http://schemas.microsoft.com/office/drawing/2014/main" id="{F741F125-25C4-4336-8D6A-248C50020B35}"/>
                      </a:ext>
                    </a:extLst>
                  </p:cNvPr>
                  <p:cNvSpPr>
                    <a:spLocks noEditPoints="1"/>
                  </p:cNvSpPr>
                  <p:nvPr/>
                </p:nvSpPr>
                <p:spPr bwMode="auto">
                  <a:xfrm>
                    <a:off x="4857845" y="4956777"/>
                    <a:ext cx="96340" cy="90560"/>
                  </a:xfrm>
                  <a:custGeom>
                    <a:avLst/>
                    <a:gdLst>
                      <a:gd name="T0" fmla="*/ 2147483646 w 101"/>
                      <a:gd name="T1" fmla="*/ 2147483646 h 95"/>
                      <a:gd name="T2" fmla="*/ 2147483646 w 101"/>
                      <a:gd name="T3" fmla="*/ 2147483646 h 95"/>
                      <a:gd name="T4" fmla="*/ 2147483646 w 101"/>
                      <a:gd name="T5" fmla="*/ 2147483646 h 95"/>
                      <a:gd name="T6" fmla="*/ 2147483646 w 101"/>
                      <a:gd name="T7" fmla="*/ 2147483646 h 95"/>
                      <a:gd name="T8" fmla="*/ 2147483646 w 101"/>
                      <a:gd name="T9" fmla="*/ 0 h 95"/>
                      <a:gd name="T10" fmla="*/ 2147483646 w 101"/>
                      <a:gd name="T11" fmla="*/ 0 h 95"/>
                      <a:gd name="T12" fmla="*/ 0 w 101"/>
                      <a:gd name="T13" fmla="*/ 2147483646 h 95"/>
                      <a:gd name="T14" fmla="*/ 0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2147483646 h 95"/>
                      <a:gd name="T24" fmla="*/ 2147483646 w 101"/>
                      <a:gd name="T25" fmla="*/ 2147483646 h 95"/>
                      <a:gd name="T26" fmla="*/ 2147483646 w 101"/>
                      <a:gd name="T27" fmla="*/ 2147483646 h 95"/>
                      <a:gd name="T28" fmla="*/ 2147483646 w 101"/>
                      <a:gd name="T29" fmla="*/ 2147483646 h 95"/>
                      <a:gd name="T30" fmla="*/ 2147483646 w 101"/>
                      <a:gd name="T31" fmla="*/ 2147483646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87" y="77"/>
                        </a:moveTo>
                        <a:cubicBezTo>
                          <a:pt x="87" y="77"/>
                          <a:pt x="87" y="77"/>
                          <a:pt x="87" y="77"/>
                        </a:cubicBezTo>
                        <a:cubicBezTo>
                          <a:pt x="95" y="77"/>
                          <a:pt x="101" y="71"/>
                          <a:pt x="101" y="63"/>
                        </a:cubicBezTo>
                        <a:cubicBezTo>
                          <a:pt x="101" y="14"/>
                          <a:pt x="101" y="14"/>
                          <a:pt x="101" y="14"/>
                        </a:cubicBezTo>
                        <a:cubicBezTo>
                          <a:pt x="101" y="6"/>
                          <a:pt x="95" y="0"/>
                          <a:pt x="87" y="0"/>
                        </a:cubicBezTo>
                        <a:cubicBezTo>
                          <a:pt x="13" y="0"/>
                          <a:pt x="13" y="0"/>
                          <a:pt x="13" y="0"/>
                        </a:cubicBezTo>
                        <a:cubicBezTo>
                          <a:pt x="6" y="0"/>
                          <a:pt x="0" y="6"/>
                          <a:pt x="0" y="14"/>
                        </a:cubicBezTo>
                        <a:cubicBezTo>
                          <a:pt x="0" y="63"/>
                          <a:pt x="0" y="63"/>
                          <a:pt x="0" y="63"/>
                        </a:cubicBezTo>
                        <a:cubicBezTo>
                          <a:pt x="0" y="71"/>
                          <a:pt x="6" y="77"/>
                          <a:pt x="13" y="77"/>
                        </a:cubicBezTo>
                        <a:cubicBezTo>
                          <a:pt x="13" y="77"/>
                          <a:pt x="13" y="77"/>
                          <a:pt x="13" y="77"/>
                        </a:cubicBezTo>
                        <a:cubicBezTo>
                          <a:pt x="46" y="77"/>
                          <a:pt x="46" y="77"/>
                          <a:pt x="46" y="77"/>
                        </a:cubicBezTo>
                        <a:cubicBezTo>
                          <a:pt x="46" y="89"/>
                          <a:pt x="46" y="89"/>
                          <a:pt x="46" y="89"/>
                        </a:cubicBezTo>
                        <a:cubicBezTo>
                          <a:pt x="46" y="91"/>
                          <a:pt x="47" y="93"/>
                          <a:pt x="49" y="94"/>
                        </a:cubicBezTo>
                        <a:cubicBezTo>
                          <a:pt x="52" y="95"/>
                          <a:pt x="54" y="95"/>
                          <a:pt x="56" y="93"/>
                        </a:cubicBezTo>
                        <a:cubicBezTo>
                          <a:pt x="75" y="77"/>
                          <a:pt x="75" y="77"/>
                          <a:pt x="75" y="77"/>
                        </a:cubicBezTo>
                        <a:lnTo>
                          <a:pt x="87" y="77"/>
                        </a:lnTo>
                        <a:close/>
                        <a:moveTo>
                          <a:pt x="69" y="66"/>
                        </a:moveTo>
                        <a:cubicBezTo>
                          <a:pt x="58" y="76"/>
                          <a:pt x="58" y="76"/>
                          <a:pt x="58" y="76"/>
                        </a:cubicBezTo>
                        <a:cubicBezTo>
                          <a:pt x="58" y="71"/>
                          <a:pt x="58" y="71"/>
                          <a:pt x="58" y="71"/>
                        </a:cubicBezTo>
                        <a:cubicBezTo>
                          <a:pt x="58" y="68"/>
                          <a:pt x="55" y="65"/>
                          <a:pt x="52" y="65"/>
                        </a:cubicBezTo>
                        <a:cubicBezTo>
                          <a:pt x="13" y="65"/>
                          <a:pt x="13" y="65"/>
                          <a:pt x="13" y="65"/>
                        </a:cubicBezTo>
                        <a:cubicBezTo>
                          <a:pt x="13" y="65"/>
                          <a:pt x="13" y="65"/>
                          <a:pt x="13" y="65"/>
                        </a:cubicBezTo>
                        <a:cubicBezTo>
                          <a:pt x="13" y="65"/>
                          <a:pt x="13" y="65"/>
                          <a:pt x="12" y="64"/>
                        </a:cubicBezTo>
                        <a:cubicBezTo>
                          <a:pt x="12" y="64"/>
                          <a:pt x="12" y="64"/>
                          <a:pt x="12" y="63"/>
                        </a:cubicBezTo>
                        <a:cubicBezTo>
                          <a:pt x="12" y="14"/>
                          <a:pt x="12" y="14"/>
                          <a:pt x="12" y="14"/>
                        </a:cubicBezTo>
                        <a:cubicBezTo>
                          <a:pt x="12" y="13"/>
                          <a:pt x="12" y="13"/>
                          <a:pt x="12" y="13"/>
                        </a:cubicBezTo>
                        <a:cubicBezTo>
                          <a:pt x="13" y="12"/>
                          <a:pt x="13" y="12"/>
                          <a:pt x="13" y="12"/>
                        </a:cubicBezTo>
                        <a:cubicBezTo>
                          <a:pt x="87" y="12"/>
                          <a:pt x="87" y="12"/>
                          <a:pt x="87" y="12"/>
                        </a:cubicBezTo>
                        <a:cubicBezTo>
                          <a:pt x="88" y="12"/>
                          <a:pt x="88" y="12"/>
                          <a:pt x="88" y="13"/>
                        </a:cubicBezTo>
                        <a:cubicBezTo>
                          <a:pt x="88" y="13"/>
                          <a:pt x="89" y="13"/>
                          <a:pt x="89" y="14"/>
                        </a:cubicBezTo>
                        <a:cubicBezTo>
                          <a:pt x="89" y="63"/>
                          <a:pt x="89" y="63"/>
                          <a:pt x="89" y="63"/>
                        </a:cubicBezTo>
                        <a:cubicBezTo>
                          <a:pt x="89" y="64"/>
                          <a:pt x="88" y="64"/>
                          <a:pt x="88" y="64"/>
                        </a:cubicBezTo>
                        <a:cubicBezTo>
                          <a:pt x="88" y="65"/>
                          <a:pt x="88" y="65"/>
                          <a:pt x="87" y="65"/>
                        </a:cubicBezTo>
                        <a:cubicBezTo>
                          <a:pt x="87" y="65"/>
                          <a:pt x="87" y="65"/>
                          <a:pt x="87" y="65"/>
                        </a:cubicBezTo>
                        <a:cubicBezTo>
                          <a:pt x="72" y="65"/>
                          <a:pt x="72" y="65"/>
                          <a:pt x="72" y="65"/>
                        </a:cubicBezTo>
                        <a:cubicBezTo>
                          <a:pt x="71" y="65"/>
                          <a:pt x="70" y="65"/>
                          <a:pt x="69" y="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0" name="Freeform 522">
                    <a:extLst>
                      <a:ext uri="{FF2B5EF4-FFF2-40B4-BE49-F238E27FC236}">
                        <a16:creationId xmlns:a16="http://schemas.microsoft.com/office/drawing/2014/main" id="{64C7C7A9-5E54-4617-94D3-3355777CB116}"/>
                      </a:ext>
                    </a:extLst>
                  </p:cNvPr>
                  <p:cNvSpPr>
                    <a:spLocks noEditPoints="1"/>
                  </p:cNvSpPr>
                  <p:nvPr/>
                </p:nvSpPr>
                <p:spPr bwMode="auto">
                  <a:xfrm>
                    <a:off x="4574605" y="4408601"/>
                    <a:ext cx="96340" cy="90560"/>
                  </a:xfrm>
                  <a:custGeom>
                    <a:avLst/>
                    <a:gdLst>
                      <a:gd name="T0" fmla="*/ 0 w 101"/>
                      <a:gd name="T1" fmla="*/ 2147483646 h 95"/>
                      <a:gd name="T2" fmla="*/ 0 w 101"/>
                      <a:gd name="T3" fmla="*/ 2147483646 h 95"/>
                      <a:gd name="T4" fmla="*/ 2147483646 w 101"/>
                      <a:gd name="T5" fmla="*/ 2147483646 h 95"/>
                      <a:gd name="T6" fmla="*/ 2147483646 w 101"/>
                      <a:gd name="T7" fmla="*/ 2147483646 h 95"/>
                      <a:gd name="T8" fmla="*/ 2147483646 w 101"/>
                      <a:gd name="T9" fmla="*/ 2147483646 h 95"/>
                      <a:gd name="T10" fmla="*/ 2147483646 w 101"/>
                      <a:gd name="T11" fmla="*/ 2147483646 h 95"/>
                      <a:gd name="T12" fmla="*/ 2147483646 w 101"/>
                      <a:gd name="T13" fmla="*/ 2147483646 h 95"/>
                      <a:gd name="T14" fmla="*/ 2147483646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2147483646 h 95"/>
                      <a:gd name="T24" fmla="*/ 2147483646 w 101"/>
                      <a:gd name="T25" fmla="*/ 2147483646 h 95"/>
                      <a:gd name="T26" fmla="*/ 2147483646 w 101"/>
                      <a:gd name="T27" fmla="*/ 0 h 95"/>
                      <a:gd name="T28" fmla="*/ 2147483646 w 101"/>
                      <a:gd name="T29" fmla="*/ 0 h 95"/>
                      <a:gd name="T30" fmla="*/ 0 w 101"/>
                      <a:gd name="T31" fmla="*/ 2147483646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0" y="14"/>
                        </a:moveTo>
                        <a:cubicBezTo>
                          <a:pt x="0" y="63"/>
                          <a:pt x="0" y="63"/>
                          <a:pt x="0" y="63"/>
                        </a:cubicBezTo>
                        <a:cubicBezTo>
                          <a:pt x="0" y="71"/>
                          <a:pt x="6" y="77"/>
                          <a:pt x="13" y="77"/>
                        </a:cubicBezTo>
                        <a:cubicBezTo>
                          <a:pt x="13" y="77"/>
                          <a:pt x="13" y="77"/>
                          <a:pt x="13" y="77"/>
                        </a:cubicBezTo>
                        <a:cubicBezTo>
                          <a:pt x="46" y="77"/>
                          <a:pt x="46" y="77"/>
                          <a:pt x="46" y="77"/>
                        </a:cubicBezTo>
                        <a:cubicBezTo>
                          <a:pt x="46" y="89"/>
                          <a:pt x="46" y="89"/>
                          <a:pt x="46" y="89"/>
                        </a:cubicBezTo>
                        <a:cubicBezTo>
                          <a:pt x="46" y="91"/>
                          <a:pt x="47" y="93"/>
                          <a:pt x="49" y="94"/>
                        </a:cubicBezTo>
                        <a:cubicBezTo>
                          <a:pt x="52" y="95"/>
                          <a:pt x="54" y="95"/>
                          <a:pt x="56" y="93"/>
                        </a:cubicBezTo>
                        <a:cubicBezTo>
                          <a:pt x="75" y="77"/>
                          <a:pt x="75" y="77"/>
                          <a:pt x="75" y="77"/>
                        </a:cubicBezTo>
                        <a:cubicBezTo>
                          <a:pt x="87" y="77"/>
                          <a:pt x="87" y="77"/>
                          <a:pt x="87" y="77"/>
                        </a:cubicBezTo>
                        <a:cubicBezTo>
                          <a:pt x="87" y="77"/>
                          <a:pt x="87" y="77"/>
                          <a:pt x="87" y="77"/>
                        </a:cubicBezTo>
                        <a:cubicBezTo>
                          <a:pt x="95" y="77"/>
                          <a:pt x="101" y="71"/>
                          <a:pt x="101" y="63"/>
                        </a:cubicBezTo>
                        <a:cubicBezTo>
                          <a:pt x="101" y="14"/>
                          <a:pt x="101" y="14"/>
                          <a:pt x="101" y="14"/>
                        </a:cubicBezTo>
                        <a:cubicBezTo>
                          <a:pt x="101" y="6"/>
                          <a:pt x="95" y="0"/>
                          <a:pt x="87" y="0"/>
                        </a:cubicBezTo>
                        <a:cubicBezTo>
                          <a:pt x="13" y="0"/>
                          <a:pt x="13" y="0"/>
                          <a:pt x="13" y="0"/>
                        </a:cubicBezTo>
                        <a:cubicBezTo>
                          <a:pt x="6" y="0"/>
                          <a:pt x="0" y="6"/>
                          <a:pt x="0" y="14"/>
                        </a:cubicBezTo>
                        <a:close/>
                        <a:moveTo>
                          <a:pt x="88" y="13"/>
                        </a:moveTo>
                        <a:cubicBezTo>
                          <a:pt x="88" y="13"/>
                          <a:pt x="89" y="13"/>
                          <a:pt x="89" y="14"/>
                        </a:cubicBezTo>
                        <a:cubicBezTo>
                          <a:pt x="89" y="63"/>
                          <a:pt x="89" y="63"/>
                          <a:pt x="89" y="63"/>
                        </a:cubicBezTo>
                        <a:cubicBezTo>
                          <a:pt x="89" y="64"/>
                          <a:pt x="88" y="64"/>
                          <a:pt x="88" y="64"/>
                        </a:cubicBezTo>
                        <a:cubicBezTo>
                          <a:pt x="88" y="65"/>
                          <a:pt x="88" y="65"/>
                          <a:pt x="87" y="65"/>
                        </a:cubicBezTo>
                        <a:cubicBezTo>
                          <a:pt x="87" y="65"/>
                          <a:pt x="87" y="65"/>
                          <a:pt x="87" y="65"/>
                        </a:cubicBezTo>
                        <a:cubicBezTo>
                          <a:pt x="72" y="65"/>
                          <a:pt x="72" y="65"/>
                          <a:pt x="72" y="65"/>
                        </a:cubicBezTo>
                        <a:cubicBezTo>
                          <a:pt x="71" y="65"/>
                          <a:pt x="70" y="65"/>
                          <a:pt x="68" y="66"/>
                        </a:cubicBezTo>
                        <a:cubicBezTo>
                          <a:pt x="58" y="76"/>
                          <a:pt x="58" y="76"/>
                          <a:pt x="58" y="76"/>
                        </a:cubicBezTo>
                        <a:cubicBezTo>
                          <a:pt x="58" y="71"/>
                          <a:pt x="58" y="71"/>
                          <a:pt x="58" y="71"/>
                        </a:cubicBezTo>
                        <a:cubicBezTo>
                          <a:pt x="58" y="68"/>
                          <a:pt x="55" y="65"/>
                          <a:pt x="52" y="65"/>
                        </a:cubicBezTo>
                        <a:cubicBezTo>
                          <a:pt x="13" y="65"/>
                          <a:pt x="13" y="65"/>
                          <a:pt x="13" y="65"/>
                        </a:cubicBezTo>
                        <a:cubicBezTo>
                          <a:pt x="13" y="65"/>
                          <a:pt x="13" y="65"/>
                          <a:pt x="13" y="65"/>
                        </a:cubicBezTo>
                        <a:cubicBezTo>
                          <a:pt x="13" y="65"/>
                          <a:pt x="13" y="65"/>
                          <a:pt x="12" y="64"/>
                        </a:cubicBezTo>
                        <a:cubicBezTo>
                          <a:pt x="12" y="64"/>
                          <a:pt x="12" y="64"/>
                          <a:pt x="12" y="63"/>
                        </a:cubicBezTo>
                        <a:cubicBezTo>
                          <a:pt x="12" y="14"/>
                          <a:pt x="12" y="14"/>
                          <a:pt x="12" y="14"/>
                        </a:cubicBezTo>
                        <a:cubicBezTo>
                          <a:pt x="12" y="13"/>
                          <a:pt x="12" y="13"/>
                          <a:pt x="12" y="13"/>
                        </a:cubicBezTo>
                        <a:cubicBezTo>
                          <a:pt x="13" y="12"/>
                          <a:pt x="13" y="12"/>
                          <a:pt x="13" y="12"/>
                        </a:cubicBezTo>
                        <a:cubicBezTo>
                          <a:pt x="87" y="12"/>
                          <a:pt x="87" y="12"/>
                          <a:pt x="87" y="12"/>
                        </a:cubicBezTo>
                        <a:cubicBezTo>
                          <a:pt x="88" y="12"/>
                          <a:pt x="88" y="12"/>
                          <a:pt x="88" y="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1" name="Freeform 523">
                    <a:extLst>
                      <a:ext uri="{FF2B5EF4-FFF2-40B4-BE49-F238E27FC236}">
                        <a16:creationId xmlns:a16="http://schemas.microsoft.com/office/drawing/2014/main" id="{98A18081-2C66-4594-AFF3-69FBE40C1A5B}"/>
                      </a:ext>
                    </a:extLst>
                  </p:cNvPr>
                  <p:cNvSpPr>
                    <a:spLocks noEditPoints="1"/>
                  </p:cNvSpPr>
                  <p:nvPr/>
                </p:nvSpPr>
                <p:spPr bwMode="auto">
                  <a:xfrm>
                    <a:off x="5283669" y="4059850"/>
                    <a:ext cx="96340" cy="90560"/>
                  </a:xfrm>
                  <a:custGeom>
                    <a:avLst/>
                    <a:gdLst>
                      <a:gd name="T0" fmla="*/ 2147483646 w 101"/>
                      <a:gd name="T1" fmla="*/ 0 h 95"/>
                      <a:gd name="T2" fmla="*/ 2147483646 w 101"/>
                      <a:gd name="T3" fmla="*/ 0 h 95"/>
                      <a:gd name="T4" fmla="*/ 0 w 101"/>
                      <a:gd name="T5" fmla="*/ 2147483646 h 95"/>
                      <a:gd name="T6" fmla="*/ 0 w 101"/>
                      <a:gd name="T7" fmla="*/ 2147483646 h 95"/>
                      <a:gd name="T8" fmla="*/ 2147483646 w 101"/>
                      <a:gd name="T9" fmla="*/ 2147483646 h 95"/>
                      <a:gd name="T10" fmla="*/ 2147483646 w 101"/>
                      <a:gd name="T11" fmla="*/ 2147483646 h 95"/>
                      <a:gd name="T12" fmla="*/ 2147483646 w 101"/>
                      <a:gd name="T13" fmla="*/ 2147483646 h 95"/>
                      <a:gd name="T14" fmla="*/ 2147483646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2147483646 h 95"/>
                      <a:gd name="T24" fmla="*/ 2147483646 w 101"/>
                      <a:gd name="T25" fmla="*/ 2147483646 h 95"/>
                      <a:gd name="T26" fmla="*/ 2147483646 w 101"/>
                      <a:gd name="T27" fmla="*/ 2147483646 h 95"/>
                      <a:gd name="T28" fmla="*/ 2147483646 w 101"/>
                      <a:gd name="T29" fmla="*/ 2147483646 h 95"/>
                      <a:gd name="T30" fmla="*/ 2147483646 w 101"/>
                      <a:gd name="T31" fmla="*/ 0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87" y="0"/>
                        </a:moveTo>
                        <a:cubicBezTo>
                          <a:pt x="13" y="0"/>
                          <a:pt x="13" y="0"/>
                          <a:pt x="13" y="0"/>
                        </a:cubicBezTo>
                        <a:cubicBezTo>
                          <a:pt x="6" y="0"/>
                          <a:pt x="0" y="6"/>
                          <a:pt x="0" y="14"/>
                        </a:cubicBezTo>
                        <a:cubicBezTo>
                          <a:pt x="0" y="63"/>
                          <a:pt x="0" y="63"/>
                          <a:pt x="0" y="63"/>
                        </a:cubicBezTo>
                        <a:cubicBezTo>
                          <a:pt x="0" y="71"/>
                          <a:pt x="6" y="77"/>
                          <a:pt x="13" y="77"/>
                        </a:cubicBezTo>
                        <a:cubicBezTo>
                          <a:pt x="13" y="77"/>
                          <a:pt x="13" y="77"/>
                          <a:pt x="13" y="77"/>
                        </a:cubicBezTo>
                        <a:cubicBezTo>
                          <a:pt x="46" y="77"/>
                          <a:pt x="46" y="77"/>
                          <a:pt x="46" y="77"/>
                        </a:cubicBezTo>
                        <a:cubicBezTo>
                          <a:pt x="46" y="89"/>
                          <a:pt x="46" y="89"/>
                          <a:pt x="46" y="89"/>
                        </a:cubicBezTo>
                        <a:cubicBezTo>
                          <a:pt x="46" y="91"/>
                          <a:pt x="47" y="93"/>
                          <a:pt x="49" y="94"/>
                        </a:cubicBezTo>
                        <a:cubicBezTo>
                          <a:pt x="52" y="95"/>
                          <a:pt x="54" y="95"/>
                          <a:pt x="56" y="93"/>
                        </a:cubicBezTo>
                        <a:cubicBezTo>
                          <a:pt x="75" y="77"/>
                          <a:pt x="75" y="77"/>
                          <a:pt x="75" y="77"/>
                        </a:cubicBezTo>
                        <a:cubicBezTo>
                          <a:pt x="87" y="77"/>
                          <a:pt x="87" y="77"/>
                          <a:pt x="87" y="77"/>
                        </a:cubicBezTo>
                        <a:cubicBezTo>
                          <a:pt x="87" y="77"/>
                          <a:pt x="87" y="77"/>
                          <a:pt x="87" y="77"/>
                        </a:cubicBezTo>
                        <a:cubicBezTo>
                          <a:pt x="95" y="77"/>
                          <a:pt x="101" y="71"/>
                          <a:pt x="101" y="63"/>
                        </a:cubicBezTo>
                        <a:cubicBezTo>
                          <a:pt x="101" y="14"/>
                          <a:pt x="101" y="14"/>
                          <a:pt x="101" y="14"/>
                        </a:cubicBezTo>
                        <a:cubicBezTo>
                          <a:pt x="101" y="6"/>
                          <a:pt x="95" y="0"/>
                          <a:pt x="87" y="0"/>
                        </a:cubicBezTo>
                        <a:close/>
                        <a:moveTo>
                          <a:pt x="89" y="63"/>
                        </a:moveTo>
                        <a:cubicBezTo>
                          <a:pt x="89" y="64"/>
                          <a:pt x="88" y="64"/>
                          <a:pt x="88" y="64"/>
                        </a:cubicBezTo>
                        <a:cubicBezTo>
                          <a:pt x="88" y="65"/>
                          <a:pt x="88" y="65"/>
                          <a:pt x="87" y="65"/>
                        </a:cubicBezTo>
                        <a:cubicBezTo>
                          <a:pt x="87" y="65"/>
                          <a:pt x="87" y="65"/>
                          <a:pt x="87" y="65"/>
                        </a:cubicBezTo>
                        <a:cubicBezTo>
                          <a:pt x="72" y="65"/>
                          <a:pt x="72" y="65"/>
                          <a:pt x="72" y="65"/>
                        </a:cubicBezTo>
                        <a:cubicBezTo>
                          <a:pt x="71" y="65"/>
                          <a:pt x="70" y="65"/>
                          <a:pt x="69" y="66"/>
                        </a:cubicBezTo>
                        <a:cubicBezTo>
                          <a:pt x="58" y="76"/>
                          <a:pt x="58" y="76"/>
                          <a:pt x="58" y="76"/>
                        </a:cubicBezTo>
                        <a:cubicBezTo>
                          <a:pt x="58" y="71"/>
                          <a:pt x="58" y="71"/>
                          <a:pt x="58" y="71"/>
                        </a:cubicBezTo>
                        <a:cubicBezTo>
                          <a:pt x="58" y="67"/>
                          <a:pt x="55" y="65"/>
                          <a:pt x="52" y="65"/>
                        </a:cubicBezTo>
                        <a:cubicBezTo>
                          <a:pt x="13" y="65"/>
                          <a:pt x="13" y="65"/>
                          <a:pt x="13" y="65"/>
                        </a:cubicBezTo>
                        <a:cubicBezTo>
                          <a:pt x="13" y="65"/>
                          <a:pt x="13" y="65"/>
                          <a:pt x="13" y="65"/>
                        </a:cubicBezTo>
                        <a:cubicBezTo>
                          <a:pt x="13" y="65"/>
                          <a:pt x="13" y="65"/>
                          <a:pt x="13" y="64"/>
                        </a:cubicBezTo>
                        <a:cubicBezTo>
                          <a:pt x="12" y="64"/>
                          <a:pt x="12" y="64"/>
                          <a:pt x="12" y="63"/>
                        </a:cubicBezTo>
                        <a:cubicBezTo>
                          <a:pt x="12" y="14"/>
                          <a:pt x="12" y="14"/>
                          <a:pt x="12" y="14"/>
                        </a:cubicBezTo>
                        <a:cubicBezTo>
                          <a:pt x="12" y="13"/>
                          <a:pt x="12" y="13"/>
                          <a:pt x="13" y="13"/>
                        </a:cubicBezTo>
                        <a:cubicBezTo>
                          <a:pt x="13" y="12"/>
                          <a:pt x="13" y="12"/>
                          <a:pt x="13" y="12"/>
                        </a:cubicBezTo>
                        <a:cubicBezTo>
                          <a:pt x="87" y="12"/>
                          <a:pt x="87" y="12"/>
                          <a:pt x="87" y="12"/>
                        </a:cubicBezTo>
                        <a:cubicBezTo>
                          <a:pt x="88" y="12"/>
                          <a:pt x="88" y="12"/>
                          <a:pt x="88" y="13"/>
                        </a:cubicBezTo>
                        <a:cubicBezTo>
                          <a:pt x="88" y="13"/>
                          <a:pt x="89" y="13"/>
                          <a:pt x="89" y="14"/>
                        </a:cubicBezTo>
                        <a:lnTo>
                          <a:pt x="89" y="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2" name="Freeform 524">
                    <a:extLst>
                      <a:ext uri="{FF2B5EF4-FFF2-40B4-BE49-F238E27FC236}">
                        <a16:creationId xmlns:a16="http://schemas.microsoft.com/office/drawing/2014/main" id="{2D74BFEB-B7F2-499F-A7A3-44E7F8C45A4D}"/>
                      </a:ext>
                    </a:extLst>
                  </p:cNvPr>
                  <p:cNvSpPr>
                    <a:spLocks noEditPoints="1"/>
                  </p:cNvSpPr>
                  <p:nvPr/>
                </p:nvSpPr>
                <p:spPr bwMode="auto">
                  <a:xfrm>
                    <a:off x="4206586" y="4757352"/>
                    <a:ext cx="96340" cy="90560"/>
                  </a:xfrm>
                  <a:custGeom>
                    <a:avLst/>
                    <a:gdLst>
                      <a:gd name="T0" fmla="*/ 2147483646 w 101"/>
                      <a:gd name="T1" fmla="*/ 2147483646 h 95"/>
                      <a:gd name="T2" fmla="*/ 2147483646 w 101"/>
                      <a:gd name="T3" fmla="*/ 2147483646 h 95"/>
                      <a:gd name="T4" fmla="*/ 2147483646 w 101"/>
                      <a:gd name="T5" fmla="*/ 0 h 95"/>
                      <a:gd name="T6" fmla="*/ 2147483646 w 101"/>
                      <a:gd name="T7" fmla="*/ 0 h 95"/>
                      <a:gd name="T8" fmla="*/ 0 w 101"/>
                      <a:gd name="T9" fmla="*/ 2147483646 h 95"/>
                      <a:gd name="T10" fmla="*/ 0 w 101"/>
                      <a:gd name="T11" fmla="*/ 2147483646 h 95"/>
                      <a:gd name="T12" fmla="*/ 2147483646 w 101"/>
                      <a:gd name="T13" fmla="*/ 2147483646 h 95"/>
                      <a:gd name="T14" fmla="*/ 2147483646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2147483646 h 95"/>
                      <a:gd name="T24" fmla="*/ 2147483646 w 101"/>
                      <a:gd name="T25" fmla="*/ 2147483646 h 95"/>
                      <a:gd name="T26" fmla="*/ 2147483646 w 101"/>
                      <a:gd name="T27" fmla="*/ 2147483646 h 95"/>
                      <a:gd name="T28" fmla="*/ 2147483646 w 101"/>
                      <a:gd name="T29" fmla="*/ 2147483646 h 95"/>
                      <a:gd name="T30" fmla="*/ 2147483646 w 101"/>
                      <a:gd name="T31" fmla="*/ 2147483646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101" y="63"/>
                        </a:moveTo>
                        <a:cubicBezTo>
                          <a:pt x="101" y="14"/>
                          <a:pt x="101" y="14"/>
                          <a:pt x="101" y="14"/>
                        </a:cubicBezTo>
                        <a:cubicBezTo>
                          <a:pt x="100" y="6"/>
                          <a:pt x="95" y="0"/>
                          <a:pt x="87" y="0"/>
                        </a:cubicBezTo>
                        <a:cubicBezTo>
                          <a:pt x="13" y="0"/>
                          <a:pt x="13" y="0"/>
                          <a:pt x="13" y="0"/>
                        </a:cubicBezTo>
                        <a:cubicBezTo>
                          <a:pt x="6" y="0"/>
                          <a:pt x="0" y="6"/>
                          <a:pt x="0" y="14"/>
                        </a:cubicBezTo>
                        <a:cubicBezTo>
                          <a:pt x="0" y="63"/>
                          <a:pt x="0" y="63"/>
                          <a:pt x="0" y="63"/>
                        </a:cubicBezTo>
                        <a:cubicBezTo>
                          <a:pt x="0" y="71"/>
                          <a:pt x="6" y="77"/>
                          <a:pt x="13" y="77"/>
                        </a:cubicBezTo>
                        <a:cubicBezTo>
                          <a:pt x="13" y="77"/>
                          <a:pt x="13" y="77"/>
                          <a:pt x="13" y="77"/>
                        </a:cubicBezTo>
                        <a:cubicBezTo>
                          <a:pt x="46" y="77"/>
                          <a:pt x="46" y="77"/>
                          <a:pt x="46" y="77"/>
                        </a:cubicBezTo>
                        <a:cubicBezTo>
                          <a:pt x="46" y="89"/>
                          <a:pt x="46" y="89"/>
                          <a:pt x="46" y="89"/>
                        </a:cubicBezTo>
                        <a:cubicBezTo>
                          <a:pt x="46" y="91"/>
                          <a:pt x="47" y="93"/>
                          <a:pt x="49" y="94"/>
                        </a:cubicBezTo>
                        <a:cubicBezTo>
                          <a:pt x="51" y="95"/>
                          <a:pt x="54" y="95"/>
                          <a:pt x="56" y="93"/>
                        </a:cubicBezTo>
                        <a:cubicBezTo>
                          <a:pt x="75" y="77"/>
                          <a:pt x="75" y="77"/>
                          <a:pt x="75" y="77"/>
                        </a:cubicBezTo>
                        <a:cubicBezTo>
                          <a:pt x="87" y="77"/>
                          <a:pt x="87" y="77"/>
                          <a:pt x="87" y="77"/>
                        </a:cubicBezTo>
                        <a:cubicBezTo>
                          <a:pt x="87" y="77"/>
                          <a:pt x="87" y="77"/>
                          <a:pt x="87" y="77"/>
                        </a:cubicBezTo>
                        <a:cubicBezTo>
                          <a:pt x="95" y="77"/>
                          <a:pt x="100" y="71"/>
                          <a:pt x="101" y="63"/>
                        </a:cubicBezTo>
                        <a:close/>
                        <a:moveTo>
                          <a:pt x="89" y="63"/>
                        </a:moveTo>
                        <a:cubicBezTo>
                          <a:pt x="89" y="64"/>
                          <a:pt x="88" y="64"/>
                          <a:pt x="88" y="64"/>
                        </a:cubicBezTo>
                        <a:cubicBezTo>
                          <a:pt x="88" y="65"/>
                          <a:pt x="88" y="65"/>
                          <a:pt x="87" y="65"/>
                        </a:cubicBezTo>
                        <a:cubicBezTo>
                          <a:pt x="87" y="65"/>
                          <a:pt x="87" y="65"/>
                          <a:pt x="87" y="65"/>
                        </a:cubicBezTo>
                        <a:cubicBezTo>
                          <a:pt x="72" y="65"/>
                          <a:pt x="72" y="65"/>
                          <a:pt x="72" y="65"/>
                        </a:cubicBezTo>
                        <a:cubicBezTo>
                          <a:pt x="71" y="65"/>
                          <a:pt x="70" y="65"/>
                          <a:pt x="68" y="66"/>
                        </a:cubicBezTo>
                        <a:cubicBezTo>
                          <a:pt x="58" y="76"/>
                          <a:pt x="58" y="76"/>
                          <a:pt x="58" y="76"/>
                        </a:cubicBezTo>
                        <a:cubicBezTo>
                          <a:pt x="58" y="71"/>
                          <a:pt x="58" y="71"/>
                          <a:pt x="58" y="71"/>
                        </a:cubicBezTo>
                        <a:cubicBezTo>
                          <a:pt x="58" y="68"/>
                          <a:pt x="55" y="65"/>
                          <a:pt x="52" y="65"/>
                        </a:cubicBezTo>
                        <a:cubicBezTo>
                          <a:pt x="13" y="65"/>
                          <a:pt x="13" y="65"/>
                          <a:pt x="13" y="65"/>
                        </a:cubicBezTo>
                        <a:cubicBezTo>
                          <a:pt x="13" y="65"/>
                          <a:pt x="13" y="65"/>
                          <a:pt x="13" y="65"/>
                        </a:cubicBezTo>
                        <a:cubicBezTo>
                          <a:pt x="13" y="65"/>
                          <a:pt x="13" y="65"/>
                          <a:pt x="12" y="64"/>
                        </a:cubicBezTo>
                        <a:cubicBezTo>
                          <a:pt x="12" y="64"/>
                          <a:pt x="12" y="64"/>
                          <a:pt x="12" y="63"/>
                        </a:cubicBezTo>
                        <a:cubicBezTo>
                          <a:pt x="12" y="14"/>
                          <a:pt x="12" y="14"/>
                          <a:pt x="12" y="14"/>
                        </a:cubicBezTo>
                        <a:cubicBezTo>
                          <a:pt x="12" y="13"/>
                          <a:pt x="12" y="13"/>
                          <a:pt x="12" y="13"/>
                        </a:cubicBezTo>
                        <a:cubicBezTo>
                          <a:pt x="13" y="12"/>
                          <a:pt x="13" y="12"/>
                          <a:pt x="13" y="12"/>
                        </a:cubicBezTo>
                        <a:cubicBezTo>
                          <a:pt x="87" y="12"/>
                          <a:pt x="87" y="12"/>
                          <a:pt x="87" y="12"/>
                        </a:cubicBezTo>
                        <a:cubicBezTo>
                          <a:pt x="88" y="12"/>
                          <a:pt x="88" y="12"/>
                          <a:pt x="88" y="13"/>
                        </a:cubicBezTo>
                        <a:cubicBezTo>
                          <a:pt x="88" y="13"/>
                          <a:pt x="89" y="13"/>
                          <a:pt x="89" y="14"/>
                        </a:cubicBezTo>
                        <a:lnTo>
                          <a:pt x="89" y="6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3" name="Freeform 525">
                    <a:extLst>
                      <a:ext uri="{FF2B5EF4-FFF2-40B4-BE49-F238E27FC236}">
                        <a16:creationId xmlns:a16="http://schemas.microsoft.com/office/drawing/2014/main" id="{FD213E58-8EC4-42C4-A539-05956AD89E66}"/>
                      </a:ext>
                    </a:extLst>
                  </p:cNvPr>
                  <p:cNvSpPr>
                    <a:spLocks noEditPoints="1"/>
                  </p:cNvSpPr>
                  <p:nvPr/>
                </p:nvSpPr>
                <p:spPr bwMode="auto">
                  <a:xfrm>
                    <a:off x="4555338" y="5945227"/>
                    <a:ext cx="96340" cy="90560"/>
                  </a:xfrm>
                  <a:custGeom>
                    <a:avLst/>
                    <a:gdLst>
                      <a:gd name="T0" fmla="*/ 2147483646 w 101"/>
                      <a:gd name="T1" fmla="*/ 2147483646 h 95"/>
                      <a:gd name="T2" fmla="*/ 2147483646 w 101"/>
                      <a:gd name="T3" fmla="*/ 2147483646 h 95"/>
                      <a:gd name="T4" fmla="*/ 2147483646 w 101"/>
                      <a:gd name="T5" fmla="*/ 0 h 95"/>
                      <a:gd name="T6" fmla="*/ 2147483646 w 101"/>
                      <a:gd name="T7" fmla="*/ 0 h 95"/>
                      <a:gd name="T8" fmla="*/ 0 w 101"/>
                      <a:gd name="T9" fmla="*/ 2147483646 h 95"/>
                      <a:gd name="T10" fmla="*/ 0 w 101"/>
                      <a:gd name="T11" fmla="*/ 2147483646 h 95"/>
                      <a:gd name="T12" fmla="*/ 2147483646 w 101"/>
                      <a:gd name="T13" fmla="*/ 2147483646 h 95"/>
                      <a:gd name="T14" fmla="*/ 2147483646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2147483646 h 95"/>
                      <a:gd name="T24" fmla="*/ 2147483646 w 101"/>
                      <a:gd name="T25" fmla="*/ 2147483646 h 95"/>
                      <a:gd name="T26" fmla="*/ 2147483646 w 101"/>
                      <a:gd name="T27" fmla="*/ 2147483646 h 95"/>
                      <a:gd name="T28" fmla="*/ 2147483646 w 101"/>
                      <a:gd name="T29" fmla="*/ 2147483646 h 95"/>
                      <a:gd name="T30" fmla="*/ 2147483646 w 101"/>
                      <a:gd name="T31" fmla="*/ 2147483646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101" y="64"/>
                        </a:moveTo>
                        <a:cubicBezTo>
                          <a:pt x="101" y="14"/>
                          <a:pt x="101" y="14"/>
                          <a:pt x="101" y="14"/>
                        </a:cubicBezTo>
                        <a:cubicBezTo>
                          <a:pt x="101" y="6"/>
                          <a:pt x="95" y="0"/>
                          <a:pt x="87" y="0"/>
                        </a:cubicBezTo>
                        <a:cubicBezTo>
                          <a:pt x="13" y="0"/>
                          <a:pt x="13" y="0"/>
                          <a:pt x="13" y="0"/>
                        </a:cubicBezTo>
                        <a:cubicBezTo>
                          <a:pt x="6" y="0"/>
                          <a:pt x="0" y="6"/>
                          <a:pt x="0" y="14"/>
                        </a:cubicBezTo>
                        <a:cubicBezTo>
                          <a:pt x="0" y="64"/>
                          <a:pt x="0" y="64"/>
                          <a:pt x="0" y="64"/>
                        </a:cubicBezTo>
                        <a:cubicBezTo>
                          <a:pt x="0" y="71"/>
                          <a:pt x="6" y="77"/>
                          <a:pt x="13" y="77"/>
                        </a:cubicBezTo>
                        <a:cubicBezTo>
                          <a:pt x="13" y="77"/>
                          <a:pt x="13" y="77"/>
                          <a:pt x="13" y="77"/>
                        </a:cubicBezTo>
                        <a:cubicBezTo>
                          <a:pt x="46" y="77"/>
                          <a:pt x="46" y="77"/>
                          <a:pt x="46" y="77"/>
                        </a:cubicBezTo>
                        <a:cubicBezTo>
                          <a:pt x="46" y="89"/>
                          <a:pt x="46" y="89"/>
                          <a:pt x="46" y="89"/>
                        </a:cubicBezTo>
                        <a:cubicBezTo>
                          <a:pt x="46" y="91"/>
                          <a:pt x="47" y="93"/>
                          <a:pt x="49" y="94"/>
                        </a:cubicBezTo>
                        <a:cubicBezTo>
                          <a:pt x="52" y="95"/>
                          <a:pt x="54" y="95"/>
                          <a:pt x="56" y="93"/>
                        </a:cubicBezTo>
                        <a:cubicBezTo>
                          <a:pt x="75" y="77"/>
                          <a:pt x="75" y="77"/>
                          <a:pt x="75" y="77"/>
                        </a:cubicBezTo>
                        <a:cubicBezTo>
                          <a:pt x="87" y="77"/>
                          <a:pt x="87" y="77"/>
                          <a:pt x="87" y="77"/>
                        </a:cubicBezTo>
                        <a:cubicBezTo>
                          <a:pt x="87" y="77"/>
                          <a:pt x="87" y="77"/>
                          <a:pt x="87" y="77"/>
                        </a:cubicBezTo>
                        <a:cubicBezTo>
                          <a:pt x="95" y="77"/>
                          <a:pt x="101" y="71"/>
                          <a:pt x="101" y="64"/>
                        </a:cubicBezTo>
                        <a:close/>
                        <a:moveTo>
                          <a:pt x="89" y="64"/>
                        </a:moveTo>
                        <a:cubicBezTo>
                          <a:pt x="89" y="64"/>
                          <a:pt x="88" y="64"/>
                          <a:pt x="88" y="65"/>
                        </a:cubicBezTo>
                        <a:cubicBezTo>
                          <a:pt x="88" y="65"/>
                          <a:pt x="88" y="65"/>
                          <a:pt x="87" y="65"/>
                        </a:cubicBezTo>
                        <a:cubicBezTo>
                          <a:pt x="87" y="65"/>
                          <a:pt x="87" y="65"/>
                          <a:pt x="87" y="65"/>
                        </a:cubicBezTo>
                        <a:cubicBezTo>
                          <a:pt x="72" y="65"/>
                          <a:pt x="72" y="65"/>
                          <a:pt x="72" y="65"/>
                        </a:cubicBezTo>
                        <a:cubicBezTo>
                          <a:pt x="71" y="65"/>
                          <a:pt x="70" y="66"/>
                          <a:pt x="68" y="66"/>
                        </a:cubicBezTo>
                        <a:cubicBezTo>
                          <a:pt x="58" y="76"/>
                          <a:pt x="58" y="76"/>
                          <a:pt x="58" y="76"/>
                        </a:cubicBezTo>
                        <a:cubicBezTo>
                          <a:pt x="58" y="71"/>
                          <a:pt x="58" y="71"/>
                          <a:pt x="58" y="71"/>
                        </a:cubicBezTo>
                        <a:cubicBezTo>
                          <a:pt x="58" y="68"/>
                          <a:pt x="55" y="65"/>
                          <a:pt x="52" y="65"/>
                        </a:cubicBezTo>
                        <a:cubicBezTo>
                          <a:pt x="13" y="65"/>
                          <a:pt x="13" y="65"/>
                          <a:pt x="13" y="65"/>
                        </a:cubicBezTo>
                        <a:cubicBezTo>
                          <a:pt x="13" y="65"/>
                          <a:pt x="13" y="65"/>
                          <a:pt x="13" y="65"/>
                        </a:cubicBezTo>
                        <a:cubicBezTo>
                          <a:pt x="13" y="65"/>
                          <a:pt x="13" y="65"/>
                          <a:pt x="12" y="65"/>
                        </a:cubicBezTo>
                        <a:cubicBezTo>
                          <a:pt x="12" y="64"/>
                          <a:pt x="12" y="64"/>
                          <a:pt x="12" y="64"/>
                        </a:cubicBezTo>
                        <a:cubicBezTo>
                          <a:pt x="12" y="14"/>
                          <a:pt x="12" y="14"/>
                          <a:pt x="12" y="14"/>
                        </a:cubicBezTo>
                        <a:cubicBezTo>
                          <a:pt x="12" y="13"/>
                          <a:pt x="12" y="13"/>
                          <a:pt x="12" y="13"/>
                        </a:cubicBezTo>
                        <a:cubicBezTo>
                          <a:pt x="13" y="13"/>
                          <a:pt x="13" y="12"/>
                          <a:pt x="13" y="12"/>
                        </a:cubicBezTo>
                        <a:cubicBezTo>
                          <a:pt x="87" y="12"/>
                          <a:pt x="87" y="12"/>
                          <a:pt x="87" y="12"/>
                        </a:cubicBezTo>
                        <a:cubicBezTo>
                          <a:pt x="88" y="12"/>
                          <a:pt x="88" y="13"/>
                          <a:pt x="88" y="13"/>
                        </a:cubicBezTo>
                        <a:cubicBezTo>
                          <a:pt x="88" y="13"/>
                          <a:pt x="89" y="13"/>
                          <a:pt x="89" y="14"/>
                        </a:cubicBezTo>
                        <a:lnTo>
                          <a:pt x="89" y="64"/>
                        </a:lnTo>
                        <a:close/>
                      </a:path>
                    </a:pathLst>
                  </a:custGeom>
                  <a:solidFill>
                    <a:srgbClr val="9D9F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4" name="Freeform 526">
                    <a:extLst>
                      <a:ext uri="{FF2B5EF4-FFF2-40B4-BE49-F238E27FC236}">
                        <a16:creationId xmlns:a16="http://schemas.microsoft.com/office/drawing/2014/main" id="{B9C36194-7C3C-45A1-993A-4CE8F5DF6991}"/>
                      </a:ext>
                    </a:extLst>
                  </p:cNvPr>
                  <p:cNvSpPr>
                    <a:spLocks noEditPoints="1"/>
                  </p:cNvSpPr>
                  <p:nvPr/>
                </p:nvSpPr>
                <p:spPr bwMode="auto">
                  <a:xfrm>
                    <a:off x="4462850" y="3802620"/>
                    <a:ext cx="97305" cy="91524"/>
                  </a:xfrm>
                  <a:custGeom>
                    <a:avLst/>
                    <a:gdLst>
                      <a:gd name="T0" fmla="*/ 2147483646 w 101"/>
                      <a:gd name="T1" fmla="*/ 2147483646 h 95"/>
                      <a:gd name="T2" fmla="*/ 2147483646 w 101"/>
                      <a:gd name="T3" fmla="*/ 2147483646 h 95"/>
                      <a:gd name="T4" fmla="*/ 2147483646 w 101"/>
                      <a:gd name="T5" fmla="*/ 2147483646 h 95"/>
                      <a:gd name="T6" fmla="*/ 2147483646 w 101"/>
                      <a:gd name="T7" fmla="*/ 2147483646 h 95"/>
                      <a:gd name="T8" fmla="*/ 2147483646 w 101"/>
                      <a:gd name="T9" fmla="*/ 2147483646 h 95"/>
                      <a:gd name="T10" fmla="*/ 2147483646 w 101"/>
                      <a:gd name="T11" fmla="*/ 2147483646 h 95"/>
                      <a:gd name="T12" fmla="*/ 2147483646 w 101"/>
                      <a:gd name="T13" fmla="*/ 2147483646 h 95"/>
                      <a:gd name="T14" fmla="*/ 2147483646 w 101"/>
                      <a:gd name="T15" fmla="*/ 2147483646 h 95"/>
                      <a:gd name="T16" fmla="*/ 2147483646 w 101"/>
                      <a:gd name="T17" fmla="*/ 2147483646 h 95"/>
                      <a:gd name="T18" fmla="*/ 2147483646 w 101"/>
                      <a:gd name="T19" fmla="*/ 2147483646 h 95"/>
                      <a:gd name="T20" fmla="*/ 2147483646 w 101"/>
                      <a:gd name="T21" fmla="*/ 2147483646 h 95"/>
                      <a:gd name="T22" fmla="*/ 2147483646 w 101"/>
                      <a:gd name="T23" fmla="*/ 0 h 95"/>
                      <a:gd name="T24" fmla="*/ 2147483646 w 101"/>
                      <a:gd name="T25" fmla="*/ 0 h 95"/>
                      <a:gd name="T26" fmla="*/ 0 w 101"/>
                      <a:gd name="T27" fmla="*/ 2147483646 h 95"/>
                      <a:gd name="T28" fmla="*/ 0 w 101"/>
                      <a:gd name="T29" fmla="*/ 2147483646 h 95"/>
                      <a:gd name="T30" fmla="*/ 2147483646 w 101"/>
                      <a:gd name="T31" fmla="*/ 2147483646 h 95"/>
                      <a:gd name="T32" fmla="*/ 2147483646 w 101"/>
                      <a:gd name="T33" fmla="*/ 2147483646 h 95"/>
                      <a:gd name="T34" fmla="*/ 2147483646 w 101"/>
                      <a:gd name="T35" fmla="*/ 2147483646 h 95"/>
                      <a:gd name="T36" fmla="*/ 2147483646 w 101"/>
                      <a:gd name="T37" fmla="*/ 2147483646 h 95"/>
                      <a:gd name="T38" fmla="*/ 2147483646 w 101"/>
                      <a:gd name="T39" fmla="*/ 2147483646 h 95"/>
                      <a:gd name="T40" fmla="*/ 2147483646 w 101"/>
                      <a:gd name="T41" fmla="*/ 2147483646 h 95"/>
                      <a:gd name="T42" fmla="*/ 2147483646 w 101"/>
                      <a:gd name="T43" fmla="*/ 2147483646 h 95"/>
                      <a:gd name="T44" fmla="*/ 2147483646 w 101"/>
                      <a:gd name="T45" fmla="*/ 2147483646 h 95"/>
                      <a:gd name="T46" fmla="*/ 2147483646 w 101"/>
                      <a:gd name="T47" fmla="*/ 2147483646 h 95"/>
                      <a:gd name="T48" fmla="*/ 2147483646 w 101"/>
                      <a:gd name="T49" fmla="*/ 2147483646 h 95"/>
                      <a:gd name="T50" fmla="*/ 2147483646 w 101"/>
                      <a:gd name="T51" fmla="*/ 2147483646 h 95"/>
                      <a:gd name="T52" fmla="*/ 2147483646 w 101"/>
                      <a:gd name="T53" fmla="*/ 2147483646 h 95"/>
                      <a:gd name="T54" fmla="*/ 2147483646 w 101"/>
                      <a:gd name="T55" fmla="*/ 2147483646 h 95"/>
                      <a:gd name="T56" fmla="*/ 2147483646 w 101"/>
                      <a:gd name="T57" fmla="*/ 2147483646 h 95"/>
                      <a:gd name="T58" fmla="*/ 2147483646 w 101"/>
                      <a:gd name="T59" fmla="*/ 2147483646 h 95"/>
                      <a:gd name="T60" fmla="*/ 2147483646 w 101"/>
                      <a:gd name="T61" fmla="*/ 2147483646 h 95"/>
                      <a:gd name="T62" fmla="*/ 2147483646 w 101"/>
                      <a:gd name="T63" fmla="*/ 2147483646 h 95"/>
                      <a:gd name="T64" fmla="*/ 2147483646 w 101"/>
                      <a:gd name="T65" fmla="*/ 2147483646 h 95"/>
                      <a:gd name="T66" fmla="*/ 2147483646 w 101"/>
                      <a:gd name="T67" fmla="*/ 2147483646 h 95"/>
                      <a:gd name="T68" fmla="*/ 2147483646 w 101"/>
                      <a:gd name="T69" fmla="*/ 2147483646 h 95"/>
                      <a:gd name="T70" fmla="*/ 2147483646 w 101"/>
                      <a:gd name="T71" fmla="*/ 2147483646 h 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1" h="95">
                        <a:moveTo>
                          <a:pt x="13" y="77"/>
                        </a:moveTo>
                        <a:cubicBezTo>
                          <a:pt x="13" y="77"/>
                          <a:pt x="13" y="77"/>
                          <a:pt x="13" y="77"/>
                        </a:cubicBezTo>
                        <a:cubicBezTo>
                          <a:pt x="46" y="77"/>
                          <a:pt x="46" y="77"/>
                          <a:pt x="46" y="77"/>
                        </a:cubicBezTo>
                        <a:cubicBezTo>
                          <a:pt x="46" y="89"/>
                          <a:pt x="46" y="89"/>
                          <a:pt x="46" y="89"/>
                        </a:cubicBezTo>
                        <a:cubicBezTo>
                          <a:pt x="46" y="91"/>
                          <a:pt x="47" y="93"/>
                          <a:pt x="49" y="94"/>
                        </a:cubicBezTo>
                        <a:cubicBezTo>
                          <a:pt x="51" y="95"/>
                          <a:pt x="54" y="95"/>
                          <a:pt x="56" y="93"/>
                        </a:cubicBezTo>
                        <a:cubicBezTo>
                          <a:pt x="75" y="77"/>
                          <a:pt x="75" y="77"/>
                          <a:pt x="75" y="77"/>
                        </a:cubicBezTo>
                        <a:cubicBezTo>
                          <a:pt x="87" y="77"/>
                          <a:pt x="87" y="77"/>
                          <a:pt x="87" y="77"/>
                        </a:cubicBezTo>
                        <a:cubicBezTo>
                          <a:pt x="87" y="77"/>
                          <a:pt x="87" y="77"/>
                          <a:pt x="87" y="77"/>
                        </a:cubicBezTo>
                        <a:cubicBezTo>
                          <a:pt x="95" y="77"/>
                          <a:pt x="101" y="71"/>
                          <a:pt x="101" y="63"/>
                        </a:cubicBezTo>
                        <a:cubicBezTo>
                          <a:pt x="101" y="14"/>
                          <a:pt x="101" y="14"/>
                          <a:pt x="101" y="14"/>
                        </a:cubicBezTo>
                        <a:cubicBezTo>
                          <a:pt x="101" y="6"/>
                          <a:pt x="95" y="0"/>
                          <a:pt x="87" y="0"/>
                        </a:cubicBezTo>
                        <a:cubicBezTo>
                          <a:pt x="13" y="0"/>
                          <a:pt x="13" y="0"/>
                          <a:pt x="13" y="0"/>
                        </a:cubicBezTo>
                        <a:cubicBezTo>
                          <a:pt x="6" y="0"/>
                          <a:pt x="0" y="6"/>
                          <a:pt x="0" y="14"/>
                        </a:cubicBezTo>
                        <a:cubicBezTo>
                          <a:pt x="0" y="63"/>
                          <a:pt x="0" y="63"/>
                          <a:pt x="0" y="63"/>
                        </a:cubicBezTo>
                        <a:cubicBezTo>
                          <a:pt x="0" y="71"/>
                          <a:pt x="6" y="77"/>
                          <a:pt x="13" y="77"/>
                        </a:cubicBezTo>
                        <a:close/>
                        <a:moveTo>
                          <a:pt x="12" y="14"/>
                        </a:moveTo>
                        <a:cubicBezTo>
                          <a:pt x="12" y="13"/>
                          <a:pt x="12" y="13"/>
                          <a:pt x="12" y="13"/>
                        </a:cubicBezTo>
                        <a:cubicBezTo>
                          <a:pt x="13" y="12"/>
                          <a:pt x="13" y="12"/>
                          <a:pt x="13" y="12"/>
                        </a:cubicBezTo>
                        <a:cubicBezTo>
                          <a:pt x="87" y="12"/>
                          <a:pt x="87" y="12"/>
                          <a:pt x="87" y="12"/>
                        </a:cubicBezTo>
                        <a:cubicBezTo>
                          <a:pt x="88" y="12"/>
                          <a:pt x="88" y="12"/>
                          <a:pt x="88" y="13"/>
                        </a:cubicBezTo>
                        <a:cubicBezTo>
                          <a:pt x="88" y="13"/>
                          <a:pt x="89" y="13"/>
                          <a:pt x="89" y="14"/>
                        </a:cubicBezTo>
                        <a:cubicBezTo>
                          <a:pt x="89" y="63"/>
                          <a:pt x="89" y="63"/>
                          <a:pt x="89" y="63"/>
                        </a:cubicBezTo>
                        <a:cubicBezTo>
                          <a:pt x="89" y="64"/>
                          <a:pt x="88" y="64"/>
                          <a:pt x="88" y="64"/>
                        </a:cubicBezTo>
                        <a:cubicBezTo>
                          <a:pt x="88" y="65"/>
                          <a:pt x="88" y="65"/>
                          <a:pt x="87" y="65"/>
                        </a:cubicBezTo>
                        <a:cubicBezTo>
                          <a:pt x="87" y="65"/>
                          <a:pt x="87" y="65"/>
                          <a:pt x="87" y="65"/>
                        </a:cubicBezTo>
                        <a:cubicBezTo>
                          <a:pt x="72" y="65"/>
                          <a:pt x="72" y="65"/>
                          <a:pt x="72" y="65"/>
                        </a:cubicBezTo>
                        <a:cubicBezTo>
                          <a:pt x="71" y="65"/>
                          <a:pt x="70" y="65"/>
                          <a:pt x="68" y="66"/>
                        </a:cubicBezTo>
                        <a:cubicBezTo>
                          <a:pt x="58" y="76"/>
                          <a:pt x="58" y="76"/>
                          <a:pt x="58" y="76"/>
                        </a:cubicBezTo>
                        <a:cubicBezTo>
                          <a:pt x="58" y="71"/>
                          <a:pt x="58" y="71"/>
                          <a:pt x="58" y="71"/>
                        </a:cubicBezTo>
                        <a:cubicBezTo>
                          <a:pt x="58" y="67"/>
                          <a:pt x="55" y="65"/>
                          <a:pt x="52" y="65"/>
                        </a:cubicBezTo>
                        <a:cubicBezTo>
                          <a:pt x="13" y="65"/>
                          <a:pt x="13" y="65"/>
                          <a:pt x="13" y="65"/>
                        </a:cubicBezTo>
                        <a:cubicBezTo>
                          <a:pt x="13" y="65"/>
                          <a:pt x="13" y="65"/>
                          <a:pt x="13" y="65"/>
                        </a:cubicBezTo>
                        <a:cubicBezTo>
                          <a:pt x="13" y="65"/>
                          <a:pt x="13" y="65"/>
                          <a:pt x="12" y="64"/>
                        </a:cubicBezTo>
                        <a:cubicBezTo>
                          <a:pt x="12" y="64"/>
                          <a:pt x="12" y="64"/>
                          <a:pt x="12" y="63"/>
                        </a:cubicBezTo>
                        <a:lnTo>
                          <a:pt x="12" y="1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5" name="Freeform 527">
                    <a:extLst>
                      <a:ext uri="{FF2B5EF4-FFF2-40B4-BE49-F238E27FC236}">
                        <a16:creationId xmlns:a16="http://schemas.microsoft.com/office/drawing/2014/main" id="{F007494F-72B7-4CE9-BB67-8BDC568CBBB2}"/>
                      </a:ext>
                    </a:extLst>
                  </p:cNvPr>
                  <p:cNvSpPr>
                    <a:spLocks noEditPoints="1"/>
                  </p:cNvSpPr>
                  <p:nvPr/>
                </p:nvSpPr>
                <p:spPr bwMode="auto">
                  <a:xfrm>
                    <a:off x="5213340" y="4720743"/>
                    <a:ext cx="126206" cy="113681"/>
                  </a:xfrm>
                  <a:custGeom>
                    <a:avLst/>
                    <a:gdLst>
                      <a:gd name="T0" fmla="*/ 2147483646 w 132"/>
                      <a:gd name="T1" fmla="*/ 2147483646 h 119"/>
                      <a:gd name="T2" fmla="*/ 2147483646 w 132"/>
                      <a:gd name="T3" fmla="*/ 2147483646 h 119"/>
                      <a:gd name="T4" fmla="*/ 2147483646 w 132"/>
                      <a:gd name="T5" fmla="*/ 2147483646 h 119"/>
                      <a:gd name="T6" fmla="*/ 2147483646 w 132"/>
                      <a:gd name="T7" fmla="*/ 0 h 119"/>
                      <a:gd name="T8" fmla="*/ 2147483646 w 132"/>
                      <a:gd name="T9" fmla="*/ 0 h 119"/>
                      <a:gd name="T10" fmla="*/ 0 w 132"/>
                      <a:gd name="T11" fmla="*/ 2147483646 h 119"/>
                      <a:gd name="T12" fmla="*/ 0 w 132"/>
                      <a:gd name="T13" fmla="*/ 2147483646 h 119"/>
                      <a:gd name="T14" fmla="*/ 2147483646 w 132"/>
                      <a:gd name="T15" fmla="*/ 2147483646 h 119"/>
                      <a:gd name="T16" fmla="*/ 2147483646 w 132"/>
                      <a:gd name="T17" fmla="*/ 2147483646 h 119"/>
                      <a:gd name="T18" fmla="*/ 2147483646 w 132"/>
                      <a:gd name="T19" fmla="*/ 2147483646 h 119"/>
                      <a:gd name="T20" fmla="*/ 2147483646 w 132"/>
                      <a:gd name="T21" fmla="*/ 2147483646 h 119"/>
                      <a:gd name="T22" fmla="*/ 2147483646 w 132"/>
                      <a:gd name="T23" fmla="*/ 2147483646 h 119"/>
                      <a:gd name="T24" fmla="*/ 2147483646 w 132"/>
                      <a:gd name="T25" fmla="*/ 2147483646 h 119"/>
                      <a:gd name="T26" fmla="*/ 2147483646 w 132"/>
                      <a:gd name="T27" fmla="*/ 2147483646 h 119"/>
                      <a:gd name="T28" fmla="*/ 2147483646 w 132"/>
                      <a:gd name="T29" fmla="*/ 2147483646 h 119"/>
                      <a:gd name="T30" fmla="*/ 2147483646 w 132"/>
                      <a:gd name="T31" fmla="*/ 2147483646 h 119"/>
                      <a:gd name="T32" fmla="*/ 2147483646 w 132"/>
                      <a:gd name="T33" fmla="*/ 2147483646 h 119"/>
                      <a:gd name="T34" fmla="*/ 2147483646 w 132"/>
                      <a:gd name="T35" fmla="*/ 2147483646 h 119"/>
                      <a:gd name="T36" fmla="*/ 2147483646 w 132"/>
                      <a:gd name="T37" fmla="*/ 2147483646 h 119"/>
                      <a:gd name="T38" fmla="*/ 2147483646 w 132"/>
                      <a:gd name="T39" fmla="*/ 2147483646 h 119"/>
                      <a:gd name="T40" fmla="*/ 2147483646 w 132"/>
                      <a:gd name="T41" fmla="*/ 2147483646 h 119"/>
                      <a:gd name="T42" fmla="*/ 2147483646 w 132"/>
                      <a:gd name="T43" fmla="*/ 2147483646 h 119"/>
                      <a:gd name="T44" fmla="*/ 2147483646 w 132"/>
                      <a:gd name="T45" fmla="*/ 2147483646 h 119"/>
                      <a:gd name="T46" fmla="*/ 2147483646 w 132"/>
                      <a:gd name="T47" fmla="*/ 2147483646 h 119"/>
                      <a:gd name="T48" fmla="*/ 2147483646 w 132"/>
                      <a:gd name="T49" fmla="*/ 2147483646 h 119"/>
                      <a:gd name="T50" fmla="*/ 2147483646 w 132"/>
                      <a:gd name="T51" fmla="*/ 2147483646 h 119"/>
                      <a:gd name="T52" fmla="*/ 2147483646 w 132"/>
                      <a:gd name="T53" fmla="*/ 2147483646 h 119"/>
                      <a:gd name="T54" fmla="*/ 2147483646 w 132"/>
                      <a:gd name="T55" fmla="*/ 2147483646 h 119"/>
                      <a:gd name="T56" fmla="*/ 2147483646 w 132"/>
                      <a:gd name="T57" fmla="*/ 2147483646 h 119"/>
                      <a:gd name="T58" fmla="*/ 2147483646 w 132"/>
                      <a:gd name="T59" fmla="*/ 2147483646 h 119"/>
                      <a:gd name="T60" fmla="*/ 2147483646 w 132"/>
                      <a:gd name="T61" fmla="*/ 2147483646 h 119"/>
                      <a:gd name="T62" fmla="*/ 2147483646 w 132"/>
                      <a:gd name="T63" fmla="*/ 2147483646 h 119"/>
                      <a:gd name="T64" fmla="*/ 2147483646 w 132"/>
                      <a:gd name="T65" fmla="*/ 2147483646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2" h="119">
                        <a:moveTo>
                          <a:pt x="116" y="96"/>
                        </a:moveTo>
                        <a:cubicBezTo>
                          <a:pt x="125" y="96"/>
                          <a:pt x="132" y="89"/>
                          <a:pt x="132" y="80"/>
                        </a:cubicBezTo>
                        <a:cubicBezTo>
                          <a:pt x="132" y="16"/>
                          <a:pt x="132" y="16"/>
                          <a:pt x="132" y="16"/>
                        </a:cubicBezTo>
                        <a:cubicBezTo>
                          <a:pt x="132" y="8"/>
                          <a:pt x="125" y="0"/>
                          <a:pt x="116" y="0"/>
                        </a:cubicBezTo>
                        <a:cubicBezTo>
                          <a:pt x="16" y="0"/>
                          <a:pt x="16" y="0"/>
                          <a:pt x="16" y="0"/>
                        </a:cubicBezTo>
                        <a:cubicBezTo>
                          <a:pt x="7" y="0"/>
                          <a:pt x="0" y="8"/>
                          <a:pt x="0" y="16"/>
                        </a:cubicBezTo>
                        <a:cubicBezTo>
                          <a:pt x="0" y="80"/>
                          <a:pt x="0" y="80"/>
                          <a:pt x="0" y="80"/>
                        </a:cubicBezTo>
                        <a:cubicBezTo>
                          <a:pt x="0" y="89"/>
                          <a:pt x="7" y="96"/>
                          <a:pt x="16" y="96"/>
                        </a:cubicBezTo>
                        <a:cubicBezTo>
                          <a:pt x="61" y="96"/>
                          <a:pt x="61" y="96"/>
                          <a:pt x="61" y="96"/>
                        </a:cubicBezTo>
                        <a:cubicBezTo>
                          <a:pt x="61" y="107"/>
                          <a:pt x="61" y="107"/>
                          <a:pt x="61" y="107"/>
                        </a:cubicBezTo>
                        <a:cubicBezTo>
                          <a:pt x="39" y="107"/>
                          <a:pt x="39" y="107"/>
                          <a:pt x="39" y="107"/>
                        </a:cubicBezTo>
                        <a:cubicBezTo>
                          <a:pt x="36" y="107"/>
                          <a:pt x="33" y="110"/>
                          <a:pt x="33" y="113"/>
                        </a:cubicBezTo>
                        <a:cubicBezTo>
                          <a:pt x="33" y="116"/>
                          <a:pt x="36" y="119"/>
                          <a:pt x="39" y="119"/>
                        </a:cubicBezTo>
                        <a:cubicBezTo>
                          <a:pt x="94" y="119"/>
                          <a:pt x="94" y="119"/>
                          <a:pt x="94" y="119"/>
                        </a:cubicBezTo>
                        <a:cubicBezTo>
                          <a:pt x="98" y="119"/>
                          <a:pt x="100" y="116"/>
                          <a:pt x="100" y="113"/>
                        </a:cubicBezTo>
                        <a:cubicBezTo>
                          <a:pt x="100" y="110"/>
                          <a:pt x="98" y="107"/>
                          <a:pt x="94" y="107"/>
                        </a:cubicBezTo>
                        <a:cubicBezTo>
                          <a:pt x="73" y="107"/>
                          <a:pt x="73" y="107"/>
                          <a:pt x="73" y="107"/>
                        </a:cubicBezTo>
                        <a:cubicBezTo>
                          <a:pt x="73" y="96"/>
                          <a:pt x="73" y="96"/>
                          <a:pt x="73" y="96"/>
                        </a:cubicBezTo>
                        <a:lnTo>
                          <a:pt x="116" y="96"/>
                        </a:lnTo>
                        <a:close/>
                        <a:moveTo>
                          <a:pt x="16" y="12"/>
                        </a:moveTo>
                        <a:cubicBezTo>
                          <a:pt x="116" y="12"/>
                          <a:pt x="116" y="12"/>
                          <a:pt x="116" y="12"/>
                        </a:cubicBezTo>
                        <a:cubicBezTo>
                          <a:pt x="118" y="12"/>
                          <a:pt x="120" y="14"/>
                          <a:pt x="120" y="16"/>
                        </a:cubicBezTo>
                        <a:cubicBezTo>
                          <a:pt x="120" y="62"/>
                          <a:pt x="120" y="62"/>
                          <a:pt x="120" y="62"/>
                        </a:cubicBezTo>
                        <a:cubicBezTo>
                          <a:pt x="12" y="62"/>
                          <a:pt x="12" y="62"/>
                          <a:pt x="12" y="62"/>
                        </a:cubicBezTo>
                        <a:cubicBezTo>
                          <a:pt x="12" y="16"/>
                          <a:pt x="12" y="16"/>
                          <a:pt x="12" y="16"/>
                        </a:cubicBezTo>
                        <a:cubicBezTo>
                          <a:pt x="12" y="14"/>
                          <a:pt x="14" y="12"/>
                          <a:pt x="16" y="12"/>
                        </a:cubicBezTo>
                        <a:close/>
                        <a:moveTo>
                          <a:pt x="12" y="80"/>
                        </a:moveTo>
                        <a:cubicBezTo>
                          <a:pt x="12" y="74"/>
                          <a:pt x="12" y="74"/>
                          <a:pt x="12" y="74"/>
                        </a:cubicBezTo>
                        <a:cubicBezTo>
                          <a:pt x="120" y="74"/>
                          <a:pt x="120" y="74"/>
                          <a:pt x="120" y="74"/>
                        </a:cubicBezTo>
                        <a:cubicBezTo>
                          <a:pt x="120" y="80"/>
                          <a:pt x="120" y="80"/>
                          <a:pt x="120" y="80"/>
                        </a:cubicBezTo>
                        <a:cubicBezTo>
                          <a:pt x="120" y="82"/>
                          <a:pt x="118" y="84"/>
                          <a:pt x="116" y="84"/>
                        </a:cubicBezTo>
                        <a:cubicBezTo>
                          <a:pt x="16" y="84"/>
                          <a:pt x="16" y="84"/>
                          <a:pt x="16" y="84"/>
                        </a:cubicBezTo>
                        <a:cubicBezTo>
                          <a:pt x="14" y="84"/>
                          <a:pt x="12" y="82"/>
                          <a:pt x="12" y="8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6" name="Freeform 528">
                    <a:extLst>
                      <a:ext uri="{FF2B5EF4-FFF2-40B4-BE49-F238E27FC236}">
                        <a16:creationId xmlns:a16="http://schemas.microsoft.com/office/drawing/2014/main" id="{D711B2BB-EA33-4D08-B449-B2319CFCC7A7}"/>
                      </a:ext>
                    </a:extLst>
                  </p:cNvPr>
                  <p:cNvSpPr>
                    <a:spLocks noEditPoints="1"/>
                  </p:cNvSpPr>
                  <p:nvPr/>
                </p:nvSpPr>
                <p:spPr bwMode="auto">
                  <a:xfrm>
                    <a:off x="4983087" y="4019387"/>
                    <a:ext cx="127170" cy="113681"/>
                  </a:xfrm>
                  <a:custGeom>
                    <a:avLst/>
                    <a:gdLst>
                      <a:gd name="T0" fmla="*/ 0 w 132"/>
                      <a:gd name="T1" fmla="*/ 2147483646 h 119"/>
                      <a:gd name="T2" fmla="*/ 0 w 132"/>
                      <a:gd name="T3" fmla="*/ 2147483646 h 119"/>
                      <a:gd name="T4" fmla="*/ 2147483646 w 132"/>
                      <a:gd name="T5" fmla="*/ 2147483646 h 119"/>
                      <a:gd name="T6" fmla="*/ 2147483646 w 132"/>
                      <a:gd name="T7" fmla="*/ 2147483646 h 119"/>
                      <a:gd name="T8" fmla="*/ 2147483646 w 132"/>
                      <a:gd name="T9" fmla="*/ 2147483646 h 119"/>
                      <a:gd name="T10" fmla="*/ 2147483646 w 132"/>
                      <a:gd name="T11" fmla="*/ 2147483646 h 119"/>
                      <a:gd name="T12" fmla="*/ 2147483646 w 132"/>
                      <a:gd name="T13" fmla="*/ 2147483646 h 119"/>
                      <a:gd name="T14" fmla="*/ 2147483646 w 132"/>
                      <a:gd name="T15" fmla="*/ 2147483646 h 119"/>
                      <a:gd name="T16" fmla="*/ 2147483646 w 132"/>
                      <a:gd name="T17" fmla="*/ 2147483646 h 119"/>
                      <a:gd name="T18" fmla="*/ 2147483646 w 132"/>
                      <a:gd name="T19" fmla="*/ 2147483646 h 119"/>
                      <a:gd name="T20" fmla="*/ 2147483646 w 132"/>
                      <a:gd name="T21" fmla="*/ 2147483646 h 119"/>
                      <a:gd name="T22" fmla="*/ 2147483646 w 132"/>
                      <a:gd name="T23" fmla="*/ 2147483646 h 119"/>
                      <a:gd name="T24" fmla="*/ 2147483646 w 132"/>
                      <a:gd name="T25" fmla="*/ 2147483646 h 119"/>
                      <a:gd name="T26" fmla="*/ 2147483646 w 132"/>
                      <a:gd name="T27" fmla="*/ 2147483646 h 119"/>
                      <a:gd name="T28" fmla="*/ 2147483646 w 132"/>
                      <a:gd name="T29" fmla="*/ 2147483646 h 119"/>
                      <a:gd name="T30" fmla="*/ 2147483646 w 132"/>
                      <a:gd name="T31" fmla="*/ 2147483646 h 119"/>
                      <a:gd name="T32" fmla="*/ 2147483646 w 132"/>
                      <a:gd name="T33" fmla="*/ 0 h 119"/>
                      <a:gd name="T34" fmla="*/ 2147483646 w 132"/>
                      <a:gd name="T35" fmla="*/ 0 h 119"/>
                      <a:gd name="T36" fmla="*/ 0 w 132"/>
                      <a:gd name="T37" fmla="*/ 2147483646 h 119"/>
                      <a:gd name="T38" fmla="*/ 2147483646 w 132"/>
                      <a:gd name="T39" fmla="*/ 2147483646 h 119"/>
                      <a:gd name="T40" fmla="*/ 2147483646 w 132"/>
                      <a:gd name="T41" fmla="*/ 2147483646 h 119"/>
                      <a:gd name="T42" fmla="*/ 2147483646 w 132"/>
                      <a:gd name="T43" fmla="*/ 2147483646 h 119"/>
                      <a:gd name="T44" fmla="*/ 2147483646 w 132"/>
                      <a:gd name="T45" fmla="*/ 2147483646 h 119"/>
                      <a:gd name="T46" fmla="*/ 2147483646 w 132"/>
                      <a:gd name="T47" fmla="*/ 2147483646 h 119"/>
                      <a:gd name="T48" fmla="*/ 2147483646 w 132"/>
                      <a:gd name="T49" fmla="*/ 2147483646 h 119"/>
                      <a:gd name="T50" fmla="*/ 2147483646 w 132"/>
                      <a:gd name="T51" fmla="*/ 2147483646 h 119"/>
                      <a:gd name="T52" fmla="*/ 2147483646 w 132"/>
                      <a:gd name="T53" fmla="*/ 2147483646 h 119"/>
                      <a:gd name="T54" fmla="*/ 2147483646 w 132"/>
                      <a:gd name="T55" fmla="*/ 2147483646 h 119"/>
                      <a:gd name="T56" fmla="*/ 2147483646 w 132"/>
                      <a:gd name="T57" fmla="*/ 2147483646 h 119"/>
                      <a:gd name="T58" fmla="*/ 2147483646 w 132"/>
                      <a:gd name="T59" fmla="*/ 2147483646 h 119"/>
                      <a:gd name="T60" fmla="*/ 2147483646 w 132"/>
                      <a:gd name="T61" fmla="*/ 2147483646 h 119"/>
                      <a:gd name="T62" fmla="*/ 2147483646 w 132"/>
                      <a:gd name="T63" fmla="*/ 2147483646 h 119"/>
                      <a:gd name="T64" fmla="*/ 2147483646 w 132"/>
                      <a:gd name="T65" fmla="*/ 2147483646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2" h="119">
                        <a:moveTo>
                          <a:pt x="0" y="16"/>
                        </a:moveTo>
                        <a:cubicBezTo>
                          <a:pt x="0" y="80"/>
                          <a:pt x="0" y="80"/>
                          <a:pt x="0" y="80"/>
                        </a:cubicBezTo>
                        <a:cubicBezTo>
                          <a:pt x="0" y="89"/>
                          <a:pt x="7" y="96"/>
                          <a:pt x="16" y="96"/>
                        </a:cubicBezTo>
                        <a:cubicBezTo>
                          <a:pt x="61" y="96"/>
                          <a:pt x="61" y="96"/>
                          <a:pt x="61" y="96"/>
                        </a:cubicBezTo>
                        <a:cubicBezTo>
                          <a:pt x="61" y="107"/>
                          <a:pt x="61" y="107"/>
                          <a:pt x="61" y="107"/>
                        </a:cubicBezTo>
                        <a:cubicBezTo>
                          <a:pt x="39" y="107"/>
                          <a:pt x="39" y="107"/>
                          <a:pt x="39" y="107"/>
                        </a:cubicBezTo>
                        <a:cubicBezTo>
                          <a:pt x="36" y="107"/>
                          <a:pt x="33" y="110"/>
                          <a:pt x="33" y="113"/>
                        </a:cubicBezTo>
                        <a:cubicBezTo>
                          <a:pt x="33" y="116"/>
                          <a:pt x="36" y="119"/>
                          <a:pt x="39" y="119"/>
                        </a:cubicBezTo>
                        <a:cubicBezTo>
                          <a:pt x="94" y="119"/>
                          <a:pt x="94" y="119"/>
                          <a:pt x="94" y="119"/>
                        </a:cubicBezTo>
                        <a:cubicBezTo>
                          <a:pt x="98" y="119"/>
                          <a:pt x="100" y="116"/>
                          <a:pt x="100" y="113"/>
                        </a:cubicBezTo>
                        <a:cubicBezTo>
                          <a:pt x="100" y="110"/>
                          <a:pt x="98" y="107"/>
                          <a:pt x="94" y="107"/>
                        </a:cubicBezTo>
                        <a:cubicBezTo>
                          <a:pt x="73" y="107"/>
                          <a:pt x="73" y="107"/>
                          <a:pt x="73" y="107"/>
                        </a:cubicBezTo>
                        <a:cubicBezTo>
                          <a:pt x="73" y="96"/>
                          <a:pt x="73" y="96"/>
                          <a:pt x="73" y="96"/>
                        </a:cubicBezTo>
                        <a:cubicBezTo>
                          <a:pt x="116" y="96"/>
                          <a:pt x="116" y="96"/>
                          <a:pt x="116" y="96"/>
                        </a:cubicBezTo>
                        <a:cubicBezTo>
                          <a:pt x="125" y="96"/>
                          <a:pt x="132" y="89"/>
                          <a:pt x="132" y="80"/>
                        </a:cubicBezTo>
                        <a:cubicBezTo>
                          <a:pt x="132" y="16"/>
                          <a:pt x="132" y="16"/>
                          <a:pt x="132" y="16"/>
                        </a:cubicBezTo>
                        <a:cubicBezTo>
                          <a:pt x="132" y="8"/>
                          <a:pt x="125" y="0"/>
                          <a:pt x="116" y="0"/>
                        </a:cubicBezTo>
                        <a:cubicBezTo>
                          <a:pt x="16" y="0"/>
                          <a:pt x="16" y="0"/>
                          <a:pt x="16" y="0"/>
                        </a:cubicBezTo>
                        <a:cubicBezTo>
                          <a:pt x="7" y="0"/>
                          <a:pt x="0" y="8"/>
                          <a:pt x="0" y="16"/>
                        </a:cubicBezTo>
                        <a:close/>
                        <a:moveTo>
                          <a:pt x="116" y="84"/>
                        </a:moveTo>
                        <a:cubicBezTo>
                          <a:pt x="16" y="84"/>
                          <a:pt x="16" y="84"/>
                          <a:pt x="16" y="84"/>
                        </a:cubicBezTo>
                        <a:cubicBezTo>
                          <a:pt x="14" y="84"/>
                          <a:pt x="12" y="82"/>
                          <a:pt x="12" y="80"/>
                        </a:cubicBezTo>
                        <a:cubicBezTo>
                          <a:pt x="12" y="74"/>
                          <a:pt x="12" y="74"/>
                          <a:pt x="12" y="74"/>
                        </a:cubicBezTo>
                        <a:cubicBezTo>
                          <a:pt x="120" y="74"/>
                          <a:pt x="120" y="74"/>
                          <a:pt x="120" y="74"/>
                        </a:cubicBezTo>
                        <a:cubicBezTo>
                          <a:pt x="120" y="80"/>
                          <a:pt x="120" y="80"/>
                          <a:pt x="120" y="80"/>
                        </a:cubicBezTo>
                        <a:cubicBezTo>
                          <a:pt x="120" y="82"/>
                          <a:pt x="118" y="84"/>
                          <a:pt x="116" y="84"/>
                        </a:cubicBezTo>
                        <a:close/>
                        <a:moveTo>
                          <a:pt x="120" y="16"/>
                        </a:moveTo>
                        <a:cubicBezTo>
                          <a:pt x="120" y="62"/>
                          <a:pt x="120" y="62"/>
                          <a:pt x="120" y="62"/>
                        </a:cubicBezTo>
                        <a:cubicBezTo>
                          <a:pt x="12" y="62"/>
                          <a:pt x="12" y="62"/>
                          <a:pt x="12" y="62"/>
                        </a:cubicBezTo>
                        <a:cubicBezTo>
                          <a:pt x="12" y="16"/>
                          <a:pt x="12" y="16"/>
                          <a:pt x="12" y="16"/>
                        </a:cubicBezTo>
                        <a:cubicBezTo>
                          <a:pt x="12" y="14"/>
                          <a:pt x="14" y="12"/>
                          <a:pt x="16" y="12"/>
                        </a:cubicBezTo>
                        <a:cubicBezTo>
                          <a:pt x="116" y="12"/>
                          <a:pt x="116" y="12"/>
                          <a:pt x="116" y="12"/>
                        </a:cubicBezTo>
                        <a:cubicBezTo>
                          <a:pt x="118" y="12"/>
                          <a:pt x="120" y="14"/>
                          <a:pt x="120" y="1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7" name="Freeform 530">
                    <a:extLst>
                      <a:ext uri="{FF2B5EF4-FFF2-40B4-BE49-F238E27FC236}">
                        <a16:creationId xmlns:a16="http://schemas.microsoft.com/office/drawing/2014/main" id="{447BEC2A-1508-4BD7-8A31-33C629472FE7}"/>
                      </a:ext>
                    </a:extLst>
                  </p:cNvPr>
                  <p:cNvSpPr>
                    <a:spLocks noEditPoints="1"/>
                  </p:cNvSpPr>
                  <p:nvPr/>
                </p:nvSpPr>
                <p:spPr bwMode="auto">
                  <a:xfrm>
                    <a:off x="4308706" y="4521320"/>
                    <a:ext cx="126206" cy="113681"/>
                  </a:xfrm>
                  <a:custGeom>
                    <a:avLst/>
                    <a:gdLst>
                      <a:gd name="T0" fmla="*/ 2147483646 w 132"/>
                      <a:gd name="T1" fmla="*/ 2147483646 h 119"/>
                      <a:gd name="T2" fmla="*/ 2147483646 w 132"/>
                      <a:gd name="T3" fmla="*/ 2147483646 h 119"/>
                      <a:gd name="T4" fmla="*/ 2147483646 w 132"/>
                      <a:gd name="T5" fmla="*/ 0 h 119"/>
                      <a:gd name="T6" fmla="*/ 2147483646 w 132"/>
                      <a:gd name="T7" fmla="*/ 0 h 119"/>
                      <a:gd name="T8" fmla="*/ 0 w 132"/>
                      <a:gd name="T9" fmla="*/ 2147483646 h 119"/>
                      <a:gd name="T10" fmla="*/ 0 w 132"/>
                      <a:gd name="T11" fmla="*/ 2147483646 h 119"/>
                      <a:gd name="T12" fmla="*/ 2147483646 w 132"/>
                      <a:gd name="T13" fmla="*/ 2147483646 h 119"/>
                      <a:gd name="T14" fmla="*/ 2147483646 w 132"/>
                      <a:gd name="T15" fmla="*/ 2147483646 h 119"/>
                      <a:gd name="T16" fmla="*/ 2147483646 w 132"/>
                      <a:gd name="T17" fmla="*/ 2147483646 h 119"/>
                      <a:gd name="T18" fmla="*/ 2147483646 w 132"/>
                      <a:gd name="T19" fmla="*/ 2147483646 h 119"/>
                      <a:gd name="T20" fmla="*/ 2147483646 w 132"/>
                      <a:gd name="T21" fmla="*/ 2147483646 h 119"/>
                      <a:gd name="T22" fmla="*/ 2147483646 w 132"/>
                      <a:gd name="T23" fmla="*/ 2147483646 h 119"/>
                      <a:gd name="T24" fmla="*/ 2147483646 w 132"/>
                      <a:gd name="T25" fmla="*/ 2147483646 h 119"/>
                      <a:gd name="T26" fmla="*/ 2147483646 w 132"/>
                      <a:gd name="T27" fmla="*/ 2147483646 h 119"/>
                      <a:gd name="T28" fmla="*/ 2147483646 w 132"/>
                      <a:gd name="T29" fmla="*/ 2147483646 h 119"/>
                      <a:gd name="T30" fmla="*/ 2147483646 w 132"/>
                      <a:gd name="T31" fmla="*/ 2147483646 h 119"/>
                      <a:gd name="T32" fmla="*/ 2147483646 w 132"/>
                      <a:gd name="T33" fmla="*/ 2147483646 h 119"/>
                      <a:gd name="T34" fmla="*/ 2147483646 w 132"/>
                      <a:gd name="T35" fmla="*/ 2147483646 h 119"/>
                      <a:gd name="T36" fmla="*/ 2147483646 w 132"/>
                      <a:gd name="T37" fmla="*/ 2147483646 h 119"/>
                      <a:gd name="T38" fmla="*/ 2147483646 w 132"/>
                      <a:gd name="T39" fmla="*/ 2147483646 h 119"/>
                      <a:gd name="T40" fmla="*/ 2147483646 w 132"/>
                      <a:gd name="T41" fmla="*/ 2147483646 h 119"/>
                      <a:gd name="T42" fmla="*/ 2147483646 w 132"/>
                      <a:gd name="T43" fmla="*/ 2147483646 h 119"/>
                      <a:gd name="T44" fmla="*/ 2147483646 w 132"/>
                      <a:gd name="T45" fmla="*/ 2147483646 h 119"/>
                      <a:gd name="T46" fmla="*/ 2147483646 w 132"/>
                      <a:gd name="T47" fmla="*/ 2147483646 h 119"/>
                      <a:gd name="T48" fmla="*/ 2147483646 w 132"/>
                      <a:gd name="T49" fmla="*/ 2147483646 h 119"/>
                      <a:gd name="T50" fmla="*/ 2147483646 w 132"/>
                      <a:gd name="T51" fmla="*/ 2147483646 h 119"/>
                      <a:gd name="T52" fmla="*/ 2147483646 w 132"/>
                      <a:gd name="T53" fmla="*/ 2147483646 h 119"/>
                      <a:gd name="T54" fmla="*/ 2147483646 w 132"/>
                      <a:gd name="T55" fmla="*/ 2147483646 h 119"/>
                      <a:gd name="T56" fmla="*/ 2147483646 w 132"/>
                      <a:gd name="T57" fmla="*/ 2147483646 h 119"/>
                      <a:gd name="T58" fmla="*/ 2147483646 w 132"/>
                      <a:gd name="T59" fmla="*/ 2147483646 h 119"/>
                      <a:gd name="T60" fmla="*/ 2147483646 w 132"/>
                      <a:gd name="T61" fmla="*/ 2147483646 h 119"/>
                      <a:gd name="T62" fmla="*/ 2147483646 w 132"/>
                      <a:gd name="T63" fmla="*/ 2147483646 h 119"/>
                      <a:gd name="T64" fmla="*/ 2147483646 w 132"/>
                      <a:gd name="T65" fmla="*/ 2147483646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2" h="119">
                        <a:moveTo>
                          <a:pt x="132" y="80"/>
                        </a:moveTo>
                        <a:cubicBezTo>
                          <a:pt x="132" y="16"/>
                          <a:pt x="132" y="16"/>
                          <a:pt x="132" y="16"/>
                        </a:cubicBezTo>
                        <a:cubicBezTo>
                          <a:pt x="132" y="8"/>
                          <a:pt x="125" y="0"/>
                          <a:pt x="116" y="0"/>
                        </a:cubicBezTo>
                        <a:cubicBezTo>
                          <a:pt x="16" y="0"/>
                          <a:pt x="16" y="0"/>
                          <a:pt x="16" y="0"/>
                        </a:cubicBezTo>
                        <a:cubicBezTo>
                          <a:pt x="7" y="0"/>
                          <a:pt x="0" y="8"/>
                          <a:pt x="0" y="16"/>
                        </a:cubicBezTo>
                        <a:cubicBezTo>
                          <a:pt x="0" y="80"/>
                          <a:pt x="0" y="80"/>
                          <a:pt x="0" y="80"/>
                        </a:cubicBezTo>
                        <a:cubicBezTo>
                          <a:pt x="0" y="89"/>
                          <a:pt x="7" y="96"/>
                          <a:pt x="16" y="96"/>
                        </a:cubicBezTo>
                        <a:cubicBezTo>
                          <a:pt x="61" y="96"/>
                          <a:pt x="61" y="96"/>
                          <a:pt x="61" y="96"/>
                        </a:cubicBezTo>
                        <a:cubicBezTo>
                          <a:pt x="61" y="107"/>
                          <a:pt x="61" y="107"/>
                          <a:pt x="61" y="107"/>
                        </a:cubicBezTo>
                        <a:cubicBezTo>
                          <a:pt x="39" y="107"/>
                          <a:pt x="39" y="107"/>
                          <a:pt x="39" y="107"/>
                        </a:cubicBezTo>
                        <a:cubicBezTo>
                          <a:pt x="36" y="107"/>
                          <a:pt x="33" y="110"/>
                          <a:pt x="33" y="113"/>
                        </a:cubicBezTo>
                        <a:cubicBezTo>
                          <a:pt x="33" y="116"/>
                          <a:pt x="36" y="119"/>
                          <a:pt x="39" y="119"/>
                        </a:cubicBezTo>
                        <a:cubicBezTo>
                          <a:pt x="94" y="119"/>
                          <a:pt x="94" y="119"/>
                          <a:pt x="94" y="119"/>
                        </a:cubicBezTo>
                        <a:cubicBezTo>
                          <a:pt x="98" y="119"/>
                          <a:pt x="100" y="116"/>
                          <a:pt x="100" y="113"/>
                        </a:cubicBezTo>
                        <a:cubicBezTo>
                          <a:pt x="100" y="110"/>
                          <a:pt x="98" y="107"/>
                          <a:pt x="94" y="107"/>
                        </a:cubicBezTo>
                        <a:cubicBezTo>
                          <a:pt x="73" y="107"/>
                          <a:pt x="73" y="107"/>
                          <a:pt x="73" y="107"/>
                        </a:cubicBezTo>
                        <a:cubicBezTo>
                          <a:pt x="73" y="96"/>
                          <a:pt x="73" y="96"/>
                          <a:pt x="73" y="96"/>
                        </a:cubicBezTo>
                        <a:cubicBezTo>
                          <a:pt x="116" y="96"/>
                          <a:pt x="116" y="96"/>
                          <a:pt x="116" y="96"/>
                        </a:cubicBezTo>
                        <a:cubicBezTo>
                          <a:pt x="125" y="96"/>
                          <a:pt x="132" y="89"/>
                          <a:pt x="132" y="80"/>
                        </a:cubicBezTo>
                        <a:close/>
                        <a:moveTo>
                          <a:pt x="16" y="12"/>
                        </a:moveTo>
                        <a:cubicBezTo>
                          <a:pt x="116" y="12"/>
                          <a:pt x="116" y="12"/>
                          <a:pt x="116" y="12"/>
                        </a:cubicBezTo>
                        <a:cubicBezTo>
                          <a:pt x="118" y="12"/>
                          <a:pt x="120" y="14"/>
                          <a:pt x="120" y="16"/>
                        </a:cubicBezTo>
                        <a:cubicBezTo>
                          <a:pt x="120" y="62"/>
                          <a:pt x="120" y="62"/>
                          <a:pt x="120" y="62"/>
                        </a:cubicBezTo>
                        <a:cubicBezTo>
                          <a:pt x="12" y="62"/>
                          <a:pt x="12" y="62"/>
                          <a:pt x="12" y="62"/>
                        </a:cubicBezTo>
                        <a:cubicBezTo>
                          <a:pt x="12" y="16"/>
                          <a:pt x="12" y="16"/>
                          <a:pt x="12" y="16"/>
                        </a:cubicBezTo>
                        <a:cubicBezTo>
                          <a:pt x="12" y="14"/>
                          <a:pt x="14" y="12"/>
                          <a:pt x="16" y="12"/>
                        </a:cubicBezTo>
                        <a:close/>
                        <a:moveTo>
                          <a:pt x="12" y="80"/>
                        </a:moveTo>
                        <a:cubicBezTo>
                          <a:pt x="12" y="74"/>
                          <a:pt x="12" y="74"/>
                          <a:pt x="12" y="74"/>
                        </a:cubicBezTo>
                        <a:cubicBezTo>
                          <a:pt x="120" y="74"/>
                          <a:pt x="120" y="74"/>
                          <a:pt x="120" y="74"/>
                        </a:cubicBezTo>
                        <a:cubicBezTo>
                          <a:pt x="120" y="80"/>
                          <a:pt x="120" y="80"/>
                          <a:pt x="120" y="80"/>
                        </a:cubicBezTo>
                        <a:cubicBezTo>
                          <a:pt x="120" y="82"/>
                          <a:pt x="118" y="84"/>
                          <a:pt x="116" y="84"/>
                        </a:cubicBezTo>
                        <a:cubicBezTo>
                          <a:pt x="16" y="84"/>
                          <a:pt x="16" y="84"/>
                          <a:pt x="16" y="84"/>
                        </a:cubicBezTo>
                        <a:cubicBezTo>
                          <a:pt x="14" y="84"/>
                          <a:pt x="12" y="82"/>
                          <a:pt x="12" y="8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8" name="Freeform 531">
                    <a:extLst>
                      <a:ext uri="{FF2B5EF4-FFF2-40B4-BE49-F238E27FC236}">
                        <a16:creationId xmlns:a16="http://schemas.microsoft.com/office/drawing/2014/main" id="{983A3BCA-90BF-436A-A8B9-54E0516775F1}"/>
                      </a:ext>
                    </a:extLst>
                  </p:cNvPr>
                  <p:cNvSpPr>
                    <a:spLocks noEditPoints="1"/>
                  </p:cNvSpPr>
                  <p:nvPr/>
                </p:nvSpPr>
                <p:spPr bwMode="auto">
                  <a:xfrm>
                    <a:off x="5515848" y="4594538"/>
                    <a:ext cx="126206" cy="113681"/>
                  </a:xfrm>
                  <a:custGeom>
                    <a:avLst/>
                    <a:gdLst>
                      <a:gd name="T0" fmla="*/ 2147483646 w 132"/>
                      <a:gd name="T1" fmla="*/ 2147483646 h 119"/>
                      <a:gd name="T2" fmla="*/ 2147483646 w 132"/>
                      <a:gd name="T3" fmla="*/ 2147483646 h 119"/>
                      <a:gd name="T4" fmla="*/ 2147483646 w 132"/>
                      <a:gd name="T5" fmla="*/ 0 h 119"/>
                      <a:gd name="T6" fmla="*/ 2147483646 w 132"/>
                      <a:gd name="T7" fmla="*/ 0 h 119"/>
                      <a:gd name="T8" fmla="*/ 0 w 132"/>
                      <a:gd name="T9" fmla="*/ 2147483646 h 119"/>
                      <a:gd name="T10" fmla="*/ 0 w 132"/>
                      <a:gd name="T11" fmla="*/ 2147483646 h 119"/>
                      <a:gd name="T12" fmla="*/ 2147483646 w 132"/>
                      <a:gd name="T13" fmla="*/ 2147483646 h 119"/>
                      <a:gd name="T14" fmla="*/ 2147483646 w 132"/>
                      <a:gd name="T15" fmla="*/ 2147483646 h 119"/>
                      <a:gd name="T16" fmla="*/ 2147483646 w 132"/>
                      <a:gd name="T17" fmla="*/ 2147483646 h 119"/>
                      <a:gd name="T18" fmla="*/ 2147483646 w 132"/>
                      <a:gd name="T19" fmla="*/ 2147483646 h 119"/>
                      <a:gd name="T20" fmla="*/ 2147483646 w 132"/>
                      <a:gd name="T21" fmla="*/ 2147483646 h 119"/>
                      <a:gd name="T22" fmla="*/ 2147483646 w 132"/>
                      <a:gd name="T23" fmla="*/ 2147483646 h 119"/>
                      <a:gd name="T24" fmla="*/ 2147483646 w 132"/>
                      <a:gd name="T25" fmla="*/ 2147483646 h 119"/>
                      <a:gd name="T26" fmla="*/ 2147483646 w 132"/>
                      <a:gd name="T27" fmla="*/ 2147483646 h 119"/>
                      <a:gd name="T28" fmla="*/ 2147483646 w 132"/>
                      <a:gd name="T29" fmla="*/ 2147483646 h 119"/>
                      <a:gd name="T30" fmla="*/ 2147483646 w 132"/>
                      <a:gd name="T31" fmla="*/ 2147483646 h 119"/>
                      <a:gd name="T32" fmla="*/ 2147483646 w 132"/>
                      <a:gd name="T33" fmla="*/ 2147483646 h 119"/>
                      <a:gd name="T34" fmla="*/ 2147483646 w 132"/>
                      <a:gd name="T35" fmla="*/ 2147483646 h 119"/>
                      <a:gd name="T36" fmla="*/ 2147483646 w 132"/>
                      <a:gd name="T37" fmla="*/ 2147483646 h 119"/>
                      <a:gd name="T38" fmla="*/ 2147483646 w 132"/>
                      <a:gd name="T39" fmla="*/ 2147483646 h 119"/>
                      <a:gd name="T40" fmla="*/ 2147483646 w 132"/>
                      <a:gd name="T41" fmla="*/ 2147483646 h 119"/>
                      <a:gd name="T42" fmla="*/ 2147483646 w 132"/>
                      <a:gd name="T43" fmla="*/ 2147483646 h 119"/>
                      <a:gd name="T44" fmla="*/ 2147483646 w 132"/>
                      <a:gd name="T45" fmla="*/ 2147483646 h 119"/>
                      <a:gd name="T46" fmla="*/ 2147483646 w 132"/>
                      <a:gd name="T47" fmla="*/ 2147483646 h 119"/>
                      <a:gd name="T48" fmla="*/ 2147483646 w 132"/>
                      <a:gd name="T49" fmla="*/ 2147483646 h 119"/>
                      <a:gd name="T50" fmla="*/ 2147483646 w 132"/>
                      <a:gd name="T51" fmla="*/ 2147483646 h 119"/>
                      <a:gd name="T52" fmla="*/ 2147483646 w 132"/>
                      <a:gd name="T53" fmla="*/ 2147483646 h 119"/>
                      <a:gd name="T54" fmla="*/ 2147483646 w 132"/>
                      <a:gd name="T55" fmla="*/ 2147483646 h 119"/>
                      <a:gd name="T56" fmla="*/ 2147483646 w 132"/>
                      <a:gd name="T57" fmla="*/ 2147483646 h 119"/>
                      <a:gd name="T58" fmla="*/ 2147483646 w 132"/>
                      <a:gd name="T59" fmla="*/ 2147483646 h 119"/>
                      <a:gd name="T60" fmla="*/ 2147483646 w 132"/>
                      <a:gd name="T61" fmla="*/ 2147483646 h 119"/>
                      <a:gd name="T62" fmla="*/ 2147483646 w 132"/>
                      <a:gd name="T63" fmla="*/ 2147483646 h 119"/>
                      <a:gd name="T64" fmla="*/ 2147483646 w 132"/>
                      <a:gd name="T65" fmla="*/ 2147483646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2" h="119">
                        <a:moveTo>
                          <a:pt x="132" y="80"/>
                        </a:moveTo>
                        <a:cubicBezTo>
                          <a:pt x="132" y="16"/>
                          <a:pt x="132" y="16"/>
                          <a:pt x="132" y="16"/>
                        </a:cubicBezTo>
                        <a:cubicBezTo>
                          <a:pt x="132" y="8"/>
                          <a:pt x="125" y="0"/>
                          <a:pt x="116" y="0"/>
                        </a:cubicBezTo>
                        <a:cubicBezTo>
                          <a:pt x="16" y="0"/>
                          <a:pt x="16" y="0"/>
                          <a:pt x="16" y="0"/>
                        </a:cubicBezTo>
                        <a:cubicBezTo>
                          <a:pt x="7" y="0"/>
                          <a:pt x="0" y="8"/>
                          <a:pt x="0" y="16"/>
                        </a:cubicBezTo>
                        <a:cubicBezTo>
                          <a:pt x="0" y="80"/>
                          <a:pt x="0" y="80"/>
                          <a:pt x="0" y="80"/>
                        </a:cubicBezTo>
                        <a:cubicBezTo>
                          <a:pt x="0" y="89"/>
                          <a:pt x="7" y="96"/>
                          <a:pt x="16" y="96"/>
                        </a:cubicBezTo>
                        <a:cubicBezTo>
                          <a:pt x="61" y="96"/>
                          <a:pt x="61" y="96"/>
                          <a:pt x="61" y="96"/>
                        </a:cubicBezTo>
                        <a:cubicBezTo>
                          <a:pt x="61" y="107"/>
                          <a:pt x="61" y="107"/>
                          <a:pt x="61" y="107"/>
                        </a:cubicBezTo>
                        <a:cubicBezTo>
                          <a:pt x="39" y="107"/>
                          <a:pt x="39" y="107"/>
                          <a:pt x="39" y="107"/>
                        </a:cubicBezTo>
                        <a:cubicBezTo>
                          <a:pt x="36" y="107"/>
                          <a:pt x="33" y="110"/>
                          <a:pt x="33" y="113"/>
                        </a:cubicBezTo>
                        <a:cubicBezTo>
                          <a:pt x="33" y="116"/>
                          <a:pt x="36" y="119"/>
                          <a:pt x="39" y="119"/>
                        </a:cubicBezTo>
                        <a:cubicBezTo>
                          <a:pt x="94" y="119"/>
                          <a:pt x="94" y="119"/>
                          <a:pt x="94" y="119"/>
                        </a:cubicBezTo>
                        <a:cubicBezTo>
                          <a:pt x="98" y="119"/>
                          <a:pt x="100" y="116"/>
                          <a:pt x="100" y="113"/>
                        </a:cubicBezTo>
                        <a:cubicBezTo>
                          <a:pt x="100" y="110"/>
                          <a:pt x="98" y="107"/>
                          <a:pt x="94" y="107"/>
                        </a:cubicBezTo>
                        <a:cubicBezTo>
                          <a:pt x="73" y="107"/>
                          <a:pt x="73" y="107"/>
                          <a:pt x="73" y="107"/>
                        </a:cubicBezTo>
                        <a:cubicBezTo>
                          <a:pt x="73" y="96"/>
                          <a:pt x="73" y="96"/>
                          <a:pt x="73" y="96"/>
                        </a:cubicBezTo>
                        <a:cubicBezTo>
                          <a:pt x="116" y="96"/>
                          <a:pt x="116" y="96"/>
                          <a:pt x="116" y="96"/>
                        </a:cubicBezTo>
                        <a:cubicBezTo>
                          <a:pt x="125" y="96"/>
                          <a:pt x="132" y="89"/>
                          <a:pt x="132" y="80"/>
                        </a:cubicBezTo>
                        <a:close/>
                        <a:moveTo>
                          <a:pt x="16" y="12"/>
                        </a:moveTo>
                        <a:cubicBezTo>
                          <a:pt x="116" y="12"/>
                          <a:pt x="116" y="12"/>
                          <a:pt x="116" y="12"/>
                        </a:cubicBezTo>
                        <a:cubicBezTo>
                          <a:pt x="118" y="12"/>
                          <a:pt x="120" y="14"/>
                          <a:pt x="120" y="16"/>
                        </a:cubicBezTo>
                        <a:cubicBezTo>
                          <a:pt x="120" y="62"/>
                          <a:pt x="120" y="62"/>
                          <a:pt x="120" y="62"/>
                        </a:cubicBezTo>
                        <a:cubicBezTo>
                          <a:pt x="12" y="62"/>
                          <a:pt x="12" y="62"/>
                          <a:pt x="12" y="62"/>
                        </a:cubicBezTo>
                        <a:cubicBezTo>
                          <a:pt x="12" y="16"/>
                          <a:pt x="12" y="16"/>
                          <a:pt x="12" y="16"/>
                        </a:cubicBezTo>
                        <a:cubicBezTo>
                          <a:pt x="12" y="14"/>
                          <a:pt x="14" y="12"/>
                          <a:pt x="16" y="12"/>
                        </a:cubicBezTo>
                        <a:close/>
                        <a:moveTo>
                          <a:pt x="116" y="84"/>
                        </a:moveTo>
                        <a:cubicBezTo>
                          <a:pt x="16" y="84"/>
                          <a:pt x="16" y="84"/>
                          <a:pt x="16" y="84"/>
                        </a:cubicBezTo>
                        <a:cubicBezTo>
                          <a:pt x="14" y="84"/>
                          <a:pt x="12" y="82"/>
                          <a:pt x="12" y="80"/>
                        </a:cubicBezTo>
                        <a:cubicBezTo>
                          <a:pt x="12" y="74"/>
                          <a:pt x="12" y="74"/>
                          <a:pt x="12" y="74"/>
                        </a:cubicBezTo>
                        <a:cubicBezTo>
                          <a:pt x="120" y="74"/>
                          <a:pt x="120" y="74"/>
                          <a:pt x="120" y="74"/>
                        </a:cubicBezTo>
                        <a:cubicBezTo>
                          <a:pt x="120" y="80"/>
                          <a:pt x="120" y="80"/>
                          <a:pt x="120" y="80"/>
                        </a:cubicBezTo>
                        <a:cubicBezTo>
                          <a:pt x="120" y="82"/>
                          <a:pt x="118" y="84"/>
                          <a:pt x="116" y="8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69" name="Freeform 532">
                    <a:extLst>
                      <a:ext uri="{FF2B5EF4-FFF2-40B4-BE49-F238E27FC236}">
                        <a16:creationId xmlns:a16="http://schemas.microsoft.com/office/drawing/2014/main" id="{59B74DEE-B3A2-45F4-9AF6-93E98E039548}"/>
                      </a:ext>
                    </a:extLst>
                  </p:cNvPr>
                  <p:cNvSpPr>
                    <a:spLocks noEditPoints="1"/>
                  </p:cNvSpPr>
                  <p:nvPr/>
                </p:nvSpPr>
                <p:spPr bwMode="auto">
                  <a:xfrm>
                    <a:off x="5384826" y="5336358"/>
                    <a:ext cx="88633" cy="76109"/>
                  </a:xfrm>
                  <a:custGeom>
                    <a:avLst/>
                    <a:gdLst>
                      <a:gd name="T0" fmla="*/ 2147483646 w 93"/>
                      <a:gd name="T1" fmla="*/ 2147483646 h 79"/>
                      <a:gd name="T2" fmla="*/ 2147483646 w 93"/>
                      <a:gd name="T3" fmla="*/ 2147483646 h 79"/>
                      <a:gd name="T4" fmla="*/ 2147483646 w 93"/>
                      <a:gd name="T5" fmla="*/ 2147483646 h 79"/>
                      <a:gd name="T6" fmla="*/ 2147483646 w 93"/>
                      <a:gd name="T7" fmla="*/ 2147483646 h 79"/>
                      <a:gd name="T8" fmla="*/ 2147483646 w 93"/>
                      <a:gd name="T9" fmla="*/ 2147483646 h 79"/>
                      <a:gd name="T10" fmla="*/ 2147483646 w 93"/>
                      <a:gd name="T11" fmla="*/ 2147483646 h 79"/>
                      <a:gd name="T12" fmla="*/ 2147483646 w 93"/>
                      <a:gd name="T13" fmla="*/ 2147483646 h 79"/>
                      <a:gd name="T14" fmla="*/ 2147483646 w 93"/>
                      <a:gd name="T15" fmla="*/ 0 h 79"/>
                      <a:gd name="T16" fmla="*/ 2147483646 w 93"/>
                      <a:gd name="T17" fmla="*/ 0 h 79"/>
                      <a:gd name="T18" fmla="*/ 0 w 93"/>
                      <a:gd name="T19" fmla="*/ 2147483646 h 79"/>
                      <a:gd name="T20" fmla="*/ 0 w 93"/>
                      <a:gd name="T21" fmla="*/ 2147483646 h 79"/>
                      <a:gd name="T22" fmla="*/ 2147483646 w 93"/>
                      <a:gd name="T23" fmla="*/ 2147483646 h 79"/>
                      <a:gd name="T24" fmla="*/ 2147483646 w 93"/>
                      <a:gd name="T25" fmla="*/ 2147483646 h 79"/>
                      <a:gd name="T26" fmla="*/ 2147483646 w 93"/>
                      <a:gd name="T27" fmla="*/ 2147483646 h 79"/>
                      <a:gd name="T28" fmla="*/ 2147483646 w 93"/>
                      <a:gd name="T29" fmla="*/ 2147483646 h 79"/>
                      <a:gd name="T30" fmla="*/ 2147483646 w 93"/>
                      <a:gd name="T31" fmla="*/ 2147483646 h 79"/>
                      <a:gd name="T32" fmla="*/ 2147483646 w 93"/>
                      <a:gd name="T33" fmla="*/ 2147483646 h 79"/>
                      <a:gd name="T34" fmla="*/ 2147483646 w 93"/>
                      <a:gd name="T35" fmla="*/ 2147483646 h 79"/>
                      <a:gd name="T36" fmla="*/ 2147483646 w 93"/>
                      <a:gd name="T37" fmla="*/ 2147483646 h 79"/>
                      <a:gd name="T38" fmla="*/ 2147483646 w 93"/>
                      <a:gd name="T39" fmla="*/ 2147483646 h 79"/>
                      <a:gd name="T40" fmla="*/ 2147483646 w 93"/>
                      <a:gd name="T41" fmla="*/ 2147483646 h 79"/>
                      <a:gd name="T42" fmla="*/ 2147483646 w 93"/>
                      <a:gd name="T43" fmla="*/ 2147483646 h 79"/>
                      <a:gd name="T44" fmla="*/ 2147483646 w 93"/>
                      <a:gd name="T45" fmla="*/ 2147483646 h 79"/>
                      <a:gd name="T46" fmla="*/ 2147483646 w 93"/>
                      <a:gd name="T47" fmla="*/ 2147483646 h 79"/>
                      <a:gd name="T48" fmla="*/ 2147483646 w 93"/>
                      <a:gd name="T49" fmla="*/ 2147483646 h 79"/>
                      <a:gd name="T50" fmla="*/ 2147483646 w 93"/>
                      <a:gd name="T51" fmla="*/ 2147483646 h 79"/>
                      <a:gd name="T52" fmla="*/ 2147483646 w 93"/>
                      <a:gd name="T53" fmla="*/ 2147483646 h 79"/>
                      <a:gd name="T54" fmla="*/ 2147483646 w 93"/>
                      <a:gd name="T55" fmla="*/ 2147483646 h 79"/>
                      <a:gd name="T56" fmla="*/ 2147483646 w 93"/>
                      <a:gd name="T57" fmla="*/ 2147483646 h 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3" h="79">
                        <a:moveTo>
                          <a:pt x="85" y="12"/>
                        </a:moveTo>
                        <a:cubicBezTo>
                          <a:pt x="66" y="12"/>
                          <a:pt x="66" y="12"/>
                          <a:pt x="66" y="12"/>
                        </a:cubicBezTo>
                        <a:cubicBezTo>
                          <a:pt x="62" y="12"/>
                          <a:pt x="57" y="12"/>
                          <a:pt x="56" y="12"/>
                        </a:cubicBezTo>
                        <a:cubicBezTo>
                          <a:pt x="56" y="12"/>
                          <a:pt x="54" y="12"/>
                          <a:pt x="53" y="12"/>
                        </a:cubicBezTo>
                        <a:cubicBezTo>
                          <a:pt x="52" y="12"/>
                          <a:pt x="51" y="11"/>
                          <a:pt x="51" y="11"/>
                        </a:cubicBezTo>
                        <a:cubicBezTo>
                          <a:pt x="50" y="10"/>
                          <a:pt x="50" y="9"/>
                          <a:pt x="49" y="8"/>
                        </a:cubicBezTo>
                        <a:cubicBezTo>
                          <a:pt x="49" y="7"/>
                          <a:pt x="47" y="5"/>
                          <a:pt x="46" y="3"/>
                        </a:cubicBezTo>
                        <a:cubicBezTo>
                          <a:pt x="45" y="2"/>
                          <a:pt x="41" y="0"/>
                          <a:pt x="36" y="0"/>
                        </a:cubicBezTo>
                        <a:cubicBezTo>
                          <a:pt x="8" y="0"/>
                          <a:pt x="8" y="0"/>
                          <a:pt x="8" y="0"/>
                        </a:cubicBezTo>
                        <a:cubicBezTo>
                          <a:pt x="4" y="0"/>
                          <a:pt x="0" y="4"/>
                          <a:pt x="0" y="8"/>
                        </a:cubicBezTo>
                        <a:cubicBezTo>
                          <a:pt x="0" y="71"/>
                          <a:pt x="0" y="71"/>
                          <a:pt x="0" y="71"/>
                        </a:cubicBezTo>
                        <a:cubicBezTo>
                          <a:pt x="0" y="75"/>
                          <a:pt x="4" y="79"/>
                          <a:pt x="8" y="79"/>
                        </a:cubicBezTo>
                        <a:cubicBezTo>
                          <a:pt x="85" y="79"/>
                          <a:pt x="85" y="79"/>
                          <a:pt x="85" y="79"/>
                        </a:cubicBezTo>
                        <a:cubicBezTo>
                          <a:pt x="90" y="79"/>
                          <a:pt x="93" y="75"/>
                          <a:pt x="93" y="71"/>
                        </a:cubicBezTo>
                        <a:cubicBezTo>
                          <a:pt x="93" y="20"/>
                          <a:pt x="93" y="20"/>
                          <a:pt x="93" y="20"/>
                        </a:cubicBezTo>
                        <a:cubicBezTo>
                          <a:pt x="93" y="16"/>
                          <a:pt x="90" y="12"/>
                          <a:pt x="85" y="12"/>
                        </a:cubicBezTo>
                        <a:close/>
                        <a:moveTo>
                          <a:pt x="81" y="67"/>
                        </a:moveTo>
                        <a:cubicBezTo>
                          <a:pt x="12" y="67"/>
                          <a:pt x="12" y="67"/>
                          <a:pt x="12" y="67"/>
                        </a:cubicBezTo>
                        <a:cubicBezTo>
                          <a:pt x="12" y="12"/>
                          <a:pt x="12" y="12"/>
                          <a:pt x="12" y="12"/>
                        </a:cubicBezTo>
                        <a:cubicBezTo>
                          <a:pt x="36" y="12"/>
                          <a:pt x="36" y="12"/>
                          <a:pt x="36" y="12"/>
                        </a:cubicBezTo>
                        <a:cubicBezTo>
                          <a:pt x="37" y="12"/>
                          <a:pt x="37" y="12"/>
                          <a:pt x="37" y="12"/>
                        </a:cubicBezTo>
                        <a:cubicBezTo>
                          <a:pt x="39" y="14"/>
                          <a:pt x="39" y="14"/>
                          <a:pt x="39" y="14"/>
                        </a:cubicBezTo>
                        <a:cubicBezTo>
                          <a:pt x="40" y="16"/>
                          <a:pt x="40" y="16"/>
                          <a:pt x="40" y="16"/>
                        </a:cubicBezTo>
                        <a:cubicBezTo>
                          <a:pt x="40" y="17"/>
                          <a:pt x="40" y="17"/>
                          <a:pt x="40" y="17"/>
                        </a:cubicBezTo>
                        <a:cubicBezTo>
                          <a:pt x="43" y="21"/>
                          <a:pt x="48" y="24"/>
                          <a:pt x="53" y="24"/>
                        </a:cubicBezTo>
                        <a:cubicBezTo>
                          <a:pt x="56" y="24"/>
                          <a:pt x="56" y="24"/>
                          <a:pt x="56" y="24"/>
                        </a:cubicBezTo>
                        <a:cubicBezTo>
                          <a:pt x="66" y="24"/>
                          <a:pt x="66" y="24"/>
                          <a:pt x="66" y="24"/>
                        </a:cubicBezTo>
                        <a:cubicBezTo>
                          <a:pt x="81" y="24"/>
                          <a:pt x="81" y="24"/>
                          <a:pt x="81" y="24"/>
                        </a:cubicBezTo>
                        <a:lnTo>
                          <a:pt x="81" y="6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0" name="Freeform 533">
                    <a:extLst>
                      <a:ext uri="{FF2B5EF4-FFF2-40B4-BE49-F238E27FC236}">
                        <a16:creationId xmlns:a16="http://schemas.microsoft.com/office/drawing/2014/main" id="{B7C1B84B-3057-4EF1-8876-E1462AF07574}"/>
                      </a:ext>
                    </a:extLst>
                  </p:cNvPr>
                  <p:cNvSpPr>
                    <a:spLocks noEditPoints="1"/>
                  </p:cNvSpPr>
                  <p:nvPr/>
                </p:nvSpPr>
                <p:spPr bwMode="auto">
                  <a:xfrm>
                    <a:off x="5012952" y="4401857"/>
                    <a:ext cx="89596" cy="75146"/>
                  </a:xfrm>
                  <a:custGeom>
                    <a:avLst/>
                    <a:gdLst>
                      <a:gd name="T0" fmla="*/ 0 w 93"/>
                      <a:gd name="T1" fmla="*/ 2147483646 h 79"/>
                      <a:gd name="T2" fmla="*/ 0 w 93"/>
                      <a:gd name="T3" fmla="*/ 2147483646 h 79"/>
                      <a:gd name="T4" fmla="*/ 2147483646 w 93"/>
                      <a:gd name="T5" fmla="*/ 2147483646 h 79"/>
                      <a:gd name="T6" fmla="*/ 2147483646 w 93"/>
                      <a:gd name="T7" fmla="*/ 2147483646 h 79"/>
                      <a:gd name="T8" fmla="*/ 2147483646 w 93"/>
                      <a:gd name="T9" fmla="*/ 2147483646 h 79"/>
                      <a:gd name="T10" fmla="*/ 2147483646 w 93"/>
                      <a:gd name="T11" fmla="*/ 2147483646 h 79"/>
                      <a:gd name="T12" fmla="*/ 2147483646 w 93"/>
                      <a:gd name="T13" fmla="*/ 2147483646 h 79"/>
                      <a:gd name="T14" fmla="*/ 2147483646 w 93"/>
                      <a:gd name="T15" fmla="*/ 2147483646 h 79"/>
                      <a:gd name="T16" fmla="*/ 2147483646 w 93"/>
                      <a:gd name="T17" fmla="*/ 2147483646 h 79"/>
                      <a:gd name="T18" fmla="*/ 2147483646 w 93"/>
                      <a:gd name="T19" fmla="*/ 2147483646 h 79"/>
                      <a:gd name="T20" fmla="*/ 2147483646 w 93"/>
                      <a:gd name="T21" fmla="*/ 2147483646 h 79"/>
                      <a:gd name="T22" fmla="*/ 2147483646 w 93"/>
                      <a:gd name="T23" fmla="*/ 2147483646 h 79"/>
                      <a:gd name="T24" fmla="*/ 2147483646 w 93"/>
                      <a:gd name="T25" fmla="*/ 2147483646 h 79"/>
                      <a:gd name="T26" fmla="*/ 2147483646 w 93"/>
                      <a:gd name="T27" fmla="*/ 0 h 79"/>
                      <a:gd name="T28" fmla="*/ 2147483646 w 93"/>
                      <a:gd name="T29" fmla="*/ 0 h 79"/>
                      <a:gd name="T30" fmla="*/ 0 w 93"/>
                      <a:gd name="T31" fmla="*/ 2147483646 h 79"/>
                      <a:gd name="T32" fmla="*/ 2147483646 w 93"/>
                      <a:gd name="T33" fmla="*/ 2147483646 h 79"/>
                      <a:gd name="T34" fmla="*/ 2147483646 w 93"/>
                      <a:gd name="T35" fmla="*/ 2147483646 h 79"/>
                      <a:gd name="T36" fmla="*/ 2147483646 w 93"/>
                      <a:gd name="T37" fmla="*/ 2147483646 h 79"/>
                      <a:gd name="T38" fmla="*/ 2147483646 w 93"/>
                      <a:gd name="T39" fmla="*/ 2147483646 h 79"/>
                      <a:gd name="T40" fmla="*/ 2147483646 w 93"/>
                      <a:gd name="T41" fmla="*/ 2147483646 h 79"/>
                      <a:gd name="T42" fmla="*/ 2147483646 w 93"/>
                      <a:gd name="T43" fmla="*/ 2147483646 h 79"/>
                      <a:gd name="T44" fmla="*/ 2147483646 w 93"/>
                      <a:gd name="T45" fmla="*/ 2147483646 h 79"/>
                      <a:gd name="T46" fmla="*/ 2147483646 w 93"/>
                      <a:gd name="T47" fmla="*/ 2147483646 h 79"/>
                      <a:gd name="T48" fmla="*/ 2147483646 w 93"/>
                      <a:gd name="T49" fmla="*/ 2147483646 h 79"/>
                      <a:gd name="T50" fmla="*/ 2147483646 w 93"/>
                      <a:gd name="T51" fmla="*/ 2147483646 h 79"/>
                      <a:gd name="T52" fmla="*/ 2147483646 w 93"/>
                      <a:gd name="T53" fmla="*/ 2147483646 h 79"/>
                      <a:gd name="T54" fmla="*/ 2147483646 w 93"/>
                      <a:gd name="T55" fmla="*/ 2147483646 h 79"/>
                      <a:gd name="T56" fmla="*/ 2147483646 w 93"/>
                      <a:gd name="T57" fmla="*/ 2147483646 h 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3" h="79">
                        <a:moveTo>
                          <a:pt x="0" y="8"/>
                        </a:moveTo>
                        <a:cubicBezTo>
                          <a:pt x="0" y="71"/>
                          <a:pt x="0" y="71"/>
                          <a:pt x="0" y="71"/>
                        </a:cubicBezTo>
                        <a:cubicBezTo>
                          <a:pt x="0" y="75"/>
                          <a:pt x="3" y="79"/>
                          <a:pt x="8" y="79"/>
                        </a:cubicBezTo>
                        <a:cubicBezTo>
                          <a:pt x="85" y="79"/>
                          <a:pt x="85" y="79"/>
                          <a:pt x="85" y="79"/>
                        </a:cubicBezTo>
                        <a:cubicBezTo>
                          <a:pt x="90" y="79"/>
                          <a:pt x="93" y="75"/>
                          <a:pt x="93" y="71"/>
                        </a:cubicBezTo>
                        <a:cubicBezTo>
                          <a:pt x="93" y="20"/>
                          <a:pt x="93" y="20"/>
                          <a:pt x="93" y="20"/>
                        </a:cubicBezTo>
                        <a:cubicBezTo>
                          <a:pt x="93" y="15"/>
                          <a:pt x="90" y="12"/>
                          <a:pt x="85" y="12"/>
                        </a:cubicBezTo>
                        <a:cubicBezTo>
                          <a:pt x="66" y="12"/>
                          <a:pt x="66" y="12"/>
                          <a:pt x="66" y="12"/>
                        </a:cubicBezTo>
                        <a:cubicBezTo>
                          <a:pt x="61" y="12"/>
                          <a:pt x="57" y="12"/>
                          <a:pt x="56" y="12"/>
                        </a:cubicBezTo>
                        <a:cubicBezTo>
                          <a:pt x="56" y="12"/>
                          <a:pt x="54" y="12"/>
                          <a:pt x="53" y="12"/>
                        </a:cubicBezTo>
                        <a:cubicBezTo>
                          <a:pt x="52" y="12"/>
                          <a:pt x="51" y="11"/>
                          <a:pt x="51" y="11"/>
                        </a:cubicBezTo>
                        <a:cubicBezTo>
                          <a:pt x="50" y="10"/>
                          <a:pt x="50" y="9"/>
                          <a:pt x="49" y="8"/>
                        </a:cubicBezTo>
                        <a:cubicBezTo>
                          <a:pt x="49" y="7"/>
                          <a:pt x="47" y="5"/>
                          <a:pt x="46" y="3"/>
                        </a:cubicBezTo>
                        <a:cubicBezTo>
                          <a:pt x="45" y="1"/>
                          <a:pt x="41" y="0"/>
                          <a:pt x="36" y="0"/>
                        </a:cubicBezTo>
                        <a:cubicBezTo>
                          <a:pt x="8" y="0"/>
                          <a:pt x="8" y="0"/>
                          <a:pt x="8" y="0"/>
                        </a:cubicBezTo>
                        <a:cubicBezTo>
                          <a:pt x="3" y="0"/>
                          <a:pt x="0" y="4"/>
                          <a:pt x="0" y="8"/>
                        </a:cubicBezTo>
                        <a:close/>
                        <a:moveTo>
                          <a:pt x="12" y="12"/>
                        </a:moveTo>
                        <a:cubicBezTo>
                          <a:pt x="36" y="12"/>
                          <a:pt x="36" y="12"/>
                          <a:pt x="36" y="12"/>
                        </a:cubicBezTo>
                        <a:cubicBezTo>
                          <a:pt x="37" y="12"/>
                          <a:pt x="37" y="12"/>
                          <a:pt x="37" y="12"/>
                        </a:cubicBezTo>
                        <a:cubicBezTo>
                          <a:pt x="39" y="14"/>
                          <a:pt x="39" y="14"/>
                          <a:pt x="39" y="14"/>
                        </a:cubicBezTo>
                        <a:cubicBezTo>
                          <a:pt x="40" y="16"/>
                          <a:pt x="40" y="16"/>
                          <a:pt x="40" y="16"/>
                        </a:cubicBezTo>
                        <a:cubicBezTo>
                          <a:pt x="40" y="17"/>
                          <a:pt x="40" y="17"/>
                          <a:pt x="40" y="17"/>
                        </a:cubicBezTo>
                        <a:cubicBezTo>
                          <a:pt x="43" y="21"/>
                          <a:pt x="48" y="24"/>
                          <a:pt x="53" y="24"/>
                        </a:cubicBezTo>
                        <a:cubicBezTo>
                          <a:pt x="56" y="24"/>
                          <a:pt x="56" y="24"/>
                          <a:pt x="56" y="24"/>
                        </a:cubicBezTo>
                        <a:cubicBezTo>
                          <a:pt x="66" y="24"/>
                          <a:pt x="66" y="24"/>
                          <a:pt x="66" y="24"/>
                        </a:cubicBezTo>
                        <a:cubicBezTo>
                          <a:pt x="81" y="24"/>
                          <a:pt x="81" y="24"/>
                          <a:pt x="81" y="24"/>
                        </a:cubicBezTo>
                        <a:cubicBezTo>
                          <a:pt x="81" y="67"/>
                          <a:pt x="81" y="67"/>
                          <a:pt x="81" y="67"/>
                        </a:cubicBezTo>
                        <a:cubicBezTo>
                          <a:pt x="12" y="67"/>
                          <a:pt x="12" y="67"/>
                          <a:pt x="12" y="67"/>
                        </a:cubicBezTo>
                        <a:lnTo>
                          <a:pt x="12" y="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1" name="Freeform 534">
                    <a:extLst>
                      <a:ext uri="{FF2B5EF4-FFF2-40B4-BE49-F238E27FC236}">
                        <a16:creationId xmlns:a16="http://schemas.microsoft.com/office/drawing/2014/main" id="{D75DE429-2A3B-4338-A894-171A01C0E97E}"/>
                      </a:ext>
                    </a:extLst>
                  </p:cNvPr>
                  <p:cNvSpPr>
                    <a:spLocks noEditPoints="1"/>
                  </p:cNvSpPr>
                  <p:nvPr/>
                </p:nvSpPr>
                <p:spPr bwMode="auto">
                  <a:xfrm>
                    <a:off x="5683480" y="4555038"/>
                    <a:ext cx="89596" cy="75146"/>
                  </a:xfrm>
                  <a:custGeom>
                    <a:avLst/>
                    <a:gdLst>
                      <a:gd name="T0" fmla="*/ 2147483646 w 93"/>
                      <a:gd name="T1" fmla="*/ 2147483646 h 79"/>
                      <a:gd name="T2" fmla="*/ 2147483646 w 93"/>
                      <a:gd name="T3" fmla="*/ 2147483646 h 79"/>
                      <a:gd name="T4" fmla="*/ 2147483646 w 93"/>
                      <a:gd name="T5" fmla="*/ 2147483646 h 79"/>
                      <a:gd name="T6" fmla="*/ 2147483646 w 93"/>
                      <a:gd name="T7" fmla="*/ 2147483646 h 79"/>
                      <a:gd name="T8" fmla="*/ 2147483646 w 93"/>
                      <a:gd name="T9" fmla="*/ 2147483646 h 79"/>
                      <a:gd name="T10" fmla="*/ 2147483646 w 93"/>
                      <a:gd name="T11" fmla="*/ 2147483646 h 79"/>
                      <a:gd name="T12" fmla="*/ 2147483646 w 93"/>
                      <a:gd name="T13" fmla="*/ 2147483646 h 79"/>
                      <a:gd name="T14" fmla="*/ 2147483646 w 93"/>
                      <a:gd name="T15" fmla="*/ 2147483646 h 79"/>
                      <a:gd name="T16" fmla="*/ 2147483646 w 93"/>
                      <a:gd name="T17" fmla="*/ 2147483646 h 79"/>
                      <a:gd name="T18" fmla="*/ 2147483646 w 93"/>
                      <a:gd name="T19" fmla="*/ 2147483646 h 79"/>
                      <a:gd name="T20" fmla="*/ 2147483646 w 93"/>
                      <a:gd name="T21" fmla="*/ 0 h 79"/>
                      <a:gd name="T22" fmla="*/ 2147483646 w 93"/>
                      <a:gd name="T23" fmla="*/ 0 h 79"/>
                      <a:gd name="T24" fmla="*/ 0 w 93"/>
                      <a:gd name="T25" fmla="*/ 2147483646 h 79"/>
                      <a:gd name="T26" fmla="*/ 0 w 93"/>
                      <a:gd name="T27" fmla="*/ 2147483646 h 79"/>
                      <a:gd name="T28" fmla="*/ 2147483646 w 93"/>
                      <a:gd name="T29" fmla="*/ 2147483646 h 79"/>
                      <a:gd name="T30" fmla="*/ 2147483646 w 93"/>
                      <a:gd name="T31" fmla="*/ 2147483646 h 79"/>
                      <a:gd name="T32" fmla="*/ 2147483646 w 93"/>
                      <a:gd name="T33" fmla="*/ 2147483646 h 79"/>
                      <a:gd name="T34" fmla="*/ 2147483646 w 93"/>
                      <a:gd name="T35" fmla="*/ 2147483646 h 79"/>
                      <a:gd name="T36" fmla="*/ 2147483646 w 93"/>
                      <a:gd name="T37" fmla="*/ 2147483646 h 79"/>
                      <a:gd name="T38" fmla="*/ 2147483646 w 93"/>
                      <a:gd name="T39" fmla="*/ 2147483646 h 79"/>
                      <a:gd name="T40" fmla="*/ 2147483646 w 93"/>
                      <a:gd name="T41" fmla="*/ 2147483646 h 79"/>
                      <a:gd name="T42" fmla="*/ 2147483646 w 93"/>
                      <a:gd name="T43" fmla="*/ 2147483646 h 79"/>
                      <a:gd name="T44" fmla="*/ 2147483646 w 93"/>
                      <a:gd name="T45" fmla="*/ 2147483646 h 79"/>
                      <a:gd name="T46" fmla="*/ 2147483646 w 93"/>
                      <a:gd name="T47" fmla="*/ 2147483646 h 79"/>
                      <a:gd name="T48" fmla="*/ 2147483646 w 93"/>
                      <a:gd name="T49" fmla="*/ 2147483646 h 79"/>
                      <a:gd name="T50" fmla="*/ 2147483646 w 93"/>
                      <a:gd name="T51" fmla="*/ 2147483646 h 79"/>
                      <a:gd name="T52" fmla="*/ 2147483646 w 93"/>
                      <a:gd name="T53" fmla="*/ 2147483646 h 79"/>
                      <a:gd name="T54" fmla="*/ 2147483646 w 93"/>
                      <a:gd name="T55" fmla="*/ 2147483646 h 79"/>
                      <a:gd name="T56" fmla="*/ 2147483646 w 93"/>
                      <a:gd name="T57" fmla="*/ 2147483646 h 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3" h="79">
                        <a:moveTo>
                          <a:pt x="85" y="79"/>
                        </a:moveTo>
                        <a:cubicBezTo>
                          <a:pt x="90" y="79"/>
                          <a:pt x="93" y="75"/>
                          <a:pt x="93" y="71"/>
                        </a:cubicBezTo>
                        <a:cubicBezTo>
                          <a:pt x="93" y="20"/>
                          <a:pt x="93" y="20"/>
                          <a:pt x="93" y="20"/>
                        </a:cubicBezTo>
                        <a:cubicBezTo>
                          <a:pt x="93" y="16"/>
                          <a:pt x="90" y="12"/>
                          <a:pt x="85" y="12"/>
                        </a:cubicBezTo>
                        <a:cubicBezTo>
                          <a:pt x="66" y="12"/>
                          <a:pt x="66" y="12"/>
                          <a:pt x="66" y="12"/>
                        </a:cubicBezTo>
                        <a:cubicBezTo>
                          <a:pt x="62" y="12"/>
                          <a:pt x="57" y="12"/>
                          <a:pt x="56" y="12"/>
                        </a:cubicBezTo>
                        <a:cubicBezTo>
                          <a:pt x="56" y="12"/>
                          <a:pt x="54" y="12"/>
                          <a:pt x="53" y="12"/>
                        </a:cubicBezTo>
                        <a:cubicBezTo>
                          <a:pt x="52" y="12"/>
                          <a:pt x="51" y="11"/>
                          <a:pt x="51" y="11"/>
                        </a:cubicBezTo>
                        <a:cubicBezTo>
                          <a:pt x="50" y="10"/>
                          <a:pt x="50" y="9"/>
                          <a:pt x="49" y="8"/>
                        </a:cubicBezTo>
                        <a:cubicBezTo>
                          <a:pt x="49" y="7"/>
                          <a:pt x="47" y="5"/>
                          <a:pt x="46" y="3"/>
                        </a:cubicBezTo>
                        <a:cubicBezTo>
                          <a:pt x="45" y="1"/>
                          <a:pt x="41" y="0"/>
                          <a:pt x="36" y="0"/>
                        </a:cubicBezTo>
                        <a:cubicBezTo>
                          <a:pt x="8" y="0"/>
                          <a:pt x="8" y="0"/>
                          <a:pt x="8" y="0"/>
                        </a:cubicBezTo>
                        <a:cubicBezTo>
                          <a:pt x="4" y="0"/>
                          <a:pt x="0" y="4"/>
                          <a:pt x="0" y="8"/>
                        </a:cubicBezTo>
                        <a:cubicBezTo>
                          <a:pt x="0" y="71"/>
                          <a:pt x="0" y="71"/>
                          <a:pt x="0" y="71"/>
                        </a:cubicBezTo>
                        <a:cubicBezTo>
                          <a:pt x="0" y="75"/>
                          <a:pt x="4" y="79"/>
                          <a:pt x="8" y="79"/>
                        </a:cubicBezTo>
                        <a:lnTo>
                          <a:pt x="85" y="79"/>
                        </a:lnTo>
                        <a:close/>
                        <a:moveTo>
                          <a:pt x="12" y="12"/>
                        </a:moveTo>
                        <a:cubicBezTo>
                          <a:pt x="36" y="12"/>
                          <a:pt x="36" y="12"/>
                          <a:pt x="36" y="12"/>
                        </a:cubicBezTo>
                        <a:cubicBezTo>
                          <a:pt x="37" y="12"/>
                          <a:pt x="37" y="12"/>
                          <a:pt x="37" y="12"/>
                        </a:cubicBezTo>
                        <a:cubicBezTo>
                          <a:pt x="39" y="14"/>
                          <a:pt x="39" y="14"/>
                          <a:pt x="39" y="14"/>
                        </a:cubicBezTo>
                        <a:cubicBezTo>
                          <a:pt x="40" y="16"/>
                          <a:pt x="40" y="16"/>
                          <a:pt x="40" y="16"/>
                        </a:cubicBezTo>
                        <a:cubicBezTo>
                          <a:pt x="40" y="17"/>
                          <a:pt x="40" y="17"/>
                          <a:pt x="40" y="17"/>
                        </a:cubicBezTo>
                        <a:cubicBezTo>
                          <a:pt x="43" y="21"/>
                          <a:pt x="48" y="24"/>
                          <a:pt x="53" y="24"/>
                        </a:cubicBezTo>
                        <a:cubicBezTo>
                          <a:pt x="56" y="24"/>
                          <a:pt x="56" y="24"/>
                          <a:pt x="56" y="24"/>
                        </a:cubicBezTo>
                        <a:cubicBezTo>
                          <a:pt x="66" y="24"/>
                          <a:pt x="66" y="24"/>
                          <a:pt x="66" y="24"/>
                        </a:cubicBezTo>
                        <a:cubicBezTo>
                          <a:pt x="81" y="24"/>
                          <a:pt x="81" y="24"/>
                          <a:pt x="81" y="24"/>
                        </a:cubicBezTo>
                        <a:cubicBezTo>
                          <a:pt x="81" y="67"/>
                          <a:pt x="81" y="67"/>
                          <a:pt x="81" y="67"/>
                        </a:cubicBezTo>
                        <a:cubicBezTo>
                          <a:pt x="12" y="67"/>
                          <a:pt x="12" y="67"/>
                          <a:pt x="12" y="67"/>
                        </a:cubicBezTo>
                        <a:lnTo>
                          <a:pt x="12" y="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2" name="Freeform 535">
                    <a:extLst>
                      <a:ext uri="{FF2B5EF4-FFF2-40B4-BE49-F238E27FC236}">
                        <a16:creationId xmlns:a16="http://schemas.microsoft.com/office/drawing/2014/main" id="{9CF44413-B0E1-4CFA-B025-8BD423F83ED9}"/>
                      </a:ext>
                    </a:extLst>
                  </p:cNvPr>
                  <p:cNvSpPr>
                    <a:spLocks noEditPoints="1"/>
                  </p:cNvSpPr>
                  <p:nvPr/>
                </p:nvSpPr>
                <p:spPr bwMode="auto">
                  <a:xfrm>
                    <a:off x="4235488" y="5206297"/>
                    <a:ext cx="88633" cy="76109"/>
                  </a:xfrm>
                  <a:custGeom>
                    <a:avLst/>
                    <a:gdLst>
                      <a:gd name="T0" fmla="*/ 2147483646 w 93"/>
                      <a:gd name="T1" fmla="*/ 2147483646 h 79"/>
                      <a:gd name="T2" fmla="*/ 2147483646 w 93"/>
                      <a:gd name="T3" fmla="*/ 2147483646 h 79"/>
                      <a:gd name="T4" fmla="*/ 2147483646 w 93"/>
                      <a:gd name="T5" fmla="*/ 2147483646 h 79"/>
                      <a:gd name="T6" fmla="*/ 2147483646 w 93"/>
                      <a:gd name="T7" fmla="*/ 2147483646 h 79"/>
                      <a:gd name="T8" fmla="*/ 2147483646 w 93"/>
                      <a:gd name="T9" fmla="*/ 2147483646 h 79"/>
                      <a:gd name="T10" fmla="*/ 2147483646 w 93"/>
                      <a:gd name="T11" fmla="*/ 2147483646 h 79"/>
                      <a:gd name="T12" fmla="*/ 2147483646 w 93"/>
                      <a:gd name="T13" fmla="*/ 2147483646 h 79"/>
                      <a:gd name="T14" fmla="*/ 2147483646 w 93"/>
                      <a:gd name="T15" fmla="*/ 2147483646 h 79"/>
                      <a:gd name="T16" fmla="*/ 2147483646 w 93"/>
                      <a:gd name="T17" fmla="*/ 0 h 79"/>
                      <a:gd name="T18" fmla="*/ 2147483646 w 93"/>
                      <a:gd name="T19" fmla="*/ 0 h 79"/>
                      <a:gd name="T20" fmla="*/ 0 w 93"/>
                      <a:gd name="T21" fmla="*/ 2147483646 h 79"/>
                      <a:gd name="T22" fmla="*/ 0 w 93"/>
                      <a:gd name="T23" fmla="*/ 2147483646 h 79"/>
                      <a:gd name="T24" fmla="*/ 2147483646 w 93"/>
                      <a:gd name="T25" fmla="*/ 2147483646 h 79"/>
                      <a:gd name="T26" fmla="*/ 2147483646 w 93"/>
                      <a:gd name="T27" fmla="*/ 2147483646 h 79"/>
                      <a:gd name="T28" fmla="*/ 2147483646 w 93"/>
                      <a:gd name="T29" fmla="*/ 2147483646 h 79"/>
                      <a:gd name="T30" fmla="*/ 2147483646 w 93"/>
                      <a:gd name="T31" fmla="*/ 2147483646 h 79"/>
                      <a:gd name="T32" fmla="*/ 2147483646 w 93"/>
                      <a:gd name="T33" fmla="*/ 2147483646 h 79"/>
                      <a:gd name="T34" fmla="*/ 2147483646 w 93"/>
                      <a:gd name="T35" fmla="*/ 2147483646 h 79"/>
                      <a:gd name="T36" fmla="*/ 2147483646 w 93"/>
                      <a:gd name="T37" fmla="*/ 2147483646 h 79"/>
                      <a:gd name="T38" fmla="*/ 2147483646 w 93"/>
                      <a:gd name="T39" fmla="*/ 2147483646 h 79"/>
                      <a:gd name="T40" fmla="*/ 2147483646 w 93"/>
                      <a:gd name="T41" fmla="*/ 2147483646 h 79"/>
                      <a:gd name="T42" fmla="*/ 2147483646 w 93"/>
                      <a:gd name="T43" fmla="*/ 2147483646 h 79"/>
                      <a:gd name="T44" fmla="*/ 2147483646 w 93"/>
                      <a:gd name="T45" fmla="*/ 2147483646 h 79"/>
                      <a:gd name="T46" fmla="*/ 2147483646 w 93"/>
                      <a:gd name="T47" fmla="*/ 2147483646 h 79"/>
                      <a:gd name="T48" fmla="*/ 2147483646 w 93"/>
                      <a:gd name="T49" fmla="*/ 2147483646 h 79"/>
                      <a:gd name="T50" fmla="*/ 2147483646 w 93"/>
                      <a:gd name="T51" fmla="*/ 2147483646 h 79"/>
                      <a:gd name="T52" fmla="*/ 2147483646 w 93"/>
                      <a:gd name="T53" fmla="*/ 2147483646 h 79"/>
                      <a:gd name="T54" fmla="*/ 2147483646 w 93"/>
                      <a:gd name="T55" fmla="*/ 2147483646 h 79"/>
                      <a:gd name="T56" fmla="*/ 2147483646 w 93"/>
                      <a:gd name="T57" fmla="*/ 2147483646 h 7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93" h="79">
                        <a:moveTo>
                          <a:pt x="93" y="20"/>
                        </a:moveTo>
                        <a:cubicBezTo>
                          <a:pt x="93" y="16"/>
                          <a:pt x="90" y="12"/>
                          <a:pt x="85" y="12"/>
                        </a:cubicBezTo>
                        <a:cubicBezTo>
                          <a:pt x="66" y="12"/>
                          <a:pt x="66" y="12"/>
                          <a:pt x="66" y="12"/>
                        </a:cubicBezTo>
                        <a:cubicBezTo>
                          <a:pt x="61" y="12"/>
                          <a:pt x="57" y="12"/>
                          <a:pt x="56" y="12"/>
                        </a:cubicBezTo>
                        <a:cubicBezTo>
                          <a:pt x="55" y="12"/>
                          <a:pt x="54" y="12"/>
                          <a:pt x="53" y="12"/>
                        </a:cubicBezTo>
                        <a:cubicBezTo>
                          <a:pt x="52" y="12"/>
                          <a:pt x="51" y="11"/>
                          <a:pt x="51" y="11"/>
                        </a:cubicBezTo>
                        <a:cubicBezTo>
                          <a:pt x="50" y="10"/>
                          <a:pt x="49" y="9"/>
                          <a:pt x="49" y="8"/>
                        </a:cubicBezTo>
                        <a:cubicBezTo>
                          <a:pt x="48" y="7"/>
                          <a:pt x="47" y="5"/>
                          <a:pt x="46" y="3"/>
                        </a:cubicBezTo>
                        <a:cubicBezTo>
                          <a:pt x="45" y="2"/>
                          <a:pt x="40" y="0"/>
                          <a:pt x="36" y="0"/>
                        </a:cubicBezTo>
                        <a:cubicBezTo>
                          <a:pt x="8" y="0"/>
                          <a:pt x="8" y="0"/>
                          <a:pt x="8" y="0"/>
                        </a:cubicBezTo>
                        <a:cubicBezTo>
                          <a:pt x="3" y="0"/>
                          <a:pt x="0" y="4"/>
                          <a:pt x="0" y="8"/>
                        </a:cubicBezTo>
                        <a:cubicBezTo>
                          <a:pt x="0" y="71"/>
                          <a:pt x="0" y="71"/>
                          <a:pt x="0" y="71"/>
                        </a:cubicBezTo>
                        <a:cubicBezTo>
                          <a:pt x="0" y="75"/>
                          <a:pt x="3" y="79"/>
                          <a:pt x="8" y="79"/>
                        </a:cubicBezTo>
                        <a:cubicBezTo>
                          <a:pt x="85" y="79"/>
                          <a:pt x="85" y="79"/>
                          <a:pt x="85" y="79"/>
                        </a:cubicBezTo>
                        <a:cubicBezTo>
                          <a:pt x="90" y="79"/>
                          <a:pt x="93" y="75"/>
                          <a:pt x="93" y="71"/>
                        </a:cubicBezTo>
                        <a:lnTo>
                          <a:pt x="93" y="20"/>
                        </a:lnTo>
                        <a:close/>
                        <a:moveTo>
                          <a:pt x="81" y="67"/>
                        </a:moveTo>
                        <a:cubicBezTo>
                          <a:pt x="12" y="67"/>
                          <a:pt x="12" y="67"/>
                          <a:pt x="12" y="67"/>
                        </a:cubicBezTo>
                        <a:cubicBezTo>
                          <a:pt x="12" y="12"/>
                          <a:pt x="12" y="12"/>
                          <a:pt x="12" y="12"/>
                        </a:cubicBezTo>
                        <a:cubicBezTo>
                          <a:pt x="36" y="12"/>
                          <a:pt x="36" y="12"/>
                          <a:pt x="36" y="12"/>
                        </a:cubicBezTo>
                        <a:cubicBezTo>
                          <a:pt x="37" y="12"/>
                          <a:pt x="37" y="12"/>
                          <a:pt x="37" y="12"/>
                        </a:cubicBezTo>
                        <a:cubicBezTo>
                          <a:pt x="39" y="14"/>
                          <a:pt x="39" y="14"/>
                          <a:pt x="39" y="14"/>
                        </a:cubicBezTo>
                        <a:cubicBezTo>
                          <a:pt x="40" y="16"/>
                          <a:pt x="40" y="16"/>
                          <a:pt x="40" y="16"/>
                        </a:cubicBezTo>
                        <a:cubicBezTo>
                          <a:pt x="40" y="17"/>
                          <a:pt x="40" y="17"/>
                          <a:pt x="40" y="17"/>
                        </a:cubicBezTo>
                        <a:cubicBezTo>
                          <a:pt x="43" y="21"/>
                          <a:pt x="48" y="24"/>
                          <a:pt x="53" y="24"/>
                        </a:cubicBezTo>
                        <a:cubicBezTo>
                          <a:pt x="56" y="24"/>
                          <a:pt x="56" y="24"/>
                          <a:pt x="56" y="24"/>
                        </a:cubicBezTo>
                        <a:cubicBezTo>
                          <a:pt x="66" y="24"/>
                          <a:pt x="66" y="24"/>
                          <a:pt x="66" y="24"/>
                        </a:cubicBezTo>
                        <a:cubicBezTo>
                          <a:pt x="81" y="24"/>
                          <a:pt x="81" y="24"/>
                          <a:pt x="81" y="24"/>
                        </a:cubicBezTo>
                        <a:lnTo>
                          <a:pt x="81" y="6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3" name="Freeform 536">
                    <a:extLst>
                      <a:ext uri="{FF2B5EF4-FFF2-40B4-BE49-F238E27FC236}">
                        <a16:creationId xmlns:a16="http://schemas.microsoft.com/office/drawing/2014/main" id="{A815E85D-1B12-439F-8181-2B78CB8CD9C7}"/>
                      </a:ext>
                    </a:extLst>
                  </p:cNvPr>
                  <p:cNvSpPr>
                    <a:spLocks noEditPoints="1"/>
                  </p:cNvSpPr>
                  <p:nvPr/>
                </p:nvSpPr>
                <p:spPr bwMode="auto">
                  <a:xfrm>
                    <a:off x="5001392" y="5957751"/>
                    <a:ext cx="89596" cy="75146"/>
                  </a:xfrm>
                  <a:custGeom>
                    <a:avLst/>
                    <a:gdLst>
                      <a:gd name="T0" fmla="*/ 2147483646 w 93"/>
                      <a:gd name="T1" fmla="*/ 2147483646 h 79"/>
                      <a:gd name="T2" fmla="*/ 2147483646 w 93"/>
                      <a:gd name="T3" fmla="*/ 2147483646 h 79"/>
                      <a:gd name="T4" fmla="*/ 2147483646 w 93"/>
                      <a:gd name="T5" fmla="*/ 2147483646 h 79"/>
                      <a:gd name="T6" fmla="*/ 2147483646 w 93"/>
                      <a:gd name="T7" fmla="*/ 2147483646 h 79"/>
                      <a:gd name="T8" fmla="*/ 2147483646 w 93"/>
                      <a:gd name="T9" fmla="*/ 2147483646 h 79"/>
                      <a:gd name="T10" fmla="*/ 2147483646 w 93"/>
                      <a:gd name="T11" fmla="*/ 2147483646 h 79"/>
                      <a:gd name="T12" fmla="*/ 2147483646 w 93"/>
                      <a:gd name="T13" fmla="*/ 2147483646 h 79"/>
                      <a:gd name="T14" fmla="*/ 2147483646 w 93"/>
                      <a:gd name="T15" fmla="*/ 2147483646 h 79"/>
                      <a:gd name="T16" fmla="*/ 2147483646 w 93"/>
                      <a:gd name="T17" fmla="*/ 2147483646 h 79"/>
                      <a:gd name="T18" fmla="*/ 2147483646 w 93"/>
                      <a:gd name="T19" fmla="*/ 0 h 79"/>
                      <a:gd name="T20" fmla="*/ 2147483646 w 93"/>
                      <a:gd name="T21" fmla="*/ 0 h 79"/>
                      <a:gd name="T22" fmla="*/ 0 w 93"/>
                      <a:gd name="T23" fmla="*/ 2147483646 h 79"/>
                      <a:gd name="T24" fmla="*/ 0 w 93"/>
                      <a:gd name="T25" fmla="*/ 2147483646 h 79"/>
                      <a:gd name="T26" fmla="*/ 2147483646 w 93"/>
                      <a:gd name="T27" fmla="*/ 2147483646 h 79"/>
                      <a:gd name="T28" fmla="*/ 2147483646 w 93"/>
                      <a:gd name="T29" fmla="*/ 2147483646 h 79"/>
                      <a:gd name="T30" fmla="*/ 2147483646 w 93"/>
                      <a:gd name="T31" fmla="*/ 2147483646 h 79"/>
                      <a:gd name="T32" fmla="*/ 2147483646 w 93"/>
                      <a:gd name="T33" fmla="*/ 2147483646 h 79"/>
                      <a:gd name="T34" fmla="*/ 2147483646 w 93"/>
                      <a:gd name="T35" fmla="*/ 2147483646 h 79"/>
                      <a:gd name="T36" fmla="*/ 2147483646 w 93"/>
                      <a:gd name="T37" fmla="*/ 2147483646 h 79"/>
                      <a:gd name="T38" fmla="*/ 2147483646 w 93"/>
                      <a:gd name="T39" fmla="*/ 2147483646 h 79"/>
                      <a:gd name="T40" fmla="*/ 2147483646 w 93"/>
                      <a:gd name="T41" fmla="*/ 2147483646 h 79"/>
                      <a:gd name="T42" fmla="*/ 2147483646 w 93"/>
                      <a:gd name="T43" fmla="*/ 2147483646 h 79"/>
                      <a:gd name="T44" fmla="*/ 2147483646 w 93"/>
                      <a:gd name="T45" fmla="*/ 2147483646 h 79"/>
                      <a:gd name="T46" fmla="*/ 2147483646 w 93"/>
                      <a:gd name="T47" fmla="*/ 2147483646 h 79"/>
                      <a:gd name="T48" fmla="*/ 2147483646 w 93"/>
                      <a:gd name="T49" fmla="*/ 2147483646 h 79"/>
                      <a:gd name="T50" fmla="*/ 2147483646 w 93"/>
                      <a:gd name="T51" fmla="*/ 2147483646 h 79"/>
                      <a:gd name="T52" fmla="*/ 2147483646 w 93"/>
                      <a:gd name="T53" fmla="*/ 2147483646 h 79"/>
                      <a:gd name="T54" fmla="*/ 2147483646 w 93"/>
                      <a:gd name="T55" fmla="*/ 2147483646 h 7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93" h="79">
                        <a:moveTo>
                          <a:pt x="93" y="71"/>
                        </a:moveTo>
                        <a:cubicBezTo>
                          <a:pt x="93" y="20"/>
                          <a:pt x="93" y="20"/>
                          <a:pt x="93" y="20"/>
                        </a:cubicBezTo>
                        <a:cubicBezTo>
                          <a:pt x="93" y="16"/>
                          <a:pt x="90" y="12"/>
                          <a:pt x="85" y="12"/>
                        </a:cubicBezTo>
                        <a:cubicBezTo>
                          <a:pt x="66" y="12"/>
                          <a:pt x="66" y="12"/>
                          <a:pt x="66" y="12"/>
                        </a:cubicBezTo>
                        <a:cubicBezTo>
                          <a:pt x="61" y="12"/>
                          <a:pt x="57" y="12"/>
                          <a:pt x="56" y="12"/>
                        </a:cubicBezTo>
                        <a:cubicBezTo>
                          <a:pt x="56" y="12"/>
                          <a:pt x="54" y="12"/>
                          <a:pt x="53" y="12"/>
                        </a:cubicBezTo>
                        <a:cubicBezTo>
                          <a:pt x="52" y="12"/>
                          <a:pt x="51" y="12"/>
                          <a:pt x="51" y="11"/>
                        </a:cubicBezTo>
                        <a:cubicBezTo>
                          <a:pt x="50" y="10"/>
                          <a:pt x="50" y="9"/>
                          <a:pt x="49" y="8"/>
                        </a:cubicBezTo>
                        <a:cubicBezTo>
                          <a:pt x="49" y="7"/>
                          <a:pt x="47" y="5"/>
                          <a:pt x="46" y="3"/>
                        </a:cubicBezTo>
                        <a:cubicBezTo>
                          <a:pt x="45" y="2"/>
                          <a:pt x="41" y="0"/>
                          <a:pt x="36" y="0"/>
                        </a:cubicBezTo>
                        <a:cubicBezTo>
                          <a:pt x="8" y="0"/>
                          <a:pt x="8" y="0"/>
                          <a:pt x="8" y="0"/>
                        </a:cubicBezTo>
                        <a:cubicBezTo>
                          <a:pt x="3" y="0"/>
                          <a:pt x="0" y="4"/>
                          <a:pt x="0" y="8"/>
                        </a:cubicBezTo>
                        <a:cubicBezTo>
                          <a:pt x="0" y="71"/>
                          <a:pt x="0" y="71"/>
                          <a:pt x="0" y="71"/>
                        </a:cubicBezTo>
                        <a:cubicBezTo>
                          <a:pt x="0" y="75"/>
                          <a:pt x="3" y="79"/>
                          <a:pt x="8" y="79"/>
                        </a:cubicBezTo>
                        <a:cubicBezTo>
                          <a:pt x="85" y="79"/>
                          <a:pt x="85" y="79"/>
                          <a:pt x="85" y="79"/>
                        </a:cubicBezTo>
                        <a:cubicBezTo>
                          <a:pt x="90" y="79"/>
                          <a:pt x="93" y="75"/>
                          <a:pt x="93" y="71"/>
                        </a:cubicBezTo>
                        <a:close/>
                        <a:moveTo>
                          <a:pt x="81" y="67"/>
                        </a:moveTo>
                        <a:cubicBezTo>
                          <a:pt x="12" y="67"/>
                          <a:pt x="12" y="67"/>
                          <a:pt x="12" y="67"/>
                        </a:cubicBezTo>
                        <a:cubicBezTo>
                          <a:pt x="12" y="12"/>
                          <a:pt x="12" y="12"/>
                          <a:pt x="12" y="12"/>
                        </a:cubicBezTo>
                        <a:cubicBezTo>
                          <a:pt x="36" y="12"/>
                          <a:pt x="36" y="12"/>
                          <a:pt x="36" y="12"/>
                        </a:cubicBezTo>
                        <a:cubicBezTo>
                          <a:pt x="37" y="12"/>
                          <a:pt x="37" y="12"/>
                          <a:pt x="37" y="12"/>
                        </a:cubicBezTo>
                        <a:cubicBezTo>
                          <a:pt x="39" y="14"/>
                          <a:pt x="39" y="14"/>
                          <a:pt x="39" y="14"/>
                        </a:cubicBezTo>
                        <a:cubicBezTo>
                          <a:pt x="40" y="17"/>
                          <a:pt x="40" y="17"/>
                          <a:pt x="40" y="17"/>
                        </a:cubicBezTo>
                        <a:cubicBezTo>
                          <a:pt x="43" y="21"/>
                          <a:pt x="48" y="24"/>
                          <a:pt x="53" y="24"/>
                        </a:cubicBezTo>
                        <a:cubicBezTo>
                          <a:pt x="56" y="24"/>
                          <a:pt x="56" y="24"/>
                          <a:pt x="56" y="24"/>
                        </a:cubicBezTo>
                        <a:cubicBezTo>
                          <a:pt x="66" y="24"/>
                          <a:pt x="66" y="24"/>
                          <a:pt x="66" y="24"/>
                        </a:cubicBezTo>
                        <a:cubicBezTo>
                          <a:pt x="81" y="24"/>
                          <a:pt x="81" y="24"/>
                          <a:pt x="81" y="24"/>
                        </a:cubicBezTo>
                        <a:lnTo>
                          <a:pt x="81" y="67"/>
                        </a:lnTo>
                        <a:close/>
                      </a:path>
                    </a:pathLst>
                  </a:custGeom>
                  <a:solidFill>
                    <a:srgbClr val="9D9F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4" name="Freeform 537">
                    <a:extLst>
                      <a:ext uri="{FF2B5EF4-FFF2-40B4-BE49-F238E27FC236}">
                        <a16:creationId xmlns:a16="http://schemas.microsoft.com/office/drawing/2014/main" id="{171C5B32-BE38-490E-BC44-4ED7AFB750A4}"/>
                      </a:ext>
                    </a:extLst>
                  </p:cNvPr>
                  <p:cNvSpPr>
                    <a:spLocks noEditPoints="1"/>
                  </p:cNvSpPr>
                  <p:nvPr/>
                </p:nvSpPr>
                <p:spPr bwMode="auto">
                  <a:xfrm>
                    <a:off x="4039917" y="4815157"/>
                    <a:ext cx="76109" cy="94414"/>
                  </a:xfrm>
                  <a:custGeom>
                    <a:avLst/>
                    <a:gdLst>
                      <a:gd name="T0" fmla="*/ 2147483646 w 80"/>
                      <a:gd name="T1" fmla="*/ 2147483646 h 98"/>
                      <a:gd name="T2" fmla="*/ 2147483646 w 80"/>
                      <a:gd name="T3" fmla="*/ 2147483646 h 98"/>
                      <a:gd name="T4" fmla="*/ 2147483646 w 80"/>
                      <a:gd name="T5" fmla="*/ 0 h 98"/>
                      <a:gd name="T6" fmla="*/ 2147483646 w 80"/>
                      <a:gd name="T7" fmla="*/ 0 h 98"/>
                      <a:gd name="T8" fmla="*/ 0 w 80"/>
                      <a:gd name="T9" fmla="*/ 2147483646 h 98"/>
                      <a:gd name="T10" fmla="*/ 0 w 80"/>
                      <a:gd name="T11" fmla="*/ 2147483646 h 98"/>
                      <a:gd name="T12" fmla="*/ 2147483646 w 80"/>
                      <a:gd name="T13" fmla="*/ 2147483646 h 98"/>
                      <a:gd name="T14" fmla="*/ 2147483646 w 80"/>
                      <a:gd name="T15" fmla="*/ 2147483646 h 98"/>
                      <a:gd name="T16" fmla="*/ 2147483646 w 80"/>
                      <a:gd name="T17" fmla="*/ 2147483646 h 98"/>
                      <a:gd name="T18" fmla="*/ 2147483646 w 80"/>
                      <a:gd name="T19" fmla="*/ 2147483646 h 98"/>
                      <a:gd name="T20" fmla="*/ 2147483646 w 80"/>
                      <a:gd name="T21" fmla="*/ 2147483646 h 98"/>
                      <a:gd name="T22" fmla="*/ 2147483646 w 80"/>
                      <a:gd name="T23" fmla="*/ 2147483646 h 98"/>
                      <a:gd name="T24" fmla="*/ 2147483646 w 80"/>
                      <a:gd name="T25" fmla="*/ 2147483646 h 98"/>
                      <a:gd name="T26" fmla="*/ 2147483646 w 80"/>
                      <a:gd name="T27" fmla="*/ 2147483646 h 98"/>
                      <a:gd name="T28" fmla="*/ 2147483646 w 80"/>
                      <a:gd name="T29" fmla="*/ 2147483646 h 98"/>
                      <a:gd name="T30" fmla="*/ 2147483646 w 80"/>
                      <a:gd name="T31" fmla="*/ 2147483646 h 98"/>
                      <a:gd name="T32" fmla="*/ 2147483646 w 80"/>
                      <a:gd name="T33" fmla="*/ 2147483646 h 98"/>
                      <a:gd name="T34" fmla="*/ 2147483646 w 80"/>
                      <a:gd name="T35" fmla="*/ 2147483646 h 98"/>
                      <a:gd name="T36" fmla="*/ 2147483646 w 80"/>
                      <a:gd name="T37" fmla="*/ 2147483646 h 98"/>
                      <a:gd name="T38" fmla="*/ 2147483646 w 80"/>
                      <a:gd name="T39" fmla="*/ 2147483646 h 98"/>
                      <a:gd name="T40" fmla="*/ 2147483646 w 80"/>
                      <a:gd name="T41" fmla="*/ 2147483646 h 98"/>
                      <a:gd name="T42" fmla="*/ 2147483646 w 80"/>
                      <a:gd name="T43" fmla="*/ 2147483646 h 98"/>
                      <a:gd name="T44" fmla="*/ 2147483646 w 80"/>
                      <a:gd name="T45" fmla="*/ 2147483646 h 98"/>
                      <a:gd name="T46" fmla="*/ 2147483646 w 80"/>
                      <a:gd name="T47" fmla="*/ 2147483646 h 98"/>
                      <a:gd name="T48" fmla="*/ 2147483646 w 80"/>
                      <a:gd name="T49" fmla="*/ 2147483646 h 98"/>
                      <a:gd name="T50" fmla="*/ 2147483646 w 80"/>
                      <a:gd name="T51" fmla="*/ 2147483646 h 98"/>
                      <a:gd name="T52" fmla="*/ 2147483646 w 80"/>
                      <a:gd name="T53" fmla="*/ 2147483646 h 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0" h="98">
                        <a:moveTo>
                          <a:pt x="74" y="16"/>
                        </a:moveTo>
                        <a:cubicBezTo>
                          <a:pt x="63" y="6"/>
                          <a:pt x="63" y="6"/>
                          <a:pt x="63" y="6"/>
                        </a:cubicBezTo>
                        <a:cubicBezTo>
                          <a:pt x="60" y="3"/>
                          <a:pt x="54" y="0"/>
                          <a:pt x="50" y="0"/>
                        </a:cubicBezTo>
                        <a:cubicBezTo>
                          <a:pt x="8" y="0"/>
                          <a:pt x="8" y="0"/>
                          <a:pt x="8" y="0"/>
                        </a:cubicBezTo>
                        <a:cubicBezTo>
                          <a:pt x="3" y="0"/>
                          <a:pt x="0" y="4"/>
                          <a:pt x="0" y="8"/>
                        </a:cubicBezTo>
                        <a:cubicBezTo>
                          <a:pt x="0" y="90"/>
                          <a:pt x="0" y="90"/>
                          <a:pt x="0" y="90"/>
                        </a:cubicBezTo>
                        <a:cubicBezTo>
                          <a:pt x="0" y="94"/>
                          <a:pt x="3" y="98"/>
                          <a:pt x="8" y="98"/>
                        </a:cubicBezTo>
                        <a:cubicBezTo>
                          <a:pt x="72" y="98"/>
                          <a:pt x="72" y="98"/>
                          <a:pt x="72" y="98"/>
                        </a:cubicBezTo>
                        <a:cubicBezTo>
                          <a:pt x="76" y="98"/>
                          <a:pt x="80" y="94"/>
                          <a:pt x="80" y="90"/>
                        </a:cubicBezTo>
                        <a:cubicBezTo>
                          <a:pt x="80" y="29"/>
                          <a:pt x="80" y="29"/>
                          <a:pt x="80" y="29"/>
                        </a:cubicBezTo>
                        <a:cubicBezTo>
                          <a:pt x="80" y="25"/>
                          <a:pt x="77" y="19"/>
                          <a:pt x="74" y="16"/>
                        </a:cubicBezTo>
                        <a:close/>
                        <a:moveTo>
                          <a:pt x="66" y="25"/>
                        </a:moveTo>
                        <a:cubicBezTo>
                          <a:pt x="66" y="25"/>
                          <a:pt x="67" y="26"/>
                          <a:pt x="67" y="27"/>
                        </a:cubicBezTo>
                        <a:cubicBezTo>
                          <a:pt x="54" y="27"/>
                          <a:pt x="54" y="27"/>
                          <a:pt x="54" y="27"/>
                        </a:cubicBezTo>
                        <a:cubicBezTo>
                          <a:pt x="53" y="27"/>
                          <a:pt x="53" y="27"/>
                          <a:pt x="52" y="27"/>
                        </a:cubicBezTo>
                        <a:cubicBezTo>
                          <a:pt x="52" y="26"/>
                          <a:pt x="52" y="26"/>
                          <a:pt x="52" y="25"/>
                        </a:cubicBezTo>
                        <a:cubicBezTo>
                          <a:pt x="52" y="13"/>
                          <a:pt x="52" y="13"/>
                          <a:pt x="52" y="13"/>
                        </a:cubicBezTo>
                        <a:cubicBezTo>
                          <a:pt x="53" y="13"/>
                          <a:pt x="55" y="14"/>
                          <a:pt x="55" y="15"/>
                        </a:cubicBezTo>
                        <a:lnTo>
                          <a:pt x="66" y="25"/>
                        </a:lnTo>
                        <a:close/>
                        <a:moveTo>
                          <a:pt x="12" y="86"/>
                        </a:moveTo>
                        <a:cubicBezTo>
                          <a:pt x="12" y="12"/>
                          <a:pt x="12" y="12"/>
                          <a:pt x="12" y="12"/>
                        </a:cubicBezTo>
                        <a:cubicBezTo>
                          <a:pt x="40" y="12"/>
                          <a:pt x="40" y="12"/>
                          <a:pt x="40" y="12"/>
                        </a:cubicBezTo>
                        <a:cubicBezTo>
                          <a:pt x="40" y="25"/>
                          <a:pt x="40" y="25"/>
                          <a:pt x="40" y="25"/>
                        </a:cubicBezTo>
                        <a:cubicBezTo>
                          <a:pt x="40" y="33"/>
                          <a:pt x="46" y="39"/>
                          <a:pt x="54" y="39"/>
                        </a:cubicBezTo>
                        <a:cubicBezTo>
                          <a:pt x="68" y="39"/>
                          <a:pt x="68" y="39"/>
                          <a:pt x="68" y="39"/>
                        </a:cubicBezTo>
                        <a:cubicBezTo>
                          <a:pt x="68" y="86"/>
                          <a:pt x="68" y="86"/>
                          <a:pt x="68" y="86"/>
                        </a:cubicBezTo>
                        <a:lnTo>
                          <a:pt x="12" y="8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5" name="Freeform 538">
                    <a:extLst>
                      <a:ext uri="{FF2B5EF4-FFF2-40B4-BE49-F238E27FC236}">
                        <a16:creationId xmlns:a16="http://schemas.microsoft.com/office/drawing/2014/main" id="{0CCBC643-F04B-4C6F-93D2-E2D4FE240600}"/>
                      </a:ext>
                    </a:extLst>
                  </p:cNvPr>
                  <p:cNvSpPr>
                    <a:spLocks noEditPoints="1"/>
                  </p:cNvSpPr>
                  <p:nvPr/>
                </p:nvSpPr>
                <p:spPr bwMode="auto">
                  <a:xfrm>
                    <a:off x="4112173" y="4340199"/>
                    <a:ext cx="77072" cy="94414"/>
                  </a:xfrm>
                  <a:custGeom>
                    <a:avLst/>
                    <a:gdLst>
                      <a:gd name="T0" fmla="*/ 2147483646 w 80"/>
                      <a:gd name="T1" fmla="*/ 2147483646 h 98"/>
                      <a:gd name="T2" fmla="*/ 2147483646 w 80"/>
                      <a:gd name="T3" fmla="*/ 0 h 98"/>
                      <a:gd name="T4" fmla="*/ 2147483646 w 80"/>
                      <a:gd name="T5" fmla="*/ 0 h 98"/>
                      <a:gd name="T6" fmla="*/ 0 w 80"/>
                      <a:gd name="T7" fmla="*/ 2147483646 h 98"/>
                      <a:gd name="T8" fmla="*/ 0 w 80"/>
                      <a:gd name="T9" fmla="*/ 2147483646 h 98"/>
                      <a:gd name="T10" fmla="*/ 2147483646 w 80"/>
                      <a:gd name="T11" fmla="*/ 2147483646 h 98"/>
                      <a:gd name="T12" fmla="*/ 2147483646 w 80"/>
                      <a:gd name="T13" fmla="*/ 2147483646 h 98"/>
                      <a:gd name="T14" fmla="*/ 2147483646 w 80"/>
                      <a:gd name="T15" fmla="*/ 2147483646 h 98"/>
                      <a:gd name="T16" fmla="*/ 2147483646 w 80"/>
                      <a:gd name="T17" fmla="*/ 2147483646 h 98"/>
                      <a:gd name="T18" fmla="*/ 2147483646 w 80"/>
                      <a:gd name="T19" fmla="*/ 2147483646 h 98"/>
                      <a:gd name="T20" fmla="*/ 2147483646 w 80"/>
                      <a:gd name="T21" fmla="*/ 2147483646 h 98"/>
                      <a:gd name="T22" fmla="*/ 2147483646 w 80"/>
                      <a:gd name="T23" fmla="*/ 2147483646 h 98"/>
                      <a:gd name="T24" fmla="*/ 2147483646 w 80"/>
                      <a:gd name="T25" fmla="*/ 2147483646 h 98"/>
                      <a:gd name="T26" fmla="*/ 2147483646 w 80"/>
                      <a:gd name="T27" fmla="*/ 2147483646 h 98"/>
                      <a:gd name="T28" fmla="*/ 2147483646 w 80"/>
                      <a:gd name="T29" fmla="*/ 2147483646 h 98"/>
                      <a:gd name="T30" fmla="*/ 2147483646 w 80"/>
                      <a:gd name="T31" fmla="*/ 2147483646 h 98"/>
                      <a:gd name="T32" fmla="*/ 2147483646 w 80"/>
                      <a:gd name="T33" fmla="*/ 2147483646 h 98"/>
                      <a:gd name="T34" fmla="*/ 2147483646 w 80"/>
                      <a:gd name="T35" fmla="*/ 2147483646 h 98"/>
                      <a:gd name="T36" fmla="*/ 2147483646 w 80"/>
                      <a:gd name="T37" fmla="*/ 2147483646 h 98"/>
                      <a:gd name="T38" fmla="*/ 2147483646 w 80"/>
                      <a:gd name="T39" fmla="*/ 2147483646 h 98"/>
                      <a:gd name="T40" fmla="*/ 2147483646 w 80"/>
                      <a:gd name="T41" fmla="*/ 2147483646 h 98"/>
                      <a:gd name="T42" fmla="*/ 2147483646 w 80"/>
                      <a:gd name="T43" fmla="*/ 2147483646 h 98"/>
                      <a:gd name="T44" fmla="*/ 2147483646 w 80"/>
                      <a:gd name="T45" fmla="*/ 2147483646 h 98"/>
                      <a:gd name="T46" fmla="*/ 2147483646 w 80"/>
                      <a:gd name="T47" fmla="*/ 2147483646 h 98"/>
                      <a:gd name="T48" fmla="*/ 2147483646 w 80"/>
                      <a:gd name="T49" fmla="*/ 2147483646 h 98"/>
                      <a:gd name="T50" fmla="*/ 2147483646 w 80"/>
                      <a:gd name="T51" fmla="*/ 2147483646 h 98"/>
                      <a:gd name="T52" fmla="*/ 2147483646 w 80"/>
                      <a:gd name="T53" fmla="*/ 2147483646 h 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0" h="98">
                        <a:moveTo>
                          <a:pt x="63" y="6"/>
                        </a:moveTo>
                        <a:cubicBezTo>
                          <a:pt x="60" y="3"/>
                          <a:pt x="54" y="0"/>
                          <a:pt x="50" y="0"/>
                        </a:cubicBezTo>
                        <a:cubicBezTo>
                          <a:pt x="8" y="0"/>
                          <a:pt x="8" y="0"/>
                          <a:pt x="8" y="0"/>
                        </a:cubicBezTo>
                        <a:cubicBezTo>
                          <a:pt x="3" y="0"/>
                          <a:pt x="0" y="4"/>
                          <a:pt x="0" y="8"/>
                        </a:cubicBezTo>
                        <a:cubicBezTo>
                          <a:pt x="0" y="90"/>
                          <a:pt x="0" y="90"/>
                          <a:pt x="0" y="90"/>
                        </a:cubicBezTo>
                        <a:cubicBezTo>
                          <a:pt x="0" y="94"/>
                          <a:pt x="3" y="98"/>
                          <a:pt x="8" y="98"/>
                        </a:cubicBezTo>
                        <a:cubicBezTo>
                          <a:pt x="72" y="98"/>
                          <a:pt x="72" y="98"/>
                          <a:pt x="72" y="98"/>
                        </a:cubicBezTo>
                        <a:cubicBezTo>
                          <a:pt x="76" y="98"/>
                          <a:pt x="80" y="94"/>
                          <a:pt x="80" y="90"/>
                        </a:cubicBezTo>
                        <a:cubicBezTo>
                          <a:pt x="80" y="29"/>
                          <a:pt x="80" y="29"/>
                          <a:pt x="80" y="29"/>
                        </a:cubicBezTo>
                        <a:cubicBezTo>
                          <a:pt x="80" y="25"/>
                          <a:pt x="77" y="19"/>
                          <a:pt x="74" y="16"/>
                        </a:cubicBezTo>
                        <a:lnTo>
                          <a:pt x="63" y="6"/>
                        </a:lnTo>
                        <a:close/>
                        <a:moveTo>
                          <a:pt x="66" y="25"/>
                        </a:moveTo>
                        <a:cubicBezTo>
                          <a:pt x="66" y="25"/>
                          <a:pt x="67" y="26"/>
                          <a:pt x="67" y="27"/>
                        </a:cubicBezTo>
                        <a:cubicBezTo>
                          <a:pt x="54" y="27"/>
                          <a:pt x="54" y="27"/>
                          <a:pt x="54" y="27"/>
                        </a:cubicBezTo>
                        <a:cubicBezTo>
                          <a:pt x="53" y="27"/>
                          <a:pt x="53" y="27"/>
                          <a:pt x="52" y="27"/>
                        </a:cubicBezTo>
                        <a:cubicBezTo>
                          <a:pt x="52" y="26"/>
                          <a:pt x="52" y="26"/>
                          <a:pt x="52" y="25"/>
                        </a:cubicBezTo>
                        <a:cubicBezTo>
                          <a:pt x="52" y="13"/>
                          <a:pt x="52" y="13"/>
                          <a:pt x="52" y="13"/>
                        </a:cubicBezTo>
                        <a:cubicBezTo>
                          <a:pt x="53" y="13"/>
                          <a:pt x="55" y="14"/>
                          <a:pt x="55" y="15"/>
                        </a:cubicBezTo>
                        <a:lnTo>
                          <a:pt x="66" y="25"/>
                        </a:lnTo>
                        <a:close/>
                        <a:moveTo>
                          <a:pt x="12" y="86"/>
                        </a:moveTo>
                        <a:cubicBezTo>
                          <a:pt x="12" y="12"/>
                          <a:pt x="12" y="12"/>
                          <a:pt x="12" y="12"/>
                        </a:cubicBezTo>
                        <a:cubicBezTo>
                          <a:pt x="40" y="12"/>
                          <a:pt x="40" y="12"/>
                          <a:pt x="40" y="12"/>
                        </a:cubicBezTo>
                        <a:cubicBezTo>
                          <a:pt x="40" y="25"/>
                          <a:pt x="40" y="25"/>
                          <a:pt x="40" y="25"/>
                        </a:cubicBezTo>
                        <a:cubicBezTo>
                          <a:pt x="40" y="33"/>
                          <a:pt x="46" y="39"/>
                          <a:pt x="54" y="39"/>
                        </a:cubicBezTo>
                        <a:cubicBezTo>
                          <a:pt x="68" y="39"/>
                          <a:pt x="68" y="39"/>
                          <a:pt x="68" y="39"/>
                        </a:cubicBezTo>
                        <a:cubicBezTo>
                          <a:pt x="68" y="86"/>
                          <a:pt x="68" y="86"/>
                          <a:pt x="68" y="86"/>
                        </a:cubicBezTo>
                        <a:lnTo>
                          <a:pt x="12" y="8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6" name="Freeform 539">
                    <a:extLst>
                      <a:ext uri="{FF2B5EF4-FFF2-40B4-BE49-F238E27FC236}">
                        <a16:creationId xmlns:a16="http://schemas.microsoft.com/office/drawing/2014/main" id="{7B261FC8-9B22-4C29-9835-116AC9EF5B1F}"/>
                      </a:ext>
                    </a:extLst>
                  </p:cNvPr>
                  <p:cNvSpPr>
                    <a:spLocks noEditPoints="1"/>
                  </p:cNvSpPr>
                  <p:nvPr/>
                </p:nvSpPr>
                <p:spPr bwMode="auto">
                  <a:xfrm>
                    <a:off x="4844357" y="4053106"/>
                    <a:ext cx="77072" cy="93451"/>
                  </a:xfrm>
                  <a:custGeom>
                    <a:avLst/>
                    <a:gdLst>
                      <a:gd name="T0" fmla="*/ 2147483646 w 80"/>
                      <a:gd name="T1" fmla="*/ 2147483646 h 98"/>
                      <a:gd name="T2" fmla="*/ 2147483646 w 80"/>
                      <a:gd name="T3" fmla="*/ 2147483646 h 98"/>
                      <a:gd name="T4" fmla="*/ 2147483646 w 80"/>
                      <a:gd name="T5" fmla="*/ 2147483646 h 98"/>
                      <a:gd name="T6" fmla="*/ 2147483646 w 80"/>
                      <a:gd name="T7" fmla="*/ 2147483646 h 98"/>
                      <a:gd name="T8" fmla="*/ 2147483646 w 80"/>
                      <a:gd name="T9" fmla="*/ 2147483646 h 98"/>
                      <a:gd name="T10" fmla="*/ 2147483646 w 80"/>
                      <a:gd name="T11" fmla="*/ 0 h 98"/>
                      <a:gd name="T12" fmla="*/ 2147483646 w 80"/>
                      <a:gd name="T13" fmla="*/ 0 h 98"/>
                      <a:gd name="T14" fmla="*/ 0 w 80"/>
                      <a:gd name="T15" fmla="*/ 2147483646 h 98"/>
                      <a:gd name="T16" fmla="*/ 0 w 80"/>
                      <a:gd name="T17" fmla="*/ 2147483646 h 98"/>
                      <a:gd name="T18" fmla="*/ 2147483646 w 80"/>
                      <a:gd name="T19" fmla="*/ 2147483646 h 98"/>
                      <a:gd name="T20" fmla="*/ 2147483646 w 80"/>
                      <a:gd name="T21" fmla="*/ 2147483646 h 98"/>
                      <a:gd name="T22" fmla="*/ 2147483646 w 80"/>
                      <a:gd name="T23" fmla="*/ 2147483646 h 98"/>
                      <a:gd name="T24" fmla="*/ 2147483646 w 80"/>
                      <a:gd name="T25" fmla="*/ 2147483646 h 98"/>
                      <a:gd name="T26" fmla="*/ 2147483646 w 80"/>
                      <a:gd name="T27" fmla="*/ 2147483646 h 98"/>
                      <a:gd name="T28" fmla="*/ 2147483646 w 80"/>
                      <a:gd name="T29" fmla="*/ 2147483646 h 98"/>
                      <a:gd name="T30" fmla="*/ 2147483646 w 80"/>
                      <a:gd name="T31" fmla="*/ 2147483646 h 98"/>
                      <a:gd name="T32" fmla="*/ 2147483646 w 80"/>
                      <a:gd name="T33" fmla="*/ 2147483646 h 98"/>
                      <a:gd name="T34" fmla="*/ 2147483646 w 80"/>
                      <a:gd name="T35" fmla="*/ 2147483646 h 98"/>
                      <a:gd name="T36" fmla="*/ 2147483646 w 80"/>
                      <a:gd name="T37" fmla="*/ 2147483646 h 98"/>
                      <a:gd name="T38" fmla="*/ 2147483646 w 80"/>
                      <a:gd name="T39" fmla="*/ 2147483646 h 98"/>
                      <a:gd name="T40" fmla="*/ 2147483646 w 80"/>
                      <a:gd name="T41" fmla="*/ 2147483646 h 98"/>
                      <a:gd name="T42" fmla="*/ 2147483646 w 80"/>
                      <a:gd name="T43" fmla="*/ 2147483646 h 98"/>
                      <a:gd name="T44" fmla="*/ 2147483646 w 80"/>
                      <a:gd name="T45" fmla="*/ 2147483646 h 98"/>
                      <a:gd name="T46" fmla="*/ 2147483646 w 80"/>
                      <a:gd name="T47" fmla="*/ 2147483646 h 98"/>
                      <a:gd name="T48" fmla="*/ 2147483646 w 80"/>
                      <a:gd name="T49" fmla="*/ 2147483646 h 98"/>
                      <a:gd name="T50" fmla="*/ 2147483646 w 80"/>
                      <a:gd name="T51" fmla="*/ 2147483646 h 98"/>
                      <a:gd name="T52" fmla="*/ 2147483646 w 80"/>
                      <a:gd name="T53" fmla="*/ 2147483646 h 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0" h="98">
                        <a:moveTo>
                          <a:pt x="72" y="98"/>
                        </a:moveTo>
                        <a:cubicBezTo>
                          <a:pt x="76" y="98"/>
                          <a:pt x="80" y="94"/>
                          <a:pt x="80" y="90"/>
                        </a:cubicBezTo>
                        <a:cubicBezTo>
                          <a:pt x="80" y="29"/>
                          <a:pt x="80" y="29"/>
                          <a:pt x="80" y="29"/>
                        </a:cubicBezTo>
                        <a:cubicBezTo>
                          <a:pt x="80" y="25"/>
                          <a:pt x="77" y="19"/>
                          <a:pt x="74" y="16"/>
                        </a:cubicBezTo>
                        <a:cubicBezTo>
                          <a:pt x="64" y="6"/>
                          <a:pt x="64" y="6"/>
                          <a:pt x="64" y="6"/>
                        </a:cubicBezTo>
                        <a:cubicBezTo>
                          <a:pt x="60" y="3"/>
                          <a:pt x="54" y="0"/>
                          <a:pt x="50" y="0"/>
                        </a:cubicBezTo>
                        <a:cubicBezTo>
                          <a:pt x="8" y="0"/>
                          <a:pt x="8" y="0"/>
                          <a:pt x="8" y="0"/>
                        </a:cubicBezTo>
                        <a:cubicBezTo>
                          <a:pt x="3" y="0"/>
                          <a:pt x="0" y="4"/>
                          <a:pt x="0" y="8"/>
                        </a:cubicBezTo>
                        <a:cubicBezTo>
                          <a:pt x="0" y="90"/>
                          <a:pt x="0" y="90"/>
                          <a:pt x="0" y="90"/>
                        </a:cubicBezTo>
                        <a:cubicBezTo>
                          <a:pt x="0" y="94"/>
                          <a:pt x="3" y="98"/>
                          <a:pt x="8" y="98"/>
                        </a:cubicBezTo>
                        <a:lnTo>
                          <a:pt x="72" y="98"/>
                        </a:lnTo>
                        <a:close/>
                        <a:moveTo>
                          <a:pt x="66" y="25"/>
                        </a:moveTo>
                        <a:cubicBezTo>
                          <a:pt x="67" y="25"/>
                          <a:pt x="67" y="26"/>
                          <a:pt x="68" y="27"/>
                        </a:cubicBezTo>
                        <a:cubicBezTo>
                          <a:pt x="54" y="27"/>
                          <a:pt x="54" y="27"/>
                          <a:pt x="54" y="27"/>
                        </a:cubicBezTo>
                        <a:cubicBezTo>
                          <a:pt x="53" y="27"/>
                          <a:pt x="53" y="27"/>
                          <a:pt x="52" y="27"/>
                        </a:cubicBezTo>
                        <a:cubicBezTo>
                          <a:pt x="52" y="26"/>
                          <a:pt x="52" y="26"/>
                          <a:pt x="52" y="25"/>
                        </a:cubicBezTo>
                        <a:cubicBezTo>
                          <a:pt x="52" y="13"/>
                          <a:pt x="52" y="13"/>
                          <a:pt x="52" y="13"/>
                        </a:cubicBezTo>
                        <a:cubicBezTo>
                          <a:pt x="53" y="13"/>
                          <a:pt x="55" y="14"/>
                          <a:pt x="55" y="14"/>
                        </a:cubicBezTo>
                        <a:lnTo>
                          <a:pt x="66" y="25"/>
                        </a:lnTo>
                        <a:close/>
                        <a:moveTo>
                          <a:pt x="12" y="12"/>
                        </a:moveTo>
                        <a:cubicBezTo>
                          <a:pt x="40" y="12"/>
                          <a:pt x="40" y="12"/>
                          <a:pt x="40" y="12"/>
                        </a:cubicBezTo>
                        <a:cubicBezTo>
                          <a:pt x="40" y="25"/>
                          <a:pt x="40" y="25"/>
                          <a:pt x="40" y="25"/>
                        </a:cubicBezTo>
                        <a:cubicBezTo>
                          <a:pt x="40" y="33"/>
                          <a:pt x="46" y="39"/>
                          <a:pt x="54" y="39"/>
                        </a:cubicBezTo>
                        <a:cubicBezTo>
                          <a:pt x="68" y="39"/>
                          <a:pt x="68" y="39"/>
                          <a:pt x="68" y="39"/>
                        </a:cubicBezTo>
                        <a:cubicBezTo>
                          <a:pt x="68" y="86"/>
                          <a:pt x="68" y="86"/>
                          <a:pt x="68" y="86"/>
                        </a:cubicBezTo>
                        <a:cubicBezTo>
                          <a:pt x="12" y="86"/>
                          <a:pt x="12" y="86"/>
                          <a:pt x="12" y="86"/>
                        </a:cubicBezTo>
                        <a:lnTo>
                          <a:pt x="12" y="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7" name="Freeform 540">
                    <a:extLst>
                      <a:ext uri="{FF2B5EF4-FFF2-40B4-BE49-F238E27FC236}">
                        <a16:creationId xmlns:a16="http://schemas.microsoft.com/office/drawing/2014/main" id="{8B514EDF-BAB8-46CA-9DC2-CF67C0B4EB59}"/>
                      </a:ext>
                    </a:extLst>
                  </p:cNvPr>
                  <p:cNvSpPr>
                    <a:spLocks noEditPoints="1"/>
                  </p:cNvSpPr>
                  <p:nvPr/>
                </p:nvSpPr>
                <p:spPr bwMode="auto">
                  <a:xfrm>
                    <a:off x="4936845" y="5374893"/>
                    <a:ext cx="76109" cy="94414"/>
                  </a:xfrm>
                  <a:custGeom>
                    <a:avLst/>
                    <a:gdLst>
                      <a:gd name="T0" fmla="*/ 2147483646 w 80"/>
                      <a:gd name="T1" fmla="*/ 2147483646 h 98"/>
                      <a:gd name="T2" fmla="*/ 2147483646 w 80"/>
                      <a:gd name="T3" fmla="*/ 2147483646 h 98"/>
                      <a:gd name="T4" fmla="*/ 2147483646 w 80"/>
                      <a:gd name="T5" fmla="*/ 2147483646 h 98"/>
                      <a:gd name="T6" fmla="*/ 2147483646 w 80"/>
                      <a:gd name="T7" fmla="*/ 2147483646 h 98"/>
                      <a:gd name="T8" fmla="*/ 2147483646 w 80"/>
                      <a:gd name="T9" fmla="*/ 0 h 98"/>
                      <a:gd name="T10" fmla="*/ 2147483646 w 80"/>
                      <a:gd name="T11" fmla="*/ 0 h 98"/>
                      <a:gd name="T12" fmla="*/ 0 w 80"/>
                      <a:gd name="T13" fmla="*/ 2147483646 h 98"/>
                      <a:gd name="T14" fmla="*/ 0 w 80"/>
                      <a:gd name="T15" fmla="*/ 2147483646 h 98"/>
                      <a:gd name="T16" fmla="*/ 2147483646 w 80"/>
                      <a:gd name="T17" fmla="*/ 2147483646 h 98"/>
                      <a:gd name="T18" fmla="*/ 2147483646 w 80"/>
                      <a:gd name="T19" fmla="*/ 2147483646 h 98"/>
                      <a:gd name="T20" fmla="*/ 2147483646 w 80"/>
                      <a:gd name="T21" fmla="*/ 2147483646 h 98"/>
                      <a:gd name="T22" fmla="*/ 2147483646 w 80"/>
                      <a:gd name="T23" fmla="*/ 2147483646 h 98"/>
                      <a:gd name="T24" fmla="*/ 2147483646 w 80"/>
                      <a:gd name="T25" fmla="*/ 2147483646 h 98"/>
                      <a:gd name="T26" fmla="*/ 2147483646 w 80"/>
                      <a:gd name="T27" fmla="*/ 2147483646 h 98"/>
                      <a:gd name="T28" fmla="*/ 2147483646 w 80"/>
                      <a:gd name="T29" fmla="*/ 2147483646 h 98"/>
                      <a:gd name="T30" fmla="*/ 2147483646 w 80"/>
                      <a:gd name="T31" fmla="*/ 2147483646 h 98"/>
                      <a:gd name="T32" fmla="*/ 2147483646 w 80"/>
                      <a:gd name="T33" fmla="*/ 2147483646 h 98"/>
                      <a:gd name="T34" fmla="*/ 2147483646 w 80"/>
                      <a:gd name="T35" fmla="*/ 2147483646 h 98"/>
                      <a:gd name="T36" fmla="*/ 2147483646 w 80"/>
                      <a:gd name="T37" fmla="*/ 2147483646 h 98"/>
                      <a:gd name="T38" fmla="*/ 2147483646 w 80"/>
                      <a:gd name="T39" fmla="*/ 2147483646 h 98"/>
                      <a:gd name="T40" fmla="*/ 2147483646 w 80"/>
                      <a:gd name="T41" fmla="*/ 2147483646 h 98"/>
                      <a:gd name="T42" fmla="*/ 2147483646 w 80"/>
                      <a:gd name="T43" fmla="*/ 2147483646 h 98"/>
                      <a:gd name="T44" fmla="*/ 2147483646 w 80"/>
                      <a:gd name="T45" fmla="*/ 2147483646 h 98"/>
                      <a:gd name="T46" fmla="*/ 2147483646 w 80"/>
                      <a:gd name="T47" fmla="*/ 2147483646 h 98"/>
                      <a:gd name="T48" fmla="*/ 2147483646 w 80"/>
                      <a:gd name="T49" fmla="*/ 2147483646 h 98"/>
                      <a:gd name="T50" fmla="*/ 2147483646 w 80"/>
                      <a:gd name="T51" fmla="*/ 2147483646 h 98"/>
                      <a:gd name="T52" fmla="*/ 2147483646 w 80"/>
                      <a:gd name="T53" fmla="*/ 2147483646 h 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0" h="98">
                        <a:moveTo>
                          <a:pt x="80" y="90"/>
                        </a:moveTo>
                        <a:cubicBezTo>
                          <a:pt x="80" y="29"/>
                          <a:pt x="80" y="29"/>
                          <a:pt x="80" y="29"/>
                        </a:cubicBezTo>
                        <a:cubicBezTo>
                          <a:pt x="80" y="25"/>
                          <a:pt x="77" y="19"/>
                          <a:pt x="74" y="16"/>
                        </a:cubicBezTo>
                        <a:cubicBezTo>
                          <a:pt x="64" y="6"/>
                          <a:pt x="64" y="6"/>
                          <a:pt x="64" y="6"/>
                        </a:cubicBezTo>
                        <a:cubicBezTo>
                          <a:pt x="60" y="3"/>
                          <a:pt x="54" y="0"/>
                          <a:pt x="50" y="0"/>
                        </a:cubicBezTo>
                        <a:cubicBezTo>
                          <a:pt x="8" y="0"/>
                          <a:pt x="8" y="0"/>
                          <a:pt x="8" y="0"/>
                        </a:cubicBezTo>
                        <a:cubicBezTo>
                          <a:pt x="3" y="0"/>
                          <a:pt x="0" y="4"/>
                          <a:pt x="0" y="8"/>
                        </a:cubicBezTo>
                        <a:cubicBezTo>
                          <a:pt x="0" y="90"/>
                          <a:pt x="0" y="90"/>
                          <a:pt x="0" y="90"/>
                        </a:cubicBezTo>
                        <a:cubicBezTo>
                          <a:pt x="0" y="94"/>
                          <a:pt x="3" y="98"/>
                          <a:pt x="8" y="98"/>
                        </a:cubicBezTo>
                        <a:cubicBezTo>
                          <a:pt x="72" y="98"/>
                          <a:pt x="72" y="98"/>
                          <a:pt x="72" y="98"/>
                        </a:cubicBezTo>
                        <a:cubicBezTo>
                          <a:pt x="77" y="98"/>
                          <a:pt x="80" y="94"/>
                          <a:pt x="80" y="90"/>
                        </a:cubicBezTo>
                        <a:close/>
                        <a:moveTo>
                          <a:pt x="66" y="25"/>
                        </a:moveTo>
                        <a:cubicBezTo>
                          <a:pt x="67" y="25"/>
                          <a:pt x="67" y="26"/>
                          <a:pt x="68" y="27"/>
                        </a:cubicBezTo>
                        <a:cubicBezTo>
                          <a:pt x="54" y="27"/>
                          <a:pt x="54" y="27"/>
                          <a:pt x="54" y="27"/>
                        </a:cubicBezTo>
                        <a:cubicBezTo>
                          <a:pt x="53" y="27"/>
                          <a:pt x="53" y="27"/>
                          <a:pt x="52" y="27"/>
                        </a:cubicBezTo>
                        <a:cubicBezTo>
                          <a:pt x="52" y="26"/>
                          <a:pt x="52" y="26"/>
                          <a:pt x="52" y="25"/>
                        </a:cubicBezTo>
                        <a:cubicBezTo>
                          <a:pt x="52" y="13"/>
                          <a:pt x="52" y="13"/>
                          <a:pt x="52" y="13"/>
                        </a:cubicBezTo>
                        <a:cubicBezTo>
                          <a:pt x="53" y="13"/>
                          <a:pt x="55" y="14"/>
                          <a:pt x="55" y="15"/>
                        </a:cubicBezTo>
                        <a:lnTo>
                          <a:pt x="66" y="25"/>
                        </a:lnTo>
                        <a:close/>
                        <a:moveTo>
                          <a:pt x="12" y="86"/>
                        </a:moveTo>
                        <a:cubicBezTo>
                          <a:pt x="12" y="12"/>
                          <a:pt x="12" y="12"/>
                          <a:pt x="12" y="12"/>
                        </a:cubicBezTo>
                        <a:cubicBezTo>
                          <a:pt x="40" y="12"/>
                          <a:pt x="40" y="12"/>
                          <a:pt x="40" y="12"/>
                        </a:cubicBezTo>
                        <a:cubicBezTo>
                          <a:pt x="40" y="25"/>
                          <a:pt x="40" y="25"/>
                          <a:pt x="40" y="25"/>
                        </a:cubicBezTo>
                        <a:cubicBezTo>
                          <a:pt x="40" y="33"/>
                          <a:pt x="46" y="39"/>
                          <a:pt x="54" y="39"/>
                        </a:cubicBezTo>
                        <a:cubicBezTo>
                          <a:pt x="68" y="39"/>
                          <a:pt x="68" y="39"/>
                          <a:pt x="68" y="39"/>
                        </a:cubicBezTo>
                        <a:cubicBezTo>
                          <a:pt x="68" y="86"/>
                          <a:pt x="68" y="86"/>
                          <a:pt x="68" y="86"/>
                        </a:cubicBezTo>
                        <a:lnTo>
                          <a:pt x="12" y="8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8" name="Freeform 541">
                    <a:extLst>
                      <a:ext uri="{FF2B5EF4-FFF2-40B4-BE49-F238E27FC236}">
                        <a16:creationId xmlns:a16="http://schemas.microsoft.com/office/drawing/2014/main" id="{39FEC535-3D18-4459-86F5-FCCFD85C8CDC}"/>
                      </a:ext>
                    </a:extLst>
                  </p:cNvPr>
                  <p:cNvSpPr>
                    <a:spLocks noEditPoints="1"/>
                  </p:cNvSpPr>
                  <p:nvPr/>
                </p:nvSpPr>
                <p:spPr bwMode="auto">
                  <a:xfrm>
                    <a:off x="5687334" y="4685097"/>
                    <a:ext cx="77072" cy="94414"/>
                  </a:xfrm>
                  <a:custGeom>
                    <a:avLst/>
                    <a:gdLst>
                      <a:gd name="T0" fmla="*/ 2147483646 w 80"/>
                      <a:gd name="T1" fmla="*/ 2147483646 h 98"/>
                      <a:gd name="T2" fmla="*/ 2147483646 w 80"/>
                      <a:gd name="T3" fmla="*/ 2147483646 h 98"/>
                      <a:gd name="T4" fmla="*/ 2147483646 w 80"/>
                      <a:gd name="T5" fmla="*/ 2147483646 h 98"/>
                      <a:gd name="T6" fmla="*/ 2147483646 w 80"/>
                      <a:gd name="T7" fmla="*/ 2147483646 h 98"/>
                      <a:gd name="T8" fmla="*/ 2147483646 w 80"/>
                      <a:gd name="T9" fmla="*/ 2147483646 h 98"/>
                      <a:gd name="T10" fmla="*/ 2147483646 w 80"/>
                      <a:gd name="T11" fmla="*/ 2147483646 h 98"/>
                      <a:gd name="T12" fmla="*/ 2147483646 w 80"/>
                      <a:gd name="T13" fmla="*/ 0 h 98"/>
                      <a:gd name="T14" fmla="*/ 2147483646 w 80"/>
                      <a:gd name="T15" fmla="*/ 0 h 98"/>
                      <a:gd name="T16" fmla="*/ 0 w 80"/>
                      <a:gd name="T17" fmla="*/ 2147483646 h 98"/>
                      <a:gd name="T18" fmla="*/ 0 w 80"/>
                      <a:gd name="T19" fmla="*/ 2147483646 h 98"/>
                      <a:gd name="T20" fmla="*/ 2147483646 w 80"/>
                      <a:gd name="T21" fmla="*/ 2147483646 h 98"/>
                      <a:gd name="T22" fmla="*/ 2147483646 w 80"/>
                      <a:gd name="T23" fmla="*/ 2147483646 h 98"/>
                      <a:gd name="T24" fmla="*/ 2147483646 w 80"/>
                      <a:gd name="T25" fmla="*/ 2147483646 h 98"/>
                      <a:gd name="T26" fmla="*/ 2147483646 w 80"/>
                      <a:gd name="T27" fmla="*/ 2147483646 h 98"/>
                      <a:gd name="T28" fmla="*/ 2147483646 w 80"/>
                      <a:gd name="T29" fmla="*/ 2147483646 h 98"/>
                      <a:gd name="T30" fmla="*/ 2147483646 w 80"/>
                      <a:gd name="T31" fmla="*/ 2147483646 h 98"/>
                      <a:gd name="T32" fmla="*/ 2147483646 w 80"/>
                      <a:gd name="T33" fmla="*/ 2147483646 h 98"/>
                      <a:gd name="T34" fmla="*/ 2147483646 w 80"/>
                      <a:gd name="T35" fmla="*/ 2147483646 h 98"/>
                      <a:gd name="T36" fmla="*/ 2147483646 w 80"/>
                      <a:gd name="T37" fmla="*/ 2147483646 h 98"/>
                      <a:gd name="T38" fmla="*/ 2147483646 w 80"/>
                      <a:gd name="T39" fmla="*/ 2147483646 h 98"/>
                      <a:gd name="T40" fmla="*/ 2147483646 w 80"/>
                      <a:gd name="T41" fmla="*/ 2147483646 h 98"/>
                      <a:gd name="T42" fmla="*/ 2147483646 w 80"/>
                      <a:gd name="T43" fmla="*/ 2147483646 h 98"/>
                      <a:gd name="T44" fmla="*/ 2147483646 w 80"/>
                      <a:gd name="T45" fmla="*/ 2147483646 h 98"/>
                      <a:gd name="T46" fmla="*/ 2147483646 w 80"/>
                      <a:gd name="T47" fmla="*/ 2147483646 h 98"/>
                      <a:gd name="T48" fmla="*/ 2147483646 w 80"/>
                      <a:gd name="T49" fmla="*/ 2147483646 h 98"/>
                      <a:gd name="T50" fmla="*/ 2147483646 w 80"/>
                      <a:gd name="T51" fmla="*/ 2147483646 h 98"/>
                      <a:gd name="T52" fmla="*/ 2147483646 w 80"/>
                      <a:gd name="T53" fmla="*/ 2147483646 h 9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80" h="98">
                        <a:moveTo>
                          <a:pt x="8" y="98"/>
                        </a:moveTo>
                        <a:cubicBezTo>
                          <a:pt x="72" y="98"/>
                          <a:pt x="72" y="98"/>
                          <a:pt x="72" y="98"/>
                        </a:cubicBezTo>
                        <a:cubicBezTo>
                          <a:pt x="77" y="98"/>
                          <a:pt x="80" y="94"/>
                          <a:pt x="80" y="90"/>
                        </a:cubicBezTo>
                        <a:cubicBezTo>
                          <a:pt x="80" y="29"/>
                          <a:pt x="80" y="29"/>
                          <a:pt x="80" y="29"/>
                        </a:cubicBezTo>
                        <a:cubicBezTo>
                          <a:pt x="80" y="25"/>
                          <a:pt x="78" y="19"/>
                          <a:pt x="74" y="16"/>
                        </a:cubicBezTo>
                        <a:cubicBezTo>
                          <a:pt x="64" y="6"/>
                          <a:pt x="64" y="6"/>
                          <a:pt x="64" y="6"/>
                        </a:cubicBezTo>
                        <a:cubicBezTo>
                          <a:pt x="60" y="3"/>
                          <a:pt x="54" y="0"/>
                          <a:pt x="50" y="0"/>
                        </a:cubicBezTo>
                        <a:cubicBezTo>
                          <a:pt x="8" y="0"/>
                          <a:pt x="8" y="0"/>
                          <a:pt x="8" y="0"/>
                        </a:cubicBezTo>
                        <a:cubicBezTo>
                          <a:pt x="4" y="0"/>
                          <a:pt x="0" y="4"/>
                          <a:pt x="0" y="8"/>
                        </a:cubicBezTo>
                        <a:cubicBezTo>
                          <a:pt x="0" y="90"/>
                          <a:pt x="0" y="90"/>
                          <a:pt x="0" y="90"/>
                        </a:cubicBezTo>
                        <a:cubicBezTo>
                          <a:pt x="0" y="94"/>
                          <a:pt x="4" y="98"/>
                          <a:pt x="8" y="98"/>
                        </a:cubicBezTo>
                        <a:close/>
                        <a:moveTo>
                          <a:pt x="66" y="25"/>
                        </a:moveTo>
                        <a:cubicBezTo>
                          <a:pt x="67" y="25"/>
                          <a:pt x="67" y="26"/>
                          <a:pt x="68" y="27"/>
                        </a:cubicBezTo>
                        <a:cubicBezTo>
                          <a:pt x="54" y="27"/>
                          <a:pt x="54" y="27"/>
                          <a:pt x="54" y="27"/>
                        </a:cubicBezTo>
                        <a:cubicBezTo>
                          <a:pt x="53" y="27"/>
                          <a:pt x="53" y="27"/>
                          <a:pt x="52" y="27"/>
                        </a:cubicBezTo>
                        <a:cubicBezTo>
                          <a:pt x="52" y="26"/>
                          <a:pt x="52" y="26"/>
                          <a:pt x="52" y="25"/>
                        </a:cubicBezTo>
                        <a:cubicBezTo>
                          <a:pt x="52" y="13"/>
                          <a:pt x="52" y="13"/>
                          <a:pt x="52" y="13"/>
                        </a:cubicBezTo>
                        <a:cubicBezTo>
                          <a:pt x="53" y="13"/>
                          <a:pt x="55" y="14"/>
                          <a:pt x="55" y="15"/>
                        </a:cubicBezTo>
                        <a:lnTo>
                          <a:pt x="66" y="25"/>
                        </a:lnTo>
                        <a:close/>
                        <a:moveTo>
                          <a:pt x="12" y="12"/>
                        </a:moveTo>
                        <a:cubicBezTo>
                          <a:pt x="40" y="12"/>
                          <a:pt x="40" y="12"/>
                          <a:pt x="40" y="12"/>
                        </a:cubicBezTo>
                        <a:cubicBezTo>
                          <a:pt x="40" y="25"/>
                          <a:pt x="40" y="25"/>
                          <a:pt x="40" y="25"/>
                        </a:cubicBezTo>
                        <a:cubicBezTo>
                          <a:pt x="40" y="33"/>
                          <a:pt x="46" y="39"/>
                          <a:pt x="54" y="39"/>
                        </a:cubicBezTo>
                        <a:cubicBezTo>
                          <a:pt x="68" y="39"/>
                          <a:pt x="68" y="39"/>
                          <a:pt x="68" y="39"/>
                        </a:cubicBezTo>
                        <a:cubicBezTo>
                          <a:pt x="68" y="86"/>
                          <a:pt x="68" y="86"/>
                          <a:pt x="68" y="86"/>
                        </a:cubicBezTo>
                        <a:cubicBezTo>
                          <a:pt x="12" y="86"/>
                          <a:pt x="12" y="86"/>
                          <a:pt x="12" y="86"/>
                        </a:cubicBezTo>
                        <a:lnTo>
                          <a:pt x="12" y="1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79" name="Freeform 542">
                    <a:extLst>
                      <a:ext uri="{FF2B5EF4-FFF2-40B4-BE49-F238E27FC236}">
                        <a16:creationId xmlns:a16="http://schemas.microsoft.com/office/drawing/2014/main" id="{241DC141-03E3-490F-BE38-5482823D3565}"/>
                      </a:ext>
                    </a:extLst>
                  </p:cNvPr>
                  <p:cNvSpPr>
                    <a:spLocks/>
                  </p:cNvSpPr>
                  <p:nvPr/>
                </p:nvSpPr>
                <p:spPr bwMode="auto">
                  <a:xfrm>
                    <a:off x="4597727" y="4921131"/>
                    <a:ext cx="116572" cy="57804"/>
                  </a:xfrm>
                  <a:custGeom>
                    <a:avLst/>
                    <a:gdLst>
                      <a:gd name="T0" fmla="*/ 2147483646 w 121"/>
                      <a:gd name="T1" fmla="*/ 2147483646 h 61"/>
                      <a:gd name="T2" fmla="*/ 2147483646 w 121"/>
                      <a:gd name="T3" fmla="*/ 2147483646 h 61"/>
                      <a:gd name="T4" fmla="*/ 2147483646 w 121"/>
                      <a:gd name="T5" fmla="*/ 2147483646 h 61"/>
                      <a:gd name="T6" fmla="*/ 2147483646 w 121"/>
                      <a:gd name="T7" fmla="*/ 2147483646 h 61"/>
                      <a:gd name="T8" fmla="*/ 2147483646 w 121"/>
                      <a:gd name="T9" fmla="*/ 2147483646 h 61"/>
                      <a:gd name="T10" fmla="*/ 2147483646 w 121"/>
                      <a:gd name="T11" fmla="*/ 2147483646 h 61"/>
                      <a:gd name="T12" fmla="*/ 2147483646 w 121"/>
                      <a:gd name="T13" fmla="*/ 2147483646 h 61"/>
                      <a:gd name="T14" fmla="*/ 2147483646 w 121"/>
                      <a:gd name="T15" fmla="*/ 2147483646 h 61"/>
                      <a:gd name="T16" fmla="*/ 2147483646 w 121"/>
                      <a:gd name="T17" fmla="*/ 2147483646 h 61"/>
                      <a:gd name="T18" fmla="*/ 2147483646 w 121"/>
                      <a:gd name="T19" fmla="*/ 2147483646 h 61"/>
                      <a:gd name="T20" fmla="*/ 2147483646 w 121"/>
                      <a:gd name="T21" fmla="*/ 2147483646 h 61"/>
                      <a:gd name="T22" fmla="*/ 2147483646 w 121"/>
                      <a:gd name="T23" fmla="*/ 2147483646 h 61"/>
                      <a:gd name="T24" fmla="*/ 2147483646 w 121"/>
                      <a:gd name="T25" fmla="*/ 2147483646 h 61"/>
                      <a:gd name="T26" fmla="*/ 2147483646 w 121"/>
                      <a:gd name="T27" fmla="*/ 2147483646 h 61"/>
                      <a:gd name="T28" fmla="*/ 2147483646 w 121"/>
                      <a:gd name="T29" fmla="*/ 2147483646 h 61"/>
                      <a:gd name="T30" fmla="*/ 2147483646 w 121"/>
                      <a:gd name="T31" fmla="*/ 2147483646 h 61"/>
                      <a:gd name="T32" fmla="*/ 2147483646 w 121"/>
                      <a:gd name="T33" fmla="*/ 2147483646 h 61"/>
                      <a:gd name="T34" fmla="*/ 2147483646 w 121"/>
                      <a:gd name="T35" fmla="*/ 2147483646 h 61"/>
                      <a:gd name="T36" fmla="*/ 2147483646 w 121"/>
                      <a:gd name="T37" fmla="*/ 2147483646 h 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1" h="61">
                        <a:moveTo>
                          <a:pt x="109" y="3"/>
                        </a:moveTo>
                        <a:cubicBezTo>
                          <a:pt x="91" y="29"/>
                          <a:pt x="91" y="29"/>
                          <a:pt x="91" y="29"/>
                        </a:cubicBezTo>
                        <a:cubicBezTo>
                          <a:pt x="71" y="16"/>
                          <a:pt x="71" y="16"/>
                          <a:pt x="71" y="16"/>
                        </a:cubicBezTo>
                        <a:cubicBezTo>
                          <a:pt x="68" y="14"/>
                          <a:pt x="65" y="15"/>
                          <a:pt x="63" y="17"/>
                        </a:cubicBezTo>
                        <a:cubicBezTo>
                          <a:pt x="48" y="36"/>
                          <a:pt x="48" y="36"/>
                          <a:pt x="48" y="36"/>
                        </a:cubicBezTo>
                        <a:cubicBezTo>
                          <a:pt x="31" y="29"/>
                          <a:pt x="31" y="29"/>
                          <a:pt x="31" y="29"/>
                        </a:cubicBezTo>
                        <a:cubicBezTo>
                          <a:pt x="29" y="28"/>
                          <a:pt x="26" y="28"/>
                          <a:pt x="25" y="30"/>
                        </a:cubicBezTo>
                        <a:cubicBezTo>
                          <a:pt x="3" y="50"/>
                          <a:pt x="3" y="50"/>
                          <a:pt x="3" y="50"/>
                        </a:cubicBezTo>
                        <a:cubicBezTo>
                          <a:pt x="0" y="52"/>
                          <a:pt x="0" y="56"/>
                          <a:pt x="2" y="58"/>
                        </a:cubicBezTo>
                        <a:cubicBezTo>
                          <a:pt x="4" y="61"/>
                          <a:pt x="8" y="61"/>
                          <a:pt x="11" y="59"/>
                        </a:cubicBezTo>
                        <a:cubicBezTo>
                          <a:pt x="30" y="42"/>
                          <a:pt x="30" y="42"/>
                          <a:pt x="30" y="42"/>
                        </a:cubicBezTo>
                        <a:cubicBezTo>
                          <a:pt x="47" y="49"/>
                          <a:pt x="47" y="49"/>
                          <a:pt x="47" y="49"/>
                        </a:cubicBezTo>
                        <a:cubicBezTo>
                          <a:pt x="49" y="50"/>
                          <a:pt x="52" y="50"/>
                          <a:pt x="54" y="47"/>
                        </a:cubicBezTo>
                        <a:cubicBezTo>
                          <a:pt x="69" y="29"/>
                          <a:pt x="69" y="29"/>
                          <a:pt x="69" y="29"/>
                        </a:cubicBezTo>
                        <a:cubicBezTo>
                          <a:pt x="90" y="42"/>
                          <a:pt x="90" y="42"/>
                          <a:pt x="90" y="42"/>
                        </a:cubicBezTo>
                        <a:cubicBezTo>
                          <a:pt x="93" y="44"/>
                          <a:pt x="96" y="43"/>
                          <a:pt x="98" y="40"/>
                        </a:cubicBezTo>
                        <a:cubicBezTo>
                          <a:pt x="119" y="10"/>
                          <a:pt x="119" y="10"/>
                          <a:pt x="119" y="10"/>
                        </a:cubicBezTo>
                        <a:cubicBezTo>
                          <a:pt x="121" y="8"/>
                          <a:pt x="120" y="4"/>
                          <a:pt x="117" y="2"/>
                        </a:cubicBezTo>
                        <a:cubicBezTo>
                          <a:pt x="114" y="0"/>
                          <a:pt x="111" y="1"/>
                          <a:pt x="109" y="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80" name="Freeform 543">
                    <a:extLst>
                      <a:ext uri="{FF2B5EF4-FFF2-40B4-BE49-F238E27FC236}">
                        <a16:creationId xmlns:a16="http://schemas.microsoft.com/office/drawing/2014/main" id="{FB80EA66-5705-43DF-826B-AFFE8CF20193}"/>
                      </a:ext>
                    </a:extLst>
                  </p:cNvPr>
                  <p:cNvSpPr>
                    <a:spLocks noEditPoints="1"/>
                  </p:cNvSpPr>
                  <p:nvPr/>
                </p:nvSpPr>
                <p:spPr bwMode="auto">
                  <a:xfrm>
                    <a:off x="4935880" y="3694720"/>
                    <a:ext cx="116572" cy="115609"/>
                  </a:xfrm>
                  <a:custGeom>
                    <a:avLst/>
                    <a:gdLst>
                      <a:gd name="T0" fmla="*/ 2147483646 w 122"/>
                      <a:gd name="T1" fmla="*/ 0 h 121"/>
                      <a:gd name="T2" fmla="*/ 2147483646 w 122"/>
                      <a:gd name="T3" fmla="*/ 2147483646 h 121"/>
                      <a:gd name="T4" fmla="*/ 2147483646 w 122"/>
                      <a:gd name="T5" fmla="*/ 2147483646 h 121"/>
                      <a:gd name="T6" fmla="*/ 2147483646 w 122"/>
                      <a:gd name="T7" fmla="*/ 2147483646 h 121"/>
                      <a:gd name="T8" fmla="*/ 2147483646 w 122"/>
                      <a:gd name="T9" fmla="*/ 2147483646 h 121"/>
                      <a:gd name="T10" fmla="*/ 2147483646 w 122"/>
                      <a:gd name="T11" fmla="*/ 2147483646 h 121"/>
                      <a:gd name="T12" fmla="*/ 2147483646 w 122"/>
                      <a:gd name="T13" fmla="*/ 2147483646 h 121"/>
                      <a:gd name="T14" fmla="*/ 2147483646 w 122"/>
                      <a:gd name="T15" fmla="*/ 2147483646 h 121"/>
                      <a:gd name="T16" fmla="*/ 2147483646 w 122"/>
                      <a:gd name="T17" fmla="*/ 2147483646 h 121"/>
                      <a:gd name="T18" fmla="*/ 2147483646 w 122"/>
                      <a:gd name="T19" fmla="*/ 2147483646 h 121"/>
                      <a:gd name="T20" fmla="*/ 2147483646 w 122"/>
                      <a:gd name="T21" fmla="*/ 2147483646 h 121"/>
                      <a:gd name="T22" fmla="*/ 2147483646 w 122"/>
                      <a:gd name="T23" fmla="*/ 2147483646 h 121"/>
                      <a:gd name="T24" fmla="*/ 2147483646 w 122"/>
                      <a:gd name="T25" fmla="*/ 2147483646 h 121"/>
                      <a:gd name="T26" fmla="*/ 2147483646 w 122"/>
                      <a:gd name="T27" fmla="*/ 2147483646 h 121"/>
                      <a:gd name="T28" fmla="*/ 2147483646 w 122"/>
                      <a:gd name="T29" fmla="*/ 2147483646 h 121"/>
                      <a:gd name="T30" fmla="*/ 2147483646 w 122"/>
                      <a:gd name="T31" fmla="*/ 2147483646 h 121"/>
                      <a:gd name="T32" fmla="*/ 2147483646 w 122"/>
                      <a:gd name="T33" fmla="*/ 2147483646 h 121"/>
                      <a:gd name="T34" fmla="*/ 2147483646 w 122"/>
                      <a:gd name="T35" fmla="*/ 2147483646 h 121"/>
                      <a:gd name="T36" fmla="*/ 2147483646 w 122"/>
                      <a:gd name="T37" fmla="*/ 2147483646 h 121"/>
                      <a:gd name="T38" fmla="*/ 2147483646 w 122"/>
                      <a:gd name="T39" fmla="*/ 2147483646 h 121"/>
                      <a:gd name="T40" fmla="*/ 2147483646 w 122"/>
                      <a:gd name="T41" fmla="*/ 2147483646 h 121"/>
                      <a:gd name="T42" fmla="*/ 2147483646 w 122"/>
                      <a:gd name="T43" fmla="*/ 2147483646 h 121"/>
                      <a:gd name="T44" fmla="*/ 2147483646 w 122"/>
                      <a:gd name="T45" fmla="*/ 2147483646 h 121"/>
                      <a:gd name="T46" fmla="*/ 2147483646 w 122"/>
                      <a:gd name="T47" fmla="*/ 2147483646 h 121"/>
                      <a:gd name="T48" fmla="*/ 2147483646 w 122"/>
                      <a:gd name="T49" fmla="*/ 2147483646 h 121"/>
                      <a:gd name="T50" fmla="*/ 2147483646 w 122"/>
                      <a:gd name="T51" fmla="*/ 2147483646 h 121"/>
                      <a:gd name="T52" fmla="*/ 2147483646 w 122"/>
                      <a:gd name="T53" fmla="*/ 2147483646 h 121"/>
                      <a:gd name="T54" fmla="*/ 2147483646 w 122"/>
                      <a:gd name="T55" fmla="*/ 2147483646 h 121"/>
                      <a:gd name="T56" fmla="*/ 2147483646 w 122"/>
                      <a:gd name="T57" fmla="*/ 2147483646 h 121"/>
                      <a:gd name="T58" fmla="*/ 2147483646 w 122"/>
                      <a:gd name="T59" fmla="*/ 2147483646 h 121"/>
                      <a:gd name="T60" fmla="*/ 2147483646 w 122"/>
                      <a:gd name="T61" fmla="*/ 2147483646 h 121"/>
                      <a:gd name="T62" fmla="*/ 2147483646 w 122"/>
                      <a:gd name="T63" fmla="*/ 2147483646 h 121"/>
                      <a:gd name="T64" fmla="*/ 2147483646 w 122"/>
                      <a:gd name="T65" fmla="*/ 2147483646 h 121"/>
                      <a:gd name="T66" fmla="*/ 2147483646 w 122"/>
                      <a:gd name="T67" fmla="*/ 2147483646 h 121"/>
                      <a:gd name="T68" fmla="*/ 2147483646 w 122"/>
                      <a:gd name="T69" fmla="*/ 2147483646 h 121"/>
                      <a:gd name="T70" fmla="*/ 2147483646 w 122"/>
                      <a:gd name="T71" fmla="*/ 2147483646 h 121"/>
                      <a:gd name="T72" fmla="*/ 2147483646 w 122"/>
                      <a:gd name="T73" fmla="*/ 2147483646 h 121"/>
                      <a:gd name="T74" fmla="*/ 2147483646 w 122"/>
                      <a:gd name="T75" fmla="*/ 2147483646 h 121"/>
                      <a:gd name="T76" fmla="*/ 2147483646 w 122"/>
                      <a:gd name="T77" fmla="*/ 2147483646 h 121"/>
                      <a:gd name="T78" fmla="*/ 2147483646 w 122"/>
                      <a:gd name="T79" fmla="*/ 2147483646 h 121"/>
                      <a:gd name="T80" fmla="*/ 2147483646 w 122"/>
                      <a:gd name="T81" fmla="*/ 2147483646 h 121"/>
                      <a:gd name="T82" fmla="*/ 2147483646 w 122"/>
                      <a:gd name="T83" fmla="*/ 2147483646 h 121"/>
                      <a:gd name="T84" fmla="*/ 2147483646 w 122"/>
                      <a:gd name="T85" fmla="*/ 2147483646 h 121"/>
                      <a:gd name="T86" fmla="*/ 2147483646 w 122"/>
                      <a:gd name="T87" fmla="*/ 2147483646 h 12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22" h="121">
                        <a:moveTo>
                          <a:pt x="61" y="121"/>
                        </a:moveTo>
                        <a:cubicBezTo>
                          <a:pt x="95" y="121"/>
                          <a:pt x="122" y="94"/>
                          <a:pt x="122" y="60"/>
                        </a:cubicBezTo>
                        <a:cubicBezTo>
                          <a:pt x="122" y="27"/>
                          <a:pt x="95" y="0"/>
                          <a:pt x="61" y="0"/>
                        </a:cubicBezTo>
                        <a:cubicBezTo>
                          <a:pt x="28" y="0"/>
                          <a:pt x="0" y="27"/>
                          <a:pt x="0" y="60"/>
                        </a:cubicBezTo>
                        <a:cubicBezTo>
                          <a:pt x="0" y="94"/>
                          <a:pt x="28" y="121"/>
                          <a:pt x="61" y="121"/>
                        </a:cubicBezTo>
                        <a:close/>
                        <a:moveTo>
                          <a:pt x="47" y="103"/>
                        </a:moveTo>
                        <a:cubicBezTo>
                          <a:pt x="47" y="103"/>
                          <a:pt x="47" y="103"/>
                          <a:pt x="47" y="103"/>
                        </a:cubicBezTo>
                        <a:cubicBezTo>
                          <a:pt x="47" y="103"/>
                          <a:pt x="47" y="103"/>
                          <a:pt x="47" y="103"/>
                        </a:cubicBezTo>
                        <a:close/>
                        <a:moveTo>
                          <a:pt x="61" y="109"/>
                        </a:moveTo>
                        <a:cubicBezTo>
                          <a:pt x="60" y="109"/>
                          <a:pt x="59" y="109"/>
                          <a:pt x="58" y="109"/>
                        </a:cubicBezTo>
                        <a:cubicBezTo>
                          <a:pt x="58" y="108"/>
                          <a:pt x="58" y="108"/>
                          <a:pt x="58" y="108"/>
                        </a:cubicBezTo>
                        <a:cubicBezTo>
                          <a:pt x="59" y="106"/>
                          <a:pt x="59" y="105"/>
                          <a:pt x="59" y="104"/>
                        </a:cubicBezTo>
                        <a:cubicBezTo>
                          <a:pt x="59" y="102"/>
                          <a:pt x="59" y="100"/>
                          <a:pt x="58" y="98"/>
                        </a:cubicBezTo>
                        <a:cubicBezTo>
                          <a:pt x="57" y="97"/>
                          <a:pt x="57" y="96"/>
                          <a:pt x="56" y="95"/>
                        </a:cubicBezTo>
                        <a:cubicBezTo>
                          <a:pt x="56" y="94"/>
                          <a:pt x="56" y="94"/>
                          <a:pt x="57" y="93"/>
                        </a:cubicBezTo>
                        <a:cubicBezTo>
                          <a:pt x="57" y="93"/>
                          <a:pt x="57" y="93"/>
                          <a:pt x="57" y="93"/>
                        </a:cubicBezTo>
                        <a:cubicBezTo>
                          <a:pt x="57" y="95"/>
                          <a:pt x="59" y="97"/>
                          <a:pt x="60" y="99"/>
                        </a:cubicBezTo>
                        <a:cubicBezTo>
                          <a:pt x="62" y="100"/>
                          <a:pt x="65" y="101"/>
                          <a:pt x="67" y="101"/>
                        </a:cubicBezTo>
                        <a:cubicBezTo>
                          <a:pt x="67" y="101"/>
                          <a:pt x="67" y="101"/>
                          <a:pt x="67" y="101"/>
                        </a:cubicBezTo>
                        <a:cubicBezTo>
                          <a:pt x="67" y="101"/>
                          <a:pt x="68" y="101"/>
                          <a:pt x="68" y="101"/>
                        </a:cubicBezTo>
                        <a:cubicBezTo>
                          <a:pt x="71" y="101"/>
                          <a:pt x="73" y="101"/>
                          <a:pt x="75" y="100"/>
                        </a:cubicBezTo>
                        <a:cubicBezTo>
                          <a:pt x="77" y="99"/>
                          <a:pt x="79" y="98"/>
                          <a:pt x="81" y="96"/>
                        </a:cubicBezTo>
                        <a:cubicBezTo>
                          <a:pt x="81" y="95"/>
                          <a:pt x="82" y="94"/>
                          <a:pt x="84" y="94"/>
                        </a:cubicBezTo>
                        <a:cubicBezTo>
                          <a:pt x="85" y="93"/>
                          <a:pt x="86" y="92"/>
                          <a:pt x="87" y="92"/>
                        </a:cubicBezTo>
                        <a:cubicBezTo>
                          <a:pt x="88" y="91"/>
                          <a:pt x="90" y="91"/>
                          <a:pt x="91" y="90"/>
                        </a:cubicBezTo>
                        <a:cubicBezTo>
                          <a:pt x="92" y="88"/>
                          <a:pt x="93" y="87"/>
                          <a:pt x="94" y="85"/>
                        </a:cubicBezTo>
                        <a:cubicBezTo>
                          <a:pt x="94" y="83"/>
                          <a:pt x="95" y="81"/>
                          <a:pt x="95" y="79"/>
                        </a:cubicBezTo>
                        <a:cubicBezTo>
                          <a:pt x="95" y="78"/>
                          <a:pt x="95" y="77"/>
                          <a:pt x="94" y="75"/>
                        </a:cubicBezTo>
                        <a:cubicBezTo>
                          <a:pt x="94" y="74"/>
                          <a:pt x="94" y="73"/>
                          <a:pt x="94" y="71"/>
                        </a:cubicBezTo>
                        <a:cubicBezTo>
                          <a:pt x="94" y="70"/>
                          <a:pt x="94" y="69"/>
                          <a:pt x="94" y="68"/>
                        </a:cubicBezTo>
                        <a:cubicBezTo>
                          <a:pt x="94" y="68"/>
                          <a:pt x="94" y="68"/>
                          <a:pt x="94" y="68"/>
                        </a:cubicBezTo>
                        <a:cubicBezTo>
                          <a:pt x="94" y="67"/>
                          <a:pt x="94" y="67"/>
                          <a:pt x="94" y="67"/>
                        </a:cubicBezTo>
                        <a:cubicBezTo>
                          <a:pt x="94" y="67"/>
                          <a:pt x="95" y="67"/>
                          <a:pt x="96" y="66"/>
                        </a:cubicBezTo>
                        <a:cubicBezTo>
                          <a:pt x="97" y="66"/>
                          <a:pt x="98" y="65"/>
                          <a:pt x="99" y="65"/>
                        </a:cubicBezTo>
                        <a:cubicBezTo>
                          <a:pt x="100" y="65"/>
                          <a:pt x="102" y="65"/>
                          <a:pt x="103" y="65"/>
                        </a:cubicBezTo>
                        <a:cubicBezTo>
                          <a:pt x="104" y="65"/>
                          <a:pt x="105" y="65"/>
                          <a:pt x="106" y="65"/>
                        </a:cubicBezTo>
                        <a:cubicBezTo>
                          <a:pt x="106" y="65"/>
                          <a:pt x="106" y="65"/>
                          <a:pt x="107" y="65"/>
                        </a:cubicBezTo>
                        <a:cubicBezTo>
                          <a:pt x="107" y="65"/>
                          <a:pt x="107" y="65"/>
                          <a:pt x="107" y="65"/>
                        </a:cubicBezTo>
                        <a:cubicBezTo>
                          <a:pt x="108" y="66"/>
                          <a:pt x="109" y="66"/>
                          <a:pt x="109" y="67"/>
                        </a:cubicBezTo>
                        <a:cubicBezTo>
                          <a:pt x="106" y="90"/>
                          <a:pt x="86" y="109"/>
                          <a:pt x="61" y="109"/>
                        </a:cubicBezTo>
                        <a:close/>
                        <a:moveTo>
                          <a:pt x="109" y="54"/>
                        </a:moveTo>
                        <a:cubicBezTo>
                          <a:pt x="109" y="53"/>
                          <a:pt x="108" y="53"/>
                          <a:pt x="108" y="53"/>
                        </a:cubicBezTo>
                        <a:cubicBezTo>
                          <a:pt x="106" y="53"/>
                          <a:pt x="104" y="53"/>
                          <a:pt x="103" y="53"/>
                        </a:cubicBezTo>
                        <a:cubicBezTo>
                          <a:pt x="101" y="53"/>
                          <a:pt x="99" y="53"/>
                          <a:pt x="97" y="53"/>
                        </a:cubicBezTo>
                        <a:cubicBezTo>
                          <a:pt x="95" y="54"/>
                          <a:pt x="92" y="55"/>
                          <a:pt x="90" y="56"/>
                        </a:cubicBezTo>
                        <a:cubicBezTo>
                          <a:pt x="88" y="57"/>
                          <a:pt x="87" y="58"/>
                          <a:pt x="86" y="59"/>
                        </a:cubicBezTo>
                        <a:cubicBezTo>
                          <a:pt x="85" y="59"/>
                          <a:pt x="84" y="61"/>
                          <a:pt x="84" y="62"/>
                        </a:cubicBezTo>
                        <a:cubicBezTo>
                          <a:pt x="83" y="64"/>
                          <a:pt x="82" y="65"/>
                          <a:pt x="82" y="66"/>
                        </a:cubicBezTo>
                        <a:cubicBezTo>
                          <a:pt x="82" y="68"/>
                          <a:pt x="82" y="69"/>
                          <a:pt x="82" y="71"/>
                        </a:cubicBezTo>
                        <a:cubicBezTo>
                          <a:pt x="82" y="73"/>
                          <a:pt x="82" y="76"/>
                          <a:pt x="83" y="78"/>
                        </a:cubicBezTo>
                        <a:cubicBezTo>
                          <a:pt x="83" y="78"/>
                          <a:pt x="83" y="79"/>
                          <a:pt x="83" y="79"/>
                        </a:cubicBezTo>
                        <a:cubicBezTo>
                          <a:pt x="83" y="80"/>
                          <a:pt x="83" y="81"/>
                          <a:pt x="83" y="81"/>
                        </a:cubicBezTo>
                        <a:cubicBezTo>
                          <a:pt x="81" y="82"/>
                          <a:pt x="79" y="82"/>
                          <a:pt x="77" y="84"/>
                        </a:cubicBezTo>
                        <a:cubicBezTo>
                          <a:pt x="75" y="85"/>
                          <a:pt x="73" y="86"/>
                          <a:pt x="72" y="88"/>
                        </a:cubicBezTo>
                        <a:cubicBezTo>
                          <a:pt x="72" y="88"/>
                          <a:pt x="71" y="88"/>
                          <a:pt x="70" y="89"/>
                        </a:cubicBezTo>
                        <a:cubicBezTo>
                          <a:pt x="70" y="89"/>
                          <a:pt x="70" y="89"/>
                          <a:pt x="69" y="89"/>
                        </a:cubicBezTo>
                        <a:cubicBezTo>
                          <a:pt x="69" y="89"/>
                          <a:pt x="69" y="89"/>
                          <a:pt x="69" y="89"/>
                        </a:cubicBezTo>
                        <a:cubicBezTo>
                          <a:pt x="69" y="87"/>
                          <a:pt x="69" y="85"/>
                          <a:pt x="68" y="83"/>
                        </a:cubicBezTo>
                        <a:cubicBezTo>
                          <a:pt x="67" y="82"/>
                          <a:pt x="66" y="80"/>
                          <a:pt x="64" y="79"/>
                        </a:cubicBezTo>
                        <a:cubicBezTo>
                          <a:pt x="63" y="78"/>
                          <a:pt x="61" y="78"/>
                          <a:pt x="60" y="78"/>
                        </a:cubicBezTo>
                        <a:cubicBezTo>
                          <a:pt x="57" y="78"/>
                          <a:pt x="55" y="79"/>
                          <a:pt x="53" y="80"/>
                        </a:cubicBezTo>
                        <a:cubicBezTo>
                          <a:pt x="51" y="81"/>
                          <a:pt x="49" y="83"/>
                          <a:pt x="48" y="85"/>
                        </a:cubicBezTo>
                        <a:cubicBezTo>
                          <a:pt x="48" y="85"/>
                          <a:pt x="48" y="85"/>
                          <a:pt x="48" y="85"/>
                        </a:cubicBezTo>
                        <a:cubicBezTo>
                          <a:pt x="47" y="86"/>
                          <a:pt x="47" y="86"/>
                          <a:pt x="47" y="86"/>
                        </a:cubicBezTo>
                        <a:cubicBezTo>
                          <a:pt x="47" y="86"/>
                          <a:pt x="47" y="86"/>
                          <a:pt x="47" y="86"/>
                        </a:cubicBezTo>
                        <a:cubicBezTo>
                          <a:pt x="46" y="87"/>
                          <a:pt x="45" y="89"/>
                          <a:pt x="45" y="90"/>
                        </a:cubicBezTo>
                        <a:cubicBezTo>
                          <a:pt x="44" y="92"/>
                          <a:pt x="44" y="94"/>
                          <a:pt x="44" y="96"/>
                        </a:cubicBezTo>
                        <a:cubicBezTo>
                          <a:pt x="44" y="97"/>
                          <a:pt x="44" y="98"/>
                          <a:pt x="44" y="99"/>
                        </a:cubicBezTo>
                        <a:cubicBezTo>
                          <a:pt x="45" y="101"/>
                          <a:pt x="46" y="102"/>
                          <a:pt x="47" y="103"/>
                        </a:cubicBezTo>
                        <a:cubicBezTo>
                          <a:pt x="47" y="103"/>
                          <a:pt x="47" y="103"/>
                          <a:pt x="47" y="103"/>
                        </a:cubicBezTo>
                        <a:cubicBezTo>
                          <a:pt x="47" y="103"/>
                          <a:pt x="47" y="103"/>
                          <a:pt x="47" y="104"/>
                        </a:cubicBezTo>
                        <a:cubicBezTo>
                          <a:pt x="47" y="104"/>
                          <a:pt x="47" y="104"/>
                          <a:pt x="47" y="104"/>
                        </a:cubicBezTo>
                        <a:cubicBezTo>
                          <a:pt x="47" y="105"/>
                          <a:pt x="46" y="106"/>
                          <a:pt x="46" y="107"/>
                        </a:cubicBezTo>
                        <a:cubicBezTo>
                          <a:pt x="37" y="104"/>
                          <a:pt x="30" y="98"/>
                          <a:pt x="24" y="91"/>
                        </a:cubicBezTo>
                        <a:cubicBezTo>
                          <a:pt x="24" y="91"/>
                          <a:pt x="25" y="91"/>
                          <a:pt x="25" y="90"/>
                        </a:cubicBezTo>
                        <a:cubicBezTo>
                          <a:pt x="27" y="89"/>
                          <a:pt x="28" y="87"/>
                          <a:pt x="29" y="86"/>
                        </a:cubicBezTo>
                        <a:cubicBezTo>
                          <a:pt x="30" y="84"/>
                          <a:pt x="31" y="82"/>
                          <a:pt x="31" y="80"/>
                        </a:cubicBezTo>
                        <a:cubicBezTo>
                          <a:pt x="31" y="79"/>
                          <a:pt x="31" y="78"/>
                          <a:pt x="31" y="78"/>
                        </a:cubicBezTo>
                        <a:cubicBezTo>
                          <a:pt x="31" y="76"/>
                          <a:pt x="31" y="74"/>
                          <a:pt x="30" y="72"/>
                        </a:cubicBezTo>
                        <a:cubicBezTo>
                          <a:pt x="30" y="71"/>
                          <a:pt x="30" y="71"/>
                          <a:pt x="29" y="70"/>
                        </a:cubicBezTo>
                        <a:cubicBezTo>
                          <a:pt x="30" y="70"/>
                          <a:pt x="30" y="70"/>
                          <a:pt x="30" y="70"/>
                        </a:cubicBezTo>
                        <a:cubicBezTo>
                          <a:pt x="33" y="72"/>
                          <a:pt x="36" y="72"/>
                          <a:pt x="39" y="72"/>
                        </a:cubicBezTo>
                        <a:cubicBezTo>
                          <a:pt x="41" y="72"/>
                          <a:pt x="44" y="72"/>
                          <a:pt x="46" y="71"/>
                        </a:cubicBezTo>
                        <a:cubicBezTo>
                          <a:pt x="48" y="69"/>
                          <a:pt x="50" y="68"/>
                          <a:pt x="52" y="66"/>
                        </a:cubicBezTo>
                        <a:cubicBezTo>
                          <a:pt x="53" y="64"/>
                          <a:pt x="55" y="62"/>
                          <a:pt x="55" y="59"/>
                        </a:cubicBezTo>
                        <a:cubicBezTo>
                          <a:pt x="56" y="58"/>
                          <a:pt x="56" y="57"/>
                          <a:pt x="56" y="56"/>
                        </a:cubicBezTo>
                        <a:cubicBezTo>
                          <a:pt x="56" y="52"/>
                          <a:pt x="55" y="48"/>
                          <a:pt x="53" y="45"/>
                        </a:cubicBezTo>
                        <a:cubicBezTo>
                          <a:pt x="53" y="45"/>
                          <a:pt x="53" y="45"/>
                          <a:pt x="53" y="45"/>
                        </a:cubicBezTo>
                        <a:cubicBezTo>
                          <a:pt x="54" y="44"/>
                          <a:pt x="54" y="44"/>
                          <a:pt x="54" y="44"/>
                        </a:cubicBezTo>
                        <a:cubicBezTo>
                          <a:pt x="57" y="43"/>
                          <a:pt x="59" y="41"/>
                          <a:pt x="61" y="39"/>
                        </a:cubicBezTo>
                        <a:cubicBezTo>
                          <a:pt x="62" y="36"/>
                          <a:pt x="64" y="34"/>
                          <a:pt x="64" y="31"/>
                        </a:cubicBezTo>
                        <a:cubicBezTo>
                          <a:pt x="65" y="30"/>
                          <a:pt x="65" y="29"/>
                          <a:pt x="65" y="28"/>
                        </a:cubicBezTo>
                        <a:cubicBezTo>
                          <a:pt x="65" y="26"/>
                          <a:pt x="64" y="24"/>
                          <a:pt x="64" y="22"/>
                        </a:cubicBezTo>
                        <a:cubicBezTo>
                          <a:pt x="63" y="20"/>
                          <a:pt x="62" y="17"/>
                          <a:pt x="61" y="16"/>
                        </a:cubicBezTo>
                        <a:cubicBezTo>
                          <a:pt x="60" y="15"/>
                          <a:pt x="60" y="14"/>
                          <a:pt x="60" y="13"/>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1" y="12"/>
                          <a:pt x="61" y="12"/>
                          <a:pt x="61" y="12"/>
                        </a:cubicBezTo>
                        <a:cubicBezTo>
                          <a:pt x="86" y="12"/>
                          <a:pt x="106" y="30"/>
                          <a:pt x="109" y="54"/>
                        </a:cubicBezTo>
                        <a:close/>
                        <a:moveTo>
                          <a:pt x="48" y="13"/>
                        </a:moveTo>
                        <a:cubicBezTo>
                          <a:pt x="48" y="17"/>
                          <a:pt x="49" y="20"/>
                          <a:pt x="51" y="23"/>
                        </a:cubicBezTo>
                        <a:cubicBezTo>
                          <a:pt x="51" y="23"/>
                          <a:pt x="52" y="24"/>
                          <a:pt x="52" y="25"/>
                        </a:cubicBezTo>
                        <a:cubicBezTo>
                          <a:pt x="52" y="26"/>
                          <a:pt x="53" y="27"/>
                          <a:pt x="53" y="28"/>
                        </a:cubicBezTo>
                        <a:cubicBezTo>
                          <a:pt x="53" y="29"/>
                          <a:pt x="53" y="29"/>
                          <a:pt x="53" y="29"/>
                        </a:cubicBezTo>
                        <a:cubicBezTo>
                          <a:pt x="53" y="29"/>
                          <a:pt x="52" y="30"/>
                          <a:pt x="51" y="31"/>
                        </a:cubicBezTo>
                        <a:cubicBezTo>
                          <a:pt x="51" y="32"/>
                          <a:pt x="49" y="33"/>
                          <a:pt x="49" y="33"/>
                        </a:cubicBezTo>
                        <a:cubicBezTo>
                          <a:pt x="44" y="35"/>
                          <a:pt x="41" y="40"/>
                          <a:pt x="41" y="45"/>
                        </a:cubicBezTo>
                        <a:cubicBezTo>
                          <a:pt x="41" y="46"/>
                          <a:pt x="42" y="48"/>
                          <a:pt x="42" y="50"/>
                        </a:cubicBezTo>
                        <a:cubicBezTo>
                          <a:pt x="42" y="50"/>
                          <a:pt x="42" y="50"/>
                          <a:pt x="42" y="50"/>
                        </a:cubicBezTo>
                        <a:cubicBezTo>
                          <a:pt x="43" y="51"/>
                          <a:pt x="44" y="54"/>
                          <a:pt x="44" y="56"/>
                        </a:cubicBezTo>
                        <a:cubicBezTo>
                          <a:pt x="44" y="56"/>
                          <a:pt x="44" y="56"/>
                          <a:pt x="44" y="56"/>
                        </a:cubicBezTo>
                        <a:cubicBezTo>
                          <a:pt x="44" y="56"/>
                          <a:pt x="44" y="56"/>
                          <a:pt x="44" y="56"/>
                        </a:cubicBezTo>
                        <a:cubicBezTo>
                          <a:pt x="44" y="57"/>
                          <a:pt x="43" y="58"/>
                          <a:pt x="42" y="58"/>
                        </a:cubicBezTo>
                        <a:cubicBezTo>
                          <a:pt x="42" y="59"/>
                          <a:pt x="41" y="60"/>
                          <a:pt x="40" y="60"/>
                        </a:cubicBezTo>
                        <a:cubicBezTo>
                          <a:pt x="40" y="60"/>
                          <a:pt x="39" y="60"/>
                          <a:pt x="39" y="60"/>
                        </a:cubicBezTo>
                        <a:cubicBezTo>
                          <a:pt x="38" y="60"/>
                          <a:pt x="38" y="60"/>
                          <a:pt x="37" y="60"/>
                        </a:cubicBezTo>
                        <a:cubicBezTo>
                          <a:pt x="37" y="60"/>
                          <a:pt x="37" y="60"/>
                          <a:pt x="37" y="60"/>
                        </a:cubicBezTo>
                        <a:cubicBezTo>
                          <a:pt x="34" y="58"/>
                          <a:pt x="31" y="58"/>
                          <a:pt x="29" y="58"/>
                        </a:cubicBezTo>
                        <a:cubicBezTo>
                          <a:pt x="26" y="58"/>
                          <a:pt x="24" y="58"/>
                          <a:pt x="21" y="60"/>
                        </a:cubicBezTo>
                        <a:cubicBezTo>
                          <a:pt x="21" y="60"/>
                          <a:pt x="21" y="60"/>
                          <a:pt x="21" y="60"/>
                        </a:cubicBezTo>
                        <a:cubicBezTo>
                          <a:pt x="20" y="61"/>
                          <a:pt x="18" y="62"/>
                          <a:pt x="17" y="63"/>
                        </a:cubicBezTo>
                        <a:cubicBezTo>
                          <a:pt x="16" y="65"/>
                          <a:pt x="16" y="67"/>
                          <a:pt x="16" y="69"/>
                        </a:cubicBezTo>
                        <a:cubicBezTo>
                          <a:pt x="16" y="71"/>
                          <a:pt x="17" y="74"/>
                          <a:pt x="18" y="75"/>
                        </a:cubicBezTo>
                        <a:cubicBezTo>
                          <a:pt x="18" y="75"/>
                          <a:pt x="19" y="76"/>
                          <a:pt x="19" y="76"/>
                        </a:cubicBezTo>
                        <a:cubicBezTo>
                          <a:pt x="19" y="77"/>
                          <a:pt x="19" y="77"/>
                          <a:pt x="19" y="78"/>
                        </a:cubicBezTo>
                        <a:cubicBezTo>
                          <a:pt x="19" y="78"/>
                          <a:pt x="19" y="79"/>
                          <a:pt x="18" y="79"/>
                        </a:cubicBezTo>
                        <a:cubicBezTo>
                          <a:pt x="18" y="80"/>
                          <a:pt x="18" y="81"/>
                          <a:pt x="17" y="81"/>
                        </a:cubicBezTo>
                        <a:cubicBezTo>
                          <a:pt x="14" y="75"/>
                          <a:pt x="12" y="68"/>
                          <a:pt x="12" y="60"/>
                        </a:cubicBezTo>
                        <a:cubicBezTo>
                          <a:pt x="12" y="38"/>
                          <a:pt x="28" y="19"/>
                          <a:pt x="48" y="13"/>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81" name="Rectangle 544">
                    <a:extLst>
                      <a:ext uri="{FF2B5EF4-FFF2-40B4-BE49-F238E27FC236}">
                        <a16:creationId xmlns:a16="http://schemas.microsoft.com/office/drawing/2014/main" id="{7DA43C35-2F7B-4BCD-922E-59E2774558CB}"/>
                      </a:ext>
                    </a:extLst>
                  </p:cNvPr>
                  <p:cNvSpPr>
                    <a:spLocks noChangeArrowheads="1"/>
                  </p:cNvSpPr>
                  <p:nvPr/>
                </p:nvSpPr>
                <p:spPr bwMode="auto">
                  <a:xfrm>
                    <a:off x="5015843" y="3754451"/>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982" name="Freeform 545">
                    <a:extLst>
                      <a:ext uri="{FF2B5EF4-FFF2-40B4-BE49-F238E27FC236}">
                        <a16:creationId xmlns:a16="http://schemas.microsoft.com/office/drawing/2014/main" id="{90598846-43AE-43BE-A9F8-FD646F41BB65}"/>
                      </a:ext>
                    </a:extLst>
                  </p:cNvPr>
                  <p:cNvSpPr>
                    <a:spLocks noEditPoints="1"/>
                  </p:cNvSpPr>
                  <p:nvPr/>
                </p:nvSpPr>
                <p:spPr bwMode="auto">
                  <a:xfrm>
                    <a:off x="4981161" y="5208224"/>
                    <a:ext cx="117535" cy="115609"/>
                  </a:xfrm>
                  <a:custGeom>
                    <a:avLst/>
                    <a:gdLst>
                      <a:gd name="T0" fmla="*/ 0 w 122"/>
                      <a:gd name="T1" fmla="*/ 2147483646 h 121"/>
                      <a:gd name="T2" fmla="*/ 2147483646 w 122"/>
                      <a:gd name="T3" fmla="*/ 2147483646 h 121"/>
                      <a:gd name="T4" fmla="*/ 2147483646 w 122"/>
                      <a:gd name="T5" fmla="*/ 2147483646 h 121"/>
                      <a:gd name="T6" fmla="*/ 2147483646 w 122"/>
                      <a:gd name="T7" fmla="*/ 2147483646 h 121"/>
                      <a:gd name="T8" fmla="*/ 2147483646 w 122"/>
                      <a:gd name="T9" fmla="*/ 2147483646 h 121"/>
                      <a:gd name="T10" fmla="*/ 2147483646 w 122"/>
                      <a:gd name="T11" fmla="*/ 2147483646 h 121"/>
                      <a:gd name="T12" fmla="*/ 2147483646 w 122"/>
                      <a:gd name="T13" fmla="*/ 2147483646 h 121"/>
                      <a:gd name="T14" fmla="*/ 2147483646 w 122"/>
                      <a:gd name="T15" fmla="*/ 2147483646 h 121"/>
                      <a:gd name="T16" fmla="*/ 2147483646 w 122"/>
                      <a:gd name="T17" fmla="*/ 2147483646 h 121"/>
                      <a:gd name="T18" fmla="*/ 2147483646 w 122"/>
                      <a:gd name="T19" fmla="*/ 2147483646 h 121"/>
                      <a:gd name="T20" fmla="*/ 2147483646 w 122"/>
                      <a:gd name="T21" fmla="*/ 2147483646 h 121"/>
                      <a:gd name="T22" fmla="*/ 2147483646 w 122"/>
                      <a:gd name="T23" fmla="*/ 2147483646 h 121"/>
                      <a:gd name="T24" fmla="*/ 2147483646 w 122"/>
                      <a:gd name="T25" fmla="*/ 2147483646 h 121"/>
                      <a:gd name="T26" fmla="*/ 2147483646 w 122"/>
                      <a:gd name="T27" fmla="*/ 2147483646 h 121"/>
                      <a:gd name="T28" fmla="*/ 2147483646 w 122"/>
                      <a:gd name="T29" fmla="*/ 2147483646 h 121"/>
                      <a:gd name="T30" fmla="*/ 2147483646 w 122"/>
                      <a:gd name="T31" fmla="*/ 2147483646 h 121"/>
                      <a:gd name="T32" fmla="*/ 2147483646 w 122"/>
                      <a:gd name="T33" fmla="*/ 2147483646 h 121"/>
                      <a:gd name="T34" fmla="*/ 2147483646 w 122"/>
                      <a:gd name="T35" fmla="*/ 2147483646 h 121"/>
                      <a:gd name="T36" fmla="*/ 2147483646 w 122"/>
                      <a:gd name="T37" fmla="*/ 2147483646 h 121"/>
                      <a:gd name="T38" fmla="*/ 2147483646 w 122"/>
                      <a:gd name="T39" fmla="*/ 2147483646 h 121"/>
                      <a:gd name="T40" fmla="*/ 2147483646 w 122"/>
                      <a:gd name="T41" fmla="*/ 2147483646 h 121"/>
                      <a:gd name="T42" fmla="*/ 2147483646 w 122"/>
                      <a:gd name="T43" fmla="*/ 2147483646 h 121"/>
                      <a:gd name="T44" fmla="*/ 2147483646 w 122"/>
                      <a:gd name="T45" fmla="*/ 2147483646 h 121"/>
                      <a:gd name="T46" fmla="*/ 2147483646 w 122"/>
                      <a:gd name="T47" fmla="*/ 2147483646 h 121"/>
                      <a:gd name="T48" fmla="*/ 2147483646 w 122"/>
                      <a:gd name="T49" fmla="*/ 2147483646 h 121"/>
                      <a:gd name="T50" fmla="*/ 2147483646 w 122"/>
                      <a:gd name="T51" fmla="*/ 2147483646 h 121"/>
                      <a:gd name="T52" fmla="*/ 2147483646 w 122"/>
                      <a:gd name="T53" fmla="*/ 2147483646 h 121"/>
                      <a:gd name="T54" fmla="*/ 2147483646 w 122"/>
                      <a:gd name="T55" fmla="*/ 2147483646 h 121"/>
                      <a:gd name="T56" fmla="*/ 2147483646 w 122"/>
                      <a:gd name="T57" fmla="*/ 2147483646 h 121"/>
                      <a:gd name="T58" fmla="*/ 2147483646 w 122"/>
                      <a:gd name="T59" fmla="*/ 2147483646 h 121"/>
                      <a:gd name="T60" fmla="*/ 2147483646 w 122"/>
                      <a:gd name="T61" fmla="*/ 2147483646 h 121"/>
                      <a:gd name="T62" fmla="*/ 2147483646 w 122"/>
                      <a:gd name="T63" fmla="*/ 2147483646 h 121"/>
                      <a:gd name="T64" fmla="*/ 2147483646 w 122"/>
                      <a:gd name="T65" fmla="*/ 2147483646 h 121"/>
                      <a:gd name="T66" fmla="*/ 2147483646 w 122"/>
                      <a:gd name="T67" fmla="*/ 2147483646 h 121"/>
                      <a:gd name="T68" fmla="*/ 2147483646 w 122"/>
                      <a:gd name="T69" fmla="*/ 2147483646 h 121"/>
                      <a:gd name="T70" fmla="*/ 2147483646 w 122"/>
                      <a:gd name="T71" fmla="*/ 2147483646 h 121"/>
                      <a:gd name="T72" fmla="*/ 2147483646 w 122"/>
                      <a:gd name="T73" fmla="*/ 2147483646 h 121"/>
                      <a:gd name="T74" fmla="*/ 2147483646 w 122"/>
                      <a:gd name="T75" fmla="*/ 2147483646 h 121"/>
                      <a:gd name="T76" fmla="*/ 2147483646 w 122"/>
                      <a:gd name="T77" fmla="*/ 2147483646 h 121"/>
                      <a:gd name="T78" fmla="*/ 2147483646 w 122"/>
                      <a:gd name="T79" fmla="*/ 2147483646 h 121"/>
                      <a:gd name="T80" fmla="*/ 2147483646 w 122"/>
                      <a:gd name="T81" fmla="*/ 2147483646 h 121"/>
                      <a:gd name="T82" fmla="*/ 2147483646 w 122"/>
                      <a:gd name="T83" fmla="*/ 2147483646 h 121"/>
                      <a:gd name="T84" fmla="*/ 2147483646 w 122"/>
                      <a:gd name="T85" fmla="*/ 2147483646 h 121"/>
                      <a:gd name="T86" fmla="*/ 2147483646 w 122"/>
                      <a:gd name="T87" fmla="*/ 2147483646 h 12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22" h="121">
                        <a:moveTo>
                          <a:pt x="122" y="60"/>
                        </a:moveTo>
                        <a:cubicBezTo>
                          <a:pt x="122" y="27"/>
                          <a:pt x="95" y="0"/>
                          <a:pt x="61" y="0"/>
                        </a:cubicBezTo>
                        <a:cubicBezTo>
                          <a:pt x="27" y="0"/>
                          <a:pt x="0" y="27"/>
                          <a:pt x="0" y="60"/>
                        </a:cubicBezTo>
                        <a:cubicBezTo>
                          <a:pt x="0" y="94"/>
                          <a:pt x="27" y="121"/>
                          <a:pt x="61" y="121"/>
                        </a:cubicBezTo>
                        <a:cubicBezTo>
                          <a:pt x="95" y="121"/>
                          <a:pt x="122" y="94"/>
                          <a:pt x="122" y="60"/>
                        </a:cubicBezTo>
                        <a:close/>
                        <a:moveTo>
                          <a:pt x="61" y="109"/>
                        </a:moveTo>
                        <a:cubicBezTo>
                          <a:pt x="60" y="109"/>
                          <a:pt x="59" y="109"/>
                          <a:pt x="58" y="109"/>
                        </a:cubicBezTo>
                        <a:cubicBezTo>
                          <a:pt x="58" y="108"/>
                          <a:pt x="58" y="108"/>
                          <a:pt x="58" y="108"/>
                        </a:cubicBezTo>
                        <a:cubicBezTo>
                          <a:pt x="59" y="106"/>
                          <a:pt x="59" y="105"/>
                          <a:pt x="59" y="104"/>
                        </a:cubicBezTo>
                        <a:cubicBezTo>
                          <a:pt x="59" y="102"/>
                          <a:pt x="58" y="100"/>
                          <a:pt x="58" y="98"/>
                        </a:cubicBezTo>
                        <a:cubicBezTo>
                          <a:pt x="57" y="97"/>
                          <a:pt x="57" y="96"/>
                          <a:pt x="56" y="95"/>
                        </a:cubicBezTo>
                        <a:cubicBezTo>
                          <a:pt x="56" y="94"/>
                          <a:pt x="56" y="94"/>
                          <a:pt x="57" y="93"/>
                        </a:cubicBezTo>
                        <a:cubicBezTo>
                          <a:pt x="57" y="93"/>
                          <a:pt x="57" y="93"/>
                          <a:pt x="57" y="93"/>
                        </a:cubicBezTo>
                        <a:cubicBezTo>
                          <a:pt x="57" y="95"/>
                          <a:pt x="59" y="97"/>
                          <a:pt x="60" y="99"/>
                        </a:cubicBezTo>
                        <a:cubicBezTo>
                          <a:pt x="62" y="100"/>
                          <a:pt x="64" y="101"/>
                          <a:pt x="67" y="101"/>
                        </a:cubicBezTo>
                        <a:cubicBezTo>
                          <a:pt x="67" y="101"/>
                          <a:pt x="67" y="101"/>
                          <a:pt x="67" y="101"/>
                        </a:cubicBezTo>
                        <a:cubicBezTo>
                          <a:pt x="67" y="101"/>
                          <a:pt x="68" y="101"/>
                          <a:pt x="68" y="101"/>
                        </a:cubicBezTo>
                        <a:cubicBezTo>
                          <a:pt x="70" y="101"/>
                          <a:pt x="73" y="101"/>
                          <a:pt x="75" y="100"/>
                        </a:cubicBezTo>
                        <a:cubicBezTo>
                          <a:pt x="77" y="99"/>
                          <a:pt x="79" y="98"/>
                          <a:pt x="81" y="96"/>
                        </a:cubicBezTo>
                        <a:cubicBezTo>
                          <a:pt x="81" y="95"/>
                          <a:pt x="82" y="94"/>
                          <a:pt x="84" y="94"/>
                        </a:cubicBezTo>
                        <a:cubicBezTo>
                          <a:pt x="85" y="93"/>
                          <a:pt x="86" y="92"/>
                          <a:pt x="87" y="92"/>
                        </a:cubicBezTo>
                        <a:cubicBezTo>
                          <a:pt x="88" y="91"/>
                          <a:pt x="90" y="91"/>
                          <a:pt x="91" y="90"/>
                        </a:cubicBezTo>
                        <a:cubicBezTo>
                          <a:pt x="92" y="88"/>
                          <a:pt x="93" y="87"/>
                          <a:pt x="94" y="85"/>
                        </a:cubicBezTo>
                        <a:cubicBezTo>
                          <a:pt x="94" y="83"/>
                          <a:pt x="95" y="81"/>
                          <a:pt x="95" y="79"/>
                        </a:cubicBezTo>
                        <a:cubicBezTo>
                          <a:pt x="95" y="78"/>
                          <a:pt x="95" y="77"/>
                          <a:pt x="94" y="75"/>
                        </a:cubicBezTo>
                        <a:cubicBezTo>
                          <a:pt x="94" y="74"/>
                          <a:pt x="94" y="73"/>
                          <a:pt x="94" y="71"/>
                        </a:cubicBezTo>
                        <a:cubicBezTo>
                          <a:pt x="94" y="70"/>
                          <a:pt x="94" y="69"/>
                          <a:pt x="94" y="68"/>
                        </a:cubicBezTo>
                        <a:cubicBezTo>
                          <a:pt x="94" y="68"/>
                          <a:pt x="94" y="68"/>
                          <a:pt x="94" y="68"/>
                        </a:cubicBezTo>
                        <a:cubicBezTo>
                          <a:pt x="94" y="68"/>
                          <a:pt x="94" y="68"/>
                          <a:pt x="94" y="68"/>
                        </a:cubicBezTo>
                        <a:cubicBezTo>
                          <a:pt x="94" y="67"/>
                          <a:pt x="95" y="67"/>
                          <a:pt x="96" y="66"/>
                        </a:cubicBezTo>
                        <a:cubicBezTo>
                          <a:pt x="97" y="66"/>
                          <a:pt x="98" y="65"/>
                          <a:pt x="99" y="65"/>
                        </a:cubicBezTo>
                        <a:cubicBezTo>
                          <a:pt x="100" y="65"/>
                          <a:pt x="102" y="65"/>
                          <a:pt x="103" y="65"/>
                        </a:cubicBezTo>
                        <a:cubicBezTo>
                          <a:pt x="104" y="65"/>
                          <a:pt x="105" y="65"/>
                          <a:pt x="106" y="65"/>
                        </a:cubicBezTo>
                        <a:cubicBezTo>
                          <a:pt x="106" y="65"/>
                          <a:pt x="106" y="65"/>
                          <a:pt x="107" y="65"/>
                        </a:cubicBezTo>
                        <a:cubicBezTo>
                          <a:pt x="107" y="65"/>
                          <a:pt x="107" y="65"/>
                          <a:pt x="107" y="65"/>
                        </a:cubicBezTo>
                        <a:cubicBezTo>
                          <a:pt x="108" y="66"/>
                          <a:pt x="109" y="66"/>
                          <a:pt x="109" y="67"/>
                        </a:cubicBezTo>
                        <a:cubicBezTo>
                          <a:pt x="106" y="90"/>
                          <a:pt x="86" y="109"/>
                          <a:pt x="61" y="109"/>
                        </a:cubicBezTo>
                        <a:close/>
                        <a:moveTo>
                          <a:pt x="47" y="103"/>
                        </a:moveTo>
                        <a:cubicBezTo>
                          <a:pt x="47" y="103"/>
                          <a:pt x="47" y="103"/>
                          <a:pt x="47" y="103"/>
                        </a:cubicBezTo>
                        <a:cubicBezTo>
                          <a:pt x="47" y="103"/>
                          <a:pt x="47" y="103"/>
                          <a:pt x="47" y="103"/>
                        </a:cubicBezTo>
                        <a:close/>
                        <a:moveTo>
                          <a:pt x="107" y="65"/>
                        </a:moveTo>
                        <a:cubicBezTo>
                          <a:pt x="107" y="65"/>
                          <a:pt x="107" y="65"/>
                          <a:pt x="107" y="65"/>
                        </a:cubicBezTo>
                        <a:cubicBezTo>
                          <a:pt x="107" y="65"/>
                          <a:pt x="107" y="65"/>
                          <a:pt x="107" y="65"/>
                        </a:cubicBezTo>
                        <a:close/>
                        <a:moveTo>
                          <a:pt x="48" y="13"/>
                        </a:moveTo>
                        <a:cubicBezTo>
                          <a:pt x="48" y="17"/>
                          <a:pt x="49" y="20"/>
                          <a:pt x="51" y="23"/>
                        </a:cubicBezTo>
                        <a:cubicBezTo>
                          <a:pt x="51" y="23"/>
                          <a:pt x="52" y="24"/>
                          <a:pt x="52" y="25"/>
                        </a:cubicBezTo>
                        <a:cubicBezTo>
                          <a:pt x="52" y="26"/>
                          <a:pt x="53" y="27"/>
                          <a:pt x="53" y="28"/>
                        </a:cubicBezTo>
                        <a:cubicBezTo>
                          <a:pt x="53" y="29"/>
                          <a:pt x="53" y="29"/>
                          <a:pt x="53" y="29"/>
                        </a:cubicBezTo>
                        <a:cubicBezTo>
                          <a:pt x="53" y="29"/>
                          <a:pt x="52" y="30"/>
                          <a:pt x="51" y="31"/>
                        </a:cubicBezTo>
                        <a:cubicBezTo>
                          <a:pt x="51" y="32"/>
                          <a:pt x="49" y="33"/>
                          <a:pt x="49" y="33"/>
                        </a:cubicBezTo>
                        <a:cubicBezTo>
                          <a:pt x="44" y="35"/>
                          <a:pt x="41" y="40"/>
                          <a:pt x="41" y="45"/>
                        </a:cubicBezTo>
                        <a:cubicBezTo>
                          <a:pt x="41" y="46"/>
                          <a:pt x="42" y="48"/>
                          <a:pt x="42" y="50"/>
                        </a:cubicBezTo>
                        <a:cubicBezTo>
                          <a:pt x="43" y="51"/>
                          <a:pt x="44" y="54"/>
                          <a:pt x="44" y="56"/>
                        </a:cubicBezTo>
                        <a:cubicBezTo>
                          <a:pt x="44" y="56"/>
                          <a:pt x="44" y="56"/>
                          <a:pt x="44" y="56"/>
                        </a:cubicBezTo>
                        <a:cubicBezTo>
                          <a:pt x="44" y="56"/>
                          <a:pt x="44" y="56"/>
                          <a:pt x="44" y="56"/>
                        </a:cubicBezTo>
                        <a:cubicBezTo>
                          <a:pt x="44" y="57"/>
                          <a:pt x="43" y="58"/>
                          <a:pt x="42" y="58"/>
                        </a:cubicBezTo>
                        <a:cubicBezTo>
                          <a:pt x="42" y="59"/>
                          <a:pt x="41" y="60"/>
                          <a:pt x="40" y="60"/>
                        </a:cubicBezTo>
                        <a:cubicBezTo>
                          <a:pt x="40" y="60"/>
                          <a:pt x="39" y="60"/>
                          <a:pt x="38" y="60"/>
                        </a:cubicBezTo>
                        <a:cubicBezTo>
                          <a:pt x="38" y="60"/>
                          <a:pt x="38" y="60"/>
                          <a:pt x="37" y="60"/>
                        </a:cubicBezTo>
                        <a:cubicBezTo>
                          <a:pt x="37" y="60"/>
                          <a:pt x="37" y="60"/>
                          <a:pt x="37" y="60"/>
                        </a:cubicBezTo>
                        <a:cubicBezTo>
                          <a:pt x="34" y="58"/>
                          <a:pt x="31" y="58"/>
                          <a:pt x="29" y="58"/>
                        </a:cubicBezTo>
                        <a:cubicBezTo>
                          <a:pt x="26" y="58"/>
                          <a:pt x="23" y="58"/>
                          <a:pt x="21" y="60"/>
                        </a:cubicBezTo>
                        <a:cubicBezTo>
                          <a:pt x="19" y="61"/>
                          <a:pt x="18" y="62"/>
                          <a:pt x="17" y="63"/>
                        </a:cubicBezTo>
                        <a:cubicBezTo>
                          <a:pt x="16" y="65"/>
                          <a:pt x="16" y="67"/>
                          <a:pt x="16" y="69"/>
                        </a:cubicBezTo>
                        <a:cubicBezTo>
                          <a:pt x="16" y="71"/>
                          <a:pt x="17" y="74"/>
                          <a:pt x="18" y="75"/>
                        </a:cubicBezTo>
                        <a:cubicBezTo>
                          <a:pt x="18" y="75"/>
                          <a:pt x="19" y="76"/>
                          <a:pt x="19" y="76"/>
                        </a:cubicBezTo>
                        <a:cubicBezTo>
                          <a:pt x="19" y="77"/>
                          <a:pt x="19" y="77"/>
                          <a:pt x="19" y="78"/>
                        </a:cubicBezTo>
                        <a:cubicBezTo>
                          <a:pt x="19" y="78"/>
                          <a:pt x="19" y="79"/>
                          <a:pt x="18" y="79"/>
                        </a:cubicBezTo>
                        <a:cubicBezTo>
                          <a:pt x="18" y="80"/>
                          <a:pt x="17" y="81"/>
                          <a:pt x="17" y="81"/>
                        </a:cubicBezTo>
                        <a:cubicBezTo>
                          <a:pt x="14" y="75"/>
                          <a:pt x="12" y="68"/>
                          <a:pt x="12" y="60"/>
                        </a:cubicBezTo>
                        <a:cubicBezTo>
                          <a:pt x="12" y="38"/>
                          <a:pt x="27" y="19"/>
                          <a:pt x="48" y="13"/>
                        </a:cubicBezTo>
                        <a:close/>
                        <a:moveTo>
                          <a:pt x="24" y="91"/>
                        </a:moveTo>
                        <a:cubicBezTo>
                          <a:pt x="24" y="91"/>
                          <a:pt x="25" y="91"/>
                          <a:pt x="25" y="90"/>
                        </a:cubicBezTo>
                        <a:cubicBezTo>
                          <a:pt x="26" y="89"/>
                          <a:pt x="28" y="87"/>
                          <a:pt x="29" y="86"/>
                        </a:cubicBezTo>
                        <a:cubicBezTo>
                          <a:pt x="30" y="84"/>
                          <a:pt x="31" y="82"/>
                          <a:pt x="31" y="80"/>
                        </a:cubicBezTo>
                        <a:cubicBezTo>
                          <a:pt x="31" y="79"/>
                          <a:pt x="31" y="78"/>
                          <a:pt x="31" y="78"/>
                        </a:cubicBezTo>
                        <a:cubicBezTo>
                          <a:pt x="31" y="76"/>
                          <a:pt x="31" y="74"/>
                          <a:pt x="30" y="72"/>
                        </a:cubicBezTo>
                        <a:cubicBezTo>
                          <a:pt x="30" y="71"/>
                          <a:pt x="29" y="71"/>
                          <a:pt x="29" y="70"/>
                        </a:cubicBezTo>
                        <a:cubicBezTo>
                          <a:pt x="30" y="70"/>
                          <a:pt x="30" y="70"/>
                          <a:pt x="30" y="70"/>
                        </a:cubicBezTo>
                        <a:cubicBezTo>
                          <a:pt x="33" y="72"/>
                          <a:pt x="36" y="72"/>
                          <a:pt x="38" y="72"/>
                        </a:cubicBezTo>
                        <a:cubicBezTo>
                          <a:pt x="41" y="72"/>
                          <a:pt x="44" y="72"/>
                          <a:pt x="46" y="71"/>
                        </a:cubicBezTo>
                        <a:cubicBezTo>
                          <a:pt x="48" y="69"/>
                          <a:pt x="50" y="68"/>
                          <a:pt x="52" y="66"/>
                        </a:cubicBezTo>
                        <a:cubicBezTo>
                          <a:pt x="53" y="64"/>
                          <a:pt x="55" y="62"/>
                          <a:pt x="55" y="59"/>
                        </a:cubicBezTo>
                        <a:cubicBezTo>
                          <a:pt x="56" y="58"/>
                          <a:pt x="56" y="57"/>
                          <a:pt x="56" y="56"/>
                        </a:cubicBezTo>
                        <a:cubicBezTo>
                          <a:pt x="56" y="52"/>
                          <a:pt x="55" y="48"/>
                          <a:pt x="53" y="45"/>
                        </a:cubicBezTo>
                        <a:cubicBezTo>
                          <a:pt x="53" y="45"/>
                          <a:pt x="53" y="45"/>
                          <a:pt x="53" y="45"/>
                        </a:cubicBezTo>
                        <a:cubicBezTo>
                          <a:pt x="53" y="44"/>
                          <a:pt x="53" y="44"/>
                          <a:pt x="54" y="44"/>
                        </a:cubicBezTo>
                        <a:cubicBezTo>
                          <a:pt x="57" y="43"/>
                          <a:pt x="59" y="41"/>
                          <a:pt x="61" y="39"/>
                        </a:cubicBezTo>
                        <a:cubicBezTo>
                          <a:pt x="62" y="37"/>
                          <a:pt x="64" y="34"/>
                          <a:pt x="64" y="31"/>
                        </a:cubicBezTo>
                        <a:cubicBezTo>
                          <a:pt x="65" y="30"/>
                          <a:pt x="65" y="29"/>
                          <a:pt x="65" y="28"/>
                        </a:cubicBezTo>
                        <a:cubicBezTo>
                          <a:pt x="65" y="26"/>
                          <a:pt x="64" y="24"/>
                          <a:pt x="64" y="22"/>
                        </a:cubicBezTo>
                        <a:cubicBezTo>
                          <a:pt x="63" y="20"/>
                          <a:pt x="62" y="18"/>
                          <a:pt x="61" y="16"/>
                        </a:cubicBezTo>
                        <a:cubicBezTo>
                          <a:pt x="60" y="15"/>
                          <a:pt x="60" y="14"/>
                          <a:pt x="60" y="13"/>
                        </a:cubicBezTo>
                        <a:cubicBezTo>
                          <a:pt x="60" y="12"/>
                          <a:pt x="60" y="12"/>
                          <a:pt x="60" y="12"/>
                        </a:cubicBezTo>
                        <a:cubicBezTo>
                          <a:pt x="60" y="12"/>
                          <a:pt x="60" y="12"/>
                          <a:pt x="60" y="12"/>
                        </a:cubicBezTo>
                        <a:cubicBezTo>
                          <a:pt x="60" y="12"/>
                          <a:pt x="60" y="12"/>
                          <a:pt x="60" y="12"/>
                        </a:cubicBezTo>
                        <a:cubicBezTo>
                          <a:pt x="60" y="12"/>
                          <a:pt x="60" y="12"/>
                          <a:pt x="60" y="12"/>
                        </a:cubicBezTo>
                        <a:cubicBezTo>
                          <a:pt x="60" y="12"/>
                          <a:pt x="60" y="12"/>
                          <a:pt x="60" y="12"/>
                        </a:cubicBezTo>
                        <a:cubicBezTo>
                          <a:pt x="61" y="12"/>
                          <a:pt x="61" y="12"/>
                          <a:pt x="61" y="12"/>
                        </a:cubicBezTo>
                        <a:cubicBezTo>
                          <a:pt x="86" y="12"/>
                          <a:pt x="106" y="30"/>
                          <a:pt x="109" y="54"/>
                        </a:cubicBezTo>
                        <a:cubicBezTo>
                          <a:pt x="109" y="53"/>
                          <a:pt x="108" y="53"/>
                          <a:pt x="108" y="53"/>
                        </a:cubicBezTo>
                        <a:cubicBezTo>
                          <a:pt x="106" y="53"/>
                          <a:pt x="104" y="53"/>
                          <a:pt x="103" y="53"/>
                        </a:cubicBezTo>
                        <a:cubicBezTo>
                          <a:pt x="101" y="53"/>
                          <a:pt x="99" y="53"/>
                          <a:pt x="97" y="53"/>
                        </a:cubicBezTo>
                        <a:cubicBezTo>
                          <a:pt x="94" y="54"/>
                          <a:pt x="92" y="55"/>
                          <a:pt x="89" y="56"/>
                        </a:cubicBezTo>
                        <a:cubicBezTo>
                          <a:pt x="88" y="57"/>
                          <a:pt x="87" y="58"/>
                          <a:pt x="86" y="59"/>
                        </a:cubicBezTo>
                        <a:cubicBezTo>
                          <a:pt x="85" y="59"/>
                          <a:pt x="84" y="61"/>
                          <a:pt x="84" y="62"/>
                        </a:cubicBezTo>
                        <a:cubicBezTo>
                          <a:pt x="83" y="64"/>
                          <a:pt x="82" y="65"/>
                          <a:pt x="82" y="66"/>
                        </a:cubicBezTo>
                        <a:cubicBezTo>
                          <a:pt x="82" y="68"/>
                          <a:pt x="82" y="69"/>
                          <a:pt x="82" y="71"/>
                        </a:cubicBezTo>
                        <a:cubicBezTo>
                          <a:pt x="82" y="73"/>
                          <a:pt x="82" y="76"/>
                          <a:pt x="83" y="78"/>
                        </a:cubicBezTo>
                        <a:cubicBezTo>
                          <a:pt x="83" y="79"/>
                          <a:pt x="83" y="79"/>
                          <a:pt x="83" y="79"/>
                        </a:cubicBezTo>
                        <a:cubicBezTo>
                          <a:pt x="83" y="80"/>
                          <a:pt x="83" y="81"/>
                          <a:pt x="82" y="81"/>
                        </a:cubicBezTo>
                        <a:cubicBezTo>
                          <a:pt x="81" y="82"/>
                          <a:pt x="79" y="82"/>
                          <a:pt x="77" y="84"/>
                        </a:cubicBezTo>
                        <a:cubicBezTo>
                          <a:pt x="75" y="85"/>
                          <a:pt x="73" y="86"/>
                          <a:pt x="72" y="88"/>
                        </a:cubicBezTo>
                        <a:cubicBezTo>
                          <a:pt x="72" y="88"/>
                          <a:pt x="71" y="88"/>
                          <a:pt x="70" y="89"/>
                        </a:cubicBezTo>
                        <a:cubicBezTo>
                          <a:pt x="70" y="89"/>
                          <a:pt x="70" y="89"/>
                          <a:pt x="69" y="89"/>
                        </a:cubicBezTo>
                        <a:cubicBezTo>
                          <a:pt x="69" y="89"/>
                          <a:pt x="69" y="89"/>
                          <a:pt x="69" y="89"/>
                        </a:cubicBezTo>
                        <a:cubicBezTo>
                          <a:pt x="69" y="87"/>
                          <a:pt x="69" y="85"/>
                          <a:pt x="68" y="84"/>
                        </a:cubicBezTo>
                        <a:cubicBezTo>
                          <a:pt x="67" y="82"/>
                          <a:pt x="66" y="80"/>
                          <a:pt x="64" y="79"/>
                        </a:cubicBezTo>
                        <a:cubicBezTo>
                          <a:pt x="63" y="78"/>
                          <a:pt x="61" y="78"/>
                          <a:pt x="60" y="78"/>
                        </a:cubicBezTo>
                        <a:cubicBezTo>
                          <a:pt x="57" y="78"/>
                          <a:pt x="55" y="79"/>
                          <a:pt x="53" y="80"/>
                        </a:cubicBezTo>
                        <a:cubicBezTo>
                          <a:pt x="51" y="81"/>
                          <a:pt x="49" y="83"/>
                          <a:pt x="48" y="85"/>
                        </a:cubicBezTo>
                        <a:cubicBezTo>
                          <a:pt x="48" y="85"/>
                          <a:pt x="48" y="85"/>
                          <a:pt x="48" y="85"/>
                        </a:cubicBezTo>
                        <a:cubicBezTo>
                          <a:pt x="47" y="86"/>
                          <a:pt x="47" y="86"/>
                          <a:pt x="47" y="86"/>
                        </a:cubicBezTo>
                        <a:cubicBezTo>
                          <a:pt x="46" y="87"/>
                          <a:pt x="45" y="89"/>
                          <a:pt x="44" y="90"/>
                        </a:cubicBezTo>
                        <a:cubicBezTo>
                          <a:pt x="44" y="92"/>
                          <a:pt x="43" y="94"/>
                          <a:pt x="43" y="96"/>
                        </a:cubicBezTo>
                        <a:cubicBezTo>
                          <a:pt x="43" y="97"/>
                          <a:pt x="44" y="98"/>
                          <a:pt x="44" y="99"/>
                        </a:cubicBezTo>
                        <a:cubicBezTo>
                          <a:pt x="45" y="101"/>
                          <a:pt x="45" y="102"/>
                          <a:pt x="47" y="103"/>
                        </a:cubicBezTo>
                        <a:cubicBezTo>
                          <a:pt x="47" y="103"/>
                          <a:pt x="47" y="103"/>
                          <a:pt x="47" y="103"/>
                        </a:cubicBezTo>
                        <a:cubicBezTo>
                          <a:pt x="47" y="103"/>
                          <a:pt x="47" y="103"/>
                          <a:pt x="47" y="104"/>
                        </a:cubicBezTo>
                        <a:cubicBezTo>
                          <a:pt x="47" y="104"/>
                          <a:pt x="47" y="104"/>
                          <a:pt x="47" y="104"/>
                        </a:cubicBezTo>
                        <a:cubicBezTo>
                          <a:pt x="47" y="105"/>
                          <a:pt x="46" y="106"/>
                          <a:pt x="46" y="107"/>
                        </a:cubicBezTo>
                        <a:cubicBezTo>
                          <a:pt x="37" y="104"/>
                          <a:pt x="30" y="98"/>
                          <a:pt x="24" y="9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983" name="Rectangle 546">
                    <a:extLst>
                      <a:ext uri="{FF2B5EF4-FFF2-40B4-BE49-F238E27FC236}">
                        <a16:creationId xmlns:a16="http://schemas.microsoft.com/office/drawing/2014/main" id="{EE7933B6-ED38-4622-AEEB-09DBB3A4A750}"/>
                      </a:ext>
                    </a:extLst>
                  </p:cNvPr>
                  <p:cNvSpPr>
                    <a:spLocks noChangeArrowheads="1"/>
                  </p:cNvSpPr>
                  <p:nvPr/>
                </p:nvSpPr>
                <p:spPr bwMode="auto">
                  <a:xfrm>
                    <a:off x="5062087" y="5267956"/>
                    <a:ext cx="964" cy="96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984" name="Freeform 547">
                    <a:extLst>
                      <a:ext uri="{FF2B5EF4-FFF2-40B4-BE49-F238E27FC236}">
                        <a16:creationId xmlns:a16="http://schemas.microsoft.com/office/drawing/2014/main" id="{E2D55FFA-EA73-4F16-9B07-59F2ED7571C6}"/>
                      </a:ext>
                    </a:extLst>
                  </p:cNvPr>
                  <p:cNvSpPr>
                    <a:spLocks/>
                  </p:cNvSpPr>
                  <p:nvPr/>
                </p:nvSpPr>
                <p:spPr bwMode="auto">
                  <a:xfrm>
                    <a:off x="5001392" y="5266029"/>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grpSp>
            <p:grpSp>
              <p:nvGrpSpPr>
                <p:cNvPr id="632" name="Group 52637">
                  <a:extLst>
                    <a:ext uri="{FF2B5EF4-FFF2-40B4-BE49-F238E27FC236}">
                      <a16:creationId xmlns:a16="http://schemas.microsoft.com/office/drawing/2014/main" id="{EEE164F5-5630-417C-A47B-6BF31325393D}"/>
                    </a:ext>
                  </a:extLst>
                </p:cNvPr>
                <p:cNvGrpSpPr>
                  <a:grpSpLocks/>
                </p:cNvGrpSpPr>
                <p:nvPr/>
              </p:nvGrpSpPr>
              <p:grpSpPr bwMode="auto">
                <a:xfrm>
                  <a:off x="3955138" y="3730366"/>
                  <a:ext cx="1988462" cy="2395018"/>
                  <a:chOff x="3955138" y="3730366"/>
                  <a:chExt cx="1988462" cy="2395018"/>
                </a:xfrm>
              </p:grpSpPr>
              <p:sp>
                <p:nvSpPr>
                  <p:cNvPr id="633" name="Freeform 156">
                    <a:extLst>
                      <a:ext uri="{FF2B5EF4-FFF2-40B4-BE49-F238E27FC236}">
                        <a16:creationId xmlns:a16="http://schemas.microsoft.com/office/drawing/2014/main" id="{32440DB8-5E68-4545-A820-8BC8F0A1D30B}"/>
                      </a:ext>
                    </a:extLst>
                  </p:cNvPr>
                  <p:cNvSpPr>
                    <a:spLocks noEditPoints="1"/>
                  </p:cNvSpPr>
                  <p:nvPr/>
                </p:nvSpPr>
                <p:spPr bwMode="auto">
                  <a:xfrm>
                    <a:off x="5095806" y="4879705"/>
                    <a:ext cx="294801" cy="261082"/>
                  </a:xfrm>
                  <a:custGeom>
                    <a:avLst/>
                    <a:gdLst>
                      <a:gd name="T0" fmla="*/ 2147483646 w 308"/>
                      <a:gd name="T1" fmla="*/ 0 h 272"/>
                      <a:gd name="T2" fmla="*/ 0 w 308"/>
                      <a:gd name="T3" fmla="*/ 2147483646 h 272"/>
                      <a:gd name="T4" fmla="*/ 2147483646 w 308"/>
                      <a:gd name="T5" fmla="*/ 2147483646 h 272"/>
                      <a:gd name="T6" fmla="*/ 2147483646 w 308"/>
                      <a:gd name="T7" fmla="*/ 2147483646 h 272"/>
                      <a:gd name="T8" fmla="*/ 2147483646 w 308"/>
                      <a:gd name="T9" fmla="*/ 2147483646 h 272"/>
                      <a:gd name="T10" fmla="*/ 2147483646 w 308"/>
                      <a:gd name="T11" fmla="*/ 2147483646 h 272"/>
                      <a:gd name="T12" fmla="*/ 2147483646 w 308"/>
                      <a:gd name="T13" fmla="*/ 2147483646 h 272"/>
                      <a:gd name="T14" fmla="*/ 2147483646 w 308"/>
                      <a:gd name="T15" fmla="*/ 2147483646 h 272"/>
                      <a:gd name="T16" fmla="*/ 2147483646 w 308"/>
                      <a:gd name="T17" fmla="*/ 2147483646 h 272"/>
                      <a:gd name="T18" fmla="*/ 2147483646 w 308"/>
                      <a:gd name="T19" fmla="*/ 2147483646 h 272"/>
                      <a:gd name="T20" fmla="*/ 2147483646 w 308"/>
                      <a:gd name="T21" fmla="*/ 2147483646 h 272"/>
                      <a:gd name="T22" fmla="*/ 2147483646 w 308"/>
                      <a:gd name="T23" fmla="*/ 2147483646 h 272"/>
                      <a:gd name="T24" fmla="*/ 2147483646 w 308"/>
                      <a:gd name="T25" fmla="*/ 2147483646 h 272"/>
                      <a:gd name="T26" fmla="*/ 2147483646 w 308"/>
                      <a:gd name="T27" fmla="*/ 2147483646 h 272"/>
                      <a:gd name="T28" fmla="*/ 2147483646 w 308"/>
                      <a:gd name="T29" fmla="*/ 2147483646 h 272"/>
                      <a:gd name="T30" fmla="*/ 2147483646 w 308"/>
                      <a:gd name="T31" fmla="*/ 2147483646 h 272"/>
                      <a:gd name="T32" fmla="*/ 2147483646 w 308"/>
                      <a:gd name="T33" fmla="*/ 2147483646 h 272"/>
                      <a:gd name="T34" fmla="*/ 2147483646 w 308"/>
                      <a:gd name="T35" fmla="*/ 2147483646 h 272"/>
                      <a:gd name="T36" fmla="*/ 2147483646 w 308"/>
                      <a:gd name="T37" fmla="*/ 2147483646 h 272"/>
                      <a:gd name="T38" fmla="*/ 2147483646 w 308"/>
                      <a:gd name="T39" fmla="*/ 2147483646 h 272"/>
                      <a:gd name="T40" fmla="*/ 2147483646 w 308"/>
                      <a:gd name="T41" fmla="*/ 2147483646 h 272"/>
                      <a:gd name="T42" fmla="*/ 2147483646 w 308"/>
                      <a:gd name="T43" fmla="*/ 2147483646 h 272"/>
                      <a:gd name="T44" fmla="*/ 2147483646 w 308"/>
                      <a:gd name="T45" fmla="*/ 2147483646 h 272"/>
                      <a:gd name="T46" fmla="*/ 2147483646 w 308"/>
                      <a:gd name="T47" fmla="*/ 2147483646 h 272"/>
                      <a:gd name="T48" fmla="*/ 2147483646 w 308"/>
                      <a:gd name="T49" fmla="*/ 2147483646 h 272"/>
                      <a:gd name="T50" fmla="*/ 2147483646 w 308"/>
                      <a:gd name="T51" fmla="*/ 2147483646 h 272"/>
                      <a:gd name="T52" fmla="*/ 2147483646 w 308"/>
                      <a:gd name="T53" fmla="*/ 2147483646 h 272"/>
                      <a:gd name="T54" fmla="*/ 2147483646 w 308"/>
                      <a:gd name="T55" fmla="*/ 2147483646 h 272"/>
                      <a:gd name="T56" fmla="*/ 2147483646 w 308"/>
                      <a:gd name="T57" fmla="*/ 2147483646 h 272"/>
                      <a:gd name="T58" fmla="*/ 2147483646 w 308"/>
                      <a:gd name="T59" fmla="*/ 2147483646 h 272"/>
                      <a:gd name="T60" fmla="*/ 2147483646 w 308"/>
                      <a:gd name="T61" fmla="*/ 2147483646 h 272"/>
                      <a:gd name="T62" fmla="*/ 2147483646 w 308"/>
                      <a:gd name="T63" fmla="*/ 2147483646 h 272"/>
                      <a:gd name="T64" fmla="*/ 2147483646 w 308"/>
                      <a:gd name="T65" fmla="*/ 2147483646 h 272"/>
                      <a:gd name="T66" fmla="*/ 2147483646 w 308"/>
                      <a:gd name="T67" fmla="*/ 2147483646 h 272"/>
                      <a:gd name="T68" fmla="*/ 2147483646 w 308"/>
                      <a:gd name="T69" fmla="*/ 2147483646 h 272"/>
                      <a:gd name="T70" fmla="*/ 2147483646 w 308"/>
                      <a:gd name="T71" fmla="*/ 2147483646 h 272"/>
                      <a:gd name="T72" fmla="*/ 2147483646 w 308"/>
                      <a:gd name="T73" fmla="*/ 2147483646 h 272"/>
                      <a:gd name="T74" fmla="*/ 2147483646 w 308"/>
                      <a:gd name="T75" fmla="*/ 2147483646 h 272"/>
                      <a:gd name="T76" fmla="*/ 2147483646 w 308"/>
                      <a:gd name="T77" fmla="*/ 2147483646 h 272"/>
                      <a:gd name="T78" fmla="*/ 2147483646 w 308"/>
                      <a:gd name="T79" fmla="*/ 2147483646 h 272"/>
                      <a:gd name="T80" fmla="*/ 2147483646 w 308"/>
                      <a:gd name="T81" fmla="*/ 2147483646 h 272"/>
                      <a:gd name="T82" fmla="*/ 2147483646 w 308"/>
                      <a:gd name="T83" fmla="*/ 2147483646 h 272"/>
                      <a:gd name="T84" fmla="*/ 2147483646 w 308"/>
                      <a:gd name="T85" fmla="*/ 2147483646 h 272"/>
                      <a:gd name="T86" fmla="*/ 2147483646 w 308"/>
                      <a:gd name="T87" fmla="*/ 2147483646 h 272"/>
                      <a:gd name="T88" fmla="*/ 2147483646 w 308"/>
                      <a:gd name="T89" fmla="*/ 2147483646 h 272"/>
                      <a:gd name="T90" fmla="*/ 2147483646 w 308"/>
                      <a:gd name="T91" fmla="*/ 2147483646 h 272"/>
                      <a:gd name="T92" fmla="*/ 2147483646 w 308"/>
                      <a:gd name="T93" fmla="*/ 2147483646 h 272"/>
                      <a:gd name="T94" fmla="*/ 2147483646 w 308"/>
                      <a:gd name="T95" fmla="*/ 2147483646 h 272"/>
                      <a:gd name="T96" fmla="*/ 2147483646 w 308"/>
                      <a:gd name="T97" fmla="*/ 2147483646 h 272"/>
                      <a:gd name="T98" fmla="*/ 2147483646 w 308"/>
                      <a:gd name="T99" fmla="*/ 2147483646 h 272"/>
                      <a:gd name="T100" fmla="*/ 2147483646 w 308"/>
                      <a:gd name="T101" fmla="*/ 2147483646 h 272"/>
                      <a:gd name="T102" fmla="*/ 2147483646 w 308"/>
                      <a:gd name="T103" fmla="*/ 2147483646 h 272"/>
                      <a:gd name="T104" fmla="*/ 2147483646 w 308"/>
                      <a:gd name="T105" fmla="*/ 2147483646 h 27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08" h="272">
                        <a:moveTo>
                          <a:pt x="292" y="0"/>
                        </a:moveTo>
                        <a:cubicBezTo>
                          <a:pt x="16" y="0"/>
                          <a:pt x="16" y="0"/>
                          <a:pt x="16" y="0"/>
                        </a:cubicBezTo>
                        <a:cubicBezTo>
                          <a:pt x="8" y="0"/>
                          <a:pt x="0" y="8"/>
                          <a:pt x="0" y="16"/>
                        </a:cubicBezTo>
                        <a:cubicBezTo>
                          <a:pt x="0" y="256"/>
                          <a:pt x="0" y="256"/>
                          <a:pt x="0" y="256"/>
                        </a:cubicBezTo>
                        <a:cubicBezTo>
                          <a:pt x="0" y="265"/>
                          <a:pt x="8" y="272"/>
                          <a:pt x="16" y="272"/>
                        </a:cubicBezTo>
                        <a:cubicBezTo>
                          <a:pt x="292" y="272"/>
                          <a:pt x="292" y="272"/>
                          <a:pt x="292" y="272"/>
                        </a:cubicBezTo>
                        <a:cubicBezTo>
                          <a:pt x="301" y="272"/>
                          <a:pt x="308" y="265"/>
                          <a:pt x="308" y="256"/>
                        </a:cubicBezTo>
                        <a:cubicBezTo>
                          <a:pt x="308" y="16"/>
                          <a:pt x="308" y="16"/>
                          <a:pt x="308" y="16"/>
                        </a:cubicBezTo>
                        <a:cubicBezTo>
                          <a:pt x="308" y="8"/>
                          <a:pt x="301" y="0"/>
                          <a:pt x="292" y="0"/>
                        </a:cubicBezTo>
                        <a:close/>
                        <a:moveTo>
                          <a:pt x="198" y="260"/>
                        </a:moveTo>
                        <a:cubicBezTo>
                          <a:pt x="114" y="260"/>
                          <a:pt x="114" y="260"/>
                          <a:pt x="114" y="260"/>
                        </a:cubicBezTo>
                        <a:cubicBezTo>
                          <a:pt x="113" y="257"/>
                          <a:pt x="113" y="252"/>
                          <a:pt x="113" y="248"/>
                        </a:cubicBezTo>
                        <a:cubicBezTo>
                          <a:pt x="113" y="224"/>
                          <a:pt x="132" y="204"/>
                          <a:pt x="156" y="204"/>
                        </a:cubicBezTo>
                        <a:cubicBezTo>
                          <a:pt x="180" y="204"/>
                          <a:pt x="200" y="224"/>
                          <a:pt x="200" y="248"/>
                        </a:cubicBezTo>
                        <a:cubicBezTo>
                          <a:pt x="200" y="252"/>
                          <a:pt x="199" y="257"/>
                          <a:pt x="198" y="260"/>
                        </a:cubicBezTo>
                        <a:close/>
                        <a:moveTo>
                          <a:pt x="264" y="257"/>
                        </a:moveTo>
                        <a:cubicBezTo>
                          <a:pt x="264" y="257"/>
                          <a:pt x="264" y="257"/>
                          <a:pt x="264" y="257"/>
                        </a:cubicBezTo>
                        <a:cubicBezTo>
                          <a:pt x="263" y="257"/>
                          <a:pt x="260" y="259"/>
                          <a:pt x="257" y="260"/>
                        </a:cubicBezTo>
                        <a:cubicBezTo>
                          <a:pt x="211" y="260"/>
                          <a:pt x="211" y="260"/>
                          <a:pt x="211" y="260"/>
                        </a:cubicBezTo>
                        <a:cubicBezTo>
                          <a:pt x="212" y="256"/>
                          <a:pt x="212" y="252"/>
                          <a:pt x="212" y="248"/>
                        </a:cubicBezTo>
                        <a:cubicBezTo>
                          <a:pt x="212" y="217"/>
                          <a:pt x="187" y="192"/>
                          <a:pt x="156" y="192"/>
                        </a:cubicBezTo>
                        <a:cubicBezTo>
                          <a:pt x="126" y="192"/>
                          <a:pt x="101" y="217"/>
                          <a:pt x="101" y="248"/>
                        </a:cubicBezTo>
                        <a:cubicBezTo>
                          <a:pt x="101" y="252"/>
                          <a:pt x="101" y="256"/>
                          <a:pt x="102" y="260"/>
                        </a:cubicBezTo>
                        <a:cubicBezTo>
                          <a:pt x="56" y="260"/>
                          <a:pt x="56" y="260"/>
                          <a:pt x="56" y="260"/>
                        </a:cubicBezTo>
                        <a:cubicBezTo>
                          <a:pt x="53" y="259"/>
                          <a:pt x="50" y="257"/>
                          <a:pt x="49" y="257"/>
                        </a:cubicBezTo>
                        <a:cubicBezTo>
                          <a:pt x="49" y="257"/>
                          <a:pt x="49" y="257"/>
                          <a:pt x="49" y="257"/>
                        </a:cubicBezTo>
                        <a:cubicBezTo>
                          <a:pt x="48" y="256"/>
                          <a:pt x="48" y="253"/>
                          <a:pt x="48" y="249"/>
                        </a:cubicBezTo>
                        <a:cubicBezTo>
                          <a:pt x="48" y="245"/>
                          <a:pt x="48" y="242"/>
                          <a:pt x="49" y="242"/>
                        </a:cubicBezTo>
                        <a:cubicBezTo>
                          <a:pt x="49" y="241"/>
                          <a:pt x="49" y="241"/>
                          <a:pt x="49" y="241"/>
                        </a:cubicBezTo>
                        <a:cubicBezTo>
                          <a:pt x="52" y="240"/>
                          <a:pt x="65" y="235"/>
                          <a:pt x="70" y="221"/>
                        </a:cubicBezTo>
                        <a:cubicBezTo>
                          <a:pt x="74" y="207"/>
                          <a:pt x="67" y="195"/>
                          <a:pt x="65" y="193"/>
                        </a:cubicBezTo>
                        <a:cubicBezTo>
                          <a:pt x="65" y="192"/>
                          <a:pt x="65" y="192"/>
                          <a:pt x="65" y="192"/>
                        </a:cubicBezTo>
                        <a:cubicBezTo>
                          <a:pt x="74" y="180"/>
                          <a:pt x="74" y="180"/>
                          <a:pt x="74" y="180"/>
                        </a:cubicBezTo>
                        <a:cubicBezTo>
                          <a:pt x="74" y="180"/>
                          <a:pt x="74" y="180"/>
                          <a:pt x="74" y="180"/>
                        </a:cubicBezTo>
                        <a:cubicBezTo>
                          <a:pt x="76" y="180"/>
                          <a:pt x="80" y="181"/>
                          <a:pt x="85" y="181"/>
                        </a:cubicBezTo>
                        <a:cubicBezTo>
                          <a:pt x="92" y="181"/>
                          <a:pt x="98" y="179"/>
                          <a:pt x="103" y="176"/>
                        </a:cubicBezTo>
                        <a:cubicBezTo>
                          <a:pt x="115" y="167"/>
                          <a:pt x="116" y="153"/>
                          <a:pt x="116" y="150"/>
                        </a:cubicBezTo>
                        <a:cubicBezTo>
                          <a:pt x="116" y="149"/>
                          <a:pt x="116" y="149"/>
                          <a:pt x="116" y="149"/>
                        </a:cubicBezTo>
                        <a:cubicBezTo>
                          <a:pt x="131" y="144"/>
                          <a:pt x="131" y="144"/>
                          <a:pt x="131" y="144"/>
                        </a:cubicBezTo>
                        <a:cubicBezTo>
                          <a:pt x="131" y="145"/>
                          <a:pt x="131" y="145"/>
                          <a:pt x="131" y="145"/>
                        </a:cubicBezTo>
                        <a:cubicBezTo>
                          <a:pt x="133" y="147"/>
                          <a:pt x="142" y="158"/>
                          <a:pt x="156" y="158"/>
                        </a:cubicBezTo>
                        <a:cubicBezTo>
                          <a:pt x="171" y="158"/>
                          <a:pt x="180" y="147"/>
                          <a:pt x="182" y="145"/>
                        </a:cubicBezTo>
                        <a:cubicBezTo>
                          <a:pt x="182" y="144"/>
                          <a:pt x="182" y="144"/>
                          <a:pt x="182" y="144"/>
                        </a:cubicBezTo>
                        <a:cubicBezTo>
                          <a:pt x="197" y="149"/>
                          <a:pt x="197" y="149"/>
                          <a:pt x="197" y="149"/>
                        </a:cubicBezTo>
                        <a:cubicBezTo>
                          <a:pt x="197" y="150"/>
                          <a:pt x="197" y="150"/>
                          <a:pt x="197" y="150"/>
                        </a:cubicBezTo>
                        <a:cubicBezTo>
                          <a:pt x="197" y="153"/>
                          <a:pt x="198" y="167"/>
                          <a:pt x="210" y="176"/>
                        </a:cubicBezTo>
                        <a:cubicBezTo>
                          <a:pt x="215" y="179"/>
                          <a:pt x="221" y="181"/>
                          <a:pt x="228" y="181"/>
                        </a:cubicBezTo>
                        <a:cubicBezTo>
                          <a:pt x="233" y="181"/>
                          <a:pt x="237" y="180"/>
                          <a:pt x="238" y="180"/>
                        </a:cubicBezTo>
                        <a:cubicBezTo>
                          <a:pt x="239" y="180"/>
                          <a:pt x="239" y="180"/>
                          <a:pt x="239" y="180"/>
                        </a:cubicBezTo>
                        <a:cubicBezTo>
                          <a:pt x="248" y="192"/>
                          <a:pt x="248" y="192"/>
                          <a:pt x="248" y="192"/>
                        </a:cubicBezTo>
                        <a:cubicBezTo>
                          <a:pt x="248" y="193"/>
                          <a:pt x="248" y="193"/>
                          <a:pt x="248" y="193"/>
                        </a:cubicBezTo>
                        <a:cubicBezTo>
                          <a:pt x="246" y="195"/>
                          <a:pt x="238" y="207"/>
                          <a:pt x="243" y="221"/>
                        </a:cubicBezTo>
                        <a:cubicBezTo>
                          <a:pt x="247" y="235"/>
                          <a:pt x="261" y="240"/>
                          <a:pt x="264" y="241"/>
                        </a:cubicBezTo>
                        <a:cubicBezTo>
                          <a:pt x="264" y="242"/>
                          <a:pt x="264" y="242"/>
                          <a:pt x="264" y="242"/>
                        </a:cubicBezTo>
                        <a:cubicBezTo>
                          <a:pt x="264" y="242"/>
                          <a:pt x="264" y="245"/>
                          <a:pt x="264" y="249"/>
                        </a:cubicBezTo>
                        <a:cubicBezTo>
                          <a:pt x="264" y="253"/>
                          <a:pt x="264" y="256"/>
                          <a:pt x="264" y="257"/>
                        </a:cubicBezTo>
                        <a:close/>
                        <a:moveTo>
                          <a:pt x="296" y="256"/>
                        </a:moveTo>
                        <a:cubicBezTo>
                          <a:pt x="296" y="259"/>
                          <a:pt x="295" y="260"/>
                          <a:pt x="292" y="260"/>
                        </a:cubicBezTo>
                        <a:cubicBezTo>
                          <a:pt x="276" y="260"/>
                          <a:pt x="276" y="260"/>
                          <a:pt x="276" y="260"/>
                        </a:cubicBezTo>
                        <a:cubicBezTo>
                          <a:pt x="276" y="260"/>
                          <a:pt x="276" y="259"/>
                          <a:pt x="276" y="258"/>
                        </a:cubicBezTo>
                        <a:cubicBezTo>
                          <a:pt x="276" y="258"/>
                          <a:pt x="276" y="255"/>
                          <a:pt x="276" y="249"/>
                        </a:cubicBezTo>
                        <a:cubicBezTo>
                          <a:pt x="276" y="243"/>
                          <a:pt x="276" y="240"/>
                          <a:pt x="276" y="240"/>
                        </a:cubicBezTo>
                        <a:cubicBezTo>
                          <a:pt x="276" y="236"/>
                          <a:pt x="272" y="231"/>
                          <a:pt x="268" y="230"/>
                        </a:cubicBezTo>
                        <a:cubicBezTo>
                          <a:pt x="268" y="230"/>
                          <a:pt x="257" y="227"/>
                          <a:pt x="254" y="217"/>
                        </a:cubicBezTo>
                        <a:cubicBezTo>
                          <a:pt x="251" y="208"/>
                          <a:pt x="258" y="199"/>
                          <a:pt x="258" y="199"/>
                        </a:cubicBezTo>
                        <a:cubicBezTo>
                          <a:pt x="260" y="196"/>
                          <a:pt x="261" y="190"/>
                          <a:pt x="258" y="186"/>
                        </a:cubicBezTo>
                        <a:cubicBezTo>
                          <a:pt x="248" y="172"/>
                          <a:pt x="248" y="172"/>
                          <a:pt x="248" y="172"/>
                        </a:cubicBezTo>
                        <a:cubicBezTo>
                          <a:pt x="245" y="169"/>
                          <a:pt x="242" y="167"/>
                          <a:pt x="238" y="167"/>
                        </a:cubicBezTo>
                        <a:cubicBezTo>
                          <a:pt x="237" y="167"/>
                          <a:pt x="236" y="168"/>
                          <a:pt x="235" y="168"/>
                        </a:cubicBezTo>
                        <a:cubicBezTo>
                          <a:pt x="235" y="168"/>
                          <a:pt x="232" y="169"/>
                          <a:pt x="228" y="169"/>
                        </a:cubicBezTo>
                        <a:cubicBezTo>
                          <a:pt x="224" y="169"/>
                          <a:pt x="220" y="168"/>
                          <a:pt x="217" y="166"/>
                        </a:cubicBezTo>
                        <a:cubicBezTo>
                          <a:pt x="209" y="160"/>
                          <a:pt x="209" y="149"/>
                          <a:pt x="209" y="149"/>
                        </a:cubicBezTo>
                        <a:cubicBezTo>
                          <a:pt x="209" y="145"/>
                          <a:pt x="206" y="140"/>
                          <a:pt x="202" y="138"/>
                        </a:cubicBezTo>
                        <a:cubicBezTo>
                          <a:pt x="185" y="133"/>
                          <a:pt x="185" y="133"/>
                          <a:pt x="185" y="133"/>
                        </a:cubicBezTo>
                        <a:cubicBezTo>
                          <a:pt x="184" y="133"/>
                          <a:pt x="183" y="132"/>
                          <a:pt x="182" y="132"/>
                        </a:cubicBezTo>
                        <a:cubicBezTo>
                          <a:pt x="178" y="132"/>
                          <a:pt x="174" y="134"/>
                          <a:pt x="172" y="137"/>
                        </a:cubicBezTo>
                        <a:cubicBezTo>
                          <a:pt x="172" y="137"/>
                          <a:pt x="166" y="146"/>
                          <a:pt x="156" y="146"/>
                        </a:cubicBezTo>
                        <a:cubicBezTo>
                          <a:pt x="147" y="146"/>
                          <a:pt x="140" y="137"/>
                          <a:pt x="140" y="137"/>
                        </a:cubicBezTo>
                        <a:cubicBezTo>
                          <a:pt x="138" y="134"/>
                          <a:pt x="134" y="132"/>
                          <a:pt x="130" y="132"/>
                        </a:cubicBezTo>
                        <a:cubicBezTo>
                          <a:pt x="130" y="132"/>
                          <a:pt x="129" y="133"/>
                          <a:pt x="128" y="133"/>
                        </a:cubicBezTo>
                        <a:cubicBezTo>
                          <a:pt x="111" y="138"/>
                          <a:pt x="111" y="138"/>
                          <a:pt x="111" y="138"/>
                        </a:cubicBezTo>
                        <a:cubicBezTo>
                          <a:pt x="107" y="140"/>
                          <a:pt x="103" y="145"/>
                          <a:pt x="104" y="149"/>
                        </a:cubicBezTo>
                        <a:cubicBezTo>
                          <a:pt x="104" y="149"/>
                          <a:pt x="104" y="160"/>
                          <a:pt x="96" y="166"/>
                        </a:cubicBezTo>
                        <a:cubicBezTo>
                          <a:pt x="92" y="168"/>
                          <a:pt x="88" y="169"/>
                          <a:pt x="85" y="169"/>
                        </a:cubicBezTo>
                        <a:cubicBezTo>
                          <a:pt x="81" y="169"/>
                          <a:pt x="78" y="168"/>
                          <a:pt x="78" y="168"/>
                        </a:cubicBezTo>
                        <a:cubicBezTo>
                          <a:pt x="77" y="168"/>
                          <a:pt x="76" y="167"/>
                          <a:pt x="75" y="167"/>
                        </a:cubicBezTo>
                        <a:cubicBezTo>
                          <a:pt x="71" y="167"/>
                          <a:pt x="67" y="169"/>
                          <a:pt x="65" y="172"/>
                        </a:cubicBezTo>
                        <a:cubicBezTo>
                          <a:pt x="54" y="186"/>
                          <a:pt x="54" y="186"/>
                          <a:pt x="54" y="186"/>
                        </a:cubicBezTo>
                        <a:cubicBezTo>
                          <a:pt x="52" y="190"/>
                          <a:pt x="52" y="196"/>
                          <a:pt x="55" y="199"/>
                        </a:cubicBezTo>
                        <a:cubicBezTo>
                          <a:pt x="55" y="199"/>
                          <a:pt x="62" y="208"/>
                          <a:pt x="58" y="217"/>
                        </a:cubicBezTo>
                        <a:cubicBezTo>
                          <a:pt x="55" y="227"/>
                          <a:pt x="45" y="230"/>
                          <a:pt x="45" y="230"/>
                        </a:cubicBezTo>
                        <a:cubicBezTo>
                          <a:pt x="41" y="231"/>
                          <a:pt x="37" y="236"/>
                          <a:pt x="37" y="240"/>
                        </a:cubicBezTo>
                        <a:cubicBezTo>
                          <a:pt x="37" y="240"/>
                          <a:pt x="36" y="243"/>
                          <a:pt x="36" y="249"/>
                        </a:cubicBezTo>
                        <a:cubicBezTo>
                          <a:pt x="36" y="255"/>
                          <a:pt x="37" y="258"/>
                          <a:pt x="37" y="258"/>
                        </a:cubicBezTo>
                        <a:cubicBezTo>
                          <a:pt x="37" y="259"/>
                          <a:pt x="37" y="260"/>
                          <a:pt x="37" y="260"/>
                        </a:cubicBezTo>
                        <a:cubicBezTo>
                          <a:pt x="16" y="260"/>
                          <a:pt x="16" y="260"/>
                          <a:pt x="16" y="260"/>
                        </a:cubicBezTo>
                        <a:cubicBezTo>
                          <a:pt x="14" y="260"/>
                          <a:pt x="12" y="259"/>
                          <a:pt x="12" y="256"/>
                        </a:cubicBezTo>
                        <a:cubicBezTo>
                          <a:pt x="12" y="60"/>
                          <a:pt x="12" y="60"/>
                          <a:pt x="12" y="60"/>
                        </a:cubicBezTo>
                        <a:cubicBezTo>
                          <a:pt x="296" y="60"/>
                          <a:pt x="296" y="60"/>
                          <a:pt x="296" y="60"/>
                        </a:cubicBezTo>
                        <a:lnTo>
                          <a:pt x="296" y="256"/>
                        </a:lnTo>
                        <a:close/>
                        <a:moveTo>
                          <a:pt x="296" y="48"/>
                        </a:moveTo>
                        <a:cubicBezTo>
                          <a:pt x="12" y="48"/>
                          <a:pt x="12" y="48"/>
                          <a:pt x="12" y="48"/>
                        </a:cubicBezTo>
                        <a:cubicBezTo>
                          <a:pt x="12" y="16"/>
                          <a:pt x="12" y="16"/>
                          <a:pt x="12" y="16"/>
                        </a:cubicBezTo>
                        <a:cubicBezTo>
                          <a:pt x="12" y="14"/>
                          <a:pt x="14" y="12"/>
                          <a:pt x="16" y="12"/>
                        </a:cubicBezTo>
                        <a:cubicBezTo>
                          <a:pt x="292" y="12"/>
                          <a:pt x="292" y="12"/>
                          <a:pt x="292" y="12"/>
                        </a:cubicBezTo>
                        <a:cubicBezTo>
                          <a:pt x="295" y="12"/>
                          <a:pt x="296" y="14"/>
                          <a:pt x="296" y="16"/>
                        </a:cubicBezTo>
                        <a:lnTo>
                          <a:pt x="296" y="48"/>
                        </a:lnTo>
                        <a:close/>
                      </a:path>
                    </a:pathLst>
                  </a:cu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34" name="Oval 157">
                    <a:extLst>
                      <a:ext uri="{FF2B5EF4-FFF2-40B4-BE49-F238E27FC236}">
                        <a16:creationId xmlns:a16="http://schemas.microsoft.com/office/drawing/2014/main" id="{3C63A6B5-23AC-43F6-9E8C-37A2133800A3}"/>
                      </a:ext>
                    </a:extLst>
                  </p:cNvPr>
                  <p:cNvSpPr>
                    <a:spLocks noChangeArrowheads="1"/>
                  </p:cNvSpPr>
                  <p:nvPr/>
                </p:nvSpPr>
                <p:spPr bwMode="auto">
                  <a:xfrm>
                    <a:off x="5352071" y="4898973"/>
                    <a:ext cx="19268" cy="19268"/>
                  </a:xfrm>
                  <a:prstGeom prst="ellipse">
                    <a:avLst/>
                  </a:pr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35" name="Oval 158">
                    <a:extLst>
                      <a:ext uri="{FF2B5EF4-FFF2-40B4-BE49-F238E27FC236}">
                        <a16:creationId xmlns:a16="http://schemas.microsoft.com/office/drawing/2014/main" id="{3A8F390A-2181-4FB9-A188-3EFA749FF87A}"/>
                      </a:ext>
                    </a:extLst>
                  </p:cNvPr>
                  <p:cNvSpPr>
                    <a:spLocks noChangeArrowheads="1"/>
                  </p:cNvSpPr>
                  <p:nvPr/>
                </p:nvSpPr>
                <p:spPr bwMode="auto">
                  <a:xfrm>
                    <a:off x="5325096" y="4898973"/>
                    <a:ext cx="19268" cy="19268"/>
                  </a:xfrm>
                  <a:prstGeom prst="ellipse">
                    <a:avLst/>
                  </a:pr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36" name="Oval 159">
                    <a:extLst>
                      <a:ext uri="{FF2B5EF4-FFF2-40B4-BE49-F238E27FC236}">
                        <a16:creationId xmlns:a16="http://schemas.microsoft.com/office/drawing/2014/main" id="{D16D99FC-A779-4EA3-ADF1-521366C72F2A}"/>
                      </a:ext>
                    </a:extLst>
                  </p:cNvPr>
                  <p:cNvSpPr>
                    <a:spLocks noChangeArrowheads="1"/>
                  </p:cNvSpPr>
                  <p:nvPr/>
                </p:nvSpPr>
                <p:spPr bwMode="auto">
                  <a:xfrm>
                    <a:off x="5298121" y="4898973"/>
                    <a:ext cx="19268" cy="19268"/>
                  </a:xfrm>
                  <a:prstGeom prst="ellipse">
                    <a:avLst/>
                  </a:pr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37" name="Freeform 160">
                    <a:extLst>
                      <a:ext uri="{FF2B5EF4-FFF2-40B4-BE49-F238E27FC236}">
                        <a16:creationId xmlns:a16="http://schemas.microsoft.com/office/drawing/2014/main" id="{BD30A880-973A-4CF9-9A3E-F10C36A45BF4}"/>
                      </a:ext>
                    </a:extLst>
                  </p:cNvPr>
                  <p:cNvSpPr>
                    <a:spLocks/>
                  </p:cNvSpPr>
                  <p:nvPr/>
                </p:nvSpPr>
                <p:spPr bwMode="auto">
                  <a:xfrm>
                    <a:off x="5639165" y="4469295"/>
                    <a:ext cx="65511" cy="11561"/>
                  </a:xfrm>
                  <a:custGeom>
                    <a:avLst/>
                    <a:gdLst>
                      <a:gd name="T0" fmla="*/ 2147483646 w 68"/>
                      <a:gd name="T1" fmla="*/ 0 h 12"/>
                      <a:gd name="T2" fmla="*/ 2147483646 w 68"/>
                      <a:gd name="T3" fmla="*/ 0 h 12"/>
                      <a:gd name="T4" fmla="*/ 0 w 68"/>
                      <a:gd name="T5" fmla="*/ 2147483646 h 12"/>
                      <a:gd name="T6" fmla="*/ 2147483646 w 68"/>
                      <a:gd name="T7" fmla="*/ 2147483646 h 12"/>
                      <a:gd name="T8" fmla="*/ 2147483646 w 68"/>
                      <a:gd name="T9" fmla="*/ 2147483646 h 12"/>
                      <a:gd name="T10" fmla="*/ 2147483646 w 68"/>
                      <a:gd name="T11" fmla="*/ 2147483646 h 12"/>
                      <a:gd name="T12" fmla="*/ 2147483646 w 68"/>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2">
                        <a:moveTo>
                          <a:pt x="62" y="0"/>
                        </a:moveTo>
                        <a:cubicBezTo>
                          <a:pt x="6" y="0"/>
                          <a:pt x="6" y="0"/>
                          <a:pt x="6" y="0"/>
                        </a:cubicBezTo>
                        <a:cubicBezTo>
                          <a:pt x="3" y="0"/>
                          <a:pt x="0" y="3"/>
                          <a:pt x="0" y="6"/>
                        </a:cubicBezTo>
                        <a:cubicBezTo>
                          <a:pt x="0" y="9"/>
                          <a:pt x="3" y="12"/>
                          <a:pt x="6" y="12"/>
                        </a:cubicBezTo>
                        <a:cubicBezTo>
                          <a:pt x="62" y="12"/>
                          <a:pt x="62" y="12"/>
                          <a:pt x="62" y="12"/>
                        </a:cubicBezTo>
                        <a:cubicBezTo>
                          <a:pt x="65" y="12"/>
                          <a:pt x="68" y="9"/>
                          <a:pt x="68" y="6"/>
                        </a:cubicBezTo>
                        <a:cubicBezTo>
                          <a:pt x="68" y="3"/>
                          <a:pt x="65" y="0"/>
                          <a:pt x="62"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38" name="Freeform 161">
                    <a:extLst>
                      <a:ext uri="{FF2B5EF4-FFF2-40B4-BE49-F238E27FC236}">
                        <a16:creationId xmlns:a16="http://schemas.microsoft.com/office/drawing/2014/main" id="{3616ABA7-1C6C-4331-9715-8980FD259811}"/>
                      </a:ext>
                    </a:extLst>
                  </p:cNvPr>
                  <p:cNvSpPr>
                    <a:spLocks/>
                  </p:cNvSpPr>
                  <p:nvPr/>
                </p:nvSpPr>
                <p:spPr bwMode="auto">
                  <a:xfrm>
                    <a:off x="5639165" y="4431723"/>
                    <a:ext cx="65511" cy="11561"/>
                  </a:xfrm>
                  <a:custGeom>
                    <a:avLst/>
                    <a:gdLst>
                      <a:gd name="T0" fmla="*/ 2147483646 w 68"/>
                      <a:gd name="T1" fmla="*/ 0 h 12"/>
                      <a:gd name="T2" fmla="*/ 2147483646 w 68"/>
                      <a:gd name="T3" fmla="*/ 0 h 12"/>
                      <a:gd name="T4" fmla="*/ 0 w 68"/>
                      <a:gd name="T5" fmla="*/ 2147483646 h 12"/>
                      <a:gd name="T6" fmla="*/ 2147483646 w 68"/>
                      <a:gd name="T7" fmla="*/ 2147483646 h 12"/>
                      <a:gd name="T8" fmla="*/ 2147483646 w 68"/>
                      <a:gd name="T9" fmla="*/ 2147483646 h 12"/>
                      <a:gd name="T10" fmla="*/ 2147483646 w 68"/>
                      <a:gd name="T11" fmla="*/ 2147483646 h 12"/>
                      <a:gd name="T12" fmla="*/ 2147483646 w 68"/>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2">
                        <a:moveTo>
                          <a:pt x="62" y="0"/>
                        </a:moveTo>
                        <a:cubicBezTo>
                          <a:pt x="6" y="0"/>
                          <a:pt x="6" y="0"/>
                          <a:pt x="6" y="0"/>
                        </a:cubicBezTo>
                        <a:cubicBezTo>
                          <a:pt x="3" y="0"/>
                          <a:pt x="0" y="3"/>
                          <a:pt x="0" y="6"/>
                        </a:cubicBezTo>
                        <a:cubicBezTo>
                          <a:pt x="0" y="9"/>
                          <a:pt x="3" y="12"/>
                          <a:pt x="6" y="12"/>
                        </a:cubicBezTo>
                        <a:cubicBezTo>
                          <a:pt x="62" y="12"/>
                          <a:pt x="62" y="12"/>
                          <a:pt x="62" y="12"/>
                        </a:cubicBezTo>
                        <a:cubicBezTo>
                          <a:pt x="65" y="12"/>
                          <a:pt x="68" y="9"/>
                          <a:pt x="68" y="6"/>
                        </a:cubicBezTo>
                        <a:cubicBezTo>
                          <a:pt x="68" y="3"/>
                          <a:pt x="65" y="0"/>
                          <a:pt x="62"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39" name="Freeform 162">
                    <a:extLst>
                      <a:ext uri="{FF2B5EF4-FFF2-40B4-BE49-F238E27FC236}">
                        <a16:creationId xmlns:a16="http://schemas.microsoft.com/office/drawing/2014/main" id="{03F34557-414C-4C61-884A-640B5A0EE238}"/>
                      </a:ext>
                    </a:extLst>
                  </p:cNvPr>
                  <p:cNvSpPr>
                    <a:spLocks/>
                  </p:cNvSpPr>
                  <p:nvPr/>
                </p:nvSpPr>
                <p:spPr bwMode="auto">
                  <a:xfrm>
                    <a:off x="5639165" y="4393187"/>
                    <a:ext cx="65511" cy="11561"/>
                  </a:xfrm>
                  <a:custGeom>
                    <a:avLst/>
                    <a:gdLst>
                      <a:gd name="T0" fmla="*/ 2147483646 w 68"/>
                      <a:gd name="T1" fmla="*/ 0 h 12"/>
                      <a:gd name="T2" fmla="*/ 2147483646 w 68"/>
                      <a:gd name="T3" fmla="*/ 0 h 12"/>
                      <a:gd name="T4" fmla="*/ 0 w 68"/>
                      <a:gd name="T5" fmla="*/ 2147483646 h 12"/>
                      <a:gd name="T6" fmla="*/ 2147483646 w 68"/>
                      <a:gd name="T7" fmla="*/ 2147483646 h 12"/>
                      <a:gd name="T8" fmla="*/ 2147483646 w 68"/>
                      <a:gd name="T9" fmla="*/ 2147483646 h 12"/>
                      <a:gd name="T10" fmla="*/ 2147483646 w 68"/>
                      <a:gd name="T11" fmla="*/ 2147483646 h 12"/>
                      <a:gd name="T12" fmla="*/ 2147483646 w 68"/>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2">
                        <a:moveTo>
                          <a:pt x="62" y="0"/>
                        </a:moveTo>
                        <a:cubicBezTo>
                          <a:pt x="6" y="0"/>
                          <a:pt x="6" y="0"/>
                          <a:pt x="6" y="0"/>
                        </a:cubicBezTo>
                        <a:cubicBezTo>
                          <a:pt x="3" y="0"/>
                          <a:pt x="0" y="3"/>
                          <a:pt x="0" y="6"/>
                        </a:cubicBezTo>
                        <a:cubicBezTo>
                          <a:pt x="0" y="9"/>
                          <a:pt x="3" y="12"/>
                          <a:pt x="6" y="12"/>
                        </a:cubicBezTo>
                        <a:cubicBezTo>
                          <a:pt x="62" y="12"/>
                          <a:pt x="62" y="12"/>
                          <a:pt x="62" y="12"/>
                        </a:cubicBezTo>
                        <a:cubicBezTo>
                          <a:pt x="65" y="12"/>
                          <a:pt x="68" y="9"/>
                          <a:pt x="68" y="6"/>
                        </a:cubicBezTo>
                        <a:cubicBezTo>
                          <a:pt x="68" y="3"/>
                          <a:pt x="65" y="0"/>
                          <a:pt x="62"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0" name="Freeform 163">
                    <a:extLst>
                      <a:ext uri="{FF2B5EF4-FFF2-40B4-BE49-F238E27FC236}">
                        <a16:creationId xmlns:a16="http://schemas.microsoft.com/office/drawing/2014/main" id="{F69FC803-BDA9-4A78-A90C-BA29C34FD4D4}"/>
                      </a:ext>
                    </a:extLst>
                  </p:cNvPr>
                  <p:cNvSpPr>
                    <a:spLocks/>
                  </p:cNvSpPr>
                  <p:nvPr/>
                </p:nvSpPr>
                <p:spPr bwMode="auto">
                  <a:xfrm>
                    <a:off x="5639165" y="4354651"/>
                    <a:ext cx="65511" cy="11561"/>
                  </a:xfrm>
                  <a:custGeom>
                    <a:avLst/>
                    <a:gdLst>
                      <a:gd name="T0" fmla="*/ 2147483646 w 68"/>
                      <a:gd name="T1" fmla="*/ 0 h 12"/>
                      <a:gd name="T2" fmla="*/ 2147483646 w 68"/>
                      <a:gd name="T3" fmla="*/ 0 h 12"/>
                      <a:gd name="T4" fmla="*/ 0 w 68"/>
                      <a:gd name="T5" fmla="*/ 2147483646 h 12"/>
                      <a:gd name="T6" fmla="*/ 2147483646 w 68"/>
                      <a:gd name="T7" fmla="*/ 2147483646 h 12"/>
                      <a:gd name="T8" fmla="*/ 2147483646 w 68"/>
                      <a:gd name="T9" fmla="*/ 2147483646 h 12"/>
                      <a:gd name="T10" fmla="*/ 2147483646 w 68"/>
                      <a:gd name="T11" fmla="*/ 2147483646 h 12"/>
                      <a:gd name="T12" fmla="*/ 2147483646 w 68"/>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2">
                        <a:moveTo>
                          <a:pt x="62" y="0"/>
                        </a:moveTo>
                        <a:cubicBezTo>
                          <a:pt x="6" y="0"/>
                          <a:pt x="6" y="0"/>
                          <a:pt x="6" y="0"/>
                        </a:cubicBezTo>
                        <a:cubicBezTo>
                          <a:pt x="3" y="0"/>
                          <a:pt x="0" y="3"/>
                          <a:pt x="0" y="6"/>
                        </a:cubicBezTo>
                        <a:cubicBezTo>
                          <a:pt x="0" y="9"/>
                          <a:pt x="3" y="12"/>
                          <a:pt x="6" y="12"/>
                        </a:cubicBezTo>
                        <a:cubicBezTo>
                          <a:pt x="62" y="12"/>
                          <a:pt x="62" y="12"/>
                          <a:pt x="62" y="12"/>
                        </a:cubicBezTo>
                        <a:cubicBezTo>
                          <a:pt x="65" y="12"/>
                          <a:pt x="68" y="9"/>
                          <a:pt x="68" y="6"/>
                        </a:cubicBezTo>
                        <a:cubicBezTo>
                          <a:pt x="68" y="3"/>
                          <a:pt x="65" y="0"/>
                          <a:pt x="62"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1" name="Freeform 164">
                    <a:extLst>
                      <a:ext uri="{FF2B5EF4-FFF2-40B4-BE49-F238E27FC236}">
                        <a16:creationId xmlns:a16="http://schemas.microsoft.com/office/drawing/2014/main" id="{5FED196C-4AA6-4AF0-A6CE-D917EB2DE48B}"/>
                      </a:ext>
                    </a:extLst>
                  </p:cNvPr>
                  <p:cNvSpPr>
                    <a:spLocks/>
                  </p:cNvSpPr>
                  <p:nvPr/>
                </p:nvSpPr>
                <p:spPr bwMode="auto">
                  <a:xfrm>
                    <a:off x="5639165" y="4316115"/>
                    <a:ext cx="65511" cy="11561"/>
                  </a:xfrm>
                  <a:custGeom>
                    <a:avLst/>
                    <a:gdLst>
                      <a:gd name="T0" fmla="*/ 2147483646 w 68"/>
                      <a:gd name="T1" fmla="*/ 0 h 12"/>
                      <a:gd name="T2" fmla="*/ 2147483646 w 68"/>
                      <a:gd name="T3" fmla="*/ 0 h 12"/>
                      <a:gd name="T4" fmla="*/ 0 w 68"/>
                      <a:gd name="T5" fmla="*/ 2147483646 h 12"/>
                      <a:gd name="T6" fmla="*/ 2147483646 w 68"/>
                      <a:gd name="T7" fmla="*/ 2147483646 h 12"/>
                      <a:gd name="T8" fmla="*/ 2147483646 w 68"/>
                      <a:gd name="T9" fmla="*/ 2147483646 h 12"/>
                      <a:gd name="T10" fmla="*/ 2147483646 w 68"/>
                      <a:gd name="T11" fmla="*/ 2147483646 h 12"/>
                      <a:gd name="T12" fmla="*/ 2147483646 w 68"/>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12">
                        <a:moveTo>
                          <a:pt x="62" y="0"/>
                        </a:moveTo>
                        <a:cubicBezTo>
                          <a:pt x="6" y="0"/>
                          <a:pt x="6" y="0"/>
                          <a:pt x="6" y="0"/>
                        </a:cubicBezTo>
                        <a:cubicBezTo>
                          <a:pt x="3" y="0"/>
                          <a:pt x="0" y="3"/>
                          <a:pt x="0" y="6"/>
                        </a:cubicBezTo>
                        <a:cubicBezTo>
                          <a:pt x="0" y="9"/>
                          <a:pt x="3" y="12"/>
                          <a:pt x="6" y="12"/>
                        </a:cubicBezTo>
                        <a:cubicBezTo>
                          <a:pt x="62" y="12"/>
                          <a:pt x="62" y="12"/>
                          <a:pt x="62" y="12"/>
                        </a:cubicBezTo>
                        <a:cubicBezTo>
                          <a:pt x="65" y="12"/>
                          <a:pt x="68" y="9"/>
                          <a:pt x="68" y="6"/>
                        </a:cubicBezTo>
                        <a:cubicBezTo>
                          <a:pt x="68" y="3"/>
                          <a:pt x="65" y="0"/>
                          <a:pt x="62"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2" name="Freeform 165">
                    <a:extLst>
                      <a:ext uri="{FF2B5EF4-FFF2-40B4-BE49-F238E27FC236}">
                        <a16:creationId xmlns:a16="http://schemas.microsoft.com/office/drawing/2014/main" id="{90450C13-4254-440C-9B85-D3739D505960}"/>
                      </a:ext>
                    </a:extLst>
                  </p:cNvPr>
                  <p:cNvSpPr>
                    <a:spLocks/>
                  </p:cNvSpPr>
                  <p:nvPr/>
                </p:nvSpPr>
                <p:spPr bwMode="auto">
                  <a:xfrm>
                    <a:off x="5762480" y="4469295"/>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3" name="Freeform 166">
                    <a:extLst>
                      <a:ext uri="{FF2B5EF4-FFF2-40B4-BE49-F238E27FC236}">
                        <a16:creationId xmlns:a16="http://schemas.microsoft.com/office/drawing/2014/main" id="{3563C3D5-F53B-4874-8A77-C57FBAD415B5}"/>
                      </a:ext>
                    </a:extLst>
                  </p:cNvPr>
                  <p:cNvSpPr>
                    <a:spLocks/>
                  </p:cNvSpPr>
                  <p:nvPr/>
                </p:nvSpPr>
                <p:spPr bwMode="auto">
                  <a:xfrm>
                    <a:off x="5762480" y="4431723"/>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4" name="Freeform 167">
                    <a:extLst>
                      <a:ext uri="{FF2B5EF4-FFF2-40B4-BE49-F238E27FC236}">
                        <a16:creationId xmlns:a16="http://schemas.microsoft.com/office/drawing/2014/main" id="{706003A5-DBCD-4FEE-87C3-D5E12F0705AB}"/>
                      </a:ext>
                    </a:extLst>
                  </p:cNvPr>
                  <p:cNvSpPr>
                    <a:spLocks/>
                  </p:cNvSpPr>
                  <p:nvPr/>
                </p:nvSpPr>
                <p:spPr bwMode="auto">
                  <a:xfrm>
                    <a:off x="5762480" y="4393187"/>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5" name="Freeform 168">
                    <a:extLst>
                      <a:ext uri="{FF2B5EF4-FFF2-40B4-BE49-F238E27FC236}">
                        <a16:creationId xmlns:a16="http://schemas.microsoft.com/office/drawing/2014/main" id="{0C0B3A63-506F-481E-A979-B9B59DC8DF72}"/>
                      </a:ext>
                    </a:extLst>
                  </p:cNvPr>
                  <p:cNvSpPr>
                    <a:spLocks/>
                  </p:cNvSpPr>
                  <p:nvPr/>
                </p:nvSpPr>
                <p:spPr bwMode="auto">
                  <a:xfrm>
                    <a:off x="5762480" y="4354651"/>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6" name="Freeform 169">
                    <a:extLst>
                      <a:ext uri="{FF2B5EF4-FFF2-40B4-BE49-F238E27FC236}">
                        <a16:creationId xmlns:a16="http://schemas.microsoft.com/office/drawing/2014/main" id="{A4B14E21-BD43-4A3F-AF49-E32714787998}"/>
                      </a:ext>
                    </a:extLst>
                  </p:cNvPr>
                  <p:cNvSpPr>
                    <a:spLocks/>
                  </p:cNvSpPr>
                  <p:nvPr/>
                </p:nvSpPr>
                <p:spPr bwMode="auto">
                  <a:xfrm>
                    <a:off x="5827028" y="4469295"/>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7" name="Freeform 170">
                    <a:extLst>
                      <a:ext uri="{FF2B5EF4-FFF2-40B4-BE49-F238E27FC236}">
                        <a16:creationId xmlns:a16="http://schemas.microsoft.com/office/drawing/2014/main" id="{4134C586-DC19-418B-91DA-CE86A8DF6901}"/>
                      </a:ext>
                    </a:extLst>
                  </p:cNvPr>
                  <p:cNvSpPr>
                    <a:spLocks/>
                  </p:cNvSpPr>
                  <p:nvPr/>
                </p:nvSpPr>
                <p:spPr bwMode="auto">
                  <a:xfrm>
                    <a:off x="5827028" y="4431723"/>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8" name="Freeform 171">
                    <a:extLst>
                      <a:ext uri="{FF2B5EF4-FFF2-40B4-BE49-F238E27FC236}">
                        <a16:creationId xmlns:a16="http://schemas.microsoft.com/office/drawing/2014/main" id="{E16C3521-20B2-4E2A-861C-0DAA56B6C901}"/>
                      </a:ext>
                    </a:extLst>
                  </p:cNvPr>
                  <p:cNvSpPr>
                    <a:spLocks/>
                  </p:cNvSpPr>
                  <p:nvPr/>
                </p:nvSpPr>
                <p:spPr bwMode="auto">
                  <a:xfrm>
                    <a:off x="5827028" y="4393187"/>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49" name="Freeform 172">
                    <a:extLst>
                      <a:ext uri="{FF2B5EF4-FFF2-40B4-BE49-F238E27FC236}">
                        <a16:creationId xmlns:a16="http://schemas.microsoft.com/office/drawing/2014/main" id="{54534B2B-BBCC-457A-B999-08DD5E5A01C0}"/>
                      </a:ext>
                    </a:extLst>
                  </p:cNvPr>
                  <p:cNvSpPr>
                    <a:spLocks/>
                  </p:cNvSpPr>
                  <p:nvPr/>
                </p:nvSpPr>
                <p:spPr bwMode="auto">
                  <a:xfrm>
                    <a:off x="5827028" y="4354651"/>
                    <a:ext cx="38536" cy="11561"/>
                  </a:xfrm>
                  <a:custGeom>
                    <a:avLst/>
                    <a:gdLst>
                      <a:gd name="T0" fmla="*/ 2147483646 w 40"/>
                      <a:gd name="T1" fmla="*/ 0 h 12"/>
                      <a:gd name="T2" fmla="*/ 2147483646 w 40"/>
                      <a:gd name="T3" fmla="*/ 0 h 12"/>
                      <a:gd name="T4" fmla="*/ 0 w 40"/>
                      <a:gd name="T5" fmla="*/ 2147483646 h 12"/>
                      <a:gd name="T6" fmla="*/ 2147483646 w 40"/>
                      <a:gd name="T7" fmla="*/ 2147483646 h 12"/>
                      <a:gd name="T8" fmla="*/ 2147483646 w 40"/>
                      <a:gd name="T9" fmla="*/ 2147483646 h 12"/>
                      <a:gd name="T10" fmla="*/ 2147483646 w 40"/>
                      <a:gd name="T11" fmla="*/ 2147483646 h 12"/>
                      <a:gd name="T12" fmla="*/ 2147483646 w 40"/>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34" y="0"/>
                        </a:moveTo>
                        <a:cubicBezTo>
                          <a:pt x="6" y="0"/>
                          <a:pt x="6" y="0"/>
                          <a:pt x="6" y="0"/>
                        </a:cubicBezTo>
                        <a:cubicBezTo>
                          <a:pt x="3" y="0"/>
                          <a:pt x="0" y="3"/>
                          <a:pt x="0" y="6"/>
                        </a:cubicBezTo>
                        <a:cubicBezTo>
                          <a:pt x="0" y="9"/>
                          <a:pt x="3" y="12"/>
                          <a:pt x="6" y="12"/>
                        </a:cubicBezTo>
                        <a:cubicBezTo>
                          <a:pt x="34" y="12"/>
                          <a:pt x="34" y="12"/>
                          <a:pt x="34" y="12"/>
                        </a:cubicBezTo>
                        <a:cubicBezTo>
                          <a:pt x="37" y="12"/>
                          <a:pt x="40" y="9"/>
                          <a:pt x="40" y="6"/>
                        </a:cubicBezTo>
                        <a:cubicBezTo>
                          <a:pt x="40" y="3"/>
                          <a:pt x="37" y="0"/>
                          <a:pt x="34" y="0"/>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0" name="Freeform 173">
                    <a:extLst>
                      <a:ext uri="{FF2B5EF4-FFF2-40B4-BE49-F238E27FC236}">
                        <a16:creationId xmlns:a16="http://schemas.microsoft.com/office/drawing/2014/main" id="{BBAC89B1-697A-44F4-8004-1BC1B776B322}"/>
                      </a:ext>
                    </a:extLst>
                  </p:cNvPr>
                  <p:cNvSpPr>
                    <a:spLocks noEditPoints="1"/>
                  </p:cNvSpPr>
                  <p:nvPr/>
                </p:nvSpPr>
                <p:spPr bwMode="auto">
                  <a:xfrm>
                    <a:off x="5586178" y="4263127"/>
                    <a:ext cx="333337" cy="267826"/>
                  </a:xfrm>
                  <a:custGeom>
                    <a:avLst/>
                    <a:gdLst>
                      <a:gd name="T0" fmla="*/ 2147483646 w 348"/>
                      <a:gd name="T1" fmla="*/ 2147483646 h 280"/>
                      <a:gd name="T2" fmla="*/ 2147483646 w 348"/>
                      <a:gd name="T3" fmla="*/ 2147483646 h 280"/>
                      <a:gd name="T4" fmla="*/ 2147483646 w 348"/>
                      <a:gd name="T5" fmla="*/ 2147483646 h 280"/>
                      <a:gd name="T6" fmla="*/ 2147483646 w 348"/>
                      <a:gd name="T7" fmla="*/ 2147483646 h 280"/>
                      <a:gd name="T8" fmla="*/ 2147483646 w 348"/>
                      <a:gd name="T9" fmla="*/ 2147483646 h 280"/>
                      <a:gd name="T10" fmla="*/ 2147483646 w 348"/>
                      <a:gd name="T11" fmla="*/ 2147483646 h 280"/>
                      <a:gd name="T12" fmla="*/ 2147483646 w 348"/>
                      <a:gd name="T13" fmla="*/ 2147483646 h 280"/>
                      <a:gd name="T14" fmla="*/ 2147483646 w 348"/>
                      <a:gd name="T15" fmla="*/ 2147483646 h 280"/>
                      <a:gd name="T16" fmla="*/ 2147483646 w 348"/>
                      <a:gd name="T17" fmla="*/ 2147483646 h 280"/>
                      <a:gd name="T18" fmla="*/ 2147483646 w 348"/>
                      <a:gd name="T19" fmla="*/ 2147483646 h 280"/>
                      <a:gd name="T20" fmla="*/ 2147483646 w 348"/>
                      <a:gd name="T21" fmla="*/ 2147483646 h 280"/>
                      <a:gd name="T22" fmla="*/ 2147483646 w 348"/>
                      <a:gd name="T23" fmla="*/ 2147483646 h 280"/>
                      <a:gd name="T24" fmla="*/ 2147483646 w 348"/>
                      <a:gd name="T25" fmla="*/ 2147483646 h 280"/>
                      <a:gd name="T26" fmla="*/ 2147483646 w 348"/>
                      <a:gd name="T27" fmla="*/ 2147483646 h 280"/>
                      <a:gd name="T28" fmla="*/ 2147483646 w 348"/>
                      <a:gd name="T29" fmla="*/ 2147483646 h 280"/>
                      <a:gd name="T30" fmla="*/ 2147483646 w 348"/>
                      <a:gd name="T31" fmla="*/ 2147483646 h 280"/>
                      <a:gd name="T32" fmla="*/ 2147483646 w 348"/>
                      <a:gd name="T33" fmla="*/ 0 h 280"/>
                      <a:gd name="T34" fmla="*/ 2147483646 w 348"/>
                      <a:gd name="T35" fmla="*/ 0 h 280"/>
                      <a:gd name="T36" fmla="*/ 2147483646 w 348"/>
                      <a:gd name="T37" fmla="*/ 2147483646 h 280"/>
                      <a:gd name="T38" fmla="*/ 2147483646 w 348"/>
                      <a:gd name="T39" fmla="*/ 2147483646 h 280"/>
                      <a:gd name="T40" fmla="*/ 2147483646 w 348"/>
                      <a:gd name="T41" fmla="*/ 2147483646 h 280"/>
                      <a:gd name="T42" fmla="*/ 2147483646 w 348"/>
                      <a:gd name="T43" fmla="*/ 2147483646 h 280"/>
                      <a:gd name="T44" fmla="*/ 0 w 348"/>
                      <a:gd name="T45" fmla="*/ 2147483646 h 280"/>
                      <a:gd name="T46" fmla="*/ 2147483646 w 348"/>
                      <a:gd name="T47" fmla="*/ 2147483646 h 280"/>
                      <a:gd name="T48" fmla="*/ 2147483646 w 348"/>
                      <a:gd name="T49" fmla="*/ 2147483646 h 280"/>
                      <a:gd name="T50" fmla="*/ 2147483646 w 348"/>
                      <a:gd name="T51" fmla="*/ 2147483646 h 280"/>
                      <a:gd name="T52" fmla="*/ 2147483646 w 348"/>
                      <a:gd name="T53" fmla="*/ 2147483646 h 280"/>
                      <a:gd name="T54" fmla="*/ 2147483646 w 348"/>
                      <a:gd name="T55" fmla="*/ 2147483646 h 280"/>
                      <a:gd name="T56" fmla="*/ 2147483646 w 348"/>
                      <a:gd name="T57" fmla="*/ 2147483646 h 280"/>
                      <a:gd name="T58" fmla="*/ 2147483646 w 348"/>
                      <a:gd name="T59" fmla="*/ 2147483646 h 280"/>
                      <a:gd name="T60" fmla="*/ 2147483646 w 348"/>
                      <a:gd name="T61" fmla="*/ 2147483646 h 280"/>
                      <a:gd name="T62" fmla="*/ 2147483646 w 348"/>
                      <a:gd name="T63" fmla="*/ 2147483646 h 280"/>
                      <a:gd name="T64" fmla="*/ 2147483646 w 348"/>
                      <a:gd name="T65" fmla="*/ 2147483646 h 280"/>
                      <a:gd name="T66" fmla="*/ 2147483646 w 348"/>
                      <a:gd name="T67" fmla="*/ 2147483646 h 280"/>
                      <a:gd name="T68" fmla="*/ 2147483646 w 348"/>
                      <a:gd name="T69" fmla="*/ 2147483646 h 280"/>
                      <a:gd name="T70" fmla="*/ 2147483646 w 348"/>
                      <a:gd name="T71" fmla="*/ 2147483646 h 280"/>
                      <a:gd name="T72" fmla="*/ 2147483646 w 348"/>
                      <a:gd name="T73" fmla="*/ 2147483646 h 280"/>
                      <a:gd name="T74" fmla="*/ 2147483646 w 348"/>
                      <a:gd name="T75" fmla="*/ 2147483646 h 280"/>
                      <a:gd name="T76" fmla="*/ 2147483646 w 348"/>
                      <a:gd name="T77" fmla="*/ 2147483646 h 280"/>
                      <a:gd name="T78" fmla="*/ 2147483646 w 348"/>
                      <a:gd name="T79" fmla="*/ 2147483646 h 280"/>
                      <a:gd name="T80" fmla="*/ 2147483646 w 348"/>
                      <a:gd name="T81" fmla="*/ 2147483646 h 280"/>
                      <a:gd name="T82" fmla="*/ 2147483646 w 348"/>
                      <a:gd name="T83" fmla="*/ 2147483646 h 280"/>
                      <a:gd name="T84" fmla="*/ 2147483646 w 348"/>
                      <a:gd name="T85" fmla="*/ 2147483646 h 280"/>
                      <a:gd name="T86" fmla="*/ 2147483646 w 348"/>
                      <a:gd name="T87" fmla="*/ 2147483646 h 280"/>
                      <a:gd name="T88" fmla="*/ 2147483646 w 348"/>
                      <a:gd name="T89" fmla="*/ 2147483646 h 280"/>
                      <a:gd name="T90" fmla="*/ 2147483646 w 348"/>
                      <a:gd name="T91" fmla="*/ 2147483646 h 280"/>
                      <a:gd name="T92" fmla="*/ 2147483646 w 348"/>
                      <a:gd name="T93" fmla="*/ 2147483646 h 280"/>
                      <a:gd name="T94" fmla="*/ 2147483646 w 348"/>
                      <a:gd name="T95" fmla="*/ 2147483646 h 280"/>
                      <a:gd name="T96" fmla="*/ 2147483646 w 348"/>
                      <a:gd name="T97" fmla="*/ 2147483646 h 280"/>
                      <a:gd name="T98" fmla="*/ 2147483646 w 348"/>
                      <a:gd name="T99" fmla="*/ 2147483646 h 280"/>
                      <a:gd name="T100" fmla="*/ 2147483646 w 348"/>
                      <a:gd name="T101" fmla="*/ 2147483646 h 280"/>
                      <a:gd name="T102" fmla="*/ 2147483646 w 348"/>
                      <a:gd name="T103" fmla="*/ 2147483646 h 280"/>
                      <a:gd name="T104" fmla="*/ 2147483646 w 348"/>
                      <a:gd name="T105" fmla="*/ 2147483646 h 280"/>
                      <a:gd name="T106" fmla="*/ 2147483646 w 348"/>
                      <a:gd name="T107" fmla="*/ 2147483646 h 280"/>
                      <a:gd name="T108" fmla="*/ 2147483646 w 348"/>
                      <a:gd name="T109" fmla="*/ 2147483646 h 28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48" h="280">
                        <a:moveTo>
                          <a:pt x="342" y="268"/>
                        </a:moveTo>
                        <a:cubicBezTo>
                          <a:pt x="327" y="268"/>
                          <a:pt x="327" y="268"/>
                          <a:pt x="327" y="268"/>
                        </a:cubicBezTo>
                        <a:cubicBezTo>
                          <a:pt x="328" y="267"/>
                          <a:pt x="328" y="265"/>
                          <a:pt x="328" y="264"/>
                        </a:cubicBezTo>
                        <a:cubicBezTo>
                          <a:pt x="328" y="68"/>
                          <a:pt x="328" y="68"/>
                          <a:pt x="328" y="68"/>
                        </a:cubicBezTo>
                        <a:cubicBezTo>
                          <a:pt x="328" y="59"/>
                          <a:pt x="321" y="52"/>
                          <a:pt x="312" y="52"/>
                        </a:cubicBezTo>
                        <a:cubicBezTo>
                          <a:pt x="284" y="52"/>
                          <a:pt x="284" y="52"/>
                          <a:pt x="284" y="52"/>
                        </a:cubicBezTo>
                        <a:cubicBezTo>
                          <a:pt x="284" y="51"/>
                          <a:pt x="284" y="50"/>
                          <a:pt x="284" y="50"/>
                        </a:cubicBezTo>
                        <a:cubicBezTo>
                          <a:pt x="284" y="44"/>
                          <a:pt x="284" y="44"/>
                          <a:pt x="284" y="44"/>
                        </a:cubicBezTo>
                        <a:cubicBezTo>
                          <a:pt x="284" y="35"/>
                          <a:pt x="277" y="28"/>
                          <a:pt x="268" y="28"/>
                        </a:cubicBezTo>
                        <a:cubicBezTo>
                          <a:pt x="220" y="28"/>
                          <a:pt x="220" y="28"/>
                          <a:pt x="220" y="28"/>
                        </a:cubicBezTo>
                        <a:cubicBezTo>
                          <a:pt x="211" y="28"/>
                          <a:pt x="204" y="35"/>
                          <a:pt x="204" y="44"/>
                        </a:cubicBezTo>
                        <a:cubicBezTo>
                          <a:pt x="204" y="50"/>
                          <a:pt x="204" y="50"/>
                          <a:pt x="204" y="50"/>
                        </a:cubicBezTo>
                        <a:cubicBezTo>
                          <a:pt x="204" y="50"/>
                          <a:pt x="204" y="51"/>
                          <a:pt x="204" y="52"/>
                        </a:cubicBezTo>
                        <a:cubicBezTo>
                          <a:pt x="164" y="52"/>
                          <a:pt x="164" y="52"/>
                          <a:pt x="164" y="52"/>
                        </a:cubicBezTo>
                        <a:cubicBezTo>
                          <a:pt x="163" y="52"/>
                          <a:pt x="161" y="52"/>
                          <a:pt x="160" y="53"/>
                        </a:cubicBezTo>
                        <a:cubicBezTo>
                          <a:pt x="160" y="16"/>
                          <a:pt x="160" y="16"/>
                          <a:pt x="160" y="16"/>
                        </a:cubicBezTo>
                        <a:cubicBezTo>
                          <a:pt x="160" y="7"/>
                          <a:pt x="153" y="0"/>
                          <a:pt x="144" y="0"/>
                        </a:cubicBezTo>
                        <a:cubicBezTo>
                          <a:pt x="36" y="0"/>
                          <a:pt x="36" y="0"/>
                          <a:pt x="36" y="0"/>
                        </a:cubicBezTo>
                        <a:cubicBezTo>
                          <a:pt x="27" y="0"/>
                          <a:pt x="20" y="7"/>
                          <a:pt x="20" y="16"/>
                        </a:cubicBezTo>
                        <a:cubicBezTo>
                          <a:pt x="20" y="264"/>
                          <a:pt x="20" y="264"/>
                          <a:pt x="20" y="264"/>
                        </a:cubicBezTo>
                        <a:cubicBezTo>
                          <a:pt x="20" y="265"/>
                          <a:pt x="20" y="267"/>
                          <a:pt x="21" y="268"/>
                        </a:cubicBezTo>
                        <a:cubicBezTo>
                          <a:pt x="6" y="268"/>
                          <a:pt x="6" y="268"/>
                          <a:pt x="6" y="268"/>
                        </a:cubicBezTo>
                        <a:cubicBezTo>
                          <a:pt x="3" y="268"/>
                          <a:pt x="0" y="271"/>
                          <a:pt x="0" y="274"/>
                        </a:cubicBezTo>
                        <a:cubicBezTo>
                          <a:pt x="0" y="277"/>
                          <a:pt x="3" y="280"/>
                          <a:pt x="6" y="280"/>
                        </a:cubicBezTo>
                        <a:cubicBezTo>
                          <a:pt x="342" y="280"/>
                          <a:pt x="342" y="280"/>
                          <a:pt x="342" y="280"/>
                        </a:cubicBezTo>
                        <a:cubicBezTo>
                          <a:pt x="345" y="280"/>
                          <a:pt x="348" y="277"/>
                          <a:pt x="348" y="274"/>
                        </a:cubicBezTo>
                        <a:cubicBezTo>
                          <a:pt x="348" y="271"/>
                          <a:pt x="345" y="268"/>
                          <a:pt x="342" y="268"/>
                        </a:cubicBezTo>
                        <a:close/>
                        <a:moveTo>
                          <a:pt x="148" y="68"/>
                        </a:moveTo>
                        <a:cubicBezTo>
                          <a:pt x="148" y="264"/>
                          <a:pt x="148" y="264"/>
                          <a:pt x="148" y="264"/>
                        </a:cubicBezTo>
                        <a:cubicBezTo>
                          <a:pt x="148" y="266"/>
                          <a:pt x="146" y="268"/>
                          <a:pt x="144" y="268"/>
                        </a:cubicBezTo>
                        <a:cubicBezTo>
                          <a:pt x="36" y="268"/>
                          <a:pt x="36" y="268"/>
                          <a:pt x="36" y="268"/>
                        </a:cubicBezTo>
                        <a:cubicBezTo>
                          <a:pt x="34" y="268"/>
                          <a:pt x="32" y="266"/>
                          <a:pt x="32" y="264"/>
                        </a:cubicBezTo>
                        <a:cubicBezTo>
                          <a:pt x="32" y="16"/>
                          <a:pt x="32" y="16"/>
                          <a:pt x="32" y="16"/>
                        </a:cubicBezTo>
                        <a:cubicBezTo>
                          <a:pt x="32" y="14"/>
                          <a:pt x="34" y="12"/>
                          <a:pt x="36" y="12"/>
                        </a:cubicBezTo>
                        <a:cubicBezTo>
                          <a:pt x="144" y="12"/>
                          <a:pt x="144" y="12"/>
                          <a:pt x="144" y="12"/>
                        </a:cubicBezTo>
                        <a:cubicBezTo>
                          <a:pt x="146" y="12"/>
                          <a:pt x="148" y="14"/>
                          <a:pt x="148" y="16"/>
                        </a:cubicBezTo>
                        <a:lnTo>
                          <a:pt x="148" y="68"/>
                        </a:lnTo>
                        <a:close/>
                        <a:moveTo>
                          <a:pt x="216" y="44"/>
                        </a:moveTo>
                        <a:cubicBezTo>
                          <a:pt x="216" y="42"/>
                          <a:pt x="218" y="40"/>
                          <a:pt x="220" y="40"/>
                        </a:cubicBezTo>
                        <a:cubicBezTo>
                          <a:pt x="268" y="40"/>
                          <a:pt x="268" y="40"/>
                          <a:pt x="268" y="40"/>
                        </a:cubicBezTo>
                        <a:cubicBezTo>
                          <a:pt x="270" y="40"/>
                          <a:pt x="272" y="42"/>
                          <a:pt x="272" y="44"/>
                        </a:cubicBezTo>
                        <a:cubicBezTo>
                          <a:pt x="272" y="50"/>
                          <a:pt x="272" y="50"/>
                          <a:pt x="272" y="50"/>
                        </a:cubicBezTo>
                        <a:cubicBezTo>
                          <a:pt x="272" y="50"/>
                          <a:pt x="272" y="51"/>
                          <a:pt x="271" y="52"/>
                        </a:cubicBezTo>
                        <a:cubicBezTo>
                          <a:pt x="217" y="52"/>
                          <a:pt x="217" y="52"/>
                          <a:pt x="217" y="52"/>
                        </a:cubicBezTo>
                        <a:cubicBezTo>
                          <a:pt x="216" y="51"/>
                          <a:pt x="216" y="50"/>
                          <a:pt x="216" y="50"/>
                        </a:cubicBezTo>
                        <a:lnTo>
                          <a:pt x="216" y="44"/>
                        </a:lnTo>
                        <a:close/>
                        <a:moveTo>
                          <a:pt x="316" y="264"/>
                        </a:moveTo>
                        <a:cubicBezTo>
                          <a:pt x="316" y="266"/>
                          <a:pt x="314" y="268"/>
                          <a:pt x="312" y="268"/>
                        </a:cubicBezTo>
                        <a:cubicBezTo>
                          <a:pt x="164" y="268"/>
                          <a:pt x="164" y="268"/>
                          <a:pt x="164" y="268"/>
                        </a:cubicBezTo>
                        <a:cubicBezTo>
                          <a:pt x="162" y="268"/>
                          <a:pt x="160" y="266"/>
                          <a:pt x="160" y="264"/>
                        </a:cubicBezTo>
                        <a:cubicBezTo>
                          <a:pt x="160" y="68"/>
                          <a:pt x="160" y="68"/>
                          <a:pt x="160" y="68"/>
                        </a:cubicBezTo>
                        <a:cubicBezTo>
                          <a:pt x="160" y="66"/>
                          <a:pt x="162" y="64"/>
                          <a:pt x="164" y="64"/>
                        </a:cubicBezTo>
                        <a:cubicBezTo>
                          <a:pt x="312" y="64"/>
                          <a:pt x="312" y="64"/>
                          <a:pt x="312" y="64"/>
                        </a:cubicBezTo>
                        <a:cubicBezTo>
                          <a:pt x="314" y="64"/>
                          <a:pt x="316" y="66"/>
                          <a:pt x="316" y="68"/>
                        </a:cubicBezTo>
                        <a:lnTo>
                          <a:pt x="316" y="264"/>
                        </a:ln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1" name="Freeform 174">
                    <a:extLst>
                      <a:ext uri="{FF2B5EF4-FFF2-40B4-BE49-F238E27FC236}">
                        <a16:creationId xmlns:a16="http://schemas.microsoft.com/office/drawing/2014/main" id="{630F0375-FAA4-44A5-91CC-461DCD088BEC}"/>
                      </a:ext>
                    </a:extLst>
                  </p:cNvPr>
                  <p:cNvSpPr>
                    <a:spLocks noEditPoints="1"/>
                  </p:cNvSpPr>
                  <p:nvPr/>
                </p:nvSpPr>
                <p:spPr bwMode="auto">
                  <a:xfrm>
                    <a:off x="5124708" y="3792987"/>
                    <a:ext cx="299618" cy="199424"/>
                  </a:xfrm>
                  <a:custGeom>
                    <a:avLst/>
                    <a:gdLst>
                      <a:gd name="T0" fmla="*/ 0 w 312"/>
                      <a:gd name="T1" fmla="*/ 2147483646 h 208"/>
                      <a:gd name="T2" fmla="*/ 0 w 312"/>
                      <a:gd name="T3" fmla="*/ 2147483646 h 208"/>
                      <a:gd name="T4" fmla="*/ 2147483646 w 312"/>
                      <a:gd name="T5" fmla="*/ 2147483646 h 208"/>
                      <a:gd name="T6" fmla="*/ 2147483646 w 312"/>
                      <a:gd name="T7" fmla="*/ 2147483646 h 208"/>
                      <a:gd name="T8" fmla="*/ 2147483646 w 312"/>
                      <a:gd name="T9" fmla="*/ 2147483646 h 208"/>
                      <a:gd name="T10" fmla="*/ 2147483646 w 312"/>
                      <a:gd name="T11" fmla="*/ 2147483646 h 208"/>
                      <a:gd name="T12" fmla="*/ 2147483646 w 312"/>
                      <a:gd name="T13" fmla="*/ 0 h 208"/>
                      <a:gd name="T14" fmla="*/ 2147483646 w 312"/>
                      <a:gd name="T15" fmla="*/ 0 h 208"/>
                      <a:gd name="T16" fmla="*/ 0 w 312"/>
                      <a:gd name="T17" fmla="*/ 2147483646 h 208"/>
                      <a:gd name="T18" fmla="*/ 2147483646 w 312"/>
                      <a:gd name="T19" fmla="*/ 2147483646 h 208"/>
                      <a:gd name="T20" fmla="*/ 2147483646 w 312"/>
                      <a:gd name="T21" fmla="*/ 2147483646 h 208"/>
                      <a:gd name="T22" fmla="*/ 2147483646 w 312"/>
                      <a:gd name="T23" fmla="*/ 2147483646 h 208"/>
                      <a:gd name="T24" fmla="*/ 2147483646 w 312"/>
                      <a:gd name="T25" fmla="*/ 2147483646 h 208"/>
                      <a:gd name="T26" fmla="*/ 2147483646 w 312"/>
                      <a:gd name="T27" fmla="*/ 2147483646 h 208"/>
                      <a:gd name="T28" fmla="*/ 2147483646 w 312"/>
                      <a:gd name="T29" fmla="*/ 2147483646 h 208"/>
                      <a:gd name="T30" fmla="*/ 2147483646 w 312"/>
                      <a:gd name="T31" fmla="*/ 2147483646 h 208"/>
                      <a:gd name="T32" fmla="*/ 2147483646 w 312"/>
                      <a:gd name="T33" fmla="*/ 2147483646 h 208"/>
                      <a:gd name="T34" fmla="*/ 2147483646 w 312"/>
                      <a:gd name="T35" fmla="*/ 2147483646 h 208"/>
                      <a:gd name="T36" fmla="*/ 2147483646 w 312"/>
                      <a:gd name="T37" fmla="*/ 2147483646 h 208"/>
                      <a:gd name="T38" fmla="*/ 2147483646 w 312"/>
                      <a:gd name="T39" fmla="*/ 2147483646 h 208"/>
                      <a:gd name="T40" fmla="*/ 2147483646 w 312"/>
                      <a:gd name="T41" fmla="*/ 2147483646 h 208"/>
                      <a:gd name="T42" fmla="*/ 2147483646 w 312"/>
                      <a:gd name="T43" fmla="*/ 2147483646 h 208"/>
                      <a:gd name="T44" fmla="*/ 2147483646 w 312"/>
                      <a:gd name="T45" fmla="*/ 2147483646 h 208"/>
                      <a:gd name="T46" fmla="*/ 2147483646 w 312"/>
                      <a:gd name="T47" fmla="*/ 2147483646 h 208"/>
                      <a:gd name="T48" fmla="*/ 2147483646 w 312"/>
                      <a:gd name="T49" fmla="*/ 2147483646 h 208"/>
                      <a:gd name="T50" fmla="*/ 2147483646 w 312"/>
                      <a:gd name="T51" fmla="*/ 2147483646 h 208"/>
                      <a:gd name="T52" fmla="*/ 2147483646 w 312"/>
                      <a:gd name="T53" fmla="*/ 2147483646 h 208"/>
                      <a:gd name="T54" fmla="*/ 2147483646 w 312"/>
                      <a:gd name="T55" fmla="*/ 2147483646 h 208"/>
                      <a:gd name="T56" fmla="*/ 2147483646 w 312"/>
                      <a:gd name="T57" fmla="*/ 2147483646 h 208"/>
                      <a:gd name="T58" fmla="*/ 2147483646 w 312"/>
                      <a:gd name="T59" fmla="*/ 2147483646 h 208"/>
                      <a:gd name="T60" fmla="*/ 2147483646 w 312"/>
                      <a:gd name="T61" fmla="*/ 2147483646 h 208"/>
                      <a:gd name="T62" fmla="*/ 2147483646 w 312"/>
                      <a:gd name="T63" fmla="*/ 2147483646 h 208"/>
                      <a:gd name="T64" fmla="*/ 2147483646 w 312"/>
                      <a:gd name="T65" fmla="*/ 2147483646 h 20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12" h="208">
                        <a:moveTo>
                          <a:pt x="0" y="16"/>
                        </a:moveTo>
                        <a:cubicBezTo>
                          <a:pt x="0" y="192"/>
                          <a:pt x="0" y="192"/>
                          <a:pt x="0" y="192"/>
                        </a:cubicBezTo>
                        <a:cubicBezTo>
                          <a:pt x="0" y="201"/>
                          <a:pt x="7" y="208"/>
                          <a:pt x="16" y="208"/>
                        </a:cubicBezTo>
                        <a:cubicBezTo>
                          <a:pt x="296" y="208"/>
                          <a:pt x="296" y="208"/>
                          <a:pt x="296" y="208"/>
                        </a:cubicBezTo>
                        <a:cubicBezTo>
                          <a:pt x="305" y="208"/>
                          <a:pt x="312" y="201"/>
                          <a:pt x="312" y="192"/>
                        </a:cubicBezTo>
                        <a:cubicBezTo>
                          <a:pt x="312" y="16"/>
                          <a:pt x="312" y="16"/>
                          <a:pt x="312" y="16"/>
                        </a:cubicBezTo>
                        <a:cubicBezTo>
                          <a:pt x="312" y="8"/>
                          <a:pt x="305" y="0"/>
                          <a:pt x="296" y="0"/>
                        </a:cubicBezTo>
                        <a:cubicBezTo>
                          <a:pt x="16" y="0"/>
                          <a:pt x="16" y="0"/>
                          <a:pt x="16" y="0"/>
                        </a:cubicBezTo>
                        <a:cubicBezTo>
                          <a:pt x="7" y="0"/>
                          <a:pt x="0" y="8"/>
                          <a:pt x="0" y="16"/>
                        </a:cubicBezTo>
                        <a:close/>
                        <a:moveTo>
                          <a:pt x="300" y="20"/>
                        </a:moveTo>
                        <a:cubicBezTo>
                          <a:pt x="300" y="188"/>
                          <a:pt x="300" y="188"/>
                          <a:pt x="300" y="188"/>
                        </a:cubicBezTo>
                        <a:cubicBezTo>
                          <a:pt x="233" y="105"/>
                          <a:pt x="233" y="105"/>
                          <a:pt x="233" y="105"/>
                        </a:cubicBezTo>
                        <a:cubicBezTo>
                          <a:pt x="231" y="102"/>
                          <a:pt x="227" y="102"/>
                          <a:pt x="224" y="104"/>
                        </a:cubicBezTo>
                        <a:cubicBezTo>
                          <a:pt x="222" y="106"/>
                          <a:pt x="221" y="110"/>
                          <a:pt x="224" y="112"/>
                        </a:cubicBezTo>
                        <a:cubicBezTo>
                          <a:pt x="292" y="196"/>
                          <a:pt x="292" y="196"/>
                          <a:pt x="292" y="196"/>
                        </a:cubicBezTo>
                        <a:cubicBezTo>
                          <a:pt x="292" y="196"/>
                          <a:pt x="292" y="196"/>
                          <a:pt x="292" y="196"/>
                        </a:cubicBezTo>
                        <a:cubicBezTo>
                          <a:pt x="21" y="196"/>
                          <a:pt x="21" y="196"/>
                          <a:pt x="21" y="196"/>
                        </a:cubicBezTo>
                        <a:cubicBezTo>
                          <a:pt x="21" y="196"/>
                          <a:pt x="21" y="196"/>
                          <a:pt x="21" y="196"/>
                        </a:cubicBezTo>
                        <a:cubicBezTo>
                          <a:pt x="89" y="112"/>
                          <a:pt x="89" y="112"/>
                          <a:pt x="89" y="112"/>
                        </a:cubicBezTo>
                        <a:cubicBezTo>
                          <a:pt x="91" y="110"/>
                          <a:pt x="91" y="106"/>
                          <a:pt x="88" y="104"/>
                        </a:cubicBezTo>
                        <a:cubicBezTo>
                          <a:pt x="85" y="102"/>
                          <a:pt x="82" y="102"/>
                          <a:pt x="80" y="105"/>
                        </a:cubicBezTo>
                        <a:cubicBezTo>
                          <a:pt x="12" y="188"/>
                          <a:pt x="12" y="188"/>
                          <a:pt x="12" y="188"/>
                        </a:cubicBezTo>
                        <a:cubicBezTo>
                          <a:pt x="12" y="20"/>
                          <a:pt x="12" y="20"/>
                          <a:pt x="12" y="20"/>
                        </a:cubicBezTo>
                        <a:cubicBezTo>
                          <a:pt x="140" y="116"/>
                          <a:pt x="140" y="116"/>
                          <a:pt x="140" y="116"/>
                        </a:cubicBezTo>
                        <a:cubicBezTo>
                          <a:pt x="145" y="119"/>
                          <a:pt x="150" y="121"/>
                          <a:pt x="156" y="121"/>
                        </a:cubicBezTo>
                        <a:cubicBezTo>
                          <a:pt x="162" y="121"/>
                          <a:pt x="168" y="119"/>
                          <a:pt x="173" y="116"/>
                        </a:cubicBezTo>
                        <a:lnTo>
                          <a:pt x="300" y="20"/>
                        </a:lnTo>
                        <a:close/>
                        <a:moveTo>
                          <a:pt x="290" y="12"/>
                        </a:moveTo>
                        <a:cubicBezTo>
                          <a:pt x="165" y="106"/>
                          <a:pt x="165" y="106"/>
                          <a:pt x="165" y="106"/>
                        </a:cubicBezTo>
                        <a:cubicBezTo>
                          <a:pt x="163" y="108"/>
                          <a:pt x="160" y="109"/>
                          <a:pt x="156" y="109"/>
                        </a:cubicBezTo>
                        <a:cubicBezTo>
                          <a:pt x="153" y="109"/>
                          <a:pt x="149" y="108"/>
                          <a:pt x="147" y="106"/>
                        </a:cubicBezTo>
                        <a:cubicBezTo>
                          <a:pt x="22" y="12"/>
                          <a:pt x="22" y="12"/>
                          <a:pt x="22" y="12"/>
                        </a:cubicBezTo>
                        <a:lnTo>
                          <a:pt x="290" y="12"/>
                        </a:ln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2" name="Freeform 175">
                    <a:extLst>
                      <a:ext uri="{FF2B5EF4-FFF2-40B4-BE49-F238E27FC236}">
                        <a16:creationId xmlns:a16="http://schemas.microsoft.com/office/drawing/2014/main" id="{A8F9A455-1F38-4F63-BFED-9116408F506F}"/>
                      </a:ext>
                    </a:extLst>
                  </p:cNvPr>
                  <p:cNvSpPr>
                    <a:spLocks/>
                  </p:cNvSpPr>
                  <p:nvPr/>
                </p:nvSpPr>
                <p:spPr bwMode="auto">
                  <a:xfrm>
                    <a:off x="4675763" y="4702439"/>
                    <a:ext cx="106938" cy="11561"/>
                  </a:xfrm>
                  <a:custGeom>
                    <a:avLst/>
                    <a:gdLst>
                      <a:gd name="T0" fmla="*/ 2147483646 w 112"/>
                      <a:gd name="T1" fmla="*/ 2147483646 h 12"/>
                      <a:gd name="T2" fmla="*/ 2147483646 w 112"/>
                      <a:gd name="T3" fmla="*/ 0 h 12"/>
                      <a:gd name="T4" fmla="*/ 2147483646 w 112"/>
                      <a:gd name="T5" fmla="*/ 0 h 12"/>
                      <a:gd name="T6" fmla="*/ 0 w 112"/>
                      <a:gd name="T7" fmla="*/ 2147483646 h 12"/>
                      <a:gd name="T8" fmla="*/ 2147483646 w 112"/>
                      <a:gd name="T9" fmla="*/ 2147483646 h 12"/>
                      <a:gd name="T10" fmla="*/ 2147483646 w 112"/>
                      <a:gd name="T11" fmla="*/ 2147483646 h 12"/>
                      <a:gd name="T12" fmla="*/ 2147483646 w 11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12">
                        <a:moveTo>
                          <a:pt x="112" y="6"/>
                        </a:moveTo>
                        <a:cubicBezTo>
                          <a:pt x="112" y="3"/>
                          <a:pt x="110" y="0"/>
                          <a:pt x="106" y="0"/>
                        </a:cubicBezTo>
                        <a:cubicBezTo>
                          <a:pt x="6" y="0"/>
                          <a:pt x="6" y="0"/>
                          <a:pt x="6" y="0"/>
                        </a:cubicBezTo>
                        <a:cubicBezTo>
                          <a:pt x="2" y="0"/>
                          <a:pt x="0" y="3"/>
                          <a:pt x="0" y="6"/>
                        </a:cubicBezTo>
                        <a:cubicBezTo>
                          <a:pt x="0" y="9"/>
                          <a:pt x="2" y="12"/>
                          <a:pt x="6" y="12"/>
                        </a:cubicBezTo>
                        <a:cubicBezTo>
                          <a:pt x="106" y="12"/>
                          <a:pt x="106" y="12"/>
                          <a:pt x="106" y="12"/>
                        </a:cubicBezTo>
                        <a:cubicBezTo>
                          <a:pt x="110" y="12"/>
                          <a:pt x="112" y="9"/>
                          <a:pt x="112" y="6"/>
                        </a:cubicBezTo>
                        <a:close/>
                      </a:path>
                    </a:pathLst>
                  </a:custGeom>
                  <a:solidFill>
                    <a:srgbClr val="E685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3" name="Freeform 176">
                    <a:extLst>
                      <a:ext uri="{FF2B5EF4-FFF2-40B4-BE49-F238E27FC236}">
                        <a16:creationId xmlns:a16="http://schemas.microsoft.com/office/drawing/2014/main" id="{821F2031-B432-4DAA-B831-E793A55FCBB9}"/>
                      </a:ext>
                    </a:extLst>
                  </p:cNvPr>
                  <p:cNvSpPr>
                    <a:spLocks/>
                  </p:cNvSpPr>
                  <p:nvPr/>
                </p:nvSpPr>
                <p:spPr bwMode="auto">
                  <a:xfrm>
                    <a:off x="4675763" y="4663903"/>
                    <a:ext cx="106938" cy="11561"/>
                  </a:xfrm>
                  <a:custGeom>
                    <a:avLst/>
                    <a:gdLst>
                      <a:gd name="T0" fmla="*/ 2147483646 w 112"/>
                      <a:gd name="T1" fmla="*/ 2147483646 h 12"/>
                      <a:gd name="T2" fmla="*/ 2147483646 w 112"/>
                      <a:gd name="T3" fmla="*/ 2147483646 h 12"/>
                      <a:gd name="T4" fmla="*/ 2147483646 w 112"/>
                      <a:gd name="T5" fmla="*/ 2147483646 h 12"/>
                      <a:gd name="T6" fmla="*/ 2147483646 w 112"/>
                      <a:gd name="T7" fmla="*/ 0 h 12"/>
                      <a:gd name="T8" fmla="*/ 2147483646 w 112"/>
                      <a:gd name="T9" fmla="*/ 0 h 12"/>
                      <a:gd name="T10" fmla="*/ 0 w 112"/>
                      <a:gd name="T11" fmla="*/ 2147483646 h 12"/>
                      <a:gd name="T12" fmla="*/ 2147483646 w 11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12">
                        <a:moveTo>
                          <a:pt x="6" y="12"/>
                        </a:moveTo>
                        <a:cubicBezTo>
                          <a:pt x="106" y="12"/>
                          <a:pt x="106" y="12"/>
                          <a:pt x="106" y="12"/>
                        </a:cubicBezTo>
                        <a:cubicBezTo>
                          <a:pt x="110" y="12"/>
                          <a:pt x="112" y="9"/>
                          <a:pt x="112" y="6"/>
                        </a:cubicBezTo>
                        <a:cubicBezTo>
                          <a:pt x="112" y="3"/>
                          <a:pt x="110" y="0"/>
                          <a:pt x="106" y="0"/>
                        </a:cubicBezTo>
                        <a:cubicBezTo>
                          <a:pt x="6" y="0"/>
                          <a:pt x="6" y="0"/>
                          <a:pt x="6" y="0"/>
                        </a:cubicBezTo>
                        <a:cubicBezTo>
                          <a:pt x="2" y="0"/>
                          <a:pt x="0" y="3"/>
                          <a:pt x="0" y="6"/>
                        </a:cubicBezTo>
                        <a:cubicBezTo>
                          <a:pt x="0" y="9"/>
                          <a:pt x="2" y="12"/>
                          <a:pt x="6" y="12"/>
                        </a:cubicBezTo>
                        <a:close/>
                      </a:path>
                    </a:pathLst>
                  </a:custGeom>
                  <a:solidFill>
                    <a:srgbClr val="E685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4" name="Freeform 177">
                    <a:extLst>
                      <a:ext uri="{FF2B5EF4-FFF2-40B4-BE49-F238E27FC236}">
                        <a16:creationId xmlns:a16="http://schemas.microsoft.com/office/drawing/2014/main" id="{6ACE7B8C-4B46-425D-A38A-CEB20BE5D07C}"/>
                      </a:ext>
                    </a:extLst>
                  </p:cNvPr>
                  <p:cNvSpPr>
                    <a:spLocks/>
                  </p:cNvSpPr>
                  <p:nvPr/>
                </p:nvSpPr>
                <p:spPr bwMode="auto">
                  <a:xfrm>
                    <a:off x="4683470" y="4740975"/>
                    <a:ext cx="91523" cy="11561"/>
                  </a:xfrm>
                  <a:custGeom>
                    <a:avLst/>
                    <a:gdLst>
                      <a:gd name="T0" fmla="*/ 2147483646 w 96"/>
                      <a:gd name="T1" fmla="*/ 2147483646 h 12"/>
                      <a:gd name="T2" fmla="*/ 2147483646 w 96"/>
                      <a:gd name="T3" fmla="*/ 0 h 12"/>
                      <a:gd name="T4" fmla="*/ 2147483646 w 96"/>
                      <a:gd name="T5" fmla="*/ 0 h 12"/>
                      <a:gd name="T6" fmla="*/ 0 w 96"/>
                      <a:gd name="T7" fmla="*/ 2147483646 h 12"/>
                      <a:gd name="T8" fmla="*/ 2147483646 w 96"/>
                      <a:gd name="T9" fmla="*/ 2147483646 h 12"/>
                      <a:gd name="T10" fmla="*/ 2147483646 w 96"/>
                      <a:gd name="T11" fmla="*/ 2147483646 h 12"/>
                      <a:gd name="T12" fmla="*/ 2147483646 w 96"/>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6" h="12">
                        <a:moveTo>
                          <a:pt x="96" y="6"/>
                        </a:moveTo>
                        <a:cubicBezTo>
                          <a:pt x="96" y="3"/>
                          <a:pt x="94" y="0"/>
                          <a:pt x="90" y="0"/>
                        </a:cubicBezTo>
                        <a:cubicBezTo>
                          <a:pt x="6" y="0"/>
                          <a:pt x="6" y="0"/>
                          <a:pt x="6" y="0"/>
                        </a:cubicBezTo>
                        <a:cubicBezTo>
                          <a:pt x="2" y="0"/>
                          <a:pt x="0" y="3"/>
                          <a:pt x="0" y="6"/>
                        </a:cubicBezTo>
                        <a:cubicBezTo>
                          <a:pt x="0" y="9"/>
                          <a:pt x="2" y="12"/>
                          <a:pt x="6" y="12"/>
                        </a:cubicBezTo>
                        <a:cubicBezTo>
                          <a:pt x="90" y="12"/>
                          <a:pt x="90" y="12"/>
                          <a:pt x="90" y="12"/>
                        </a:cubicBezTo>
                        <a:cubicBezTo>
                          <a:pt x="94" y="12"/>
                          <a:pt x="96" y="9"/>
                          <a:pt x="96" y="6"/>
                        </a:cubicBezTo>
                        <a:close/>
                      </a:path>
                    </a:pathLst>
                  </a:custGeom>
                  <a:solidFill>
                    <a:srgbClr val="E685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5" name="Freeform 178">
                    <a:extLst>
                      <a:ext uri="{FF2B5EF4-FFF2-40B4-BE49-F238E27FC236}">
                        <a16:creationId xmlns:a16="http://schemas.microsoft.com/office/drawing/2014/main" id="{1C379776-DB13-4B0F-ABDB-A0F7093BB373}"/>
                      </a:ext>
                    </a:extLst>
                  </p:cNvPr>
                  <p:cNvSpPr>
                    <a:spLocks noEditPoints="1"/>
                  </p:cNvSpPr>
                  <p:nvPr/>
                </p:nvSpPr>
                <p:spPr bwMode="auto">
                  <a:xfrm>
                    <a:off x="4590983" y="4610916"/>
                    <a:ext cx="276496" cy="279387"/>
                  </a:xfrm>
                  <a:custGeom>
                    <a:avLst/>
                    <a:gdLst>
                      <a:gd name="T0" fmla="*/ 2147483646 w 288"/>
                      <a:gd name="T1" fmla="*/ 2147483646 h 292"/>
                      <a:gd name="T2" fmla="*/ 2147483646 w 288"/>
                      <a:gd name="T3" fmla="*/ 2147483646 h 292"/>
                      <a:gd name="T4" fmla="*/ 2147483646 w 288"/>
                      <a:gd name="T5" fmla="*/ 2147483646 h 292"/>
                      <a:gd name="T6" fmla="*/ 2147483646 w 288"/>
                      <a:gd name="T7" fmla="*/ 0 h 292"/>
                      <a:gd name="T8" fmla="*/ 2147483646 w 288"/>
                      <a:gd name="T9" fmla="*/ 0 h 292"/>
                      <a:gd name="T10" fmla="*/ 2147483646 w 288"/>
                      <a:gd name="T11" fmla="*/ 2147483646 h 292"/>
                      <a:gd name="T12" fmla="*/ 2147483646 w 288"/>
                      <a:gd name="T13" fmla="*/ 2147483646 h 292"/>
                      <a:gd name="T14" fmla="*/ 2147483646 w 288"/>
                      <a:gd name="T15" fmla="*/ 2147483646 h 292"/>
                      <a:gd name="T16" fmla="*/ 0 w 288"/>
                      <a:gd name="T17" fmla="*/ 2147483646 h 292"/>
                      <a:gd name="T18" fmla="*/ 0 w 288"/>
                      <a:gd name="T19" fmla="*/ 2147483646 h 292"/>
                      <a:gd name="T20" fmla="*/ 2147483646 w 288"/>
                      <a:gd name="T21" fmla="*/ 2147483646 h 292"/>
                      <a:gd name="T22" fmla="*/ 2147483646 w 288"/>
                      <a:gd name="T23" fmla="*/ 2147483646 h 292"/>
                      <a:gd name="T24" fmla="*/ 2147483646 w 288"/>
                      <a:gd name="T25" fmla="*/ 2147483646 h 292"/>
                      <a:gd name="T26" fmla="*/ 2147483646 w 288"/>
                      <a:gd name="T27" fmla="*/ 2147483646 h 292"/>
                      <a:gd name="T28" fmla="*/ 2147483646 w 288"/>
                      <a:gd name="T29" fmla="*/ 2147483646 h 292"/>
                      <a:gd name="T30" fmla="*/ 2147483646 w 288"/>
                      <a:gd name="T31" fmla="*/ 2147483646 h 292"/>
                      <a:gd name="T32" fmla="*/ 2147483646 w 288"/>
                      <a:gd name="T33" fmla="*/ 2147483646 h 292"/>
                      <a:gd name="T34" fmla="*/ 2147483646 w 288"/>
                      <a:gd name="T35" fmla="*/ 2147483646 h 292"/>
                      <a:gd name="T36" fmla="*/ 2147483646 w 288"/>
                      <a:gd name="T37" fmla="*/ 2147483646 h 292"/>
                      <a:gd name="T38" fmla="*/ 2147483646 w 288"/>
                      <a:gd name="T39" fmla="*/ 2147483646 h 292"/>
                      <a:gd name="T40" fmla="*/ 2147483646 w 288"/>
                      <a:gd name="T41" fmla="*/ 2147483646 h 292"/>
                      <a:gd name="T42" fmla="*/ 2147483646 w 288"/>
                      <a:gd name="T43" fmla="*/ 2147483646 h 292"/>
                      <a:gd name="T44" fmla="*/ 2147483646 w 288"/>
                      <a:gd name="T45" fmla="*/ 2147483646 h 292"/>
                      <a:gd name="T46" fmla="*/ 2147483646 w 288"/>
                      <a:gd name="T47" fmla="*/ 2147483646 h 292"/>
                      <a:gd name="T48" fmla="*/ 2147483646 w 288"/>
                      <a:gd name="T49" fmla="*/ 2147483646 h 292"/>
                      <a:gd name="T50" fmla="*/ 2147483646 w 288"/>
                      <a:gd name="T51" fmla="*/ 2147483646 h 292"/>
                      <a:gd name="T52" fmla="*/ 2147483646 w 288"/>
                      <a:gd name="T53" fmla="*/ 2147483646 h 292"/>
                      <a:gd name="T54" fmla="*/ 2147483646 w 288"/>
                      <a:gd name="T55" fmla="*/ 2147483646 h 292"/>
                      <a:gd name="T56" fmla="*/ 2147483646 w 288"/>
                      <a:gd name="T57" fmla="*/ 2147483646 h 292"/>
                      <a:gd name="T58" fmla="*/ 2147483646 w 288"/>
                      <a:gd name="T59" fmla="*/ 2147483646 h 292"/>
                      <a:gd name="T60" fmla="*/ 2147483646 w 288"/>
                      <a:gd name="T61" fmla="*/ 2147483646 h 292"/>
                      <a:gd name="T62" fmla="*/ 2147483646 w 288"/>
                      <a:gd name="T63" fmla="*/ 2147483646 h 292"/>
                      <a:gd name="T64" fmla="*/ 2147483646 w 288"/>
                      <a:gd name="T65" fmla="*/ 2147483646 h 292"/>
                      <a:gd name="T66" fmla="*/ 2147483646 w 288"/>
                      <a:gd name="T67" fmla="*/ 2147483646 h 292"/>
                      <a:gd name="T68" fmla="*/ 2147483646 w 288"/>
                      <a:gd name="T69" fmla="*/ 2147483646 h 292"/>
                      <a:gd name="T70" fmla="*/ 2147483646 w 288"/>
                      <a:gd name="T71" fmla="*/ 2147483646 h 292"/>
                      <a:gd name="T72" fmla="*/ 2147483646 w 288"/>
                      <a:gd name="T73" fmla="*/ 2147483646 h 292"/>
                      <a:gd name="T74" fmla="*/ 2147483646 w 288"/>
                      <a:gd name="T75" fmla="*/ 2147483646 h 292"/>
                      <a:gd name="T76" fmla="*/ 2147483646 w 288"/>
                      <a:gd name="T77" fmla="*/ 2147483646 h 292"/>
                      <a:gd name="T78" fmla="*/ 2147483646 w 288"/>
                      <a:gd name="T79" fmla="*/ 2147483646 h 292"/>
                      <a:gd name="T80" fmla="*/ 2147483646 w 288"/>
                      <a:gd name="T81" fmla="*/ 2147483646 h 292"/>
                      <a:gd name="T82" fmla="*/ 2147483646 w 288"/>
                      <a:gd name="T83" fmla="*/ 2147483646 h 292"/>
                      <a:gd name="T84" fmla="*/ 2147483646 w 288"/>
                      <a:gd name="T85" fmla="*/ 2147483646 h 292"/>
                      <a:gd name="T86" fmla="*/ 2147483646 w 288"/>
                      <a:gd name="T87" fmla="*/ 2147483646 h 292"/>
                      <a:gd name="T88" fmla="*/ 2147483646 w 288"/>
                      <a:gd name="T89" fmla="*/ 2147483646 h 292"/>
                      <a:gd name="T90" fmla="*/ 2147483646 w 288"/>
                      <a:gd name="T91" fmla="*/ 2147483646 h 292"/>
                      <a:gd name="T92" fmla="*/ 2147483646 w 288"/>
                      <a:gd name="T93" fmla="*/ 2147483646 h 292"/>
                      <a:gd name="T94" fmla="*/ 2147483646 w 288"/>
                      <a:gd name="T95" fmla="*/ 2147483646 h 292"/>
                      <a:gd name="T96" fmla="*/ 2147483646 w 288"/>
                      <a:gd name="T97" fmla="*/ 2147483646 h 29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88" h="292">
                        <a:moveTo>
                          <a:pt x="272" y="96"/>
                        </a:moveTo>
                        <a:cubicBezTo>
                          <a:pt x="248" y="96"/>
                          <a:pt x="248" y="96"/>
                          <a:pt x="248" y="96"/>
                        </a:cubicBezTo>
                        <a:cubicBezTo>
                          <a:pt x="248" y="16"/>
                          <a:pt x="248" y="16"/>
                          <a:pt x="248" y="16"/>
                        </a:cubicBezTo>
                        <a:cubicBezTo>
                          <a:pt x="248" y="7"/>
                          <a:pt x="241" y="0"/>
                          <a:pt x="232" y="0"/>
                        </a:cubicBezTo>
                        <a:cubicBezTo>
                          <a:pt x="56" y="0"/>
                          <a:pt x="56" y="0"/>
                          <a:pt x="56" y="0"/>
                        </a:cubicBezTo>
                        <a:cubicBezTo>
                          <a:pt x="47" y="0"/>
                          <a:pt x="40" y="7"/>
                          <a:pt x="40" y="16"/>
                        </a:cubicBezTo>
                        <a:cubicBezTo>
                          <a:pt x="40" y="96"/>
                          <a:pt x="40" y="96"/>
                          <a:pt x="40" y="96"/>
                        </a:cubicBezTo>
                        <a:cubicBezTo>
                          <a:pt x="16" y="96"/>
                          <a:pt x="16" y="96"/>
                          <a:pt x="16" y="96"/>
                        </a:cubicBezTo>
                        <a:cubicBezTo>
                          <a:pt x="7" y="96"/>
                          <a:pt x="0" y="103"/>
                          <a:pt x="0" y="112"/>
                        </a:cubicBezTo>
                        <a:cubicBezTo>
                          <a:pt x="0" y="276"/>
                          <a:pt x="0" y="276"/>
                          <a:pt x="0" y="276"/>
                        </a:cubicBezTo>
                        <a:cubicBezTo>
                          <a:pt x="0" y="285"/>
                          <a:pt x="7" y="292"/>
                          <a:pt x="16" y="292"/>
                        </a:cubicBezTo>
                        <a:cubicBezTo>
                          <a:pt x="272" y="292"/>
                          <a:pt x="272" y="292"/>
                          <a:pt x="272" y="292"/>
                        </a:cubicBezTo>
                        <a:cubicBezTo>
                          <a:pt x="281" y="292"/>
                          <a:pt x="288" y="285"/>
                          <a:pt x="288" y="276"/>
                        </a:cubicBezTo>
                        <a:cubicBezTo>
                          <a:pt x="288" y="112"/>
                          <a:pt x="288" y="112"/>
                          <a:pt x="288" y="112"/>
                        </a:cubicBezTo>
                        <a:cubicBezTo>
                          <a:pt x="288" y="103"/>
                          <a:pt x="281" y="96"/>
                          <a:pt x="272" y="96"/>
                        </a:cubicBezTo>
                        <a:close/>
                        <a:moveTo>
                          <a:pt x="248" y="108"/>
                        </a:moveTo>
                        <a:cubicBezTo>
                          <a:pt x="267" y="108"/>
                          <a:pt x="267" y="108"/>
                          <a:pt x="267" y="108"/>
                        </a:cubicBezTo>
                        <a:cubicBezTo>
                          <a:pt x="248" y="123"/>
                          <a:pt x="248" y="123"/>
                          <a:pt x="248" y="123"/>
                        </a:cubicBezTo>
                        <a:lnTo>
                          <a:pt x="248" y="108"/>
                        </a:lnTo>
                        <a:close/>
                        <a:moveTo>
                          <a:pt x="52" y="16"/>
                        </a:moveTo>
                        <a:cubicBezTo>
                          <a:pt x="52" y="14"/>
                          <a:pt x="54" y="12"/>
                          <a:pt x="56" y="12"/>
                        </a:cubicBezTo>
                        <a:cubicBezTo>
                          <a:pt x="232" y="12"/>
                          <a:pt x="232" y="12"/>
                          <a:pt x="232" y="12"/>
                        </a:cubicBezTo>
                        <a:cubicBezTo>
                          <a:pt x="234" y="12"/>
                          <a:pt x="236" y="14"/>
                          <a:pt x="236" y="16"/>
                        </a:cubicBezTo>
                        <a:cubicBezTo>
                          <a:pt x="236" y="133"/>
                          <a:pt x="236" y="133"/>
                          <a:pt x="236" y="133"/>
                        </a:cubicBezTo>
                        <a:cubicBezTo>
                          <a:pt x="153" y="201"/>
                          <a:pt x="153" y="201"/>
                          <a:pt x="153" y="201"/>
                        </a:cubicBezTo>
                        <a:cubicBezTo>
                          <a:pt x="150" y="203"/>
                          <a:pt x="147" y="204"/>
                          <a:pt x="144" y="204"/>
                        </a:cubicBezTo>
                        <a:cubicBezTo>
                          <a:pt x="141" y="204"/>
                          <a:pt x="138" y="203"/>
                          <a:pt x="135" y="201"/>
                        </a:cubicBezTo>
                        <a:cubicBezTo>
                          <a:pt x="52" y="133"/>
                          <a:pt x="52" y="133"/>
                          <a:pt x="52" y="133"/>
                        </a:cubicBezTo>
                        <a:lnTo>
                          <a:pt x="52" y="16"/>
                        </a:lnTo>
                        <a:close/>
                        <a:moveTo>
                          <a:pt x="40" y="108"/>
                        </a:moveTo>
                        <a:cubicBezTo>
                          <a:pt x="40" y="123"/>
                          <a:pt x="40" y="123"/>
                          <a:pt x="40" y="123"/>
                        </a:cubicBezTo>
                        <a:cubicBezTo>
                          <a:pt x="21" y="108"/>
                          <a:pt x="21" y="108"/>
                          <a:pt x="21" y="108"/>
                        </a:cubicBezTo>
                        <a:lnTo>
                          <a:pt x="40" y="108"/>
                        </a:lnTo>
                        <a:close/>
                        <a:moveTo>
                          <a:pt x="276" y="271"/>
                        </a:moveTo>
                        <a:cubicBezTo>
                          <a:pt x="213" y="192"/>
                          <a:pt x="213" y="192"/>
                          <a:pt x="213" y="192"/>
                        </a:cubicBezTo>
                        <a:cubicBezTo>
                          <a:pt x="211" y="190"/>
                          <a:pt x="207" y="189"/>
                          <a:pt x="204" y="191"/>
                        </a:cubicBezTo>
                        <a:cubicBezTo>
                          <a:pt x="202" y="193"/>
                          <a:pt x="201" y="197"/>
                          <a:pt x="203" y="200"/>
                        </a:cubicBezTo>
                        <a:cubicBezTo>
                          <a:pt x="268" y="280"/>
                          <a:pt x="268" y="280"/>
                          <a:pt x="268" y="280"/>
                        </a:cubicBezTo>
                        <a:cubicBezTo>
                          <a:pt x="20" y="280"/>
                          <a:pt x="20" y="280"/>
                          <a:pt x="20" y="280"/>
                        </a:cubicBezTo>
                        <a:cubicBezTo>
                          <a:pt x="85" y="200"/>
                          <a:pt x="85" y="200"/>
                          <a:pt x="85" y="200"/>
                        </a:cubicBezTo>
                        <a:cubicBezTo>
                          <a:pt x="87" y="197"/>
                          <a:pt x="86" y="193"/>
                          <a:pt x="84" y="191"/>
                        </a:cubicBezTo>
                        <a:cubicBezTo>
                          <a:pt x="81" y="189"/>
                          <a:pt x="77" y="190"/>
                          <a:pt x="75" y="192"/>
                        </a:cubicBezTo>
                        <a:cubicBezTo>
                          <a:pt x="12" y="271"/>
                          <a:pt x="12" y="271"/>
                          <a:pt x="12" y="271"/>
                        </a:cubicBezTo>
                        <a:cubicBezTo>
                          <a:pt x="12" y="116"/>
                          <a:pt x="12" y="116"/>
                          <a:pt x="12" y="116"/>
                        </a:cubicBezTo>
                        <a:cubicBezTo>
                          <a:pt x="128" y="211"/>
                          <a:pt x="128" y="211"/>
                          <a:pt x="128" y="211"/>
                        </a:cubicBezTo>
                        <a:cubicBezTo>
                          <a:pt x="132" y="214"/>
                          <a:pt x="138" y="216"/>
                          <a:pt x="144" y="216"/>
                        </a:cubicBezTo>
                        <a:cubicBezTo>
                          <a:pt x="150" y="216"/>
                          <a:pt x="156" y="214"/>
                          <a:pt x="160" y="211"/>
                        </a:cubicBezTo>
                        <a:cubicBezTo>
                          <a:pt x="276" y="116"/>
                          <a:pt x="276" y="116"/>
                          <a:pt x="276" y="116"/>
                        </a:cubicBezTo>
                        <a:lnTo>
                          <a:pt x="276" y="271"/>
                        </a:lnTo>
                        <a:close/>
                      </a:path>
                    </a:pathLst>
                  </a:custGeom>
                  <a:solidFill>
                    <a:srgbClr val="E685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6" name="Freeform 179">
                    <a:extLst>
                      <a:ext uri="{FF2B5EF4-FFF2-40B4-BE49-F238E27FC236}">
                        <a16:creationId xmlns:a16="http://schemas.microsoft.com/office/drawing/2014/main" id="{F01F5D51-AABC-412E-84F3-3D0CB27820D5}"/>
                      </a:ext>
                    </a:extLst>
                  </p:cNvPr>
                  <p:cNvSpPr>
                    <a:spLocks/>
                  </p:cNvSpPr>
                  <p:nvPr/>
                </p:nvSpPr>
                <p:spPr bwMode="auto">
                  <a:xfrm>
                    <a:off x="4259573" y="4045399"/>
                    <a:ext cx="80926" cy="11561"/>
                  </a:xfrm>
                  <a:custGeom>
                    <a:avLst/>
                    <a:gdLst>
                      <a:gd name="T0" fmla="*/ 2147483646 w 84"/>
                      <a:gd name="T1" fmla="*/ 2147483646 h 12"/>
                      <a:gd name="T2" fmla="*/ 2147483646 w 84"/>
                      <a:gd name="T3" fmla="*/ 2147483646 h 12"/>
                      <a:gd name="T4" fmla="*/ 2147483646 w 84"/>
                      <a:gd name="T5" fmla="*/ 2147483646 h 12"/>
                      <a:gd name="T6" fmla="*/ 2147483646 w 84"/>
                      <a:gd name="T7" fmla="*/ 0 h 12"/>
                      <a:gd name="T8" fmla="*/ 2147483646 w 84"/>
                      <a:gd name="T9" fmla="*/ 0 h 12"/>
                      <a:gd name="T10" fmla="*/ 0 w 84"/>
                      <a:gd name="T11" fmla="*/ 2147483646 h 12"/>
                      <a:gd name="T12" fmla="*/ 2147483646 w 84"/>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 h="12">
                        <a:moveTo>
                          <a:pt x="6" y="12"/>
                        </a:moveTo>
                        <a:cubicBezTo>
                          <a:pt x="78" y="12"/>
                          <a:pt x="78" y="12"/>
                          <a:pt x="78" y="12"/>
                        </a:cubicBezTo>
                        <a:cubicBezTo>
                          <a:pt x="81" y="12"/>
                          <a:pt x="84" y="10"/>
                          <a:pt x="84" y="6"/>
                        </a:cubicBezTo>
                        <a:cubicBezTo>
                          <a:pt x="84" y="3"/>
                          <a:pt x="81" y="0"/>
                          <a:pt x="78" y="0"/>
                        </a:cubicBezTo>
                        <a:cubicBezTo>
                          <a:pt x="6" y="0"/>
                          <a:pt x="6" y="0"/>
                          <a:pt x="6" y="0"/>
                        </a:cubicBezTo>
                        <a:cubicBezTo>
                          <a:pt x="3" y="0"/>
                          <a:pt x="0" y="3"/>
                          <a:pt x="0" y="6"/>
                        </a:cubicBezTo>
                        <a:cubicBezTo>
                          <a:pt x="0" y="10"/>
                          <a:pt x="3" y="12"/>
                          <a:pt x="6" y="12"/>
                        </a:cubicBezTo>
                        <a:close/>
                      </a:path>
                    </a:pathLst>
                  </a:cu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7" name="Freeform 180">
                    <a:extLst>
                      <a:ext uri="{FF2B5EF4-FFF2-40B4-BE49-F238E27FC236}">
                        <a16:creationId xmlns:a16="http://schemas.microsoft.com/office/drawing/2014/main" id="{A91B1F41-9388-42D0-83C9-3DB8D8B4683B}"/>
                      </a:ext>
                    </a:extLst>
                  </p:cNvPr>
                  <p:cNvSpPr>
                    <a:spLocks noEditPoints="1"/>
                  </p:cNvSpPr>
                  <p:nvPr/>
                </p:nvSpPr>
                <p:spPr bwMode="auto">
                  <a:xfrm>
                    <a:off x="4214293" y="3991448"/>
                    <a:ext cx="236997" cy="288057"/>
                  </a:xfrm>
                  <a:custGeom>
                    <a:avLst/>
                    <a:gdLst>
                      <a:gd name="T0" fmla="*/ 2147483646 w 248"/>
                      <a:gd name="T1" fmla="*/ 2147483646 h 300"/>
                      <a:gd name="T2" fmla="*/ 2147483646 w 248"/>
                      <a:gd name="T3" fmla="*/ 2147483646 h 300"/>
                      <a:gd name="T4" fmla="*/ 2147483646 w 248"/>
                      <a:gd name="T5" fmla="*/ 2147483646 h 300"/>
                      <a:gd name="T6" fmla="*/ 2147483646 w 248"/>
                      <a:gd name="T7" fmla="*/ 2147483646 h 300"/>
                      <a:gd name="T8" fmla="*/ 2147483646 w 248"/>
                      <a:gd name="T9" fmla="*/ 2147483646 h 300"/>
                      <a:gd name="T10" fmla="*/ 2147483646 w 248"/>
                      <a:gd name="T11" fmla="*/ 2147483646 h 300"/>
                      <a:gd name="T12" fmla="*/ 2147483646 w 248"/>
                      <a:gd name="T13" fmla="*/ 0 h 300"/>
                      <a:gd name="T14" fmla="*/ 2147483646 w 248"/>
                      <a:gd name="T15" fmla="*/ 0 h 300"/>
                      <a:gd name="T16" fmla="*/ 0 w 248"/>
                      <a:gd name="T17" fmla="*/ 2147483646 h 300"/>
                      <a:gd name="T18" fmla="*/ 0 w 248"/>
                      <a:gd name="T19" fmla="*/ 2147483646 h 300"/>
                      <a:gd name="T20" fmla="*/ 2147483646 w 248"/>
                      <a:gd name="T21" fmla="*/ 2147483646 h 300"/>
                      <a:gd name="T22" fmla="*/ 2147483646 w 248"/>
                      <a:gd name="T23" fmla="*/ 2147483646 h 300"/>
                      <a:gd name="T24" fmla="*/ 2147483646 w 248"/>
                      <a:gd name="T25" fmla="*/ 2147483646 h 300"/>
                      <a:gd name="T26" fmla="*/ 2147483646 w 248"/>
                      <a:gd name="T27" fmla="*/ 2147483646 h 300"/>
                      <a:gd name="T28" fmla="*/ 2147483646 w 248"/>
                      <a:gd name="T29" fmla="*/ 2147483646 h 300"/>
                      <a:gd name="T30" fmla="*/ 2147483646 w 248"/>
                      <a:gd name="T31" fmla="*/ 2147483646 h 300"/>
                      <a:gd name="T32" fmla="*/ 2147483646 w 248"/>
                      <a:gd name="T33" fmla="*/ 2147483646 h 300"/>
                      <a:gd name="T34" fmla="*/ 2147483646 w 248"/>
                      <a:gd name="T35" fmla="*/ 2147483646 h 300"/>
                      <a:gd name="T36" fmla="*/ 2147483646 w 248"/>
                      <a:gd name="T37" fmla="*/ 2147483646 h 300"/>
                      <a:gd name="T38" fmla="*/ 2147483646 w 248"/>
                      <a:gd name="T39" fmla="*/ 2147483646 h 300"/>
                      <a:gd name="T40" fmla="*/ 2147483646 w 248"/>
                      <a:gd name="T41" fmla="*/ 2147483646 h 300"/>
                      <a:gd name="T42" fmla="*/ 2147483646 w 248"/>
                      <a:gd name="T43" fmla="*/ 2147483646 h 300"/>
                      <a:gd name="T44" fmla="*/ 2147483646 w 248"/>
                      <a:gd name="T45" fmla="*/ 2147483646 h 300"/>
                      <a:gd name="T46" fmla="*/ 2147483646 w 248"/>
                      <a:gd name="T47" fmla="*/ 2147483646 h 300"/>
                      <a:gd name="T48" fmla="*/ 2147483646 w 248"/>
                      <a:gd name="T49" fmla="*/ 2147483646 h 300"/>
                      <a:gd name="T50" fmla="*/ 2147483646 w 248"/>
                      <a:gd name="T51" fmla="*/ 2147483646 h 300"/>
                      <a:gd name="T52" fmla="*/ 2147483646 w 248"/>
                      <a:gd name="T53" fmla="*/ 2147483646 h 300"/>
                      <a:gd name="T54" fmla="*/ 2147483646 w 248"/>
                      <a:gd name="T55" fmla="*/ 2147483646 h 300"/>
                      <a:gd name="T56" fmla="*/ 2147483646 w 248"/>
                      <a:gd name="T57" fmla="*/ 2147483646 h 300"/>
                      <a:gd name="T58" fmla="*/ 2147483646 w 248"/>
                      <a:gd name="T59" fmla="*/ 2147483646 h 3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48" h="300">
                        <a:moveTo>
                          <a:pt x="16" y="300"/>
                        </a:moveTo>
                        <a:cubicBezTo>
                          <a:pt x="232" y="300"/>
                          <a:pt x="232" y="300"/>
                          <a:pt x="232" y="300"/>
                        </a:cubicBezTo>
                        <a:cubicBezTo>
                          <a:pt x="241" y="300"/>
                          <a:pt x="248" y="293"/>
                          <a:pt x="248" y="284"/>
                        </a:cubicBezTo>
                        <a:cubicBezTo>
                          <a:pt x="248" y="80"/>
                          <a:pt x="248" y="80"/>
                          <a:pt x="248" y="80"/>
                        </a:cubicBezTo>
                        <a:cubicBezTo>
                          <a:pt x="248" y="72"/>
                          <a:pt x="243" y="59"/>
                          <a:pt x="236" y="53"/>
                        </a:cubicBezTo>
                        <a:cubicBezTo>
                          <a:pt x="192" y="11"/>
                          <a:pt x="192" y="11"/>
                          <a:pt x="192" y="11"/>
                        </a:cubicBezTo>
                        <a:cubicBezTo>
                          <a:pt x="185" y="5"/>
                          <a:pt x="173" y="0"/>
                          <a:pt x="164" y="0"/>
                        </a:cubicBezTo>
                        <a:cubicBezTo>
                          <a:pt x="16" y="0"/>
                          <a:pt x="16" y="0"/>
                          <a:pt x="16" y="0"/>
                        </a:cubicBezTo>
                        <a:cubicBezTo>
                          <a:pt x="7" y="0"/>
                          <a:pt x="0" y="8"/>
                          <a:pt x="0" y="16"/>
                        </a:cubicBezTo>
                        <a:cubicBezTo>
                          <a:pt x="0" y="284"/>
                          <a:pt x="0" y="284"/>
                          <a:pt x="0" y="284"/>
                        </a:cubicBezTo>
                        <a:cubicBezTo>
                          <a:pt x="0" y="293"/>
                          <a:pt x="7" y="300"/>
                          <a:pt x="16" y="300"/>
                        </a:cubicBezTo>
                        <a:close/>
                        <a:moveTo>
                          <a:pt x="176" y="15"/>
                        </a:moveTo>
                        <a:cubicBezTo>
                          <a:pt x="179" y="17"/>
                          <a:pt x="182" y="18"/>
                          <a:pt x="184" y="20"/>
                        </a:cubicBezTo>
                        <a:cubicBezTo>
                          <a:pt x="228" y="62"/>
                          <a:pt x="228" y="62"/>
                          <a:pt x="228" y="62"/>
                        </a:cubicBezTo>
                        <a:cubicBezTo>
                          <a:pt x="230" y="64"/>
                          <a:pt x="231" y="66"/>
                          <a:pt x="233" y="68"/>
                        </a:cubicBezTo>
                        <a:cubicBezTo>
                          <a:pt x="186" y="68"/>
                          <a:pt x="186" y="68"/>
                          <a:pt x="186" y="68"/>
                        </a:cubicBezTo>
                        <a:cubicBezTo>
                          <a:pt x="183" y="68"/>
                          <a:pt x="181" y="67"/>
                          <a:pt x="179" y="65"/>
                        </a:cubicBezTo>
                        <a:cubicBezTo>
                          <a:pt x="177" y="64"/>
                          <a:pt x="176" y="61"/>
                          <a:pt x="176" y="58"/>
                        </a:cubicBezTo>
                        <a:lnTo>
                          <a:pt x="176" y="15"/>
                        </a:lnTo>
                        <a:close/>
                        <a:moveTo>
                          <a:pt x="12" y="16"/>
                        </a:moveTo>
                        <a:cubicBezTo>
                          <a:pt x="12" y="14"/>
                          <a:pt x="14" y="12"/>
                          <a:pt x="16" y="12"/>
                        </a:cubicBezTo>
                        <a:cubicBezTo>
                          <a:pt x="164" y="12"/>
                          <a:pt x="164" y="12"/>
                          <a:pt x="164" y="12"/>
                        </a:cubicBezTo>
                        <a:cubicBezTo>
                          <a:pt x="164" y="58"/>
                          <a:pt x="164" y="58"/>
                          <a:pt x="164" y="58"/>
                        </a:cubicBezTo>
                        <a:cubicBezTo>
                          <a:pt x="164" y="71"/>
                          <a:pt x="174" y="80"/>
                          <a:pt x="186" y="80"/>
                        </a:cubicBezTo>
                        <a:cubicBezTo>
                          <a:pt x="236" y="80"/>
                          <a:pt x="236" y="80"/>
                          <a:pt x="236" y="80"/>
                        </a:cubicBezTo>
                        <a:cubicBezTo>
                          <a:pt x="236" y="284"/>
                          <a:pt x="236" y="284"/>
                          <a:pt x="236" y="284"/>
                        </a:cubicBezTo>
                        <a:cubicBezTo>
                          <a:pt x="236" y="287"/>
                          <a:pt x="234" y="288"/>
                          <a:pt x="232" y="288"/>
                        </a:cubicBezTo>
                        <a:cubicBezTo>
                          <a:pt x="16" y="288"/>
                          <a:pt x="16" y="288"/>
                          <a:pt x="16" y="288"/>
                        </a:cubicBezTo>
                        <a:cubicBezTo>
                          <a:pt x="14" y="288"/>
                          <a:pt x="12" y="287"/>
                          <a:pt x="12" y="284"/>
                        </a:cubicBezTo>
                        <a:lnTo>
                          <a:pt x="12" y="16"/>
                        </a:lnTo>
                        <a:close/>
                      </a:path>
                    </a:pathLst>
                  </a:cu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8" name="Freeform 181">
                    <a:extLst>
                      <a:ext uri="{FF2B5EF4-FFF2-40B4-BE49-F238E27FC236}">
                        <a16:creationId xmlns:a16="http://schemas.microsoft.com/office/drawing/2014/main" id="{7593B41F-03B4-480A-BFAD-4A38690203A0}"/>
                      </a:ext>
                    </a:extLst>
                  </p:cNvPr>
                  <p:cNvSpPr>
                    <a:spLocks noEditPoints="1"/>
                  </p:cNvSpPr>
                  <p:nvPr/>
                </p:nvSpPr>
                <p:spPr bwMode="auto">
                  <a:xfrm>
                    <a:off x="4255719" y="4091642"/>
                    <a:ext cx="154144" cy="153181"/>
                  </a:xfrm>
                  <a:custGeom>
                    <a:avLst/>
                    <a:gdLst>
                      <a:gd name="T0" fmla="*/ 2147483646 w 160"/>
                      <a:gd name="T1" fmla="*/ 2147483646 h 160"/>
                      <a:gd name="T2" fmla="*/ 2147483646 w 160"/>
                      <a:gd name="T3" fmla="*/ 2147483646 h 160"/>
                      <a:gd name="T4" fmla="*/ 2147483646 w 160"/>
                      <a:gd name="T5" fmla="*/ 2147483646 h 160"/>
                      <a:gd name="T6" fmla="*/ 2147483646 w 160"/>
                      <a:gd name="T7" fmla="*/ 2147483646 h 160"/>
                      <a:gd name="T8" fmla="*/ 2147483646 w 160"/>
                      <a:gd name="T9" fmla="*/ 2147483646 h 160"/>
                      <a:gd name="T10" fmla="*/ 2147483646 w 160"/>
                      <a:gd name="T11" fmla="*/ 0 h 160"/>
                      <a:gd name="T12" fmla="*/ 2147483646 w 160"/>
                      <a:gd name="T13" fmla="*/ 2147483646 h 160"/>
                      <a:gd name="T14" fmla="*/ 2147483646 w 160"/>
                      <a:gd name="T15" fmla="*/ 2147483646 h 160"/>
                      <a:gd name="T16" fmla="*/ 2147483646 w 160"/>
                      <a:gd name="T17" fmla="*/ 2147483646 h 160"/>
                      <a:gd name="T18" fmla="*/ 2147483646 w 160"/>
                      <a:gd name="T19" fmla="*/ 2147483646 h 160"/>
                      <a:gd name="T20" fmla="*/ 0 w 160"/>
                      <a:gd name="T21" fmla="*/ 2147483646 h 160"/>
                      <a:gd name="T22" fmla="*/ 2147483646 w 160"/>
                      <a:gd name="T23" fmla="*/ 2147483646 h 160"/>
                      <a:gd name="T24" fmla="*/ 2147483646 w 160"/>
                      <a:gd name="T25" fmla="*/ 2147483646 h 160"/>
                      <a:gd name="T26" fmla="*/ 2147483646 w 160"/>
                      <a:gd name="T27" fmla="*/ 2147483646 h 160"/>
                      <a:gd name="T28" fmla="*/ 2147483646 w 160"/>
                      <a:gd name="T29" fmla="*/ 2147483646 h 160"/>
                      <a:gd name="T30" fmla="*/ 2147483646 w 160"/>
                      <a:gd name="T31" fmla="*/ 2147483646 h 160"/>
                      <a:gd name="T32" fmla="*/ 2147483646 w 160"/>
                      <a:gd name="T33" fmla="*/ 2147483646 h 160"/>
                      <a:gd name="T34" fmla="*/ 2147483646 w 160"/>
                      <a:gd name="T35" fmla="*/ 2147483646 h 160"/>
                      <a:gd name="T36" fmla="*/ 2147483646 w 160"/>
                      <a:gd name="T37" fmla="*/ 2147483646 h 160"/>
                      <a:gd name="T38" fmla="*/ 2147483646 w 160"/>
                      <a:gd name="T39" fmla="*/ 2147483646 h 160"/>
                      <a:gd name="T40" fmla="*/ 2147483646 w 160"/>
                      <a:gd name="T41" fmla="*/ 2147483646 h 160"/>
                      <a:gd name="T42" fmla="*/ 2147483646 w 160"/>
                      <a:gd name="T43" fmla="*/ 2147483646 h 160"/>
                      <a:gd name="T44" fmla="*/ 2147483646 w 160"/>
                      <a:gd name="T45" fmla="*/ 2147483646 h 160"/>
                      <a:gd name="T46" fmla="*/ 2147483646 w 160"/>
                      <a:gd name="T47" fmla="*/ 2147483646 h 160"/>
                      <a:gd name="T48" fmla="*/ 2147483646 w 160"/>
                      <a:gd name="T49" fmla="*/ 2147483646 h 160"/>
                      <a:gd name="T50" fmla="*/ 2147483646 w 160"/>
                      <a:gd name="T51" fmla="*/ 2147483646 h 160"/>
                      <a:gd name="T52" fmla="*/ 2147483646 w 160"/>
                      <a:gd name="T53" fmla="*/ 2147483646 h 160"/>
                      <a:gd name="T54" fmla="*/ 2147483646 w 160"/>
                      <a:gd name="T55" fmla="*/ 2147483646 h 160"/>
                      <a:gd name="T56" fmla="*/ 2147483646 w 160"/>
                      <a:gd name="T57" fmla="*/ 2147483646 h 160"/>
                      <a:gd name="T58" fmla="*/ 2147483646 w 160"/>
                      <a:gd name="T59" fmla="*/ 2147483646 h 16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60" h="160">
                        <a:moveTo>
                          <a:pt x="82" y="160"/>
                        </a:moveTo>
                        <a:cubicBezTo>
                          <a:pt x="94" y="160"/>
                          <a:pt x="109" y="155"/>
                          <a:pt x="109" y="155"/>
                        </a:cubicBezTo>
                        <a:cubicBezTo>
                          <a:pt x="113" y="154"/>
                          <a:pt x="115" y="149"/>
                          <a:pt x="113" y="145"/>
                        </a:cubicBezTo>
                        <a:cubicBezTo>
                          <a:pt x="112" y="144"/>
                          <a:pt x="112" y="144"/>
                          <a:pt x="112" y="144"/>
                        </a:cubicBezTo>
                        <a:cubicBezTo>
                          <a:pt x="140" y="133"/>
                          <a:pt x="160" y="106"/>
                          <a:pt x="160" y="74"/>
                        </a:cubicBezTo>
                        <a:cubicBezTo>
                          <a:pt x="160" y="34"/>
                          <a:pt x="127" y="0"/>
                          <a:pt x="86" y="0"/>
                        </a:cubicBezTo>
                        <a:cubicBezTo>
                          <a:pt x="53" y="0"/>
                          <a:pt x="25" y="22"/>
                          <a:pt x="16" y="51"/>
                        </a:cubicBezTo>
                        <a:cubicBezTo>
                          <a:pt x="14" y="51"/>
                          <a:pt x="14" y="51"/>
                          <a:pt x="14" y="51"/>
                        </a:cubicBezTo>
                        <a:cubicBezTo>
                          <a:pt x="13" y="50"/>
                          <a:pt x="12" y="50"/>
                          <a:pt x="11" y="50"/>
                        </a:cubicBezTo>
                        <a:cubicBezTo>
                          <a:pt x="8" y="50"/>
                          <a:pt x="5" y="52"/>
                          <a:pt x="4" y="56"/>
                        </a:cubicBezTo>
                        <a:cubicBezTo>
                          <a:pt x="4" y="56"/>
                          <a:pt x="0" y="68"/>
                          <a:pt x="0" y="79"/>
                        </a:cubicBezTo>
                        <a:cubicBezTo>
                          <a:pt x="0" y="124"/>
                          <a:pt x="37" y="160"/>
                          <a:pt x="82" y="160"/>
                        </a:cubicBezTo>
                        <a:close/>
                        <a:moveTo>
                          <a:pt x="148" y="74"/>
                        </a:moveTo>
                        <a:cubicBezTo>
                          <a:pt x="148" y="101"/>
                          <a:pt x="131" y="124"/>
                          <a:pt x="107" y="132"/>
                        </a:cubicBezTo>
                        <a:cubicBezTo>
                          <a:pt x="85" y="84"/>
                          <a:pt x="85" y="84"/>
                          <a:pt x="85" y="84"/>
                        </a:cubicBezTo>
                        <a:cubicBezTo>
                          <a:pt x="134" y="35"/>
                          <a:pt x="134" y="35"/>
                          <a:pt x="134" y="35"/>
                        </a:cubicBezTo>
                        <a:cubicBezTo>
                          <a:pt x="143" y="46"/>
                          <a:pt x="148" y="59"/>
                          <a:pt x="148" y="74"/>
                        </a:cubicBezTo>
                        <a:close/>
                        <a:moveTo>
                          <a:pt x="86" y="12"/>
                        </a:moveTo>
                        <a:cubicBezTo>
                          <a:pt x="101" y="12"/>
                          <a:pt x="115" y="18"/>
                          <a:pt x="126" y="27"/>
                        </a:cubicBezTo>
                        <a:cubicBezTo>
                          <a:pt x="77" y="75"/>
                          <a:pt x="77" y="75"/>
                          <a:pt x="77" y="75"/>
                        </a:cubicBezTo>
                        <a:cubicBezTo>
                          <a:pt x="76" y="74"/>
                          <a:pt x="75" y="74"/>
                          <a:pt x="75" y="74"/>
                        </a:cubicBezTo>
                        <a:cubicBezTo>
                          <a:pt x="27" y="56"/>
                          <a:pt x="27" y="56"/>
                          <a:pt x="27" y="56"/>
                        </a:cubicBezTo>
                        <a:cubicBezTo>
                          <a:pt x="35" y="31"/>
                          <a:pt x="58" y="12"/>
                          <a:pt x="86" y="12"/>
                        </a:cubicBezTo>
                        <a:close/>
                        <a:moveTo>
                          <a:pt x="14" y="64"/>
                        </a:moveTo>
                        <a:cubicBezTo>
                          <a:pt x="70" y="85"/>
                          <a:pt x="70" y="85"/>
                          <a:pt x="70" y="85"/>
                        </a:cubicBezTo>
                        <a:cubicBezTo>
                          <a:pt x="71" y="85"/>
                          <a:pt x="74" y="87"/>
                          <a:pt x="74" y="89"/>
                        </a:cubicBezTo>
                        <a:cubicBezTo>
                          <a:pt x="100" y="145"/>
                          <a:pt x="100" y="145"/>
                          <a:pt x="100" y="145"/>
                        </a:cubicBezTo>
                        <a:cubicBezTo>
                          <a:pt x="95" y="147"/>
                          <a:pt x="88" y="148"/>
                          <a:pt x="82" y="148"/>
                        </a:cubicBezTo>
                        <a:cubicBezTo>
                          <a:pt x="43" y="148"/>
                          <a:pt x="12" y="117"/>
                          <a:pt x="12" y="79"/>
                        </a:cubicBezTo>
                        <a:cubicBezTo>
                          <a:pt x="12" y="74"/>
                          <a:pt x="13" y="68"/>
                          <a:pt x="14" y="64"/>
                        </a:cubicBezTo>
                        <a:close/>
                      </a:path>
                    </a:pathLst>
                  </a:custGeom>
                  <a:solidFill>
                    <a:srgbClr val="00AE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59" name="Freeform 182">
                    <a:extLst>
                      <a:ext uri="{FF2B5EF4-FFF2-40B4-BE49-F238E27FC236}">
                        <a16:creationId xmlns:a16="http://schemas.microsoft.com/office/drawing/2014/main" id="{AAE030DC-344C-4632-B424-BA3F4E6B0F0F}"/>
                      </a:ext>
                    </a:extLst>
                  </p:cNvPr>
                  <p:cNvSpPr>
                    <a:spLocks/>
                  </p:cNvSpPr>
                  <p:nvPr/>
                </p:nvSpPr>
                <p:spPr bwMode="auto">
                  <a:xfrm>
                    <a:off x="3955138" y="4514575"/>
                    <a:ext cx="227363" cy="248558"/>
                  </a:xfrm>
                  <a:custGeom>
                    <a:avLst/>
                    <a:gdLst>
                      <a:gd name="T0" fmla="*/ 2147483646 w 237"/>
                      <a:gd name="T1" fmla="*/ 2147483646 h 259"/>
                      <a:gd name="T2" fmla="*/ 2147483646 w 237"/>
                      <a:gd name="T3" fmla="*/ 2147483646 h 259"/>
                      <a:gd name="T4" fmla="*/ 2147483646 w 237"/>
                      <a:gd name="T5" fmla="*/ 2147483646 h 259"/>
                      <a:gd name="T6" fmla="*/ 2147483646 w 237"/>
                      <a:gd name="T7" fmla="*/ 2147483646 h 259"/>
                      <a:gd name="T8" fmla="*/ 2147483646 w 237"/>
                      <a:gd name="T9" fmla="*/ 2147483646 h 259"/>
                      <a:gd name="T10" fmla="*/ 2147483646 w 237"/>
                      <a:gd name="T11" fmla="*/ 2147483646 h 259"/>
                      <a:gd name="T12" fmla="*/ 2147483646 w 237"/>
                      <a:gd name="T13" fmla="*/ 2147483646 h 259"/>
                      <a:gd name="T14" fmla="*/ 2147483646 w 237"/>
                      <a:gd name="T15" fmla="*/ 2147483646 h 259"/>
                      <a:gd name="T16" fmla="*/ 2147483646 w 237"/>
                      <a:gd name="T17" fmla="*/ 2147483646 h 259"/>
                      <a:gd name="T18" fmla="*/ 2147483646 w 237"/>
                      <a:gd name="T19" fmla="*/ 2147483646 h 259"/>
                      <a:gd name="T20" fmla="*/ 2147483646 w 237"/>
                      <a:gd name="T21" fmla="*/ 2147483646 h 259"/>
                      <a:gd name="T22" fmla="*/ 2147483646 w 237"/>
                      <a:gd name="T23" fmla="*/ 2147483646 h 259"/>
                      <a:gd name="T24" fmla="*/ 2147483646 w 237"/>
                      <a:gd name="T25" fmla="*/ 0 h 259"/>
                      <a:gd name="T26" fmla="*/ 2147483646 w 237"/>
                      <a:gd name="T27" fmla="*/ 2147483646 h 259"/>
                      <a:gd name="T28" fmla="*/ 2147483646 w 237"/>
                      <a:gd name="T29" fmla="*/ 2147483646 h 259"/>
                      <a:gd name="T30" fmla="*/ 2147483646 w 237"/>
                      <a:gd name="T31" fmla="*/ 2147483646 h 259"/>
                      <a:gd name="T32" fmla="*/ 0 w 237"/>
                      <a:gd name="T33" fmla="*/ 2147483646 h 259"/>
                      <a:gd name="T34" fmla="*/ 2147483646 w 237"/>
                      <a:gd name="T35" fmla="*/ 2147483646 h 25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37" h="259">
                        <a:moveTo>
                          <a:pt x="150" y="259"/>
                        </a:moveTo>
                        <a:cubicBezTo>
                          <a:pt x="181" y="259"/>
                          <a:pt x="210" y="250"/>
                          <a:pt x="234" y="234"/>
                        </a:cubicBezTo>
                        <a:cubicBezTo>
                          <a:pt x="237" y="232"/>
                          <a:pt x="237" y="228"/>
                          <a:pt x="235" y="225"/>
                        </a:cubicBezTo>
                        <a:cubicBezTo>
                          <a:pt x="234" y="223"/>
                          <a:pt x="230" y="222"/>
                          <a:pt x="227" y="224"/>
                        </a:cubicBezTo>
                        <a:cubicBezTo>
                          <a:pt x="205" y="238"/>
                          <a:pt x="179" y="247"/>
                          <a:pt x="150" y="247"/>
                        </a:cubicBezTo>
                        <a:cubicBezTo>
                          <a:pt x="112" y="247"/>
                          <a:pt x="78" y="232"/>
                          <a:pt x="53" y="207"/>
                        </a:cubicBezTo>
                        <a:cubicBezTo>
                          <a:pt x="28" y="182"/>
                          <a:pt x="12" y="147"/>
                          <a:pt x="12" y="109"/>
                        </a:cubicBezTo>
                        <a:cubicBezTo>
                          <a:pt x="12" y="75"/>
                          <a:pt x="24" y="45"/>
                          <a:pt x="44" y="21"/>
                        </a:cubicBezTo>
                        <a:cubicBezTo>
                          <a:pt x="49" y="43"/>
                          <a:pt x="49" y="43"/>
                          <a:pt x="49" y="43"/>
                        </a:cubicBezTo>
                        <a:cubicBezTo>
                          <a:pt x="50" y="46"/>
                          <a:pt x="53" y="48"/>
                          <a:pt x="56" y="48"/>
                        </a:cubicBezTo>
                        <a:cubicBezTo>
                          <a:pt x="59" y="47"/>
                          <a:pt x="61" y="44"/>
                          <a:pt x="61" y="41"/>
                        </a:cubicBezTo>
                        <a:cubicBezTo>
                          <a:pt x="52" y="1"/>
                          <a:pt x="52" y="1"/>
                          <a:pt x="52" y="1"/>
                        </a:cubicBezTo>
                        <a:cubicBezTo>
                          <a:pt x="12" y="0"/>
                          <a:pt x="12" y="0"/>
                          <a:pt x="12" y="0"/>
                        </a:cubicBezTo>
                        <a:cubicBezTo>
                          <a:pt x="9" y="0"/>
                          <a:pt x="6" y="3"/>
                          <a:pt x="6" y="6"/>
                        </a:cubicBezTo>
                        <a:cubicBezTo>
                          <a:pt x="6" y="9"/>
                          <a:pt x="8" y="12"/>
                          <a:pt x="12" y="12"/>
                        </a:cubicBezTo>
                        <a:cubicBezTo>
                          <a:pt x="36" y="13"/>
                          <a:pt x="36" y="13"/>
                          <a:pt x="36" y="13"/>
                        </a:cubicBezTo>
                        <a:cubicBezTo>
                          <a:pt x="14" y="39"/>
                          <a:pt x="0" y="72"/>
                          <a:pt x="0" y="109"/>
                        </a:cubicBezTo>
                        <a:cubicBezTo>
                          <a:pt x="0" y="192"/>
                          <a:pt x="67" y="259"/>
                          <a:pt x="150" y="259"/>
                        </a:cubicBezTo>
                        <a:close/>
                      </a:path>
                    </a:pathLst>
                  </a:cu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0" name="Freeform 183">
                    <a:extLst>
                      <a:ext uri="{FF2B5EF4-FFF2-40B4-BE49-F238E27FC236}">
                        <a16:creationId xmlns:a16="http://schemas.microsoft.com/office/drawing/2014/main" id="{EC78EBA1-C9CD-4904-8DFE-82882FC56053}"/>
                      </a:ext>
                    </a:extLst>
                  </p:cNvPr>
                  <p:cNvSpPr>
                    <a:spLocks/>
                  </p:cNvSpPr>
                  <p:nvPr/>
                </p:nvSpPr>
                <p:spPr bwMode="auto">
                  <a:xfrm>
                    <a:off x="4012942" y="4475076"/>
                    <a:ext cx="229290" cy="248558"/>
                  </a:xfrm>
                  <a:custGeom>
                    <a:avLst/>
                    <a:gdLst>
                      <a:gd name="T0" fmla="*/ 2147483646 w 240"/>
                      <a:gd name="T1" fmla="*/ 2147483646 h 259"/>
                      <a:gd name="T2" fmla="*/ 2147483646 w 240"/>
                      <a:gd name="T3" fmla="*/ 2147483646 h 259"/>
                      <a:gd name="T4" fmla="*/ 2147483646 w 240"/>
                      <a:gd name="T5" fmla="*/ 2147483646 h 259"/>
                      <a:gd name="T6" fmla="*/ 2147483646 w 240"/>
                      <a:gd name="T7" fmla="*/ 2147483646 h 259"/>
                      <a:gd name="T8" fmla="*/ 2147483646 w 240"/>
                      <a:gd name="T9" fmla="*/ 2147483646 h 259"/>
                      <a:gd name="T10" fmla="*/ 2147483646 w 240"/>
                      <a:gd name="T11" fmla="*/ 2147483646 h 259"/>
                      <a:gd name="T12" fmla="*/ 2147483646 w 240"/>
                      <a:gd name="T13" fmla="*/ 2147483646 h 259"/>
                      <a:gd name="T14" fmla="*/ 2147483646 w 240"/>
                      <a:gd name="T15" fmla="*/ 2147483646 h 259"/>
                      <a:gd name="T16" fmla="*/ 2147483646 w 240"/>
                      <a:gd name="T17" fmla="*/ 2147483646 h 259"/>
                      <a:gd name="T18" fmla="*/ 2147483646 w 240"/>
                      <a:gd name="T19" fmla="*/ 2147483646 h 259"/>
                      <a:gd name="T20" fmla="*/ 2147483646 w 240"/>
                      <a:gd name="T21" fmla="*/ 2147483646 h 259"/>
                      <a:gd name="T22" fmla="*/ 2147483646 w 240"/>
                      <a:gd name="T23" fmla="*/ 2147483646 h 259"/>
                      <a:gd name="T24" fmla="*/ 2147483646 w 240"/>
                      <a:gd name="T25" fmla="*/ 2147483646 h 259"/>
                      <a:gd name="T26" fmla="*/ 2147483646 w 240"/>
                      <a:gd name="T27" fmla="*/ 2147483646 h 259"/>
                      <a:gd name="T28" fmla="*/ 2147483646 w 240"/>
                      <a:gd name="T29" fmla="*/ 2147483646 h 259"/>
                      <a:gd name="T30" fmla="*/ 2147483646 w 240"/>
                      <a:gd name="T31" fmla="*/ 2147483646 h 259"/>
                      <a:gd name="T32" fmla="*/ 2147483646 w 240"/>
                      <a:gd name="T33" fmla="*/ 2147483646 h 259"/>
                      <a:gd name="T34" fmla="*/ 2147483646 w 240"/>
                      <a:gd name="T35" fmla="*/ 0 h 259"/>
                      <a:gd name="T36" fmla="*/ 2147483646 w 240"/>
                      <a:gd name="T37" fmla="*/ 2147483646 h 25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0" h="259">
                        <a:moveTo>
                          <a:pt x="3" y="28"/>
                        </a:moveTo>
                        <a:cubicBezTo>
                          <a:pt x="1" y="30"/>
                          <a:pt x="0" y="33"/>
                          <a:pt x="2" y="36"/>
                        </a:cubicBezTo>
                        <a:cubicBezTo>
                          <a:pt x="4" y="39"/>
                          <a:pt x="8" y="39"/>
                          <a:pt x="10" y="38"/>
                        </a:cubicBezTo>
                        <a:cubicBezTo>
                          <a:pt x="33" y="22"/>
                          <a:pt x="60" y="12"/>
                          <a:pt x="90" y="12"/>
                        </a:cubicBezTo>
                        <a:cubicBezTo>
                          <a:pt x="128" y="12"/>
                          <a:pt x="163" y="28"/>
                          <a:pt x="188" y="53"/>
                        </a:cubicBezTo>
                        <a:cubicBezTo>
                          <a:pt x="213" y="77"/>
                          <a:pt x="228" y="112"/>
                          <a:pt x="228" y="150"/>
                        </a:cubicBezTo>
                        <a:cubicBezTo>
                          <a:pt x="228" y="184"/>
                          <a:pt x="216" y="216"/>
                          <a:pt x="195" y="240"/>
                        </a:cubicBezTo>
                        <a:cubicBezTo>
                          <a:pt x="190" y="216"/>
                          <a:pt x="190" y="216"/>
                          <a:pt x="190" y="216"/>
                        </a:cubicBezTo>
                        <a:cubicBezTo>
                          <a:pt x="189" y="213"/>
                          <a:pt x="186" y="211"/>
                          <a:pt x="183" y="211"/>
                        </a:cubicBezTo>
                        <a:cubicBezTo>
                          <a:pt x="180" y="212"/>
                          <a:pt x="178" y="215"/>
                          <a:pt x="178" y="218"/>
                        </a:cubicBezTo>
                        <a:cubicBezTo>
                          <a:pt x="187" y="258"/>
                          <a:pt x="187" y="258"/>
                          <a:pt x="187" y="258"/>
                        </a:cubicBezTo>
                        <a:cubicBezTo>
                          <a:pt x="227" y="259"/>
                          <a:pt x="227" y="259"/>
                          <a:pt x="227" y="259"/>
                        </a:cubicBezTo>
                        <a:cubicBezTo>
                          <a:pt x="230" y="259"/>
                          <a:pt x="233" y="256"/>
                          <a:pt x="233" y="253"/>
                        </a:cubicBezTo>
                        <a:cubicBezTo>
                          <a:pt x="233" y="249"/>
                          <a:pt x="231" y="247"/>
                          <a:pt x="227" y="247"/>
                        </a:cubicBezTo>
                        <a:cubicBezTo>
                          <a:pt x="227" y="247"/>
                          <a:pt x="227" y="247"/>
                          <a:pt x="227" y="247"/>
                        </a:cubicBezTo>
                        <a:cubicBezTo>
                          <a:pt x="205" y="246"/>
                          <a:pt x="205" y="246"/>
                          <a:pt x="205" y="246"/>
                        </a:cubicBezTo>
                        <a:cubicBezTo>
                          <a:pt x="227" y="220"/>
                          <a:pt x="240" y="187"/>
                          <a:pt x="240" y="150"/>
                        </a:cubicBezTo>
                        <a:cubicBezTo>
                          <a:pt x="240" y="67"/>
                          <a:pt x="173" y="0"/>
                          <a:pt x="90" y="0"/>
                        </a:cubicBezTo>
                        <a:cubicBezTo>
                          <a:pt x="58" y="0"/>
                          <a:pt x="28" y="10"/>
                          <a:pt x="3" y="28"/>
                        </a:cubicBezTo>
                        <a:close/>
                      </a:path>
                    </a:pathLst>
                  </a:cu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1" name="Oval 184">
                    <a:extLst>
                      <a:ext uri="{FF2B5EF4-FFF2-40B4-BE49-F238E27FC236}">
                        <a16:creationId xmlns:a16="http://schemas.microsoft.com/office/drawing/2014/main" id="{6475D6EE-8C56-4114-8589-1C0AAA2C16D3}"/>
                      </a:ext>
                    </a:extLst>
                  </p:cNvPr>
                  <p:cNvSpPr>
                    <a:spLocks noChangeArrowheads="1"/>
                  </p:cNvSpPr>
                  <p:nvPr/>
                </p:nvSpPr>
                <p:spPr bwMode="auto">
                  <a:xfrm>
                    <a:off x="4119880" y="4613806"/>
                    <a:ext cx="19268" cy="18305"/>
                  </a:xfrm>
                  <a:prstGeom prst="ellipse">
                    <a:avLst/>
                  </a:pr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62" name="Oval 185">
                    <a:extLst>
                      <a:ext uri="{FF2B5EF4-FFF2-40B4-BE49-F238E27FC236}">
                        <a16:creationId xmlns:a16="http://schemas.microsoft.com/office/drawing/2014/main" id="{312EFC9A-DACD-4D81-8FC1-3EA07768BCCE}"/>
                      </a:ext>
                    </a:extLst>
                  </p:cNvPr>
                  <p:cNvSpPr>
                    <a:spLocks noChangeArrowheads="1"/>
                  </p:cNvSpPr>
                  <p:nvPr/>
                </p:nvSpPr>
                <p:spPr bwMode="auto">
                  <a:xfrm>
                    <a:off x="4092905" y="4613806"/>
                    <a:ext cx="19268" cy="18305"/>
                  </a:xfrm>
                  <a:prstGeom prst="ellipse">
                    <a:avLst/>
                  </a:pr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63" name="Oval 186">
                    <a:extLst>
                      <a:ext uri="{FF2B5EF4-FFF2-40B4-BE49-F238E27FC236}">
                        <a16:creationId xmlns:a16="http://schemas.microsoft.com/office/drawing/2014/main" id="{5EC2784F-2C33-49F5-8108-2A1F50B4064F}"/>
                      </a:ext>
                    </a:extLst>
                  </p:cNvPr>
                  <p:cNvSpPr>
                    <a:spLocks noChangeArrowheads="1"/>
                  </p:cNvSpPr>
                  <p:nvPr/>
                </p:nvSpPr>
                <p:spPr bwMode="auto">
                  <a:xfrm>
                    <a:off x="4066893" y="4613806"/>
                    <a:ext cx="18305" cy="18305"/>
                  </a:xfrm>
                  <a:prstGeom prst="ellipse">
                    <a:avLst/>
                  </a:pr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64" name="Freeform 187">
                    <a:extLst>
                      <a:ext uri="{FF2B5EF4-FFF2-40B4-BE49-F238E27FC236}">
                        <a16:creationId xmlns:a16="http://schemas.microsoft.com/office/drawing/2014/main" id="{B964BBA9-4808-41E8-A06C-C58BBC0B2F05}"/>
                      </a:ext>
                    </a:extLst>
                  </p:cNvPr>
                  <p:cNvSpPr>
                    <a:spLocks noEditPoints="1"/>
                  </p:cNvSpPr>
                  <p:nvPr/>
                </p:nvSpPr>
                <p:spPr bwMode="auto">
                  <a:xfrm>
                    <a:off x="4032210" y="4563709"/>
                    <a:ext cx="137767" cy="119462"/>
                  </a:xfrm>
                  <a:custGeom>
                    <a:avLst/>
                    <a:gdLst>
                      <a:gd name="T0" fmla="*/ 2147483646 w 144"/>
                      <a:gd name="T1" fmla="*/ 2147483646 h 125"/>
                      <a:gd name="T2" fmla="*/ 2147483646 w 144"/>
                      <a:gd name="T3" fmla="*/ 2147483646 h 125"/>
                      <a:gd name="T4" fmla="*/ 2147483646 w 144"/>
                      <a:gd name="T5" fmla="*/ 2147483646 h 125"/>
                      <a:gd name="T6" fmla="*/ 2147483646 w 144"/>
                      <a:gd name="T7" fmla="*/ 2147483646 h 125"/>
                      <a:gd name="T8" fmla="*/ 2147483646 w 144"/>
                      <a:gd name="T9" fmla="*/ 2147483646 h 125"/>
                      <a:gd name="T10" fmla="*/ 2147483646 w 144"/>
                      <a:gd name="T11" fmla="*/ 2147483646 h 125"/>
                      <a:gd name="T12" fmla="*/ 2147483646 w 144"/>
                      <a:gd name="T13" fmla="*/ 2147483646 h 125"/>
                      <a:gd name="T14" fmla="*/ 2147483646 w 144"/>
                      <a:gd name="T15" fmla="*/ 2147483646 h 125"/>
                      <a:gd name="T16" fmla="*/ 2147483646 w 144"/>
                      <a:gd name="T17" fmla="*/ 0 h 125"/>
                      <a:gd name="T18" fmla="*/ 2147483646 w 144"/>
                      <a:gd name="T19" fmla="*/ 0 h 125"/>
                      <a:gd name="T20" fmla="*/ 0 w 144"/>
                      <a:gd name="T21" fmla="*/ 2147483646 h 125"/>
                      <a:gd name="T22" fmla="*/ 0 w 144"/>
                      <a:gd name="T23" fmla="*/ 2147483646 h 125"/>
                      <a:gd name="T24" fmla="*/ 2147483646 w 144"/>
                      <a:gd name="T25" fmla="*/ 2147483646 h 125"/>
                      <a:gd name="T26" fmla="*/ 2147483646 w 144"/>
                      <a:gd name="T27" fmla="*/ 2147483646 h 125"/>
                      <a:gd name="T28" fmla="*/ 2147483646 w 144"/>
                      <a:gd name="T29" fmla="*/ 2147483646 h 125"/>
                      <a:gd name="T30" fmla="*/ 2147483646 w 144"/>
                      <a:gd name="T31" fmla="*/ 2147483646 h 125"/>
                      <a:gd name="T32" fmla="*/ 2147483646 w 144"/>
                      <a:gd name="T33" fmla="*/ 2147483646 h 125"/>
                      <a:gd name="T34" fmla="*/ 2147483646 w 144"/>
                      <a:gd name="T35" fmla="*/ 2147483646 h 125"/>
                      <a:gd name="T36" fmla="*/ 2147483646 w 144"/>
                      <a:gd name="T37" fmla="*/ 2147483646 h 125"/>
                      <a:gd name="T38" fmla="*/ 2147483646 w 144"/>
                      <a:gd name="T39" fmla="*/ 2147483646 h 125"/>
                      <a:gd name="T40" fmla="*/ 2147483646 w 144"/>
                      <a:gd name="T41" fmla="*/ 2147483646 h 125"/>
                      <a:gd name="T42" fmla="*/ 2147483646 w 144"/>
                      <a:gd name="T43" fmla="*/ 2147483646 h 125"/>
                      <a:gd name="T44" fmla="*/ 2147483646 w 144"/>
                      <a:gd name="T45" fmla="*/ 2147483646 h 125"/>
                      <a:gd name="T46" fmla="*/ 2147483646 w 144"/>
                      <a:gd name="T47" fmla="*/ 2147483646 h 125"/>
                      <a:gd name="T48" fmla="*/ 2147483646 w 144"/>
                      <a:gd name="T49" fmla="*/ 2147483646 h 125"/>
                      <a:gd name="T50" fmla="*/ 2147483646 w 144"/>
                      <a:gd name="T51" fmla="*/ 2147483646 h 125"/>
                      <a:gd name="T52" fmla="*/ 2147483646 w 144"/>
                      <a:gd name="T53" fmla="*/ 2147483646 h 125"/>
                      <a:gd name="T54" fmla="*/ 2147483646 w 144"/>
                      <a:gd name="T55" fmla="*/ 2147483646 h 125"/>
                      <a:gd name="T56" fmla="*/ 2147483646 w 144"/>
                      <a:gd name="T57" fmla="*/ 2147483646 h 125"/>
                      <a:gd name="T58" fmla="*/ 2147483646 w 144"/>
                      <a:gd name="T59" fmla="*/ 2147483646 h 125"/>
                      <a:gd name="T60" fmla="*/ 2147483646 w 144"/>
                      <a:gd name="T61" fmla="*/ 2147483646 h 125"/>
                      <a:gd name="T62" fmla="*/ 2147483646 w 144"/>
                      <a:gd name="T63" fmla="*/ 2147483646 h 125"/>
                      <a:gd name="T64" fmla="*/ 2147483646 w 144"/>
                      <a:gd name="T65" fmla="*/ 2147483646 h 125"/>
                      <a:gd name="T66" fmla="*/ 2147483646 w 144"/>
                      <a:gd name="T67" fmla="*/ 2147483646 h 1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44" h="125">
                        <a:moveTo>
                          <a:pt x="107" y="123"/>
                        </a:moveTo>
                        <a:cubicBezTo>
                          <a:pt x="108" y="124"/>
                          <a:pt x="111" y="125"/>
                          <a:pt x="113" y="124"/>
                        </a:cubicBezTo>
                        <a:cubicBezTo>
                          <a:pt x="115" y="123"/>
                          <a:pt x="116" y="121"/>
                          <a:pt x="116" y="118"/>
                        </a:cubicBezTo>
                        <a:cubicBezTo>
                          <a:pt x="116" y="100"/>
                          <a:pt x="116" y="100"/>
                          <a:pt x="116" y="100"/>
                        </a:cubicBezTo>
                        <a:cubicBezTo>
                          <a:pt x="122" y="100"/>
                          <a:pt x="122" y="100"/>
                          <a:pt x="122" y="100"/>
                        </a:cubicBezTo>
                        <a:cubicBezTo>
                          <a:pt x="122" y="100"/>
                          <a:pt x="122" y="100"/>
                          <a:pt x="122" y="100"/>
                        </a:cubicBezTo>
                        <a:cubicBezTo>
                          <a:pt x="135" y="100"/>
                          <a:pt x="144" y="90"/>
                          <a:pt x="144" y="78"/>
                        </a:cubicBezTo>
                        <a:cubicBezTo>
                          <a:pt x="144" y="22"/>
                          <a:pt x="144" y="22"/>
                          <a:pt x="144" y="22"/>
                        </a:cubicBezTo>
                        <a:cubicBezTo>
                          <a:pt x="144" y="10"/>
                          <a:pt x="134" y="0"/>
                          <a:pt x="122" y="0"/>
                        </a:cubicBezTo>
                        <a:cubicBezTo>
                          <a:pt x="22" y="0"/>
                          <a:pt x="22" y="0"/>
                          <a:pt x="22" y="0"/>
                        </a:cubicBezTo>
                        <a:cubicBezTo>
                          <a:pt x="10" y="0"/>
                          <a:pt x="0" y="10"/>
                          <a:pt x="0" y="22"/>
                        </a:cubicBezTo>
                        <a:cubicBezTo>
                          <a:pt x="0" y="78"/>
                          <a:pt x="0" y="78"/>
                          <a:pt x="0" y="78"/>
                        </a:cubicBezTo>
                        <a:cubicBezTo>
                          <a:pt x="0" y="90"/>
                          <a:pt x="10" y="100"/>
                          <a:pt x="22" y="100"/>
                        </a:cubicBezTo>
                        <a:cubicBezTo>
                          <a:pt x="75" y="100"/>
                          <a:pt x="75" y="100"/>
                          <a:pt x="75" y="100"/>
                        </a:cubicBezTo>
                        <a:lnTo>
                          <a:pt x="107" y="123"/>
                        </a:lnTo>
                        <a:close/>
                        <a:moveTo>
                          <a:pt x="22" y="88"/>
                        </a:moveTo>
                        <a:cubicBezTo>
                          <a:pt x="19" y="88"/>
                          <a:pt x="17" y="87"/>
                          <a:pt x="15" y="85"/>
                        </a:cubicBezTo>
                        <a:cubicBezTo>
                          <a:pt x="13" y="83"/>
                          <a:pt x="12" y="81"/>
                          <a:pt x="12" y="78"/>
                        </a:cubicBezTo>
                        <a:cubicBezTo>
                          <a:pt x="12" y="22"/>
                          <a:pt x="12" y="22"/>
                          <a:pt x="12" y="22"/>
                        </a:cubicBezTo>
                        <a:cubicBezTo>
                          <a:pt x="12" y="19"/>
                          <a:pt x="13" y="17"/>
                          <a:pt x="15" y="15"/>
                        </a:cubicBezTo>
                        <a:cubicBezTo>
                          <a:pt x="17" y="13"/>
                          <a:pt x="19" y="12"/>
                          <a:pt x="22" y="12"/>
                        </a:cubicBezTo>
                        <a:cubicBezTo>
                          <a:pt x="122" y="12"/>
                          <a:pt x="122" y="12"/>
                          <a:pt x="122" y="12"/>
                        </a:cubicBezTo>
                        <a:cubicBezTo>
                          <a:pt x="125" y="12"/>
                          <a:pt x="128" y="13"/>
                          <a:pt x="129" y="15"/>
                        </a:cubicBezTo>
                        <a:cubicBezTo>
                          <a:pt x="131" y="17"/>
                          <a:pt x="132" y="19"/>
                          <a:pt x="132" y="22"/>
                        </a:cubicBezTo>
                        <a:cubicBezTo>
                          <a:pt x="132" y="78"/>
                          <a:pt x="132" y="78"/>
                          <a:pt x="132" y="78"/>
                        </a:cubicBezTo>
                        <a:cubicBezTo>
                          <a:pt x="132" y="81"/>
                          <a:pt x="131" y="83"/>
                          <a:pt x="129" y="85"/>
                        </a:cubicBezTo>
                        <a:cubicBezTo>
                          <a:pt x="128" y="87"/>
                          <a:pt x="125" y="88"/>
                          <a:pt x="122" y="88"/>
                        </a:cubicBezTo>
                        <a:cubicBezTo>
                          <a:pt x="122" y="88"/>
                          <a:pt x="122" y="88"/>
                          <a:pt x="122" y="88"/>
                        </a:cubicBezTo>
                        <a:cubicBezTo>
                          <a:pt x="110" y="88"/>
                          <a:pt x="110" y="88"/>
                          <a:pt x="110" y="88"/>
                        </a:cubicBezTo>
                        <a:cubicBezTo>
                          <a:pt x="107" y="88"/>
                          <a:pt x="104" y="91"/>
                          <a:pt x="104" y="94"/>
                        </a:cubicBezTo>
                        <a:cubicBezTo>
                          <a:pt x="104" y="107"/>
                          <a:pt x="104" y="107"/>
                          <a:pt x="104" y="107"/>
                        </a:cubicBezTo>
                        <a:cubicBezTo>
                          <a:pt x="81" y="89"/>
                          <a:pt x="81" y="89"/>
                          <a:pt x="81" y="89"/>
                        </a:cubicBezTo>
                        <a:cubicBezTo>
                          <a:pt x="80" y="88"/>
                          <a:pt x="78" y="88"/>
                          <a:pt x="77" y="88"/>
                        </a:cubicBezTo>
                        <a:cubicBezTo>
                          <a:pt x="22" y="88"/>
                          <a:pt x="22" y="88"/>
                          <a:pt x="22" y="88"/>
                        </a:cubicBezTo>
                        <a:close/>
                      </a:path>
                    </a:pathLst>
                  </a:cu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5" name="Freeform 188">
                    <a:extLst>
                      <a:ext uri="{FF2B5EF4-FFF2-40B4-BE49-F238E27FC236}">
                        <a16:creationId xmlns:a16="http://schemas.microsoft.com/office/drawing/2014/main" id="{87BAB8F7-53E5-408E-8AF7-24FAC2548F64}"/>
                      </a:ext>
                    </a:extLst>
                  </p:cNvPr>
                  <p:cNvSpPr>
                    <a:spLocks/>
                  </p:cNvSpPr>
                  <p:nvPr/>
                </p:nvSpPr>
                <p:spPr bwMode="auto">
                  <a:xfrm>
                    <a:off x="4209476" y="5067568"/>
                    <a:ext cx="60694" cy="11561"/>
                  </a:xfrm>
                  <a:custGeom>
                    <a:avLst/>
                    <a:gdLst>
                      <a:gd name="T0" fmla="*/ 2147483646 w 64"/>
                      <a:gd name="T1" fmla="*/ 0 h 12"/>
                      <a:gd name="T2" fmla="*/ 2147483646 w 64"/>
                      <a:gd name="T3" fmla="*/ 0 h 12"/>
                      <a:gd name="T4" fmla="*/ 0 w 64"/>
                      <a:gd name="T5" fmla="*/ 2147483646 h 12"/>
                      <a:gd name="T6" fmla="*/ 2147483646 w 64"/>
                      <a:gd name="T7" fmla="*/ 2147483646 h 12"/>
                      <a:gd name="T8" fmla="*/ 2147483646 w 64"/>
                      <a:gd name="T9" fmla="*/ 2147483646 h 12"/>
                      <a:gd name="T10" fmla="*/ 2147483646 w 64"/>
                      <a:gd name="T11" fmla="*/ 2147483646 h 12"/>
                      <a:gd name="T12" fmla="*/ 2147483646 w 64"/>
                      <a:gd name="T13" fmla="*/ 0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12">
                        <a:moveTo>
                          <a:pt x="58" y="0"/>
                        </a:moveTo>
                        <a:cubicBezTo>
                          <a:pt x="6" y="0"/>
                          <a:pt x="6" y="0"/>
                          <a:pt x="6" y="0"/>
                        </a:cubicBezTo>
                        <a:cubicBezTo>
                          <a:pt x="3" y="0"/>
                          <a:pt x="0" y="3"/>
                          <a:pt x="0" y="6"/>
                        </a:cubicBezTo>
                        <a:cubicBezTo>
                          <a:pt x="0" y="9"/>
                          <a:pt x="3" y="12"/>
                          <a:pt x="6" y="12"/>
                        </a:cubicBezTo>
                        <a:cubicBezTo>
                          <a:pt x="58" y="12"/>
                          <a:pt x="58" y="12"/>
                          <a:pt x="58" y="12"/>
                        </a:cubicBezTo>
                        <a:cubicBezTo>
                          <a:pt x="62" y="12"/>
                          <a:pt x="64" y="9"/>
                          <a:pt x="64" y="6"/>
                        </a:cubicBezTo>
                        <a:cubicBezTo>
                          <a:pt x="64" y="3"/>
                          <a:pt x="62" y="0"/>
                          <a:pt x="58" y="0"/>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6" name="Freeform 189">
                    <a:extLst>
                      <a:ext uri="{FF2B5EF4-FFF2-40B4-BE49-F238E27FC236}">
                        <a16:creationId xmlns:a16="http://schemas.microsoft.com/office/drawing/2014/main" id="{D4EBF8BA-7211-4989-A8BB-E378C5D714DC}"/>
                      </a:ext>
                    </a:extLst>
                  </p:cNvPr>
                  <p:cNvSpPr>
                    <a:spLocks noEditPoints="1"/>
                  </p:cNvSpPr>
                  <p:nvPr/>
                </p:nvSpPr>
                <p:spPr bwMode="auto">
                  <a:xfrm>
                    <a:off x="4157452" y="4879705"/>
                    <a:ext cx="294801" cy="283240"/>
                  </a:xfrm>
                  <a:custGeom>
                    <a:avLst/>
                    <a:gdLst>
                      <a:gd name="T0" fmla="*/ 2147483646 w 308"/>
                      <a:gd name="T1" fmla="*/ 2147483646 h 296"/>
                      <a:gd name="T2" fmla="*/ 2147483646 w 308"/>
                      <a:gd name="T3" fmla="*/ 2147483646 h 296"/>
                      <a:gd name="T4" fmla="*/ 2147483646 w 308"/>
                      <a:gd name="T5" fmla="*/ 0 h 296"/>
                      <a:gd name="T6" fmla="*/ 0 w 308"/>
                      <a:gd name="T7" fmla="*/ 2147483646 h 296"/>
                      <a:gd name="T8" fmla="*/ 2147483646 w 308"/>
                      <a:gd name="T9" fmla="*/ 2147483646 h 296"/>
                      <a:gd name="T10" fmla="*/ 2147483646 w 308"/>
                      <a:gd name="T11" fmla="*/ 2147483646 h 296"/>
                      <a:gd name="T12" fmla="*/ 2147483646 w 308"/>
                      <a:gd name="T13" fmla="*/ 2147483646 h 296"/>
                      <a:gd name="T14" fmla="*/ 2147483646 w 308"/>
                      <a:gd name="T15" fmla="*/ 2147483646 h 296"/>
                      <a:gd name="T16" fmla="*/ 2147483646 w 308"/>
                      <a:gd name="T17" fmla="*/ 2147483646 h 296"/>
                      <a:gd name="T18" fmla="*/ 2147483646 w 308"/>
                      <a:gd name="T19" fmla="*/ 2147483646 h 296"/>
                      <a:gd name="T20" fmla="*/ 2147483646 w 308"/>
                      <a:gd name="T21" fmla="*/ 2147483646 h 296"/>
                      <a:gd name="T22" fmla="*/ 2147483646 w 308"/>
                      <a:gd name="T23" fmla="*/ 2147483646 h 296"/>
                      <a:gd name="T24" fmla="*/ 2147483646 w 308"/>
                      <a:gd name="T25" fmla="*/ 2147483646 h 296"/>
                      <a:gd name="T26" fmla="*/ 2147483646 w 308"/>
                      <a:gd name="T27" fmla="*/ 2147483646 h 296"/>
                      <a:gd name="T28" fmla="*/ 2147483646 w 308"/>
                      <a:gd name="T29" fmla="*/ 2147483646 h 296"/>
                      <a:gd name="T30" fmla="*/ 2147483646 w 308"/>
                      <a:gd name="T31" fmla="*/ 2147483646 h 296"/>
                      <a:gd name="T32" fmla="*/ 2147483646 w 308"/>
                      <a:gd name="T33" fmla="*/ 2147483646 h 296"/>
                      <a:gd name="T34" fmla="*/ 2147483646 w 308"/>
                      <a:gd name="T35" fmla="*/ 2147483646 h 296"/>
                      <a:gd name="T36" fmla="*/ 2147483646 w 308"/>
                      <a:gd name="T37" fmla="*/ 2147483646 h 296"/>
                      <a:gd name="T38" fmla="*/ 2147483646 w 308"/>
                      <a:gd name="T39" fmla="*/ 2147483646 h 296"/>
                      <a:gd name="T40" fmla="*/ 2147483646 w 308"/>
                      <a:gd name="T41" fmla="*/ 2147483646 h 296"/>
                      <a:gd name="T42" fmla="*/ 2147483646 w 308"/>
                      <a:gd name="T43" fmla="*/ 2147483646 h 296"/>
                      <a:gd name="T44" fmla="*/ 2147483646 w 308"/>
                      <a:gd name="T45" fmla="*/ 2147483646 h 296"/>
                      <a:gd name="T46" fmla="*/ 2147483646 w 308"/>
                      <a:gd name="T47" fmla="*/ 2147483646 h 296"/>
                      <a:gd name="T48" fmla="*/ 2147483646 w 308"/>
                      <a:gd name="T49" fmla="*/ 2147483646 h 296"/>
                      <a:gd name="T50" fmla="*/ 2147483646 w 308"/>
                      <a:gd name="T51" fmla="*/ 2147483646 h 296"/>
                      <a:gd name="T52" fmla="*/ 2147483646 w 308"/>
                      <a:gd name="T53" fmla="*/ 2147483646 h 296"/>
                      <a:gd name="T54" fmla="*/ 2147483646 w 308"/>
                      <a:gd name="T55" fmla="*/ 2147483646 h 296"/>
                      <a:gd name="T56" fmla="*/ 2147483646 w 308"/>
                      <a:gd name="T57" fmla="*/ 2147483646 h 296"/>
                      <a:gd name="T58" fmla="*/ 2147483646 w 308"/>
                      <a:gd name="T59" fmla="*/ 2147483646 h 296"/>
                      <a:gd name="T60" fmla="*/ 2147483646 w 308"/>
                      <a:gd name="T61" fmla="*/ 2147483646 h 296"/>
                      <a:gd name="T62" fmla="*/ 2147483646 w 308"/>
                      <a:gd name="T63" fmla="*/ 2147483646 h 296"/>
                      <a:gd name="T64" fmla="*/ 2147483646 w 308"/>
                      <a:gd name="T65" fmla="*/ 2147483646 h 296"/>
                      <a:gd name="T66" fmla="*/ 2147483646 w 308"/>
                      <a:gd name="T67" fmla="*/ 2147483646 h 29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08" h="296">
                        <a:moveTo>
                          <a:pt x="306" y="220"/>
                        </a:moveTo>
                        <a:cubicBezTo>
                          <a:pt x="258" y="173"/>
                          <a:pt x="258" y="173"/>
                          <a:pt x="258" y="173"/>
                        </a:cubicBezTo>
                        <a:cubicBezTo>
                          <a:pt x="269" y="159"/>
                          <a:pt x="276" y="142"/>
                          <a:pt x="276" y="124"/>
                        </a:cubicBezTo>
                        <a:cubicBezTo>
                          <a:pt x="276" y="100"/>
                          <a:pt x="265" y="79"/>
                          <a:pt x="248" y="65"/>
                        </a:cubicBezTo>
                        <a:cubicBezTo>
                          <a:pt x="248" y="16"/>
                          <a:pt x="248" y="16"/>
                          <a:pt x="248" y="16"/>
                        </a:cubicBezTo>
                        <a:cubicBezTo>
                          <a:pt x="248" y="7"/>
                          <a:pt x="241" y="0"/>
                          <a:pt x="232" y="0"/>
                        </a:cubicBezTo>
                        <a:cubicBezTo>
                          <a:pt x="16" y="0"/>
                          <a:pt x="16" y="0"/>
                          <a:pt x="16" y="0"/>
                        </a:cubicBezTo>
                        <a:cubicBezTo>
                          <a:pt x="7" y="0"/>
                          <a:pt x="0" y="7"/>
                          <a:pt x="0" y="16"/>
                        </a:cubicBezTo>
                        <a:cubicBezTo>
                          <a:pt x="0" y="280"/>
                          <a:pt x="0" y="280"/>
                          <a:pt x="0" y="280"/>
                        </a:cubicBezTo>
                        <a:cubicBezTo>
                          <a:pt x="0" y="289"/>
                          <a:pt x="7" y="296"/>
                          <a:pt x="16" y="296"/>
                        </a:cubicBezTo>
                        <a:cubicBezTo>
                          <a:pt x="232" y="296"/>
                          <a:pt x="232" y="296"/>
                          <a:pt x="232" y="296"/>
                        </a:cubicBezTo>
                        <a:cubicBezTo>
                          <a:pt x="241" y="296"/>
                          <a:pt x="248" y="289"/>
                          <a:pt x="248" y="280"/>
                        </a:cubicBezTo>
                        <a:cubicBezTo>
                          <a:pt x="248" y="183"/>
                          <a:pt x="248" y="183"/>
                          <a:pt x="248" y="183"/>
                        </a:cubicBezTo>
                        <a:cubicBezTo>
                          <a:pt x="248" y="182"/>
                          <a:pt x="249" y="182"/>
                          <a:pt x="250" y="181"/>
                        </a:cubicBezTo>
                        <a:cubicBezTo>
                          <a:pt x="297" y="228"/>
                          <a:pt x="297" y="228"/>
                          <a:pt x="297" y="228"/>
                        </a:cubicBezTo>
                        <a:cubicBezTo>
                          <a:pt x="300" y="231"/>
                          <a:pt x="303" y="231"/>
                          <a:pt x="306" y="228"/>
                        </a:cubicBezTo>
                        <a:cubicBezTo>
                          <a:pt x="308" y="226"/>
                          <a:pt x="308" y="222"/>
                          <a:pt x="306" y="220"/>
                        </a:cubicBezTo>
                        <a:close/>
                        <a:moveTo>
                          <a:pt x="236" y="280"/>
                        </a:moveTo>
                        <a:cubicBezTo>
                          <a:pt x="236" y="282"/>
                          <a:pt x="234" y="284"/>
                          <a:pt x="232" y="284"/>
                        </a:cubicBezTo>
                        <a:cubicBezTo>
                          <a:pt x="16" y="284"/>
                          <a:pt x="16" y="284"/>
                          <a:pt x="16" y="284"/>
                        </a:cubicBezTo>
                        <a:cubicBezTo>
                          <a:pt x="14" y="284"/>
                          <a:pt x="12" y="282"/>
                          <a:pt x="12" y="280"/>
                        </a:cubicBezTo>
                        <a:cubicBezTo>
                          <a:pt x="12" y="16"/>
                          <a:pt x="12" y="16"/>
                          <a:pt x="12" y="16"/>
                        </a:cubicBezTo>
                        <a:cubicBezTo>
                          <a:pt x="12" y="14"/>
                          <a:pt x="14" y="12"/>
                          <a:pt x="16" y="12"/>
                        </a:cubicBezTo>
                        <a:cubicBezTo>
                          <a:pt x="232" y="12"/>
                          <a:pt x="232" y="12"/>
                          <a:pt x="232" y="12"/>
                        </a:cubicBezTo>
                        <a:cubicBezTo>
                          <a:pt x="234" y="12"/>
                          <a:pt x="236" y="14"/>
                          <a:pt x="236" y="16"/>
                        </a:cubicBezTo>
                        <a:cubicBezTo>
                          <a:pt x="236" y="57"/>
                          <a:pt x="236" y="57"/>
                          <a:pt x="236" y="57"/>
                        </a:cubicBezTo>
                        <a:cubicBezTo>
                          <a:pt x="225" y="51"/>
                          <a:pt x="213" y="48"/>
                          <a:pt x="199" y="48"/>
                        </a:cubicBezTo>
                        <a:cubicBezTo>
                          <a:pt x="176" y="48"/>
                          <a:pt x="154" y="59"/>
                          <a:pt x="140" y="76"/>
                        </a:cubicBezTo>
                        <a:cubicBezTo>
                          <a:pt x="60" y="76"/>
                          <a:pt x="60" y="76"/>
                          <a:pt x="60" y="76"/>
                        </a:cubicBezTo>
                        <a:cubicBezTo>
                          <a:pt x="57" y="76"/>
                          <a:pt x="54" y="79"/>
                          <a:pt x="54" y="82"/>
                        </a:cubicBezTo>
                        <a:cubicBezTo>
                          <a:pt x="54" y="85"/>
                          <a:pt x="57" y="88"/>
                          <a:pt x="60" y="88"/>
                        </a:cubicBezTo>
                        <a:cubicBezTo>
                          <a:pt x="132" y="88"/>
                          <a:pt x="132" y="88"/>
                          <a:pt x="132" y="88"/>
                        </a:cubicBezTo>
                        <a:cubicBezTo>
                          <a:pt x="127" y="97"/>
                          <a:pt x="124" y="106"/>
                          <a:pt x="123" y="116"/>
                        </a:cubicBezTo>
                        <a:cubicBezTo>
                          <a:pt x="60" y="116"/>
                          <a:pt x="60" y="116"/>
                          <a:pt x="60" y="116"/>
                        </a:cubicBezTo>
                        <a:cubicBezTo>
                          <a:pt x="57" y="116"/>
                          <a:pt x="54" y="119"/>
                          <a:pt x="54" y="122"/>
                        </a:cubicBezTo>
                        <a:cubicBezTo>
                          <a:pt x="54" y="125"/>
                          <a:pt x="57" y="128"/>
                          <a:pt x="60" y="128"/>
                        </a:cubicBezTo>
                        <a:cubicBezTo>
                          <a:pt x="123" y="128"/>
                          <a:pt x="123" y="128"/>
                          <a:pt x="123" y="128"/>
                        </a:cubicBezTo>
                        <a:cubicBezTo>
                          <a:pt x="124" y="138"/>
                          <a:pt x="126" y="147"/>
                          <a:pt x="130" y="156"/>
                        </a:cubicBezTo>
                        <a:cubicBezTo>
                          <a:pt x="60" y="156"/>
                          <a:pt x="60" y="156"/>
                          <a:pt x="60" y="156"/>
                        </a:cubicBezTo>
                        <a:cubicBezTo>
                          <a:pt x="57" y="156"/>
                          <a:pt x="54" y="159"/>
                          <a:pt x="54" y="162"/>
                        </a:cubicBezTo>
                        <a:cubicBezTo>
                          <a:pt x="54" y="165"/>
                          <a:pt x="57" y="168"/>
                          <a:pt x="60" y="168"/>
                        </a:cubicBezTo>
                        <a:cubicBezTo>
                          <a:pt x="137" y="168"/>
                          <a:pt x="137" y="168"/>
                          <a:pt x="137" y="168"/>
                        </a:cubicBezTo>
                        <a:cubicBezTo>
                          <a:pt x="151" y="187"/>
                          <a:pt x="174" y="200"/>
                          <a:pt x="199" y="200"/>
                        </a:cubicBezTo>
                        <a:cubicBezTo>
                          <a:pt x="213" y="200"/>
                          <a:pt x="225" y="197"/>
                          <a:pt x="236" y="191"/>
                        </a:cubicBezTo>
                        <a:lnTo>
                          <a:pt x="236" y="280"/>
                        </a:lnTo>
                        <a:close/>
                        <a:moveTo>
                          <a:pt x="199" y="188"/>
                        </a:moveTo>
                        <a:cubicBezTo>
                          <a:pt x="181" y="188"/>
                          <a:pt x="165" y="180"/>
                          <a:pt x="153" y="168"/>
                        </a:cubicBezTo>
                        <a:cubicBezTo>
                          <a:pt x="185" y="168"/>
                          <a:pt x="185" y="168"/>
                          <a:pt x="185" y="168"/>
                        </a:cubicBezTo>
                        <a:cubicBezTo>
                          <a:pt x="188" y="168"/>
                          <a:pt x="191" y="165"/>
                          <a:pt x="191" y="162"/>
                        </a:cubicBezTo>
                        <a:cubicBezTo>
                          <a:pt x="191" y="159"/>
                          <a:pt x="188" y="156"/>
                          <a:pt x="185" y="156"/>
                        </a:cubicBezTo>
                        <a:cubicBezTo>
                          <a:pt x="144" y="156"/>
                          <a:pt x="144" y="156"/>
                          <a:pt x="144" y="156"/>
                        </a:cubicBezTo>
                        <a:cubicBezTo>
                          <a:pt x="139" y="148"/>
                          <a:pt x="136" y="138"/>
                          <a:pt x="135" y="128"/>
                        </a:cubicBezTo>
                        <a:cubicBezTo>
                          <a:pt x="185" y="128"/>
                          <a:pt x="185" y="128"/>
                          <a:pt x="185" y="128"/>
                        </a:cubicBezTo>
                        <a:cubicBezTo>
                          <a:pt x="188" y="128"/>
                          <a:pt x="191" y="125"/>
                          <a:pt x="191" y="122"/>
                        </a:cubicBezTo>
                        <a:cubicBezTo>
                          <a:pt x="191" y="119"/>
                          <a:pt x="188" y="116"/>
                          <a:pt x="185" y="116"/>
                        </a:cubicBezTo>
                        <a:cubicBezTo>
                          <a:pt x="136" y="116"/>
                          <a:pt x="136" y="116"/>
                          <a:pt x="136" y="116"/>
                        </a:cubicBezTo>
                        <a:cubicBezTo>
                          <a:pt x="137" y="106"/>
                          <a:pt x="141" y="96"/>
                          <a:pt x="146" y="88"/>
                        </a:cubicBezTo>
                        <a:cubicBezTo>
                          <a:pt x="185" y="88"/>
                          <a:pt x="185" y="88"/>
                          <a:pt x="185" y="88"/>
                        </a:cubicBezTo>
                        <a:cubicBezTo>
                          <a:pt x="188" y="88"/>
                          <a:pt x="191" y="85"/>
                          <a:pt x="191" y="82"/>
                        </a:cubicBezTo>
                        <a:cubicBezTo>
                          <a:pt x="191" y="79"/>
                          <a:pt x="188" y="76"/>
                          <a:pt x="185" y="76"/>
                        </a:cubicBezTo>
                        <a:cubicBezTo>
                          <a:pt x="157" y="76"/>
                          <a:pt x="157" y="76"/>
                          <a:pt x="157" y="76"/>
                        </a:cubicBezTo>
                        <a:cubicBezTo>
                          <a:pt x="168" y="66"/>
                          <a:pt x="183" y="60"/>
                          <a:pt x="199" y="60"/>
                        </a:cubicBezTo>
                        <a:cubicBezTo>
                          <a:pt x="213" y="60"/>
                          <a:pt x="225" y="64"/>
                          <a:pt x="236" y="71"/>
                        </a:cubicBezTo>
                        <a:cubicBezTo>
                          <a:pt x="236" y="177"/>
                          <a:pt x="236" y="177"/>
                          <a:pt x="236" y="177"/>
                        </a:cubicBezTo>
                        <a:cubicBezTo>
                          <a:pt x="225" y="184"/>
                          <a:pt x="213" y="188"/>
                          <a:pt x="199" y="188"/>
                        </a:cubicBezTo>
                        <a:close/>
                        <a:moveTo>
                          <a:pt x="248" y="166"/>
                        </a:moveTo>
                        <a:cubicBezTo>
                          <a:pt x="248" y="82"/>
                          <a:pt x="248" y="82"/>
                          <a:pt x="248" y="82"/>
                        </a:cubicBezTo>
                        <a:cubicBezTo>
                          <a:pt x="258" y="93"/>
                          <a:pt x="264" y="108"/>
                          <a:pt x="264" y="124"/>
                        </a:cubicBezTo>
                        <a:cubicBezTo>
                          <a:pt x="264" y="140"/>
                          <a:pt x="258" y="155"/>
                          <a:pt x="248" y="166"/>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7" name="Freeform 190">
                    <a:extLst>
                      <a:ext uri="{FF2B5EF4-FFF2-40B4-BE49-F238E27FC236}">
                        <a16:creationId xmlns:a16="http://schemas.microsoft.com/office/drawing/2014/main" id="{A5694424-944D-4A85-8F03-BF33C040EFF1}"/>
                      </a:ext>
                    </a:extLst>
                  </p:cNvPr>
                  <p:cNvSpPr>
                    <a:spLocks noEditPoints="1"/>
                  </p:cNvSpPr>
                  <p:nvPr/>
                </p:nvSpPr>
                <p:spPr bwMode="auto">
                  <a:xfrm>
                    <a:off x="4592910" y="3730366"/>
                    <a:ext cx="338154" cy="275533"/>
                  </a:xfrm>
                  <a:custGeom>
                    <a:avLst/>
                    <a:gdLst>
                      <a:gd name="T0" fmla="*/ 2147483646 w 352"/>
                      <a:gd name="T1" fmla="*/ 2147483646 h 288"/>
                      <a:gd name="T2" fmla="*/ 2147483646 w 352"/>
                      <a:gd name="T3" fmla="*/ 2147483646 h 288"/>
                      <a:gd name="T4" fmla="*/ 2147483646 w 352"/>
                      <a:gd name="T5" fmla="*/ 2147483646 h 288"/>
                      <a:gd name="T6" fmla="*/ 2147483646 w 352"/>
                      <a:gd name="T7" fmla="*/ 2147483646 h 288"/>
                      <a:gd name="T8" fmla="*/ 2147483646 w 352"/>
                      <a:gd name="T9" fmla="*/ 2147483646 h 288"/>
                      <a:gd name="T10" fmla="*/ 2147483646 w 352"/>
                      <a:gd name="T11" fmla="*/ 2147483646 h 288"/>
                      <a:gd name="T12" fmla="*/ 2147483646 w 352"/>
                      <a:gd name="T13" fmla="*/ 2147483646 h 288"/>
                      <a:gd name="T14" fmla="*/ 2147483646 w 352"/>
                      <a:gd name="T15" fmla="*/ 0 h 288"/>
                      <a:gd name="T16" fmla="*/ 2147483646 w 352"/>
                      <a:gd name="T17" fmla="*/ 0 h 288"/>
                      <a:gd name="T18" fmla="*/ 2147483646 w 352"/>
                      <a:gd name="T19" fmla="*/ 2147483646 h 288"/>
                      <a:gd name="T20" fmla="*/ 2147483646 w 352"/>
                      <a:gd name="T21" fmla="*/ 2147483646 h 288"/>
                      <a:gd name="T22" fmla="*/ 2147483646 w 352"/>
                      <a:gd name="T23" fmla="*/ 2147483646 h 288"/>
                      <a:gd name="T24" fmla="*/ 2147483646 w 352"/>
                      <a:gd name="T25" fmla="*/ 2147483646 h 288"/>
                      <a:gd name="T26" fmla="*/ 2147483646 w 352"/>
                      <a:gd name="T27" fmla="*/ 2147483646 h 288"/>
                      <a:gd name="T28" fmla="*/ 2147483646 w 352"/>
                      <a:gd name="T29" fmla="*/ 2147483646 h 288"/>
                      <a:gd name="T30" fmla="*/ 2147483646 w 352"/>
                      <a:gd name="T31" fmla="*/ 2147483646 h 288"/>
                      <a:gd name="T32" fmla="*/ 2147483646 w 352"/>
                      <a:gd name="T33" fmla="*/ 2147483646 h 288"/>
                      <a:gd name="T34" fmla="*/ 2147483646 w 352"/>
                      <a:gd name="T35" fmla="*/ 2147483646 h 288"/>
                      <a:gd name="T36" fmla="*/ 2147483646 w 352"/>
                      <a:gd name="T37" fmla="*/ 2147483646 h 288"/>
                      <a:gd name="T38" fmla="*/ 2147483646 w 352"/>
                      <a:gd name="T39" fmla="*/ 2147483646 h 288"/>
                      <a:gd name="T40" fmla="*/ 2147483646 w 352"/>
                      <a:gd name="T41" fmla="*/ 2147483646 h 288"/>
                      <a:gd name="T42" fmla="*/ 2147483646 w 352"/>
                      <a:gd name="T43" fmla="*/ 2147483646 h 288"/>
                      <a:gd name="T44" fmla="*/ 2147483646 w 352"/>
                      <a:gd name="T45" fmla="*/ 2147483646 h 288"/>
                      <a:gd name="T46" fmla="*/ 2147483646 w 352"/>
                      <a:gd name="T47" fmla="*/ 2147483646 h 288"/>
                      <a:gd name="T48" fmla="*/ 2147483646 w 352"/>
                      <a:gd name="T49" fmla="*/ 2147483646 h 288"/>
                      <a:gd name="T50" fmla="*/ 2147483646 w 352"/>
                      <a:gd name="T51" fmla="*/ 2147483646 h 288"/>
                      <a:gd name="T52" fmla="*/ 2147483646 w 352"/>
                      <a:gd name="T53" fmla="*/ 2147483646 h 288"/>
                      <a:gd name="T54" fmla="*/ 2147483646 w 352"/>
                      <a:gd name="T55" fmla="*/ 2147483646 h 288"/>
                      <a:gd name="T56" fmla="*/ 2147483646 w 352"/>
                      <a:gd name="T57" fmla="*/ 2147483646 h 288"/>
                      <a:gd name="T58" fmla="*/ 2147483646 w 352"/>
                      <a:gd name="T59" fmla="*/ 2147483646 h 288"/>
                      <a:gd name="T60" fmla="*/ 0 w 352"/>
                      <a:gd name="T61" fmla="*/ 2147483646 h 288"/>
                      <a:gd name="T62" fmla="*/ 2147483646 w 352"/>
                      <a:gd name="T63" fmla="*/ 2147483646 h 288"/>
                      <a:gd name="T64" fmla="*/ 2147483646 w 352"/>
                      <a:gd name="T65" fmla="*/ 2147483646 h 288"/>
                      <a:gd name="T66" fmla="*/ 2147483646 w 352"/>
                      <a:gd name="T67" fmla="*/ 2147483646 h 288"/>
                      <a:gd name="T68" fmla="*/ 2147483646 w 352"/>
                      <a:gd name="T69" fmla="*/ 2147483646 h 288"/>
                      <a:gd name="T70" fmla="*/ 2147483646 w 352"/>
                      <a:gd name="T71" fmla="*/ 2147483646 h 288"/>
                      <a:gd name="T72" fmla="*/ 2147483646 w 352"/>
                      <a:gd name="T73" fmla="*/ 2147483646 h 288"/>
                      <a:gd name="T74" fmla="*/ 2147483646 w 352"/>
                      <a:gd name="T75" fmla="*/ 2147483646 h 288"/>
                      <a:gd name="T76" fmla="*/ 2147483646 w 352"/>
                      <a:gd name="T77" fmla="*/ 2147483646 h 288"/>
                      <a:gd name="T78" fmla="*/ 2147483646 w 352"/>
                      <a:gd name="T79" fmla="*/ 2147483646 h 288"/>
                      <a:gd name="T80" fmla="*/ 2147483646 w 352"/>
                      <a:gd name="T81" fmla="*/ 2147483646 h 288"/>
                      <a:gd name="T82" fmla="*/ 2147483646 w 352"/>
                      <a:gd name="T83" fmla="*/ 2147483646 h 288"/>
                      <a:gd name="T84" fmla="*/ 2147483646 w 352"/>
                      <a:gd name="T85" fmla="*/ 2147483646 h 288"/>
                      <a:gd name="T86" fmla="*/ 2147483646 w 352"/>
                      <a:gd name="T87" fmla="*/ 2147483646 h 288"/>
                      <a:gd name="T88" fmla="*/ 2147483646 w 352"/>
                      <a:gd name="T89" fmla="*/ 2147483646 h 288"/>
                      <a:gd name="T90" fmla="*/ 2147483646 w 352"/>
                      <a:gd name="T91" fmla="*/ 2147483646 h 288"/>
                      <a:gd name="T92" fmla="*/ 2147483646 w 352"/>
                      <a:gd name="T93" fmla="*/ 2147483646 h 288"/>
                      <a:gd name="T94" fmla="*/ 2147483646 w 352"/>
                      <a:gd name="T95" fmla="*/ 2147483646 h 288"/>
                      <a:gd name="T96" fmla="*/ 2147483646 w 352"/>
                      <a:gd name="T97" fmla="*/ 2147483646 h 288"/>
                      <a:gd name="T98" fmla="*/ 2147483646 w 352"/>
                      <a:gd name="T99" fmla="*/ 2147483646 h 288"/>
                      <a:gd name="T100" fmla="*/ 2147483646 w 352"/>
                      <a:gd name="T101" fmla="*/ 2147483646 h 288"/>
                      <a:gd name="T102" fmla="*/ 2147483646 w 352"/>
                      <a:gd name="T103" fmla="*/ 2147483646 h 288"/>
                      <a:gd name="T104" fmla="*/ 2147483646 w 352"/>
                      <a:gd name="T105" fmla="*/ 2147483646 h 288"/>
                      <a:gd name="T106" fmla="*/ 2147483646 w 352"/>
                      <a:gd name="T107" fmla="*/ 2147483646 h 288"/>
                      <a:gd name="T108" fmla="*/ 2147483646 w 352"/>
                      <a:gd name="T109" fmla="*/ 2147483646 h 288"/>
                      <a:gd name="T110" fmla="*/ 2147483646 w 352"/>
                      <a:gd name="T111" fmla="*/ 2147483646 h 288"/>
                      <a:gd name="T112" fmla="*/ 2147483646 w 352"/>
                      <a:gd name="T113" fmla="*/ 2147483646 h 288"/>
                      <a:gd name="T114" fmla="*/ 2147483646 w 352"/>
                      <a:gd name="T115" fmla="*/ 2147483646 h 288"/>
                      <a:gd name="T116" fmla="*/ 2147483646 w 352"/>
                      <a:gd name="T117" fmla="*/ 2147483646 h 288"/>
                      <a:gd name="T118" fmla="*/ 2147483646 w 352"/>
                      <a:gd name="T119" fmla="*/ 2147483646 h 288"/>
                      <a:gd name="T120" fmla="*/ 2147483646 w 352"/>
                      <a:gd name="T121" fmla="*/ 2147483646 h 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52" h="288">
                        <a:moveTo>
                          <a:pt x="6" y="288"/>
                        </a:moveTo>
                        <a:cubicBezTo>
                          <a:pt x="346" y="288"/>
                          <a:pt x="346" y="288"/>
                          <a:pt x="346" y="288"/>
                        </a:cubicBezTo>
                        <a:cubicBezTo>
                          <a:pt x="349" y="288"/>
                          <a:pt x="352" y="285"/>
                          <a:pt x="352" y="282"/>
                        </a:cubicBezTo>
                        <a:cubicBezTo>
                          <a:pt x="352" y="279"/>
                          <a:pt x="349" y="276"/>
                          <a:pt x="346" y="276"/>
                        </a:cubicBezTo>
                        <a:cubicBezTo>
                          <a:pt x="320" y="276"/>
                          <a:pt x="320" y="276"/>
                          <a:pt x="320" y="276"/>
                        </a:cubicBezTo>
                        <a:cubicBezTo>
                          <a:pt x="320" y="275"/>
                          <a:pt x="320" y="273"/>
                          <a:pt x="320" y="272"/>
                        </a:cubicBezTo>
                        <a:cubicBezTo>
                          <a:pt x="311" y="16"/>
                          <a:pt x="311" y="16"/>
                          <a:pt x="311" y="16"/>
                        </a:cubicBezTo>
                        <a:cubicBezTo>
                          <a:pt x="311" y="7"/>
                          <a:pt x="304" y="0"/>
                          <a:pt x="295" y="0"/>
                        </a:cubicBezTo>
                        <a:cubicBezTo>
                          <a:pt x="269" y="0"/>
                          <a:pt x="269" y="0"/>
                          <a:pt x="269" y="0"/>
                        </a:cubicBezTo>
                        <a:cubicBezTo>
                          <a:pt x="260" y="0"/>
                          <a:pt x="253" y="7"/>
                          <a:pt x="252" y="16"/>
                        </a:cubicBezTo>
                        <a:cubicBezTo>
                          <a:pt x="248" y="140"/>
                          <a:pt x="248" y="140"/>
                          <a:pt x="248" y="140"/>
                        </a:cubicBezTo>
                        <a:cubicBezTo>
                          <a:pt x="248" y="140"/>
                          <a:pt x="207" y="140"/>
                          <a:pt x="206" y="140"/>
                        </a:cubicBezTo>
                        <a:cubicBezTo>
                          <a:pt x="205" y="140"/>
                          <a:pt x="204" y="139"/>
                          <a:pt x="204" y="138"/>
                        </a:cubicBezTo>
                        <a:cubicBezTo>
                          <a:pt x="204" y="137"/>
                          <a:pt x="204" y="129"/>
                          <a:pt x="204" y="120"/>
                        </a:cubicBezTo>
                        <a:cubicBezTo>
                          <a:pt x="204" y="104"/>
                          <a:pt x="204" y="104"/>
                          <a:pt x="204" y="104"/>
                        </a:cubicBezTo>
                        <a:cubicBezTo>
                          <a:pt x="204" y="98"/>
                          <a:pt x="201" y="94"/>
                          <a:pt x="197" y="94"/>
                        </a:cubicBezTo>
                        <a:cubicBezTo>
                          <a:pt x="195" y="94"/>
                          <a:pt x="193" y="95"/>
                          <a:pt x="190" y="96"/>
                        </a:cubicBezTo>
                        <a:cubicBezTo>
                          <a:pt x="138" y="129"/>
                          <a:pt x="138" y="129"/>
                          <a:pt x="138" y="129"/>
                        </a:cubicBezTo>
                        <a:cubicBezTo>
                          <a:pt x="130" y="134"/>
                          <a:pt x="123" y="138"/>
                          <a:pt x="122" y="139"/>
                        </a:cubicBezTo>
                        <a:cubicBezTo>
                          <a:pt x="122" y="139"/>
                          <a:pt x="121" y="139"/>
                          <a:pt x="121" y="139"/>
                        </a:cubicBezTo>
                        <a:cubicBezTo>
                          <a:pt x="120" y="139"/>
                          <a:pt x="120" y="139"/>
                          <a:pt x="120" y="138"/>
                        </a:cubicBezTo>
                        <a:cubicBezTo>
                          <a:pt x="120" y="137"/>
                          <a:pt x="120" y="129"/>
                          <a:pt x="120" y="120"/>
                        </a:cubicBezTo>
                        <a:cubicBezTo>
                          <a:pt x="120" y="104"/>
                          <a:pt x="120" y="104"/>
                          <a:pt x="120" y="104"/>
                        </a:cubicBezTo>
                        <a:cubicBezTo>
                          <a:pt x="120" y="98"/>
                          <a:pt x="117" y="94"/>
                          <a:pt x="112" y="94"/>
                        </a:cubicBezTo>
                        <a:cubicBezTo>
                          <a:pt x="111" y="94"/>
                          <a:pt x="108" y="95"/>
                          <a:pt x="106" y="96"/>
                        </a:cubicBezTo>
                        <a:cubicBezTo>
                          <a:pt x="46" y="132"/>
                          <a:pt x="46" y="132"/>
                          <a:pt x="46" y="132"/>
                        </a:cubicBezTo>
                        <a:cubicBezTo>
                          <a:pt x="38" y="136"/>
                          <a:pt x="32" y="147"/>
                          <a:pt x="32" y="156"/>
                        </a:cubicBezTo>
                        <a:cubicBezTo>
                          <a:pt x="32" y="272"/>
                          <a:pt x="32" y="272"/>
                          <a:pt x="32" y="272"/>
                        </a:cubicBezTo>
                        <a:cubicBezTo>
                          <a:pt x="32" y="273"/>
                          <a:pt x="32" y="275"/>
                          <a:pt x="33" y="276"/>
                        </a:cubicBezTo>
                        <a:cubicBezTo>
                          <a:pt x="6" y="276"/>
                          <a:pt x="6" y="276"/>
                          <a:pt x="6" y="276"/>
                        </a:cubicBezTo>
                        <a:cubicBezTo>
                          <a:pt x="3" y="276"/>
                          <a:pt x="0" y="279"/>
                          <a:pt x="0" y="282"/>
                        </a:cubicBezTo>
                        <a:cubicBezTo>
                          <a:pt x="0" y="285"/>
                          <a:pt x="3" y="288"/>
                          <a:pt x="6" y="288"/>
                        </a:cubicBezTo>
                        <a:close/>
                        <a:moveTo>
                          <a:pt x="264" y="16"/>
                        </a:moveTo>
                        <a:cubicBezTo>
                          <a:pt x="264" y="14"/>
                          <a:pt x="267" y="12"/>
                          <a:pt x="269" y="12"/>
                        </a:cubicBezTo>
                        <a:cubicBezTo>
                          <a:pt x="295" y="12"/>
                          <a:pt x="295" y="12"/>
                          <a:pt x="295" y="12"/>
                        </a:cubicBezTo>
                        <a:cubicBezTo>
                          <a:pt x="297" y="12"/>
                          <a:pt x="299" y="14"/>
                          <a:pt x="300" y="16"/>
                        </a:cubicBezTo>
                        <a:cubicBezTo>
                          <a:pt x="308" y="272"/>
                          <a:pt x="308" y="272"/>
                          <a:pt x="308" y="272"/>
                        </a:cubicBezTo>
                        <a:cubicBezTo>
                          <a:pt x="308" y="274"/>
                          <a:pt x="308" y="274"/>
                          <a:pt x="307" y="275"/>
                        </a:cubicBezTo>
                        <a:cubicBezTo>
                          <a:pt x="307" y="275"/>
                          <a:pt x="306" y="276"/>
                          <a:pt x="304" y="276"/>
                        </a:cubicBezTo>
                        <a:cubicBezTo>
                          <a:pt x="259" y="276"/>
                          <a:pt x="259" y="276"/>
                          <a:pt x="259" y="276"/>
                        </a:cubicBezTo>
                        <a:cubicBezTo>
                          <a:pt x="258" y="276"/>
                          <a:pt x="257" y="275"/>
                          <a:pt x="257" y="275"/>
                        </a:cubicBezTo>
                        <a:cubicBezTo>
                          <a:pt x="256" y="274"/>
                          <a:pt x="256" y="274"/>
                          <a:pt x="256" y="272"/>
                        </a:cubicBezTo>
                        <a:lnTo>
                          <a:pt x="264" y="16"/>
                        </a:lnTo>
                        <a:close/>
                        <a:moveTo>
                          <a:pt x="44" y="156"/>
                        </a:moveTo>
                        <a:cubicBezTo>
                          <a:pt x="44" y="151"/>
                          <a:pt x="48" y="145"/>
                          <a:pt x="52" y="142"/>
                        </a:cubicBezTo>
                        <a:cubicBezTo>
                          <a:pt x="108" y="109"/>
                          <a:pt x="108" y="109"/>
                          <a:pt x="108" y="109"/>
                        </a:cubicBezTo>
                        <a:cubicBezTo>
                          <a:pt x="108" y="120"/>
                          <a:pt x="108" y="120"/>
                          <a:pt x="108" y="120"/>
                        </a:cubicBezTo>
                        <a:cubicBezTo>
                          <a:pt x="108" y="138"/>
                          <a:pt x="108" y="138"/>
                          <a:pt x="108" y="138"/>
                        </a:cubicBezTo>
                        <a:cubicBezTo>
                          <a:pt x="108" y="145"/>
                          <a:pt x="114" y="151"/>
                          <a:pt x="121" y="151"/>
                        </a:cubicBezTo>
                        <a:cubicBezTo>
                          <a:pt x="124" y="151"/>
                          <a:pt x="126" y="150"/>
                          <a:pt x="128" y="149"/>
                        </a:cubicBezTo>
                        <a:cubicBezTo>
                          <a:pt x="129" y="148"/>
                          <a:pt x="136" y="144"/>
                          <a:pt x="144" y="139"/>
                        </a:cubicBezTo>
                        <a:cubicBezTo>
                          <a:pt x="192" y="110"/>
                          <a:pt x="192" y="110"/>
                          <a:pt x="192" y="110"/>
                        </a:cubicBezTo>
                        <a:cubicBezTo>
                          <a:pt x="192" y="120"/>
                          <a:pt x="192" y="120"/>
                          <a:pt x="192" y="120"/>
                        </a:cubicBezTo>
                        <a:cubicBezTo>
                          <a:pt x="192" y="138"/>
                          <a:pt x="192" y="138"/>
                          <a:pt x="192" y="138"/>
                        </a:cubicBezTo>
                        <a:cubicBezTo>
                          <a:pt x="192" y="146"/>
                          <a:pt x="198" y="152"/>
                          <a:pt x="206" y="152"/>
                        </a:cubicBezTo>
                        <a:cubicBezTo>
                          <a:pt x="248" y="152"/>
                          <a:pt x="248" y="152"/>
                          <a:pt x="248" y="152"/>
                        </a:cubicBezTo>
                        <a:cubicBezTo>
                          <a:pt x="244" y="272"/>
                          <a:pt x="244" y="272"/>
                          <a:pt x="244" y="272"/>
                        </a:cubicBezTo>
                        <a:cubicBezTo>
                          <a:pt x="244" y="273"/>
                          <a:pt x="244" y="275"/>
                          <a:pt x="244" y="276"/>
                        </a:cubicBezTo>
                        <a:cubicBezTo>
                          <a:pt x="48" y="276"/>
                          <a:pt x="48" y="276"/>
                          <a:pt x="48" y="276"/>
                        </a:cubicBezTo>
                        <a:cubicBezTo>
                          <a:pt x="46" y="276"/>
                          <a:pt x="44" y="274"/>
                          <a:pt x="44" y="272"/>
                        </a:cubicBezTo>
                        <a:lnTo>
                          <a:pt x="44" y="156"/>
                        </a:ln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8" name="Freeform 191">
                    <a:extLst>
                      <a:ext uri="{FF2B5EF4-FFF2-40B4-BE49-F238E27FC236}">
                        <a16:creationId xmlns:a16="http://schemas.microsoft.com/office/drawing/2014/main" id="{7988FF03-859D-4F76-A27D-717271ADA02C}"/>
                      </a:ext>
                    </a:extLst>
                  </p:cNvPr>
                  <p:cNvSpPr>
                    <a:spLocks/>
                  </p:cNvSpPr>
                  <p:nvPr/>
                </p:nvSpPr>
                <p:spPr bwMode="auto">
                  <a:xfrm>
                    <a:off x="4666129" y="3951949"/>
                    <a:ext cx="30829" cy="11561"/>
                  </a:xfrm>
                  <a:custGeom>
                    <a:avLst/>
                    <a:gdLst>
                      <a:gd name="T0" fmla="*/ 2147483646 w 32"/>
                      <a:gd name="T1" fmla="*/ 2147483646 h 12"/>
                      <a:gd name="T2" fmla="*/ 2147483646 w 32"/>
                      <a:gd name="T3" fmla="*/ 2147483646 h 12"/>
                      <a:gd name="T4" fmla="*/ 2147483646 w 32"/>
                      <a:gd name="T5" fmla="*/ 2147483646 h 12"/>
                      <a:gd name="T6" fmla="*/ 2147483646 w 32"/>
                      <a:gd name="T7" fmla="*/ 0 h 12"/>
                      <a:gd name="T8" fmla="*/ 2147483646 w 32"/>
                      <a:gd name="T9" fmla="*/ 0 h 12"/>
                      <a:gd name="T10" fmla="*/ 0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6" y="12"/>
                        </a:moveTo>
                        <a:cubicBezTo>
                          <a:pt x="26" y="12"/>
                          <a:pt x="26" y="12"/>
                          <a:pt x="26" y="12"/>
                        </a:cubicBezTo>
                        <a:cubicBezTo>
                          <a:pt x="29" y="12"/>
                          <a:pt x="32" y="9"/>
                          <a:pt x="32" y="6"/>
                        </a:cubicBezTo>
                        <a:cubicBezTo>
                          <a:pt x="32" y="3"/>
                          <a:pt x="29" y="0"/>
                          <a:pt x="26" y="0"/>
                        </a:cubicBezTo>
                        <a:cubicBezTo>
                          <a:pt x="6" y="0"/>
                          <a:pt x="6" y="0"/>
                          <a:pt x="6" y="0"/>
                        </a:cubicBezTo>
                        <a:cubicBezTo>
                          <a:pt x="3" y="0"/>
                          <a:pt x="0" y="3"/>
                          <a:pt x="0" y="6"/>
                        </a:cubicBezTo>
                        <a:cubicBezTo>
                          <a:pt x="0" y="9"/>
                          <a:pt x="3" y="12"/>
                          <a:pt x="6" y="1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69" name="Freeform 192">
                    <a:extLst>
                      <a:ext uri="{FF2B5EF4-FFF2-40B4-BE49-F238E27FC236}">
                        <a16:creationId xmlns:a16="http://schemas.microsoft.com/office/drawing/2014/main" id="{D005AF46-6D6A-4C49-A3FD-7F2239A3881A}"/>
                      </a:ext>
                    </a:extLst>
                  </p:cNvPr>
                  <p:cNvSpPr>
                    <a:spLocks/>
                  </p:cNvSpPr>
                  <p:nvPr/>
                </p:nvSpPr>
                <p:spPr bwMode="auto">
                  <a:xfrm>
                    <a:off x="4666129" y="3914376"/>
                    <a:ext cx="30829" cy="11561"/>
                  </a:xfrm>
                  <a:custGeom>
                    <a:avLst/>
                    <a:gdLst>
                      <a:gd name="T0" fmla="*/ 2147483646 w 32"/>
                      <a:gd name="T1" fmla="*/ 2147483646 h 12"/>
                      <a:gd name="T2" fmla="*/ 2147483646 w 32"/>
                      <a:gd name="T3" fmla="*/ 2147483646 h 12"/>
                      <a:gd name="T4" fmla="*/ 2147483646 w 32"/>
                      <a:gd name="T5" fmla="*/ 2147483646 h 12"/>
                      <a:gd name="T6" fmla="*/ 2147483646 w 32"/>
                      <a:gd name="T7" fmla="*/ 0 h 12"/>
                      <a:gd name="T8" fmla="*/ 2147483646 w 32"/>
                      <a:gd name="T9" fmla="*/ 0 h 12"/>
                      <a:gd name="T10" fmla="*/ 0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6" y="12"/>
                        </a:moveTo>
                        <a:cubicBezTo>
                          <a:pt x="26" y="12"/>
                          <a:pt x="26" y="12"/>
                          <a:pt x="26" y="12"/>
                        </a:cubicBezTo>
                        <a:cubicBezTo>
                          <a:pt x="29" y="12"/>
                          <a:pt x="32" y="9"/>
                          <a:pt x="32" y="6"/>
                        </a:cubicBezTo>
                        <a:cubicBezTo>
                          <a:pt x="32" y="3"/>
                          <a:pt x="29" y="0"/>
                          <a:pt x="26" y="0"/>
                        </a:cubicBezTo>
                        <a:cubicBezTo>
                          <a:pt x="6" y="0"/>
                          <a:pt x="6" y="0"/>
                          <a:pt x="6" y="0"/>
                        </a:cubicBezTo>
                        <a:cubicBezTo>
                          <a:pt x="3" y="0"/>
                          <a:pt x="0" y="3"/>
                          <a:pt x="0" y="6"/>
                        </a:cubicBezTo>
                        <a:cubicBezTo>
                          <a:pt x="0" y="9"/>
                          <a:pt x="3" y="12"/>
                          <a:pt x="6" y="1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0" name="Freeform 193">
                    <a:extLst>
                      <a:ext uri="{FF2B5EF4-FFF2-40B4-BE49-F238E27FC236}">
                        <a16:creationId xmlns:a16="http://schemas.microsoft.com/office/drawing/2014/main" id="{28209843-F6FE-48CA-8210-BBDA77FA5F92}"/>
                      </a:ext>
                    </a:extLst>
                  </p:cNvPr>
                  <p:cNvSpPr>
                    <a:spLocks/>
                  </p:cNvSpPr>
                  <p:nvPr/>
                </p:nvSpPr>
                <p:spPr bwMode="auto">
                  <a:xfrm>
                    <a:off x="4720079" y="3951949"/>
                    <a:ext cx="30829" cy="11561"/>
                  </a:xfrm>
                  <a:custGeom>
                    <a:avLst/>
                    <a:gdLst>
                      <a:gd name="T0" fmla="*/ 2147483646 w 32"/>
                      <a:gd name="T1" fmla="*/ 2147483646 h 12"/>
                      <a:gd name="T2" fmla="*/ 2147483646 w 32"/>
                      <a:gd name="T3" fmla="*/ 2147483646 h 12"/>
                      <a:gd name="T4" fmla="*/ 2147483646 w 32"/>
                      <a:gd name="T5" fmla="*/ 2147483646 h 12"/>
                      <a:gd name="T6" fmla="*/ 2147483646 w 32"/>
                      <a:gd name="T7" fmla="*/ 0 h 12"/>
                      <a:gd name="T8" fmla="*/ 2147483646 w 32"/>
                      <a:gd name="T9" fmla="*/ 0 h 12"/>
                      <a:gd name="T10" fmla="*/ 0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6" y="12"/>
                        </a:moveTo>
                        <a:cubicBezTo>
                          <a:pt x="26" y="12"/>
                          <a:pt x="26" y="12"/>
                          <a:pt x="26" y="12"/>
                        </a:cubicBezTo>
                        <a:cubicBezTo>
                          <a:pt x="29" y="12"/>
                          <a:pt x="32" y="9"/>
                          <a:pt x="32" y="6"/>
                        </a:cubicBezTo>
                        <a:cubicBezTo>
                          <a:pt x="32" y="3"/>
                          <a:pt x="29" y="0"/>
                          <a:pt x="26" y="0"/>
                        </a:cubicBezTo>
                        <a:cubicBezTo>
                          <a:pt x="6" y="0"/>
                          <a:pt x="6" y="0"/>
                          <a:pt x="6" y="0"/>
                        </a:cubicBezTo>
                        <a:cubicBezTo>
                          <a:pt x="3" y="0"/>
                          <a:pt x="0" y="3"/>
                          <a:pt x="0" y="6"/>
                        </a:cubicBezTo>
                        <a:cubicBezTo>
                          <a:pt x="0" y="9"/>
                          <a:pt x="3" y="12"/>
                          <a:pt x="6" y="1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1" name="Freeform 194">
                    <a:extLst>
                      <a:ext uri="{FF2B5EF4-FFF2-40B4-BE49-F238E27FC236}">
                        <a16:creationId xmlns:a16="http://schemas.microsoft.com/office/drawing/2014/main" id="{7661EB72-8E31-467C-A716-F3CCB7CF8F55}"/>
                      </a:ext>
                    </a:extLst>
                  </p:cNvPr>
                  <p:cNvSpPr>
                    <a:spLocks/>
                  </p:cNvSpPr>
                  <p:nvPr/>
                </p:nvSpPr>
                <p:spPr bwMode="auto">
                  <a:xfrm>
                    <a:off x="4720079" y="3914376"/>
                    <a:ext cx="30829" cy="11561"/>
                  </a:xfrm>
                  <a:custGeom>
                    <a:avLst/>
                    <a:gdLst>
                      <a:gd name="T0" fmla="*/ 2147483646 w 32"/>
                      <a:gd name="T1" fmla="*/ 2147483646 h 12"/>
                      <a:gd name="T2" fmla="*/ 2147483646 w 32"/>
                      <a:gd name="T3" fmla="*/ 2147483646 h 12"/>
                      <a:gd name="T4" fmla="*/ 2147483646 w 32"/>
                      <a:gd name="T5" fmla="*/ 2147483646 h 12"/>
                      <a:gd name="T6" fmla="*/ 2147483646 w 32"/>
                      <a:gd name="T7" fmla="*/ 0 h 12"/>
                      <a:gd name="T8" fmla="*/ 2147483646 w 32"/>
                      <a:gd name="T9" fmla="*/ 0 h 12"/>
                      <a:gd name="T10" fmla="*/ 0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6" y="12"/>
                        </a:moveTo>
                        <a:cubicBezTo>
                          <a:pt x="26" y="12"/>
                          <a:pt x="26" y="12"/>
                          <a:pt x="26" y="12"/>
                        </a:cubicBezTo>
                        <a:cubicBezTo>
                          <a:pt x="29" y="12"/>
                          <a:pt x="32" y="9"/>
                          <a:pt x="32" y="6"/>
                        </a:cubicBezTo>
                        <a:cubicBezTo>
                          <a:pt x="32" y="3"/>
                          <a:pt x="29" y="0"/>
                          <a:pt x="26" y="0"/>
                        </a:cubicBezTo>
                        <a:cubicBezTo>
                          <a:pt x="6" y="0"/>
                          <a:pt x="6" y="0"/>
                          <a:pt x="6" y="0"/>
                        </a:cubicBezTo>
                        <a:cubicBezTo>
                          <a:pt x="3" y="0"/>
                          <a:pt x="0" y="3"/>
                          <a:pt x="0" y="6"/>
                        </a:cubicBezTo>
                        <a:cubicBezTo>
                          <a:pt x="0" y="9"/>
                          <a:pt x="3" y="12"/>
                          <a:pt x="6" y="1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2" name="Freeform 195">
                    <a:extLst>
                      <a:ext uri="{FF2B5EF4-FFF2-40B4-BE49-F238E27FC236}">
                        <a16:creationId xmlns:a16="http://schemas.microsoft.com/office/drawing/2014/main" id="{699D5209-C900-43FB-B57F-3A89AD37CFAD}"/>
                      </a:ext>
                    </a:extLst>
                  </p:cNvPr>
                  <p:cNvSpPr>
                    <a:spLocks/>
                  </p:cNvSpPr>
                  <p:nvPr/>
                </p:nvSpPr>
                <p:spPr bwMode="auto">
                  <a:xfrm>
                    <a:off x="4773066" y="3951949"/>
                    <a:ext cx="30829" cy="11561"/>
                  </a:xfrm>
                  <a:custGeom>
                    <a:avLst/>
                    <a:gdLst>
                      <a:gd name="T0" fmla="*/ 2147483646 w 32"/>
                      <a:gd name="T1" fmla="*/ 2147483646 h 12"/>
                      <a:gd name="T2" fmla="*/ 2147483646 w 32"/>
                      <a:gd name="T3" fmla="*/ 2147483646 h 12"/>
                      <a:gd name="T4" fmla="*/ 2147483646 w 32"/>
                      <a:gd name="T5" fmla="*/ 2147483646 h 12"/>
                      <a:gd name="T6" fmla="*/ 2147483646 w 32"/>
                      <a:gd name="T7" fmla="*/ 0 h 12"/>
                      <a:gd name="T8" fmla="*/ 2147483646 w 32"/>
                      <a:gd name="T9" fmla="*/ 0 h 12"/>
                      <a:gd name="T10" fmla="*/ 0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6" y="12"/>
                        </a:moveTo>
                        <a:cubicBezTo>
                          <a:pt x="26" y="12"/>
                          <a:pt x="26" y="12"/>
                          <a:pt x="26" y="12"/>
                        </a:cubicBezTo>
                        <a:cubicBezTo>
                          <a:pt x="29" y="12"/>
                          <a:pt x="32" y="9"/>
                          <a:pt x="32" y="6"/>
                        </a:cubicBezTo>
                        <a:cubicBezTo>
                          <a:pt x="32" y="3"/>
                          <a:pt x="29" y="0"/>
                          <a:pt x="26" y="0"/>
                        </a:cubicBezTo>
                        <a:cubicBezTo>
                          <a:pt x="6" y="0"/>
                          <a:pt x="6" y="0"/>
                          <a:pt x="6" y="0"/>
                        </a:cubicBezTo>
                        <a:cubicBezTo>
                          <a:pt x="3" y="0"/>
                          <a:pt x="0" y="3"/>
                          <a:pt x="0" y="6"/>
                        </a:cubicBezTo>
                        <a:cubicBezTo>
                          <a:pt x="0" y="9"/>
                          <a:pt x="3" y="12"/>
                          <a:pt x="6" y="1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3" name="Freeform 196">
                    <a:extLst>
                      <a:ext uri="{FF2B5EF4-FFF2-40B4-BE49-F238E27FC236}">
                        <a16:creationId xmlns:a16="http://schemas.microsoft.com/office/drawing/2014/main" id="{B0FF2B24-7411-4619-B7FB-A774CA08436A}"/>
                      </a:ext>
                    </a:extLst>
                  </p:cNvPr>
                  <p:cNvSpPr>
                    <a:spLocks/>
                  </p:cNvSpPr>
                  <p:nvPr/>
                </p:nvSpPr>
                <p:spPr bwMode="auto">
                  <a:xfrm>
                    <a:off x="4773066" y="3914376"/>
                    <a:ext cx="30829" cy="11561"/>
                  </a:xfrm>
                  <a:custGeom>
                    <a:avLst/>
                    <a:gdLst>
                      <a:gd name="T0" fmla="*/ 2147483646 w 32"/>
                      <a:gd name="T1" fmla="*/ 2147483646 h 12"/>
                      <a:gd name="T2" fmla="*/ 2147483646 w 32"/>
                      <a:gd name="T3" fmla="*/ 2147483646 h 12"/>
                      <a:gd name="T4" fmla="*/ 2147483646 w 32"/>
                      <a:gd name="T5" fmla="*/ 2147483646 h 12"/>
                      <a:gd name="T6" fmla="*/ 2147483646 w 32"/>
                      <a:gd name="T7" fmla="*/ 0 h 12"/>
                      <a:gd name="T8" fmla="*/ 2147483646 w 32"/>
                      <a:gd name="T9" fmla="*/ 0 h 12"/>
                      <a:gd name="T10" fmla="*/ 0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6" y="12"/>
                        </a:moveTo>
                        <a:cubicBezTo>
                          <a:pt x="26" y="12"/>
                          <a:pt x="26" y="12"/>
                          <a:pt x="26" y="12"/>
                        </a:cubicBezTo>
                        <a:cubicBezTo>
                          <a:pt x="29" y="12"/>
                          <a:pt x="32" y="9"/>
                          <a:pt x="32" y="6"/>
                        </a:cubicBezTo>
                        <a:cubicBezTo>
                          <a:pt x="32" y="3"/>
                          <a:pt x="29" y="0"/>
                          <a:pt x="26" y="0"/>
                        </a:cubicBezTo>
                        <a:cubicBezTo>
                          <a:pt x="6" y="0"/>
                          <a:pt x="6" y="0"/>
                          <a:pt x="6" y="0"/>
                        </a:cubicBezTo>
                        <a:cubicBezTo>
                          <a:pt x="3" y="0"/>
                          <a:pt x="0" y="3"/>
                          <a:pt x="0" y="6"/>
                        </a:cubicBezTo>
                        <a:cubicBezTo>
                          <a:pt x="0" y="9"/>
                          <a:pt x="3" y="12"/>
                          <a:pt x="6" y="1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4" name="Freeform 197">
                    <a:extLst>
                      <a:ext uri="{FF2B5EF4-FFF2-40B4-BE49-F238E27FC236}">
                        <a16:creationId xmlns:a16="http://schemas.microsoft.com/office/drawing/2014/main" id="{0C88A559-0111-45FB-BFF6-F639E6E536A5}"/>
                      </a:ext>
                    </a:extLst>
                  </p:cNvPr>
                  <p:cNvSpPr>
                    <a:spLocks noEditPoints="1"/>
                  </p:cNvSpPr>
                  <p:nvPr/>
                </p:nvSpPr>
                <p:spPr bwMode="auto">
                  <a:xfrm>
                    <a:off x="4619885" y="5076239"/>
                    <a:ext cx="280350" cy="325630"/>
                  </a:xfrm>
                  <a:custGeom>
                    <a:avLst/>
                    <a:gdLst>
                      <a:gd name="T0" fmla="*/ 2147483646 w 292"/>
                      <a:gd name="T1" fmla="*/ 2147483646 h 340"/>
                      <a:gd name="T2" fmla="*/ 2147483646 w 292"/>
                      <a:gd name="T3" fmla="*/ 2147483646 h 340"/>
                      <a:gd name="T4" fmla="*/ 2147483646 w 292"/>
                      <a:gd name="T5" fmla="*/ 2147483646 h 340"/>
                      <a:gd name="T6" fmla="*/ 2147483646 w 292"/>
                      <a:gd name="T7" fmla="*/ 2147483646 h 340"/>
                      <a:gd name="T8" fmla="*/ 2147483646 w 292"/>
                      <a:gd name="T9" fmla="*/ 2147483646 h 340"/>
                      <a:gd name="T10" fmla="*/ 2147483646 w 292"/>
                      <a:gd name="T11" fmla="*/ 2147483646 h 340"/>
                      <a:gd name="T12" fmla="*/ 2147483646 w 292"/>
                      <a:gd name="T13" fmla="*/ 2147483646 h 340"/>
                      <a:gd name="T14" fmla="*/ 2147483646 w 292"/>
                      <a:gd name="T15" fmla="*/ 2147483646 h 340"/>
                      <a:gd name="T16" fmla="*/ 2147483646 w 292"/>
                      <a:gd name="T17" fmla="*/ 2147483646 h 340"/>
                      <a:gd name="T18" fmla="*/ 2147483646 w 292"/>
                      <a:gd name="T19" fmla="*/ 2147483646 h 340"/>
                      <a:gd name="T20" fmla="*/ 2147483646 w 292"/>
                      <a:gd name="T21" fmla="*/ 2147483646 h 340"/>
                      <a:gd name="T22" fmla="*/ 2147483646 w 292"/>
                      <a:gd name="T23" fmla="*/ 2147483646 h 340"/>
                      <a:gd name="T24" fmla="*/ 2147483646 w 292"/>
                      <a:gd name="T25" fmla="*/ 2147483646 h 340"/>
                      <a:gd name="T26" fmla="*/ 2147483646 w 292"/>
                      <a:gd name="T27" fmla="*/ 2147483646 h 340"/>
                      <a:gd name="T28" fmla="*/ 2147483646 w 292"/>
                      <a:gd name="T29" fmla="*/ 0 h 340"/>
                      <a:gd name="T30" fmla="*/ 2147483646 w 292"/>
                      <a:gd name="T31" fmla="*/ 0 h 340"/>
                      <a:gd name="T32" fmla="*/ 2147483646 w 292"/>
                      <a:gd name="T33" fmla="*/ 2147483646 h 340"/>
                      <a:gd name="T34" fmla="*/ 2147483646 w 292"/>
                      <a:gd name="T35" fmla="*/ 2147483646 h 340"/>
                      <a:gd name="T36" fmla="*/ 2147483646 w 292"/>
                      <a:gd name="T37" fmla="*/ 2147483646 h 340"/>
                      <a:gd name="T38" fmla="*/ 2147483646 w 292"/>
                      <a:gd name="T39" fmla="*/ 2147483646 h 340"/>
                      <a:gd name="T40" fmla="*/ 2147483646 w 292"/>
                      <a:gd name="T41" fmla="*/ 2147483646 h 340"/>
                      <a:gd name="T42" fmla="*/ 0 w 292"/>
                      <a:gd name="T43" fmla="*/ 2147483646 h 340"/>
                      <a:gd name="T44" fmla="*/ 2147483646 w 292"/>
                      <a:gd name="T45" fmla="*/ 2147483646 h 340"/>
                      <a:gd name="T46" fmla="*/ 2147483646 w 292"/>
                      <a:gd name="T47" fmla="*/ 2147483646 h 340"/>
                      <a:gd name="T48" fmla="*/ 2147483646 w 292"/>
                      <a:gd name="T49" fmla="*/ 2147483646 h 340"/>
                      <a:gd name="T50" fmla="*/ 2147483646 w 292"/>
                      <a:gd name="T51" fmla="*/ 2147483646 h 340"/>
                      <a:gd name="T52" fmla="*/ 2147483646 w 292"/>
                      <a:gd name="T53" fmla="*/ 2147483646 h 340"/>
                      <a:gd name="T54" fmla="*/ 2147483646 w 292"/>
                      <a:gd name="T55" fmla="*/ 2147483646 h 340"/>
                      <a:gd name="T56" fmla="*/ 2147483646 w 292"/>
                      <a:gd name="T57" fmla="*/ 2147483646 h 340"/>
                      <a:gd name="T58" fmla="*/ 2147483646 w 292"/>
                      <a:gd name="T59" fmla="*/ 2147483646 h 340"/>
                      <a:gd name="T60" fmla="*/ 2147483646 w 292"/>
                      <a:gd name="T61" fmla="*/ 2147483646 h 340"/>
                      <a:gd name="T62" fmla="*/ 2147483646 w 292"/>
                      <a:gd name="T63" fmla="*/ 2147483646 h 340"/>
                      <a:gd name="T64" fmla="*/ 2147483646 w 292"/>
                      <a:gd name="T65" fmla="*/ 2147483646 h 340"/>
                      <a:gd name="T66" fmla="*/ 2147483646 w 292"/>
                      <a:gd name="T67" fmla="*/ 2147483646 h 340"/>
                      <a:gd name="T68" fmla="*/ 2147483646 w 292"/>
                      <a:gd name="T69" fmla="*/ 2147483646 h 340"/>
                      <a:gd name="T70" fmla="*/ 2147483646 w 292"/>
                      <a:gd name="T71" fmla="*/ 2147483646 h 340"/>
                      <a:gd name="T72" fmla="*/ 2147483646 w 292"/>
                      <a:gd name="T73" fmla="*/ 2147483646 h 340"/>
                      <a:gd name="T74" fmla="*/ 2147483646 w 292"/>
                      <a:gd name="T75" fmla="*/ 2147483646 h 340"/>
                      <a:gd name="T76" fmla="*/ 2147483646 w 292"/>
                      <a:gd name="T77" fmla="*/ 2147483646 h 340"/>
                      <a:gd name="T78" fmla="*/ 2147483646 w 292"/>
                      <a:gd name="T79" fmla="*/ 2147483646 h 340"/>
                      <a:gd name="T80" fmla="*/ 2147483646 w 292"/>
                      <a:gd name="T81" fmla="*/ 2147483646 h 340"/>
                      <a:gd name="T82" fmla="*/ 2147483646 w 292"/>
                      <a:gd name="T83" fmla="*/ 2147483646 h 340"/>
                      <a:gd name="T84" fmla="*/ 2147483646 w 292"/>
                      <a:gd name="T85" fmla="*/ 2147483646 h 340"/>
                      <a:gd name="T86" fmla="*/ 2147483646 w 292"/>
                      <a:gd name="T87" fmla="*/ 2147483646 h 340"/>
                      <a:gd name="T88" fmla="*/ 2147483646 w 292"/>
                      <a:gd name="T89" fmla="*/ 2147483646 h 340"/>
                      <a:gd name="T90" fmla="*/ 2147483646 w 292"/>
                      <a:gd name="T91" fmla="*/ 2147483646 h 340"/>
                      <a:gd name="T92" fmla="*/ 2147483646 w 292"/>
                      <a:gd name="T93" fmla="*/ 2147483646 h 340"/>
                      <a:gd name="T94" fmla="*/ 2147483646 w 292"/>
                      <a:gd name="T95" fmla="*/ 2147483646 h 340"/>
                      <a:gd name="T96" fmla="*/ 2147483646 w 292"/>
                      <a:gd name="T97" fmla="*/ 2147483646 h 340"/>
                      <a:gd name="T98" fmla="*/ 2147483646 w 292"/>
                      <a:gd name="T99" fmla="*/ 2147483646 h 340"/>
                      <a:gd name="T100" fmla="*/ 2147483646 w 292"/>
                      <a:gd name="T101" fmla="*/ 2147483646 h 340"/>
                      <a:gd name="T102" fmla="*/ 2147483646 w 292"/>
                      <a:gd name="T103" fmla="*/ 2147483646 h 340"/>
                      <a:gd name="T104" fmla="*/ 2147483646 w 292"/>
                      <a:gd name="T105" fmla="*/ 2147483646 h 340"/>
                      <a:gd name="T106" fmla="*/ 2147483646 w 292"/>
                      <a:gd name="T107" fmla="*/ 2147483646 h 340"/>
                      <a:gd name="T108" fmla="*/ 2147483646 w 292"/>
                      <a:gd name="T109" fmla="*/ 2147483646 h 340"/>
                      <a:gd name="T110" fmla="*/ 2147483646 w 292"/>
                      <a:gd name="T111" fmla="*/ 2147483646 h 340"/>
                      <a:gd name="T112" fmla="*/ 2147483646 w 292"/>
                      <a:gd name="T113" fmla="*/ 2147483646 h 34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92" h="340">
                        <a:moveTo>
                          <a:pt x="267" y="112"/>
                        </a:moveTo>
                        <a:cubicBezTo>
                          <a:pt x="268" y="111"/>
                          <a:pt x="270" y="110"/>
                          <a:pt x="271" y="109"/>
                        </a:cubicBezTo>
                        <a:cubicBezTo>
                          <a:pt x="276" y="104"/>
                          <a:pt x="276" y="104"/>
                          <a:pt x="276" y="104"/>
                        </a:cubicBezTo>
                        <a:cubicBezTo>
                          <a:pt x="282" y="97"/>
                          <a:pt x="282" y="87"/>
                          <a:pt x="276" y="81"/>
                        </a:cubicBezTo>
                        <a:cubicBezTo>
                          <a:pt x="260" y="64"/>
                          <a:pt x="260" y="64"/>
                          <a:pt x="260" y="64"/>
                        </a:cubicBezTo>
                        <a:cubicBezTo>
                          <a:pt x="256" y="61"/>
                          <a:pt x="252" y="60"/>
                          <a:pt x="248" y="60"/>
                        </a:cubicBezTo>
                        <a:cubicBezTo>
                          <a:pt x="244" y="60"/>
                          <a:pt x="240" y="61"/>
                          <a:pt x="237" y="64"/>
                        </a:cubicBezTo>
                        <a:cubicBezTo>
                          <a:pt x="232" y="70"/>
                          <a:pt x="232" y="70"/>
                          <a:pt x="232" y="70"/>
                        </a:cubicBezTo>
                        <a:cubicBezTo>
                          <a:pt x="230" y="71"/>
                          <a:pt x="229" y="72"/>
                          <a:pt x="229" y="74"/>
                        </a:cubicBezTo>
                        <a:cubicBezTo>
                          <a:pt x="207" y="59"/>
                          <a:pt x="181" y="49"/>
                          <a:pt x="152" y="48"/>
                        </a:cubicBezTo>
                        <a:cubicBezTo>
                          <a:pt x="152" y="36"/>
                          <a:pt x="152" y="36"/>
                          <a:pt x="152" y="36"/>
                        </a:cubicBezTo>
                        <a:cubicBezTo>
                          <a:pt x="176" y="36"/>
                          <a:pt x="176" y="36"/>
                          <a:pt x="176" y="36"/>
                        </a:cubicBezTo>
                        <a:cubicBezTo>
                          <a:pt x="185" y="36"/>
                          <a:pt x="192" y="29"/>
                          <a:pt x="192" y="20"/>
                        </a:cubicBezTo>
                        <a:cubicBezTo>
                          <a:pt x="192" y="17"/>
                          <a:pt x="192" y="17"/>
                          <a:pt x="192" y="17"/>
                        </a:cubicBezTo>
                        <a:cubicBezTo>
                          <a:pt x="192" y="8"/>
                          <a:pt x="185" y="0"/>
                          <a:pt x="176" y="0"/>
                        </a:cubicBezTo>
                        <a:cubicBezTo>
                          <a:pt x="116" y="0"/>
                          <a:pt x="116" y="0"/>
                          <a:pt x="116" y="0"/>
                        </a:cubicBezTo>
                        <a:cubicBezTo>
                          <a:pt x="108" y="0"/>
                          <a:pt x="100" y="8"/>
                          <a:pt x="100" y="17"/>
                        </a:cubicBezTo>
                        <a:cubicBezTo>
                          <a:pt x="100" y="20"/>
                          <a:pt x="100" y="20"/>
                          <a:pt x="100" y="20"/>
                        </a:cubicBezTo>
                        <a:cubicBezTo>
                          <a:pt x="100" y="29"/>
                          <a:pt x="108" y="36"/>
                          <a:pt x="116" y="36"/>
                        </a:cubicBezTo>
                        <a:cubicBezTo>
                          <a:pt x="140" y="36"/>
                          <a:pt x="140" y="36"/>
                          <a:pt x="140" y="36"/>
                        </a:cubicBezTo>
                        <a:cubicBezTo>
                          <a:pt x="140" y="48"/>
                          <a:pt x="140" y="48"/>
                          <a:pt x="140" y="48"/>
                        </a:cubicBezTo>
                        <a:cubicBezTo>
                          <a:pt x="62" y="52"/>
                          <a:pt x="0" y="116"/>
                          <a:pt x="0" y="194"/>
                        </a:cubicBezTo>
                        <a:cubicBezTo>
                          <a:pt x="0" y="275"/>
                          <a:pt x="66" y="340"/>
                          <a:pt x="146" y="340"/>
                        </a:cubicBezTo>
                        <a:cubicBezTo>
                          <a:pt x="227" y="340"/>
                          <a:pt x="292" y="275"/>
                          <a:pt x="292" y="194"/>
                        </a:cubicBezTo>
                        <a:cubicBezTo>
                          <a:pt x="292" y="164"/>
                          <a:pt x="283" y="135"/>
                          <a:pt x="267" y="112"/>
                        </a:cubicBezTo>
                        <a:close/>
                        <a:moveTo>
                          <a:pt x="240" y="78"/>
                        </a:moveTo>
                        <a:cubicBezTo>
                          <a:pt x="245" y="73"/>
                          <a:pt x="245" y="73"/>
                          <a:pt x="245" y="73"/>
                        </a:cubicBezTo>
                        <a:cubicBezTo>
                          <a:pt x="246" y="72"/>
                          <a:pt x="248" y="72"/>
                          <a:pt x="248" y="72"/>
                        </a:cubicBezTo>
                        <a:cubicBezTo>
                          <a:pt x="249" y="72"/>
                          <a:pt x="250" y="72"/>
                          <a:pt x="251" y="73"/>
                        </a:cubicBezTo>
                        <a:cubicBezTo>
                          <a:pt x="268" y="89"/>
                          <a:pt x="268" y="89"/>
                          <a:pt x="268" y="89"/>
                        </a:cubicBezTo>
                        <a:cubicBezTo>
                          <a:pt x="269" y="91"/>
                          <a:pt x="269" y="94"/>
                          <a:pt x="268" y="95"/>
                        </a:cubicBezTo>
                        <a:cubicBezTo>
                          <a:pt x="262" y="100"/>
                          <a:pt x="262" y="100"/>
                          <a:pt x="262" y="100"/>
                        </a:cubicBezTo>
                        <a:cubicBezTo>
                          <a:pt x="261" y="101"/>
                          <a:pt x="260" y="102"/>
                          <a:pt x="259" y="102"/>
                        </a:cubicBezTo>
                        <a:cubicBezTo>
                          <a:pt x="259" y="102"/>
                          <a:pt x="259" y="102"/>
                          <a:pt x="259" y="102"/>
                        </a:cubicBezTo>
                        <a:cubicBezTo>
                          <a:pt x="253" y="94"/>
                          <a:pt x="246" y="87"/>
                          <a:pt x="239" y="81"/>
                        </a:cubicBezTo>
                        <a:cubicBezTo>
                          <a:pt x="239" y="80"/>
                          <a:pt x="239" y="79"/>
                          <a:pt x="240" y="78"/>
                        </a:cubicBezTo>
                        <a:close/>
                        <a:moveTo>
                          <a:pt x="152" y="60"/>
                        </a:moveTo>
                        <a:cubicBezTo>
                          <a:pt x="221" y="63"/>
                          <a:pt x="277" y="119"/>
                          <a:pt x="280" y="188"/>
                        </a:cubicBezTo>
                        <a:cubicBezTo>
                          <a:pt x="152" y="188"/>
                          <a:pt x="152" y="188"/>
                          <a:pt x="152" y="188"/>
                        </a:cubicBezTo>
                        <a:lnTo>
                          <a:pt x="152" y="60"/>
                        </a:lnTo>
                        <a:close/>
                        <a:moveTo>
                          <a:pt x="116" y="24"/>
                        </a:moveTo>
                        <a:cubicBezTo>
                          <a:pt x="114" y="24"/>
                          <a:pt x="112" y="23"/>
                          <a:pt x="112" y="20"/>
                        </a:cubicBezTo>
                        <a:cubicBezTo>
                          <a:pt x="112" y="17"/>
                          <a:pt x="112" y="17"/>
                          <a:pt x="112" y="17"/>
                        </a:cubicBezTo>
                        <a:cubicBezTo>
                          <a:pt x="112" y="14"/>
                          <a:pt x="114" y="13"/>
                          <a:pt x="116" y="13"/>
                        </a:cubicBezTo>
                        <a:cubicBezTo>
                          <a:pt x="176" y="13"/>
                          <a:pt x="176" y="13"/>
                          <a:pt x="176" y="13"/>
                        </a:cubicBezTo>
                        <a:cubicBezTo>
                          <a:pt x="178" y="13"/>
                          <a:pt x="180" y="14"/>
                          <a:pt x="180" y="17"/>
                        </a:cubicBezTo>
                        <a:cubicBezTo>
                          <a:pt x="180" y="20"/>
                          <a:pt x="180" y="20"/>
                          <a:pt x="180" y="20"/>
                        </a:cubicBezTo>
                        <a:cubicBezTo>
                          <a:pt x="180" y="23"/>
                          <a:pt x="178" y="24"/>
                          <a:pt x="176" y="24"/>
                        </a:cubicBezTo>
                        <a:lnTo>
                          <a:pt x="116" y="24"/>
                        </a:lnTo>
                        <a:close/>
                        <a:moveTo>
                          <a:pt x="146" y="328"/>
                        </a:moveTo>
                        <a:cubicBezTo>
                          <a:pt x="72" y="328"/>
                          <a:pt x="12" y="268"/>
                          <a:pt x="12" y="194"/>
                        </a:cubicBezTo>
                        <a:cubicBezTo>
                          <a:pt x="12" y="122"/>
                          <a:pt x="69" y="63"/>
                          <a:pt x="140" y="60"/>
                        </a:cubicBezTo>
                        <a:cubicBezTo>
                          <a:pt x="140" y="194"/>
                          <a:pt x="140" y="194"/>
                          <a:pt x="140" y="194"/>
                        </a:cubicBezTo>
                        <a:cubicBezTo>
                          <a:pt x="140" y="196"/>
                          <a:pt x="141" y="198"/>
                          <a:pt x="142" y="199"/>
                        </a:cubicBezTo>
                        <a:cubicBezTo>
                          <a:pt x="143" y="200"/>
                          <a:pt x="145" y="200"/>
                          <a:pt x="146" y="200"/>
                        </a:cubicBezTo>
                        <a:cubicBezTo>
                          <a:pt x="280" y="200"/>
                          <a:pt x="280" y="200"/>
                          <a:pt x="280" y="200"/>
                        </a:cubicBezTo>
                        <a:cubicBezTo>
                          <a:pt x="277" y="272"/>
                          <a:pt x="218" y="328"/>
                          <a:pt x="146" y="328"/>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5" name="Freeform 198">
                    <a:extLst>
                      <a:ext uri="{FF2B5EF4-FFF2-40B4-BE49-F238E27FC236}">
                        <a16:creationId xmlns:a16="http://schemas.microsoft.com/office/drawing/2014/main" id="{9B98D87B-7C9C-476D-AE5A-75DACA205227}"/>
                      </a:ext>
                    </a:extLst>
                  </p:cNvPr>
                  <p:cNvSpPr>
                    <a:spLocks/>
                  </p:cNvSpPr>
                  <p:nvPr/>
                </p:nvSpPr>
                <p:spPr bwMode="auto">
                  <a:xfrm>
                    <a:off x="4687324" y="5192811"/>
                    <a:ext cx="26012" cy="26012"/>
                  </a:xfrm>
                  <a:custGeom>
                    <a:avLst/>
                    <a:gdLst>
                      <a:gd name="T0" fmla="*/ 2147483646 w 27"/>
                      <a:gd name="T1" fmla="*/ 2147483646 h 27"/>
                      <a:gd name="T2" fmla="*/ 2147483646 w 27"/>
                      <a:gd name="T3" fmla="*/ 2147483646 h 27"/>
                      <a:gd name="T4" fmla="*/ 2147483646 w 27"/>
                      <a:gd name="T5" fmla="*/ 2147483646 h 27"/>
                      <a:gd name="T6" fmla="*/ 2147483646 w 27"/>
                      <a:gd name="T7" fmla="*/ 2147483646 h 27"/>
                      <a:gd name="T8" fmla="*/ 2147483646 w 27"/>
                      <a:gd name="T9" fmla="*/ 2147483646 h 27"/>
                      <a:gd name="T10" fmla="*/ 2147483646 w 27"/>
                      <a:gd name="T11" fmla="*/ 2147483646 h 27"/>
                      <a:gd name="T12" fmla="*/ 2147483646 w 27"/>
                      <a:gd name="T13" fmla="*/ 2147483646 h 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27">
                        <a:moveTo>
                          <a:pt x="11" y="2"/>
                        </a:moveTo>
                        <a:cubicBezTo>
                          <a:pt x="9" y="0"/>
                          <a:pt x="5" y="0"/>
                          <a:pt x="2" y="2"/>
                        </a:cubicBezTo>
                        <a:cubicBezTo>
                          <a:pt x="0" y="5"/>
                          <a:pt x="0" y="9"/>
                          <a:pt x="2" y="11"/>
                        </a:cubicBezTo>
                        <a:cubicBezTo>
                          <a:pt x="17" y="25"/>
                          <a:pt x="17" y="25"/>
                          <a:pt x="17" y="25"/>
                        </a:cubicBezTo>
                        <a:cubicBezTo>
                          <a:pt x="19" y="27"/>
                          <a:pt x="23" y="27"/>
                          <a:pt x="25" y="25"/>
                        </a:cubicBezTo>
                        <a:cubicBezTo>
                          <a:pt x="27" y="23"/>
                          <a:pt x="27" y="19"/>
                          <a:pt x="25" y="17"/>
                        </a:cubicBezTo>
                        <a:lnTo>
                          <a:pt x="11" y="2"/>
                        </a:ln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6" name="Freeform 199">
                    <a:extLst>
                      <a:ext uri="{FF2B5EF4-FFF2-40B4-BE49-F238E27FC236}">
                        <a16:creationId xmlns:a16="http://schemas.microsoft.com/office/drawing/2014/main" id="{4BE17D0B-8B60-4AE6-838F-EC061B679BC3}"/>
                      </a:ext>
                    </a:extLst>
                  </p:cNvPr>
                  <p:cNvSpPr>
                    <a:spLocks/>
                  </p:cNvSpPr>
                  <p:nvPr/>
                </p:nvSpPr>
                <p:spPr bwMode="auto">
                  <a:xfrm>
                    <a:off x="4661312" y="5258322"/>
                    <a:ext cx="30829" cy="11561"/>
                  </a:xfrm>
                  <a:custGeom>
                    <a:avLst/>
                    <a:gdLst>
                      <a:gd name="T0" fmla="*/ 2147483646 w 32"/>
                      <a:gd name="T1" fmla="*/ 2147483646 h 12"/>
                      <a:gd name="T2" fmla="*/ 2147483646 w 32"/>
                      <a:gd name="T3" fmla="*/ 0 h 12"/>
                      <a:gd name="T4" fmla="*/ 2147483646 w 32"/>
                      <a:gd name="T5" fmla="*/ 0 h 12"/>
                      <a:gd name="T6" fmla="*/ 0 w 32"/>
                      <a:gd name="T7" fmla="*/ 2147483646 h 12"/>
                      <a:gd name="T8" fmla="*/ 2147483646 w 32"/>
                      <a:gd name="T9" fmla="*/ 2147483646 h 12"/>
                      <a:gd name="T10" fmla="*/ 2147483646 w 32"/>
                      <a:gd name="T11" fmla="*/ 2147483646 h 12"/>
                      <a:gd name="T12" fmla="*/ 2147483646 w 32"/>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12">
                        <a:moveTo>
                          <a:pt x="32" y="6"/>
                        </a:moveTo>
                        <a:cubicBezTo>
                          <a:pt x="32" y="3"/>
                          <a:pt x="29" y="0"/>
                          <a:pt x="26" y="0"/>
                        </a:cubicBezTo>
                        <a:cubicBezTo>
                          <a:pt x="6" y="0"/>
                          <a:pt x="6" y="0"/>
                          <a:pt x="6" y="0"/>
                        </a:cubicBezTo>
                        <a:cubicBezTo>
                          <a:pt x="2" y="0"/>
                          <a:pt x="0" y="3"/>
                          <a:pt x="0" y="6"/>
                        </a:cubicBezTo>
                        <a:cubicBezTo>
                          <a:pt x="0" y="10"/>
                          <a:pt x="2" y="12"/>
                          <a:pt x="6" y="12"/>
                        </a:cubicBezTo>
                        <a:cubicBezTo>
                          <a:pt x="26" y="12"/>
                          <a:pt x="26" y="12"/>
                          <a:pt x="26" y="12"/>
                        </a:cubicBezTo>
                        <a:cubicBezTo>
                          <a:pt x="29" y="12"/>
                          <a:pt x="32" y="10"/>
                          <a:pt x="32" y="6"/>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7" name="Freeform 200">
                    <a:extLst>
                      <a:ext uri="{FF2B5EF4-FFF2-40B4-BE49-F238E27FC236}">
                        <a16:creationId xmlns:a16="http://schemas.microsoft.com/office/drawing/2014/main" id="{8F52AA64-5592-4F70-A1CB-79C10822AA1F}"/>
                      </a:ext>
                    </a:extLst>
                  </p:cNvPr>
                  <p:cNvSpPr>
                    <a:spLocks/>
                  </p:cNvSpPr>
                  <p:nvPr/>
                </p:nvSpPr>
                <p:spPr bwMode="auto">
                  <a:xfrm>
                    <a:off x="4687324" y="5309382"/>
                    <a:ext cx="26012" cy="26012"/>
                  </a:xfrm>
                  <a:custGeom>
                    <a:avLst/>
                    <a:gdLst>
                      <a:gd name="T0" fmla="*/ 2147483646 w 27"/>
                      <a:gd name="T1" fmla="*/ 2147483646 h 28"/>
                      <a:gd name="T2" fmla="*/ 2147483646 w 27"/>
                      <a:gd name="T3" fmla="*/ 2147483646 h 28"/>
                      <a:gd name="T4" fmla="*/ 2147483646 w 27"/>
                      <a:gd name="T5" fmla="*/ 2147483646 h 28"/>
                      <a:gd name="T6" fmla="*/ 2147483646 w 27"/>
                      <a:gd name="T7" fmla="*/ 2147483646 h 28"/>
                      <a:gd name="T8" fmla="*/ 2147483646 w 27"/>
                      <a:gd name="T9" fmla="*/ 2147483646 h 28"/>
                      <a:gd name="T10" fmla="*/ 2147483646 w 27"/>
                      <a:gd name="T11" fmla="*/ 2147483646 h 28"/>
                      <a:gd name="T12" fmla="*/ 2147483646 w 27"/>
                      <a:gd name="T13" fmla="*/ 2147483646 h 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28">
                        <a:moveTo>
                          <a:pt x="17" y="3"/>
                        </a:moveTo>
                        <a:cubicBezTo>
                          <a:pt x="2" y="17"/>
                          <a:pt x="2" y="17"/>
                          <a:pt x="2" y="17"/>
                        </a:cubicBezTo>
                        <a:cubicBezTo>
                          <a:pt x="0" y="19"/>
                          <a:pt x="0" y="23"/>
                          <a:pt x="2" y="25"/>
                        </a:cubicBezTo>
                        <a:cubicBezTo>
                          <a:pt x="5" y="28"/>
                          <a:pt x="9" y="28"/>
                          <a:pt x="11" y="25"/>
                        </a:cubicBezTo>
                        <a:cubicBezTo>
                          <a:pt x="25" y="11"/>
                          <a:pt x="25" y="11"/>
                          <a:pt x="25" y="11"/>
                        </a:cubicBezTo>
                        <a:cubicBezTo>
                          <a:pt x="27" y="9"/>
                          <a:pt x="27" y="5"/>
                          <a:pt x="25" y="3"/>
                        </a:cubicBezTo>
                        <a:cubicBezTo>
                          <a:pt x="23" y="0"/>
                          <a:pt x="19" y="0"/>
                          <a:pt x="17" y="3"/>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8" name="Freeform 201">
                    <a:extLst>
                      <a:ext uri="{FF2B5EF4-FFF2-40B4-BE49-F238E27FC236}">
                        <a16:creationId xmlns:a16="http://schemas.microsoft.com/office/drawing/2014/main" id="{91C6E8E8-43B3-4F20-BA53-B413FE6F5A44}"/>
                      </a:ext>
                    </a:extLst>
                  </p:cNvPr>
                  <p:cNvSpPr>
                    <a:spLocks/>
                  </p:cNvSpPr>
                  <p:nvPr/>
                </p:nvSpPr>
                <p:spPr bwMode="auto">
                  <a:xfrm>
                    <a:off x="4752835" y="5330577"/>
                    <a:ext cx="11561" cy="30829"/>
                  </a:xfrm>
                  <a:custGeom>
                    <a:avLst/>
                    <a:gdLst>
                      <a:gd name="T0" fmla="*/ 0 w 12"/>
                      <a:gd name="T1" fmla="*/ 2147483646 h 32"/>
                      <a:gd name="T2" fmla="*/ 0 w 12"/>
                      <a:gd name="T3" fmla="*/ 2147483646 h 32"/>
                      <a:gd name="T4" fmla="*/ 2147483646 w 12"/>
                      <a:gd name="T5" fmla="*/ 2147483646 h 32"/>
                      <a:gd name="T6" fmla="*/ 2147483646 w 12"/>
                      <a:gd name="T7" fmla="*/ 2147483646 h 32"/>
                      <a:gd name="T8" fmla="*/ 2147483646 w 12"/>
                      <a:gd name="T9" fmla="*/ 2147483646 h 32"/>
                      <a:gd name="T10" fmla="*/ 2147483646 w 12"/>
                      <a:gd name="T11" fmla="*/ 0 h 32"/>
                      <a:gd name="T12" fmla="*/ 0 w 12"/>
                      <a:gd name="T13" fmla="*/ 2147483646 h 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 h="32">
                        <a:moveTo>
                          <a:pt x="0" y="6"/>
                        </a:moveTo>
                        <a:cubicBezTo>
                          <a:pt x="0" y="26"/>
                          <a:pt x="0" y="26"/>
                          <a:pt x="0" y="26"/>
                        </a:cubicBezTo>
                        <a:cubicBezTo>
                          <a:pt x="0" y="29"/>
                          <a:pt x="3" y="32"/>
                          <a:pt x="6" y="32"/>
                        </a:cubicBezTo>
                        <a:cubicBezTo>
                          <a:pt x="10" y="32"/>
                          <a:pt x="12" y="29"/>
                          <a:pt x="12" y="26"/>
                        </a:cubicBezTo>
                        <a:cubicBezTo>
                          <a:pt x="12" y="6"/>
                          <a:pt x="12" y="6"/>
                          <a:pt x="12" y="6"/>
                        </a:cubicBezTo>
                        <a:cubicBezTo>
                          <a:pt x="12" y="3"/>
                          <a:pt x="10" y="0"/>
                          <a:pt x="6" y="0"/>
                        </a:cubicBezTo>
                        <a:cubicBezTo>
                          <a:pt x="3" y="0"/>
                          <a:pt x="0" y="3"/>
                          <a:pt x="0" y="6"/>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79" name="Freeform 202">
                    <a:extLst>
                      <a:ext uri="{FF2B5EF4-FFF2-40B4-BE49-F238E27FC236}">
                        <a16:creationId xmlns:a16="http://schemas.microsoft.com/office/drawing/2014/main" id="{12B72F86-70E3-4078-837F-C36C02D3F332}"/>
                      </a:ext>
                    </a:extLst>
                  </p:cNvPr>
                  <p:cNvSpPr>
                    <a:spLocks/>
                  </p:cNvSpPr>
                  <p:nvPr/>
                </p:nvSpPr>
                <p:spPr bwMode="auto">
                  <a:xfrm>
                    <a:off x="4802932" y="5309382"/>
                    <a:ext cx="26012" cy="26012"/>
                  </a:xfrm>
                  <a:custGeom>
                    <a:avLst/>
                    <a:gdLst>
                      <a:gd name="T0" fmla="*/ 2147483646 w 27"/>
                      <a:gd name="T1" fmla="*/ 2147483646 h 28"/>
                      <a:gd name="T2" fmla="*/ 2147483646 w 27"/>
                      <a:gd name="T3" fmla="*/ 2147483646 h 28"/>
                      <a:gd name="T4" fmla="*/ 2147483646 w 27"/>
                      <a:gd name="T5" fmla="*/ 2147483646 h 28"/>
                      <a:gd name="T6" fmla="*/ 2147483646 w 27"/>
                      <a:gd name="T7" fmla="*/ 2147483646 h 28"/>
                      <a:gd name="T8" fmla="*/ 2147483646 w 27"/>
                      <a:gd name="T9" fmla="*/ 2147483646 h 28"/>
                      <a:gd name="T10" fmla="*/ 2147483646 w 27"/>
                      <a:gd name="T11" fmla="*/ 2147483646 h 28"/>
                      <a:gd name="T12" fmla="*/ 2147483646 w 27"/>
                      <a:gd name="T13" fmla="*/ 2147483646 h 2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28">
                        <a:moveTo>
                          <a:pt x="17" y="25"/>
                        </a:moveTo>
                        <a:cubicBezTo>
                          <a:pt x="19" y="28"/>
                          <a:pt x="23" y="28"/>
                          <a:pt x="25" y="25"/>
                        </a:cubicBezTo>
                        <a:cubicBezTo>
                          <a:pt x="27" y="23"/>
                          <a:pt x="27" y="19"/>
                          <a:pt x="25" y="17"/>
                        </a:cubicBezTo>
                        <a:cubicBezTo>
                          <a:pt x="11" y="3"/>
                          <a:pt x="11" y="3"/>
                          <a:pt x="11" y="3"/>
                        </a:cubicBezTo>
                        <a:cubicBezTo>
                          <a:pt x="9" y="0"/>
                          <a:pt x="5" y="0"/>
                          <a:pt x="3" y="3"/>
                        </a:cubicBezTo>
                        <a:cubicBezTo>
                          <a:pt x="0" y="5"/>
                          <a:pt x="0" y="9"/>
                          <a:pt x="3" y="11"/>
                        </a:cubicBezTo>
                        <a:lnTo>
                          <a:pt x="17" y="25"/>
                        </a:ln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0" name="Freeform 203">
                    <a:extLst>
                      <a:ext uri="{FF2B5EF4-FFF2-40B4-BE49-F238E27FC236}">
                        <a16:creationId xmlns:a16="http://schemas.microsoft.com/office/drawing/2014/main" id="{DF5DB084-776A-4E08-9C8D-6E7EA7E8D5C2}"/>
                      </a:ext>
                    </a:extLst>
                  </p:cNvPr>
                  <p:cNvSpPr>
                    <a:spLocks/>
                  </p:cNvSpPr>
                  <p:nvPr/>
                </p:nvSpPr>
                <p:spPr bwMode="auto">
                  <a:xfrm>
                    <a:off x="4802932" y="5192811"/>
                    <a:ext cx="26012" cy="26012"/>
                  </a:xfrm>
                  <a:custGeom>
                    <a:avLst/>
                    <a:gdLst>
                      <a:gd name="T0" fmla="*/ 2147483646 w 27"/>
                      <a:gd name="T1" fmla="*/ 2147483646 h 27"/>
                      <a:gd name="T2" fmla="*/ 2147483646 w 27"/>
                      <a:gd name="T3" fmla="*/ 2147483646 h 27"/>
                      <a:gd name="T4" fmla="*/ 2147483646 w 27"/>
                      <a:gd name="T5" fmla="*/ 2147483646 h 27"/>
                      <a:gd name="T6" fmla="*/ 2147483646 w 27"/>
                      <a:gd name="T7" fmla="*/ 2147483646 h 27"/>
                      <a:gd name="T8" fmla="*/ 2147483646 w 27"/>
                      <a:gd name="T9" fmla="*/ 2147483646 h 27"/>
                      <a:gd name="T10" fmla="*/ 2147483646 w 27"/>
                      <a:gd name="T11" fmla="*/ 2147483646 h 27"/>
                      <a:gd name="T12" fmla="*/ 2147483646 w 27"/>
                      <a:gd name="T13" fmla="*/ 2147483646 h 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7" h="27">
                        <a:moveTo>
                          <a:pt x="17" y="2"/>
                        </a:moveTo>
                        <a:cubicBezTo>
                          <a:pt x="3" y="17"/>
                          <a:pt x="3" y="17"/>
                          <a:pt x="3" y="17"/>
                        </a:cubicBezTo>
                        <a:cubicBezTo>
                          <a:pt x="0" y="19"/>
                          <a:pt x="0" y="23"/>
                          <a:pt x="3" y="25"/>
                        </a:cubicBezTo>
                        <a:cubicBezTo>
                          <a:pt x="5" y="27"/>
                          <a:pt x="9" y="27"/>
                          <a:pt x="11" y="25"/>
                        </a:cubicBezTo>
                        <a:cubicBezTo>
                          <a:pt x="25" y="11"/>
                          <a:pt x="25" y="11"/>
                          <a:pt x="25" y="11"/>
                        </a:cubicBezTo>
                        <a:cubicBezTo>
                          <a:pt x="27" y="9"/>
                          <a:pt x="27" y="5"/>
                          <a:pt x="25" y="2"/>
                        </a:cubicBezTo>
                        <a:cubicBezTo>
                          <a:pt x="23" y="0"/>
                          <a:pt x="19" y="0"/>
                          <a:pt x="17" y="2"/>
                        </a:cubicBezTo>
                        <a:close/>
                      </a:path>
                    </a:pathLst>
                  </a:custGeom>
                  <a:solidFill>
                    <a:srgbClr val="DD514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1" name="Freeform 204">
                    <a:extLst>
                      <a:ext uri="{FF2B5EF4-FFF2-40B4-BE49-F238E27FC236}">
                        <a16:creationId xmlns:a16="http://schemas.microsoft.com/office/drawing/2014/main" id="{0A9BEDB1-F899-4607-9CBE-0BA9724BDD5A}"/>
                      </a:ext>
                    </a:extLst>
                  </p:cNvPr>
                  <p:cNvSpPr>
                    <a:spLocks noEditPoints="1"/>
                  </p:cNvSpPr>
                  <p:nvPr/>
                </p:nvSpPr>
                <p:spPr bwMode="auto">
                  <a:xfrm>
                    <a:off x="5576544" y="4933655"/>
                    <a:ext cx="76109" cy="76109"/>
                  </a:xfrm>
                  <a:custGeom>
                    <a:avLst/>
                    <a:gdLst>
                      <a:gd name="T0" fmla="*/ 2147483646 w 80"/>
                      <a:gd name="T1" fmla="*/ 2147483646 h 80"/>
                      <a:gd name="T2" fmla="*/ 2147483646 w 80"/>
                      <a:gd name="T3" fmla="*/ 2147483646 h 80"/>
                      <a:gd name="T4" fmla="*/ 2147483646 w 80"/>
                      <a:gd name="T5" fmla="*/ 0 h 80"/>
                      <a:gd name="T6" fmla="*/ 0 w 80"/>
                      <a:gd name="T7" fmla="*/ 2147483646 h 80"/>
                      <a:gd name="T8" fmla="*/ 2147483646 w 80"/>
                      <a:gd name="T9" fmla="*/ 2147483646 h 80"/>
                      <a:gd name="T10" fmla="*/ 2147483646 w 80"/>
                      <a:gd name="T11" fmla="*/ 2147483646 h 80"/>
                      <a:gd name="T12" fmla="*/ 2147483646 w 80"/>
                      <a:gd name="T13" fmla="*/ 2147483646 h 80"/>
                      <a:gd name="T14" fmla="*/ 2147483646 w 80"/>
                      <a:gd name="T15" fmla="*/ 2147483646 h 80"/>
                      <a:gd name="T16" fmla="*/ 2147483646 w 80"/>
                      <a:gd name="T17" fmla="*/ 2147483646 h 80"/>
                      <a:gd name="T18" fmla="*/ 2147483646 w 80"/>
                      <a:gd name="T19" fmla="*/ 2147483646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0" h="80">
                        <a:moveTo>
                          <a:pt x="40" y="80"/>
                        </a:moveTo>
                        <a:cubicBezTo>
                          <a:pt x="62" y="80"/>
                          <a:pt x="80" y="62"/>
                          <a:pt x="80" y="40"/>
                        </a:cubicBezTo>
                        <a:cubicBezTo>
                          <a:pt x="80" y="18"/>
                          <a:pt x="62" y="0"/>
                          <a:pt x="40" y="0"/>
                        </a:cubicBezTo>
                        <a:cubicBezTo>
                          <a:pt x="18" y="0"/>
                          <a:pt x="0" y="18"/>
                          <a:pt x="0" y="40"/>
                        </a:cubicBezTo>
                        <a:cubicBezTo>
                          <a:pt x="0" y="62"/>
                          <a:pt x="18" y="80"/>
                          <a:pt x="40" y="80"/>
                        </a:cubicBezTo>
                        <a:close/>
                        <a:moveTo>
                          <a:pt x="40" y="12"/>
                        </a:moveTo>
                        <a:cubicBezTo>
                          <a:pt x="55" y="12"/>
                          <a:pt x="68" y="25"/>
                          <a:pt x="68" y="40"/>
                        </a:cubicBezTo>
                        <a:cubicBezTo>
                          <a:pt x="68" y="55"/>
                          <a:pt x="55" y="68"/>
                          <a:pt x="40" y="68"/>
                        </a:cubicBezTo>
                        <a:cubicBezTo>
                          <a:pt x="25" y="68"/>
                          <a:pt x="12" y="55"/>
                          <a:pt x="12" y="40"/>
                        </a:cubicBezTo>
                        <a:cubicBezTo>
                          <a:pt x="12" y="25"/>
                          <a:pt x="25" y="12"/>
                          <a:pt x="40" y="12"/>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2" name="Freeform 205">
                    <a:extLst>
                      <a:ext uri="{FF2B5EF4-FFF2-40B4-BE49-F238E27FC236}">
                        <a16:creationId xmlns:a16="http://schemas.microsoft.com/office/drawing/2014/main" id="{C570189B-DF72-49CB-957E-0B77948D7A71}"/>
                      </a:ext>
                    </a:extLst>
                  </p:cNvPr>
                  <p:cNvSpPr>
                    <a:spLocks noEditPoints="1"/>
                  </p:cNvSpPr>
                  <p:nvPr/>
                </p:nvSpPr>
                <p:spPr bwMode="auto">
                  <a:xfrm>
                    <a:off x="5760554" y="4821901"/>
                    <a:ext cx="76109" cy="77072"/>
                  </a:xfrm>
                  <a:custGeom>
                    <a:avLst/>
                    <a:gdLst>
                      <a:gd name="T0" fmla="*/ 2147483646 w 80"/>
                      <a:gd name="T1" fmla="*/ 2147483646 h 80"/>
                      <a:gd name="T2" fmla="*/ 2147483646 w 80"/>
                      <a:gd name="T3" fmla="*/ 2147483646 h 80"/>
                      <a:gd name="T4" fmla="*/ 2147483646 w 80"/>
                      <a:gd name="T5" fmla="*/ 0 h 80"/>
                      <a:gd name="T6" fmla="*/ 0 w 80"/>
                      <a:gd name="T7" fmla="*/ 2147483646 h 80"/>
                      <a:gd name="T8" fmla="*/ 2147483646 w 80"/>
                      <a:gd name="T9" fmla="*/ 2147483646 h 80"/>
                      <a:gd name="T10" fmla="*/ 2147483646 w 80"/>
                      <a:gd name="T11" fmla="*/ 2147483646 h 80"/>
                      <a:gd name="T12" fmla="*/ 2147483646 w 80"/>
                      <a:gd name="T13" fmla="*/ 2147483646 h 80"/>
                      <a:gd name="T14" fmla="*/ 2147483646 w 80"/>
                      <a:gd name="T15" fmla="*/ 2147483646 h 80"/>
                      <a:gd name="T16" fmla="*/ 2147483646 w 80"/>
                      <a:gd name="T17" fmla="*/ 2147483646 h 80"/>
                      <a:gd name="T18" fmla="*/ 2147483646 w 80"/>
                      <a:gd name="T19" fmla="*/ 2147483646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0" h="80">
                        <a:moveTo>
                          <a:pt x="40" y="80"/>
                        </a:moveTo>
                        <a:cubicBezTo>
                          <a:pt x="62" y="80"/>
                          <a:pt x="80" y="62"/>
                          <a:pt x="80" y="40"/>
                        </a:cubicBezTo>
                        <a:cubicBezTo>
                          <a:pt x="80" y="18"/>
                          <a:pt x="62" y="0"/>
                          <a:pt x="40" y="0"/>
                        </a:cubicBezTo>
                        <a:cubicBezTo>
                          <a:pt x="18" y="0"/>
                          <a:pt x="0" y="18"/>
                          <a:pt x="0" y="40"/>
                        </a:cubicBezTo>
                        <a:cubicBezTo>
                          <a:pt x="0" y="62"/>
                          <a:pt x="18" y="80"/>
                          <a:pt x="40" y="80"/>
                        </a:cubicBezTo>
                        <a:close/>
                        <a:moveTo>
                          <a:pt x="40" y="12"/>
                        </a:moveTo>
                        <a:cubicBezTo>
                          <a:pt x="55" y="12"/>
                          <a:pt x="68" y="25"/>
                          <a:pt x="68" y="40"/>
                        </a:cubicBezTo>
                        <a:cubicBezTo>
                          <a:pt x="68" y="55"/>
                          <a:pt x="55" y="68"/>
                          <a:pt x="40" y="68"/>
                        </a:cubicBezTo>
                        <a:cubicBezTo>
                          <a:pt x="25" y="68"/>
                          <a:pt x="12" y="55"/>
                          <a:pt x="12" y="40"/>
                        </a:cubicBezTo>
                        <a:cubicBezTo>
                          <a:pt x="12" y="25"/>
                          <a:pt x="25" y="12"/>
                          <a:pt x="40" y="12"/>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3" name="Freeform 206">
                    <a:extLst>
                      <a:ext uri="{FF2B5EF4-FFF2-40B4-BE49-F238E27FC236}">
                        <a16:creationId xmlns:a16="http://schemas.microsoft.com/office/drawing/2014/main" id="{95993C1D-C405-4037-854F-520517AEDBEE}"/>
                      </a:ext>
                    </a:extLst>
                  </p:cNvPr>
                  <p:cNvSpPr>
                    <a:spLocks noEditPoints="1"/>
                  </p:cNvSpPr>
                  <p:nvPr/>
                </p:nvSpPr>
                <p:spPr bwMode="auto">
                  <a:xfrm>
                    <a:off x="5764407" y="5036739"/>
                    <a:ext cx="76109" cy="77072"/>
                  </a:xfrm>
                  <a:custGeom>
                    <a:avLst/>
                    <a:gdLst>
                      <a:gd name="T0" fmla="*/ 2147483646 w 80"/>
                      <a:gd name="T1" fmla="*/ 0 h 80"/>
                      <a:gd name="T2" fmla="*/ 0 w 80"/>
                      <a:gd name="T3" fmla="*/ 2147483646 h 80"/>
                      <a:gd name="T4" fmla="*/ 2147483646 w 80"/>
                      <a:gd name="T5" fmla="*/ 2147483646 h 80"/>
                      <a:gd name="T6" fmla="*/ 2147483646 w 80"/>
                      <a:gd name="T7" fmla="*/ 2147483646 h 80"/>
                      <a:gd name="T8" fmla="*/ 2147483646 w 80"/>
                      <a:gd name="T9" fmla="*/ 0 h 80"/>
                      <a:gd name="T10" fmla="*/ 2147483646 w 80"/>
                      <a:gd name="T11" fmla="*/ 2147483646 h 80"/>
                      <a:gd name="T12" fmla="*/ 2147483646 w 80"/>
                      <a:gd name="T13" fmla="*/ 2147483646 h 80"/>
                      <a:gd name="T14" fmla="*/ 2147483646 w 80"/>
                      <a:gd name="T15" fmla="*/ 2147483646 h 80"/>
                      <a:gd name="T16" fmla="*/ 2147483646 w 80"/>
                      <a:gd name="T17" fmla="*/ 2147483646 h 80"/>
                      <a:gd name="T18" fmla="*/ 2147483646 w 80"/>
                      <a:gd name="T19" fmla="*/ 2147483646 h 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80" h="80">
                        <a:moveTo>
                          <a:pt x="40" y="0"/>
                        </a:moveTo>
                        <a:cubicBezTo>
                          <a:pt x="18" y="0"/>
                          <a:pt x="0" y="18"/>
                          <a:pt x="0" y="40"/>
                        </a:cubicBezTo>
                        <a:cubicBezTo>
                          <a:pt x="0" y="62"/>
                          <a:pt x="18" y="80"/>
                          <a:pt x="40" y="80"/>
                        </a:cubicBezTo>
                        <a:cubicBezTo>
                          <a:pt x="62" y="80"/>
                          <a:pt x="80" y="62"/>
                          <a:pt x="80" y="40"/>
                        </a:cubicBezTo>
                        <a:cubicBezTo>
                          <a:pt x="80" y="18"/>
                          <a:pt x="62" y="0"/>
                          <a:pt x="40" y="0"/>
                        </a:cubicBezTo>
                        <a:close/>
                        <a:moveTo>
                          <a:pt x="40" y="68"/>
                        </a:moveTo>
                        <a:cubicBezTo>
                          <a:pt x="25" y="68"/>
                          <a:pt x="12" y="55"/>
                          <a:pt x="12" y="40"/>
                        </a:cubicBezTo>
                        <a:cubicBezTo>
                          <a:pt x="12" y="25"/>
                          <a:pt x="25" y="12"/>
                          <a:pt x="40" y="12"/>
                        </a:cubicBezTo>
                        <a:cubicBezTo>
                          <a:pt x="55" y="12"/>
                          <a:pt x="68" y="25"/>
                          <a:pt x="68" y="40"/>
                        </a:cubicBezTo>
                        <a:cubicBezTo>
                          <a:pt x="68" y="55"/>
                          <a:pt x="55" y="68"/>
                          <a:pt x="40" y="68"/>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4" name="Freeform 207">
                    <a:extLst>
                      <a:ext uri="{FF2B5EF4-FFF2-40B4-BE49-F238E27FC236}">
                        <a16:creationId xmlns:a16="http://schemas.microsoft.com/office/drawing/2014/main" id="{DAD4840C-8F08-40EA-9F38-6EE4E3F4777A}"/>
                      </a:ext>
                    </a:extLst>
                  </p:cNvPr>
                  <p:cNvSpPr>
                    <a:spLocks noEditPoints="1"/>
                  </p:cNvSpPr>
                  <p:nvPr/>
                </p:nvSpPr>
                <p:spPr bwMode="auto">
                  <a:xfrm>
                    <a:off x="5634348" y="4821901"/>
                    <a:ext cx="267826" cy="295764"/>
                  </a:xfrm>
                  <a:custGeom>
                    <a:avLst/>
                    <a:gdLst>
                      <a:gd name="T0" fmla="*/ 2147483646 w 280"/>
                      <a:gd name="T1" fmla="*/ 2147483646 h 308"/>
                      <a:gd name="T2" fmla="*/ 2147483646 w 280"/>
                      <a:gd name="T3" fmla="*/ 2147483646 h 308"/>
                      <a:gd name="T4" fmla="*/ 2147483646 w 280"/>
                      <a:gd name="T5" fmla="*/ 2147483646 h 308"/>
                      <a:gd name="T6" fmla="*/ 2147483646 w 280"/>
                      <a:gd name="T7" fmla="*/ 2147483646 h 308"/>
                      <a:gd name="T8" fmla="*/ 2147483646 w 280"/>
                      <a:gd name="T9" fmla="*/ 2147483646 h 308"/>
                      <a:gd name="T10" fmla="*/ 2147483646 w 280"/>
                      <a:gd name="T11" fmla="*/ 2147483646 h 308"/>
                      <a:gd name="T12" fmla="*/ 2147483646 w 280"/>
                      <a:gd name="T13" fmla="*/ 2147483646 h 308"/>
                      <a:gd name="T14" fmla="*/ 2147483646 w 280"/>
                      <a:gd name="T15" fmla="*/ 0 h 308"/>
                      <a:gd name="T16" fmla="*/ 0 w 280"/>
                      <a:gd name="T17" fmla="*/ 2147483646 h 308"/>
                      <a:gd name="T18" fmla="*/ 2147483646 w 280"/>
                      <a:gd name="T19" fmla="*/ 2147483646 h 308"/>
                      <a:gd name="T20" fmla="*/ 2147483646 w 280"/>
                      <a:gd name="T21" fmla="*/ 2147483646 h 308"/>
                      <a:gd name="T22" fmla="*/ 2147483646 w 280"/>
                      <a:gd name="T23" fmla="*/ 2147483646 h 308"/>
                      <a:gd name="T24" fmla="*/ 2147483646 w 280"/>
                      <a:gd name="T25" fmla="*/ 2147483646 h 308"/>
                      <a:gd name="T26" fmla="*/ 2147483646 w 280"/>
                      <a:gd name="T27" fmla="*/ 2147483646 h 308"/>
                      <a:gd name="T28" fmla="*/ 2147483646 w 280"/>
                      <a:gd name="T29" fmla="*/ 2147483646 h 308"/>
                      <a:gd name="T30" fmla="*/ 2147483646 w 280"/>
                      <a:gd name="T31" fmla="*/ 2147483646 h 308"/>
                      <a:gd name="T32" fmla="*/ 2147483646 w 280"/>
                      <a:gd name="T33" fmla="*/ 2147483646 h 308"/>
                      <a:gd name="T34" fmla="*/ 2147483646 w 280"/>
                      <a:gd name="T35" fmla="*/ 2147483646 h 308"/>
                      <a:gd name="T36" fmla="*/ 2147483646 w 280"/>
                      <a:gd name="T37" fmla="*/ 2147483646 h 308"/>
                      <a:gd name="T38" fmla="*/ 2147483646 w 280"/>
                      <a:gd name="T39" fmla="*/ 2147483646 h 308"/>
                      <a:gd name="T40" fmla="*/ 2147483646 w 280"/>
                      <a:gd name="T41" fmla="*/ 2147483646 h 308"/>
                      <a:gd name="T42" fmla="*/ 2147483646 w 280"/>
                      <a:gd name="T43" fmla="*/ 2147483646 h 308"/>
                      <a:gd name="T44" fmla="*/ 2147483646 w 280"/>
                      <a:gd name="T45" fmla="*/ 2147483646 h 308"/>
                      <a:gd name="T46" fmla="*/ 2147483646 w 280"/>
                      <a:gd name="T47" fmla="*/ 2147483646 h 308"/>
                      <a:gd name="T48" fmla="*/ 2147483646 w 280"/>
                      <a:gd name="T49" fmla="*/ 2147483646 h 308"/>
                      <a:gd name="T50" fmla="*/ 2147483646 w 280"/>
                      <a:gd name="T51" fmla="*/ 2147483646 h 308"/>
                      <a:gd name="T52" fmla="*/ 2147483646 w 280"/>
                      <a:gd name="T53" fmla="*/ 2147483646 h 308"/>
                      <a:gd name="T54" fmla="*/ 2147483646 w 280"/>
                      <a:gd name="T55" fmla="*/ 2147483646 h 308"/>
                      <a:gd name="T56" fmla="*/ 2147483646 w 280"/>
                      <a:gd name="T57" fmla="*/ 2147483646 h 308"/>
                      <a:gd name="T58" fmla="*/ 2147483646 w 280"/>
                      <a:gd name="T59" fmla="*/ 2147483646 h 308"/>
                      <a:gd name="T60" fmla="*/ 2147483646 w 280"/>
                      <a:gd name="T61" fmla="*/ 2147483646 h 308"/>
                      <a:gd name="T62" fmla="*/ 2147483646 w 280"/>
                      <a:gd name="T63" fmla="*/ 2147483646 h 308"/>
                      <a:gd name="T64" fmla="*/ 2147483646 w 280"/>
                      <a:gd name="T65" fmla="*/ 2147483646 h 308"/>
                      <a:gd name="T66" fmla="*/ 2147483646 w 280"/>
                      <a:gd name="T67" fmla="*/ 2147483646 h 308"/>
                      <a:gd name="T68" fmla="*/ 2147483646 w 280"/>
                      <a:gd name="T69" fmla="*/ 2147483646 h 308"/>
                      <a:gd name="T70" fmla="*/ 2147483646 w 280"/>
                      <a:gd name="T71" fmla="*/ 2147483646 h 308"/>
                      <a:gd name="T72" fmla="*/ 2147483646 w 280"/>
                      <a:gd name="T73" fmla="*/ 2147483646 h 308"/>
                      <a:gd name="T74" fmla="*/ 2147483646 w 280"/>
                      <a:gd name="T75" fmla="*/ 2147483646 h 308"/>
                      <a:gd name="T76" fmla="*/ 2147483646 w 280"/>
                      <a:gd name="T77" fmla="*/ 2147483646 h 308"/>
                      <a:gd name="T78" fmla="*/ 2147483646 w 280"/>
                      <a:gd name="T79" fmla="*/ 2147483646 h 308"/>
                      <a:gd name="T80" fmla="*/ 2147483646 w 280"/>
                      <a:gd name="T81" fmla="*/ 2147483646 h 308"/>
                      <a:gd name="T82" fmla="*/ 2147483646 w 280"/>
                      <a:gd name="T83" fmla="*/ 2147483646 h 308"/>
                      <a:gd name="T84" fmla="*/ 2147483646 w 280"/>
                      <a:gd name="T85" fmla="*/ 2147483646 h 308"/>
                      <a:gd name="T86" fmla="*/ 2147483646 w 280"/>
                      <a:gd name="T87" fmla="*/ 2147483646 h 308"/>
                      <a:gd name="T88" fmla="*/ 2147483646 w 280"/>
                      <a:gd name="T89" fmla="*/ 2147483646 h 308"/>
                      <a:gd name="T90" fmla="*/ 2147483646 w 280"/>
                      <a:gd name="T91" fmla="*/ 2147483646 h 308"/>
                      <a:gd name="T92" fmla="*/ 2147483646 w 280"/>
                      <a:gd name="T93" fmla="*/ 2147483646 h 30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0" h="308">
                        <a:moveTo>
                          <a:pt x="240" y="112"/>
                        </a:moveTo>
                        <a:cubicBezTo>
                          <a:pt x="220" y="112"/>
                          <a:pt x="203" y="127"/>
                          <a:pt x="200" y="146"/>
                        </a:cubicBezTo>
                        <a:cubicBezTo>
                          <a:pt x="160" y="146"/>
                          <a:pt x="160" y="146"/>
                          <a:pt x="160" y="146"/>
                        </a:cubicBezTo>
                        <a:cubicBezTo>
                          <a:pt x="157" y="120"/>
                          <a:pt x="135" y="100"/>
                          <a:pt x="108" y="100"/>
                        </a:cubicBezTo>
                        <a:cubicBezTo>
                          <a:pt x="99" y="100"/>
                          <a:pt x="91" y="102"/>
                          <a:pt x="83" y="106"/>
                        </a:cubicBezTo>
                        <a:cubicBezTo>
                          <a:pt x="63" y="72"/>
                          <a:pt x="63" y="72"/>
                          <a:pt x="63" y="72"/>
                        </a:cubicBezTo>
                        <a:cubicBezTo>
                          <a:pt x="73" y="65"/>
                          <a:pt x="80" y="53"/>
                          <a:pt x="80" y="40"/>
                        </a:cubicBezTo>
                        <a:cubicBezTo>
                          <a:pt x="80" y="18"/>
                          <a:pt x="62" y="0"/>
                          <a:pt x="40" y="0"/>
                        </a:cubicBezTo>
                        <a:cubicBezTo>
                          <a:pt x="18" y="0"/>
                          <a:pt x="0" y="18"/>
                          <a:pt x="0" y="40"/>
                        </a:cubicBezTo>
                        <a:cubicBezTo>
                          <a:pt x="0" y="62"/>
                          <a:pt x="18" y="80"/>
                          <a:pt x="40" y="80"/>
                        </a:cubicBezTo>
                        <a:cubicBezTo>
                          <a:pt x="44" y="80"/>
                          <a:pt x="49" y="79"/>
                          <a:pt x="53" y="78"/>
                        </a:cubicBezTo>
                        <a:cubicBezTo>
                          <a:pt x="74" y="113"/>
                          <a:pt x="74" y="113"/>
                          <a:pt x="74" y="113"/>
                        </a:cubicBezTo>
                        <a:cubicBezTo>
                          <a:pt x="63" y="123"/>
                          <a:pt x="56" y="136"/>
                          <a:pt x="56" y="152"/>
                        </a:cubicBezTo>
                        <a:cubicBezTo>
                          <a:pt x="56" y="170"/>
                          <a:pt x="65" y="185"/>
                          <a:pt x="78" y="194"/>
                        </a:cubicBezTo>
                        <a:cubicBezTo>
                          <a:pt x="57" y="230"/>
                          <a:pt x="57" y="230"/>
                          <a:pt x="57" y="230"/>
                        </a:cubicBezTo>
                        <a:cubicBezTo>
                          <a:pt x="53" y="229"/>
                          <a:pt x="48" y="228"/>
                          <a:pt x="44" y="228"/>
                        </a:cubicBezTo>
                        <a:cubicBezTo>
                          <a:pt x="22" y="228"/>
                          <a:pt x="4" y="246"/>
                          <a:pt x="4" y="268"/>
                        </a:cubicBezTo>
                        <a:cubicBezTo>
                          <a:pt x="4" y="290"/>
                          <a:pt x="22" y="308"/>
                          <a:pt x="44" y="308"/>
                        </a:cubicBezTo>
                        <a:cubicBezTo>
                          <a:pt x="66" y="308"/>
                          <a:pt x="84" y="290"/>
                          <a:pt x="84" y="268"/>
                        </a:cubicBezTo>
                        <a:cubicBezTo>
                          <a:pt x="84" y="255"/>
                          <a:pt x="77" y="243"/>
                          <a:pt x="67" y="236"/>
                        </a:cubicBezTo>
                        <a:cubicBezTo>
                          <a:pt x="88" y="200"/>
                          <a:pt x="88" y="200"/>
                          <a:pt x="88" y="200"/>
                        </a:cubicBezTo>
                        <a:cubicBezTo>
                          <a:pt x="95" y="203"/>
                          <a:pt x="101" y="204"/>
                          <a:pt x="108" y="204"/>
                        </a:cubicBezTo>
                        <a:cubicBezTo>
                          <a:pt x="135" y="204"/>
                          <a:pt x="157" y="184"/>
                          <a:pt x="160" y="158"/>
                        </a:cubicBezTo>
                        <a:cubicBezTo>
                          <a:pt x="200" y="158"/>
                          <a:pt x="200" y="158"/>
                          <a:pt x="200" y="158"/>
                        </a:cubicBezTo>
                        <a:cubicBezTo>
                          <a:pt x="203" y="177"/>
                          <a:pt x="220" y="192"/>
                          <a:pt x="240" y="192"/>
                        </a:cubicBezTo>
                        <a:cubicBezTo>
                          <a:pt x="262" y="192"/>
                          <a:pt x="280" y="174"/>
                          <a:pt x="280" y="152"/>
                        </a:cubicBezTo>
                        <a:cubicBezTo>
                          <a:pt x="280" y="130"/>
                          <a:pt x="262" y="112"/>
                          <a:pt x="240" y="112"/>
                        </a:cubicBezTo>
                        <a:close/>
                        <a:moveTo>
                          <a:pt x="40" y="68"/>
                        </a:moveTo>
                        <a:cubicBezTo>
                          <a:pt x="25" y="68"/>
                          <a:pt x="12" y="55"/>
                          <a:pt x="12" y="40"/>
                        </a:cubicBezTo>
                        <a:cubicBezTo>
                          <a:pt x="12" y="25"/>
                          <a:pt x="25" y="12"/>
                          <a:pt x="40" y="12"/>
                        </a:cubicBezTo>
                        <a:cubicBezTo>
                          <a:pt x="55" y="12"/>
                          <a:pt x="68" y="25"/>
                          <a:pt x="68" y="40"/>
                        </a:cubicBezTo>
                        <a:cubicBezTo>
                          <a:pt x="68" y="55"/>
                          <a:pt x="55" y="68"/>
                          <a:pt x="40" y="68"/>
                        </a:cubicBezTo>
                        <a:close/>
                        <a:moveTo>
                          <a:pt x="72" y="268"/>
                        </a:moveTo>
                        <a:cubicBezTo>
                          <a:pt x="72" y="283"/>
                          <a:pt x="59" y="296"/>
                          <a:pt x="44" y="296"/>
                        </a:cubicBezTo>
                        <a:cubicBezTo>
                          <a:pt x="29" y="296"/>
                          <a:pt x="16" y="283"/>
                          <a:pt x="16" y="268"/>
                        </a:cubicBezTo>
                        <a:cubicBezTo>
                          <a:pt x="16" y="253"/>
                          <a:pt x="29" y="240"/>
                          <a:pt x="44" y="240"/>
                        </a:cubicBezTo>
                        <a:cubicBezTo>
                          <a:pt x="59" y="240"/>
                          <a:pt x="72" y="253"/>
                          <a:pt x="72" y="268"/>
                        </a:cubicBezTo>
                        <a:close/>
                        <a:moveTo>
                          <a:pt x="108" y="192"/>
                        </a:moveTo>
                        <a:cubicBezTo>
                          <a:pt x="86" y="192"/>
                          <a:pt x="68" y="174"/>
                          <a:pt x="68" y="152"/>
                        </a:cubicBezTo>
                        <a:cubicBezTo>
                          <a:pt x="68" y="130"/>
                          <a:pt x="86" y="112"/>
                          <a:pt x="108" y="112"/>
                        </a:cubicBezTo>
                        <a:cubicBezTo>
                          <a:pt x="130" y="112"/>
                          <a:pt x="148" y="130"/>
                          <a:pt x="148" y="152"/>
                        </a:cubicBezTo>
                        <a:cubicBezTo>
                          <a:pt x="148" y="174"/>
                          <a:pt x="130" y="192"/>
                          <a:pt x="108" y="192"/>
                        </a:cubicBezTo>
                        <a:close/>
                        <a:moveTo>
                          <a:pt x="240" y="180"/>
                        </a:moveTo>
                        <a:cubicBezTo>
                          <a:pt x="225" y="180"/>
                          <a:pt x="212" y="167"/>
                          <a:pt x="212" y="152"/>
                        </a:cubicBezTo>
                        <a:cubicBezTo>
                          <a:pt x="212" y="137"/>
                          <a:pt x="225" y="124"/>
                          <a:pt x="240" y="124"/>
                        </a:cubicBezTo>
                        <a:cubicBezTo>
                          <a:pt x="255" y="124"/>
                          <a:pt x="268" y="137"/>
                          <a:pt x="268" y="152"/>
                        </a:cubicBezTo>
                        <a:cubicBezTo>
                          <a:pt x="268" y="167"/>
                          <a:pt x="255" y="180"/>
                          <a:pt x="240" y="180"/>
                        </a:cubicBezTo>
                        <a:close/>
                      </a:path>
                    </a:pathLst>
                  </a:custGeom>
                  <a:solidFill>
                    <a:srgbClr val="E6852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5" name="Freeform 208">
                    <a:extLst>
                      <a:ext uri="{FF2B5EF4-FFF2-40B4-BE49-F238E27FC236}">
                        <a16:creationId xmlns:a16="http://schemas.microsoft.com/office/drawing/2014/main" id="{45EBA0F5-522D-45C9-B332-AF9B8712C35D}"/>
                      </a:ext>
                    </a:extLst>
                  </p:cNvPr>
                  <p:cNvSpPr>
                    <a:spLocks noEditPoints="1"/>
                  </p:cNvSpPr>
                  <p:nvPr/>
                </p:nvSpPr>
                <p:spPr bwMode="auto">
                  <a:xfrm>
                    <a:off x="4606398" y="5699560"/>
                    <a:ext cx="46243" cy="107901"/>
                  </a:xfrm>
                  <a:custGeom>
                    <a:avLst/>
                    <a:gdLst>
                      <a:gd name="T0" fmla="*/ 2147483646 w 48"/>
                      <a:gd name="T1" fmla="*/ 0 h 112"/>
                      <a:gd name="T2" fmla="*/ 0 w 48"/>
                      <a:gd name="T3" fmla="*/ 2147483646 h 112"/>
                      <a:gd name="T4" fmla="*/ 0 w 48"/>
                      <a:gd name="T5" fmla="*/ 2147483646 h 112"/>
                      <a:gd name="T6" fmla="*/ 2147483646 w 48"/>
                      <a:gd name="T7" fmla="*/ 2147483646 h 112"/>
                      <a:gd name="T8" fmla="*/ 2147483646 w 48"/>
                      <a:gd name="T9" fmla="*/ 2147483646 h 112"/>
                      <a:gd name="T10" fmla="*/ 2147483646 w 48"/>
                      <a:gd name="T11" fmla="*/ 2147483646 h 112"/>
                      <a:gd name="T12" fmla="*/ 2147483646 w 48"/>
                      <a:gd name="T13" fmla="*/ 2147483646 h 112"/>
                      <a:gd name="T14" fmla="*/ 2147483646 w 48"/>
                      <a:gd name="T15" fmla="*/ 0 h 112"/>
                      <a:gd name="T16" fmla="*/ 2147483646 w 48"/>
                      <a:gd name="T17" fmla="*/ 0 h 112"/>
                      <a:gd name="T18" fmla="*/ 2147483646 w 48"/>
                      <a:gd name="T19" fmla="*/ 2147483646 h 112"/>
                      <a:gd name="T20" fmla="*/ 2147483646 w 48"/>
                      <a:gd name="T21" fmla="*/ 2147483646 h 112"/>
                      <a:gd name="T22" fmla="*/ 2147483646 w 48"/>
                      <a:gd name="T23" fmla="*/ 2147483646 h 112"/>
                      <a:gd name="T24" fmla="*/ 2147483646 w 48"/>
                      <a:gd name="T25" fmla="*/ 2147483646 h 112"/>
                      <a:gd name="T26" fmla="*/ 2147483646 w 48"/>
                      <a:gd name="T27" fmla="*/ 2147483646 h 112"/>
                      <a:gd name="T28" fmla="*/ 2147483646 w 48"/>
                      <a:gd name="T29" fmla="*/ 2147483646 h 112"/>
                      <a:gd name="T30" fmla="*/ 2147483646 w 48"/>
                      <a:gd name="T31" fmla="*/ 2147483646 h 112"/>
                      <a:gd name="T32" fmla="*/ 2147483646 w 48"/>
                      <a:gd name="T33" fmla="*/ 2147483646 h 112"/>
                      <a:gd name="T34" fmla="*/ 2147483646 w 48"/>
                      <a:gd name="T35" fmla="*/ 2147483646 h 112"/>
                      <a:gd name="T36" fmla="*/ 2147483646 w 48"/>
                      <a:gd name="T37" fmla="*/ 2147483646 h 11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112">
                        <a:moveTo>
                          <a:pt x="10" y="0"/>
                        </a:moveTo>
                        <a:cubicBezTo>
                          <a:pt x="4" y="0"/>
                          <a:pt x="0" y="4"/>
                          <a:pt x="0" y="10"/>
                        </a:cubicBezTo>
                        <a:cubicBezTo>
                          <a:pt x="0" y="102"/>
                          <a:pt x="0" y="102"/>
                          <a:pt x="0" y="102"/>
                        </a:cubicBezTo>
                        <a:cubicBezTo>
                          <a:pt x="0" y="108"/>
                          <a:pt x="4" y="112"/>
                          <a:pt x="10" y="112"/>
                        </a:cubicBezTo>
                        <a:cubicBezTo>
                          <a:pt x="38" y="112"/>
                          <a:pt x="38" y="112"/>
                          <a:pt x="38" y="112"/>
                        </a:cubicBezTo>
                        <a:cubicBezTo>
                          <a:pt x="44" y="112"/>
                          <a:pt x="48" y="108"/>
                          <a:pt x="48" y="102"/>
                        </a:cubicBezTo>
                        <a:cubicBezTo>
                          <a:pt x="48" y="10"/>
                          <a:pt x="48" y="10"/>
                          <a:pt x="48" y="10"/>
                        </a:cubicBezTo>
                        <a:cubicBezTo>
                          <a:pt x="48" y="4"/>
                          <a:pt x="44" y="0"/>
                          <a:pt x="38" y="0"/>
                        </a:cubicBezTo>
                        <a:lnTo>
                          <a:pt x="10" y="0"/>
                        </a:lnTo>
                        <a:close/>
                        <a:moveTo>
                          <a:pt x="36" y="100"/>
                        </a:moveTo>
                        <a:cubicBezTo>
                          <a:pt x="12" y="100"/>
                          <a:pt x="12" y="100"/>
                          <a:pt x="12" y="100"/>
                        </a:cubicBezTo>
                        <a:cubicBezTo>
                          <a:pt x="12" y="64"/>
                          <a:pt x="12" y="64"/>
                          <a:pt x="12" y="64"/>
                        </a:cubicBezTo>
                        <a:cubicBezTo>
                          <a:pt x="36" y="64"/>
                          <a:pt x="36" y="64"/>
                          <a:pt x="36" y="64"/>
                        </a:cubicBezTo>
                        <a:lnTo>
                          <a:pt x="36" y="100"/>
                        </a:lnTo>
                        <a:close/>
                        <a:moveTo>
                          <a:pt x="36" y="52"/>
                        </a:moveTo>
                        <a:cubicBezTo>
                          <a:pt x="12" y="52"/>
                          <a:pt x="12" y="52"/>
                          <a:pt x="12" y="52"/>
                        </a:cubicBezTo>
                        <a:cubicBezTo>
                          <a:pt x="12" y="12"/>
                          <a:pt x="12" y="12"/>
                          <a:pt x="12" y="12"/>
                        </a:cubicBezTo>
                        <a:cubicBezTo>
                          <a:pt x="36" y="12"/>
                          <a:pt x="36" y="12"/>
                          <a:pt x="36" y="12"/>
                        </a:cubicBezTo>
                        <a:lnTo>
                          <a:pt x="36" y="52"/>
                        </a:ln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6" name="Freeform 209">
                    <a:extLst>
                      <a:ext uri="{FF2B5EF4-FFF2-40B4-BE49-F238E27FC236}">
                        <a16:creationId xmlns:a16="http://schemas.microsoft.com/office/drawing/2014/main" id="{8A0973E6-696C-4F5E-BB66-91EE3A7C52DF}"/>
                      </a:ext>
                    </a:extLst>
                  </p:cNvPr>
                  <p:cNvSpPr>
                    <a:spLocks noEditPoints="1"/>
                  </p:cNvSpPr>
                  <p:nvPr/>
                </p:nvSpPr>
                <p:spPr bwMode="auto">
                  <a:xfrm>
                    <a:off x="4671909" y="5619598"/>
                    <a:ext cx="46243" cy="187863"/>
                  </a:xfrm>
                  <a:custGeom>
                    <a:avLst/>
                    <a:gdLst>
                      <a:gd name="T0" fmla="*/ 2147483646 w 48"/>
                      <a:gd name="T1" fmla="*/ 2147483646 h 196"/>
                      <a:gd name="T2" fmla="*/ 2147483646 w 48"/>
                      <a:gd name="T3" fmla="*/ 2147483646 h 196"/>
                      <a:gd name="T4" fmla="*/ 2147483646 w 48"/>
                      <a:gd name="T5" fmla="*/ 2147483646 h 196"/>
                      <a:gd name="T6" fmla="*/ 2147483646 w 48"/>
                      <a:gd name="T7" fmla="*/ 2147483646 h 196"/>
                      <a:gd name="T8" fmla="*/ 2147483646 w 48"/>
                      <a:gd name="T9" fmla="*/ 0 h 196"/>
                      <a:gd name="T10" fmla="*/ 2147483646 w 48"/>
                      <a:gd name="T11" fmla="*/ 0 h 196"/>
                      <a:gd name="T12" fmla="*/ 0 w 48"/>
                      <a:gd name="T13" fmla="*/ 2147483646 h 196"/>
                      <a:gd name="T14" fmla="*/ 0 w 48"/>
                      <a:gd name="T15" fmla="*/ 2147483646 h 196"/>
                      <a:gd name="T16" fmla="*/ 2147483646 w 48"/>
                      <a:gd name="T17" fmla="*/ 2147483646 h 196"/>
                      <a:gd name="T18" fmla="*/ 2147483646 w 48"/>
                      <a:gd name="T19" fmla="*/ 2147483646 h 196"/>
                      <a:gd name="T20" fmla="*/ 2147483646 w 48"/>
                      <a:gd name="T21" fmla="*/ 2147483646 h 196"/>
                      <a:gd name="T22" fmla="*/ 2147483646 w 48"/>
                      <a:gd name="T23" fmla="*/ 2147483646 h 196"/>
                      <a:gd name="T24" fmla="*/ 2147483646 w 48"/>
                      <a:gd name="T25" fmla="*/ 2147483646 h 196"/>
                      <a:gd name="T26" fmla="*/ 2147483646 w 48"/>
                      <a:gd name="T27" fmla="*/ 2147483646 h 196"/>
                      <a:gd name="T28" fmla="*/ 2147483646 w 48"/>
                      <a:gd name="T29" fmla="*/ 2147483646 h 196"/>
                      <a:gd name="T30" fmla="*/ 2147483646 w 48"/>
                      <a:gd name="T31" fmla="*/ 2147483646 h 196"/>
                      <a:gd name="T32" fmla="*/ 2147483646 w 48"/>
                      <a:gd name="T33" fmla="*/ 2147483646 h 196"/>
                      <a:gd name="T34" fmla="*/ 2147483646 w 48"/>
                      <a:gd name="T35" fmla="*/ 2147483646 h 196"/>
                      <a:gd name="T36" fmla="*/ 2147483646 w 48"/>
                      <a:gd name="T37" fmla="*/ 2147483646 h 19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196">
                        <a:moveTo>
                          <a:pt x="10" y="196"/>
                        </a:moveTo>
                        <a:cubicBezTo>
                          <a:pt x="38" y="196"/>
                          <a:pt x="38" y="196"/>
                          <a:pt x="38" y="196"/>
                        </a:cubicBezTo>
                        <a:cubicBezTo>
                          <a:pt x="44" y="196"/>
                          <a:pt x="48" y="192"/>
                          <a:pt x="48" y="186"/>
                        </a:cubicBezTo>
                        <a:cubicBezTo>
                          <a:pt x="48" y="10"/>
                          <a:pt x="48" y="10"/>
                          <a:pt x="48" y="10"/>
                        </a:cubicBezTo>
                        <a:cubicBezTo>
                          <a:pt x="48" y="4"/>
                          <a:pt x="44" y="0"/>
                          <a:pt x="38" y="0"/>
                        </a:cubicBezTo>
                        <a:cubicBezTo>
                          <a:pt x="10" y="0"/>
                          <a:pt x="10" y="0"/>
                          <a:pt x="10" y="0"/>
                        </a:cubicBezTo>
                        <a:cubicBezTo>
                          <a:pt x="4" y="0"/>
                          <a:pt x="0" y="4"/>
                          <a:pt x="0" y="10"/>
                        </a:cubicBezTo>
                        <a:cubicBezTo>
                          <a:pt x="0" y="186"/>
                          <a:pt x="0" y="186"/>
                          <a:pt x="0" y="186"/>
                        </a:cubicBezTo>
                        <a:cubicBezTo>
                          <a:pt x="0" y="192"/>
                          <a:pt x="4" y="196"/>
                          <a:pt x="10" y="196"/>
                        </a:cubicBezTo>
                        <a:close/>
                        <a:moveTo>
                          <a:pt x="12" y="12"/>
                        </a:moveTo>
                        <a:cubicBezTo>
                          <a:pt x="36" y="12"/>
                          <a:pt x="36" y="12"/>
                          <a:pt x="36" y="12"/>
                        </a:cubicBezTo>
                        <a:cubicBezTo>
                          <a:pt x="36" y="52"/>
                          <a:pt x="36" y="52"/>
                          <a:pt x="36" y="52"/>
                        </a:cubicBezTo>
                        <a:cubicBezTo>
                          <a:pt x="12" y="52"/>
                          <a:pt x="12" y="52"/>
                          <a:pt x="12" y="52"/>
                        </a:cubicBezTo>
                        <a:lnTo>
                          <a:pt x="12" y="12"/>
                        </a:lnTo>
                        <a:close/>
                        <a:moveTo>
                          <a:pt x="12" y="64"/>
                        </a:moveTo>
                        <a:cubicBezTo>
                          <a:pt x="36" y="64"/>
                          <a:pt x="36" y="64"/>
                          <a:pt x="36" y="64"/>
                        </a:cubicBezTo>
                        <a:cubicBezTo>
                          <a:pt x="36" y="184"/>
                          <a:pt x="36" y="184"/>
                          <a:pt x="36" y="184"/>
                        </a:cubicBezTo>
                        <a:cubicBezTo>
                          <a:pt x="12" y="184"/>
                          <a:pt x="12" y="184"/>
                          <a:pt x="12" y="184"/>
                        </a:cubicBezTo>
                        <a:lnTo>
                          <a:pt x="12" y="64"/>
                        </a:ln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7" name="Freeform 210">
                    <a:extLst>
                      <a:ext uri="{FF2B5EF4-FFF2-40B4-BE49-F238E27FC236}">
                        <a16:creationId xmlns:a16="http://schemas.microsoft.com/office/drawing/2014/main" id="{D00BA017-D25C-4BC0-87D4-AEA8AB0F6DB3}"/>
                      </a:ext>
                    </a:extLst>
                  </p:cNvPr>
                  <p:cNvSpPr>
                    <a:spLocks noEditPoints="1"/>
                  </p:cNvSpPr>
                  <p:nvPr/>
                </p:nvSpPr>
                <p:spPr bwMode="auto">
                  <a:xfrm>
                    <a:off x="4737421" y="5672585"/>
                    <a:ext cx="45280" cy="134876"/>
                  </a:xfrm>
                  <a:custGeom>
                    <a:avLst/>
                    <a:gdLst>
                      <a:gd name="T0" fmla="*/ 2147483646 w 48"/>
                      <a:gd name="T1" fmla="*/ 0 h 140"/>
                      <a:gd name="T2" fmla="*/ 0 w 48"/>
                      <a:gd name="T3" fmla="*/ 2147483646 h 140"/>
                      <a:gd name="T4" fmla="*/ 0 w 48"/>
                      <a:gd name="T5" fmla="*/ 2147483646 h 140"/>
                      <a:gd name="T6" fmla="*/ 2147483646 w 48"/>
                      <a:gd name="T7" fmla="*/ 2147483646 h 140"/>
                      <a:gd name="T8" fmla="*/ 2147483646 w 48"/>
                      <a:gd name="T9" fmla="*/ 2147483646 h 140"/>
                      <a:gd name="T10" fmla="*/ 2147483646 w 48"/>
                      <a:gd name="T11" fmla="*/ 2147483646 h 140"/>
                      <a:gd name="T12" fmla="*/ 2147483646 w 48"/>
                      <a:gd name="T13" fmla="*/ 2147483646 h 140"/>
                      <a:gd name="T14" fmla="*/ 2147483646 w 48"/>
                      <a:gd name="T15" fmla="*/ 0 h 140"/>
                      <a:gd name="T16" fmla="*/ 2147483646 w 48"/>
                      <a:gd name="T17" fmla="*/ 0 h 140"/>
                      <a:gd name="T18" fmla="*/ 2147483646 w 48"/>
                      <a:gd name="T19" fmla="*/ 2147483646 h 140"/>
                      <a:gd name="T20" fmla="*/ 2147483646 w 48"/>
                      <a:gd name="T21" fmla="*/ 2147483646 h 140"/>
                      <a:gd name="T22" fmla="*/ 2147483646 w 48"/>
                      <a:gd name="T23" fmla="*/ 2147483646 h 140"/>
                      <a:gd name="T24" fmla="*/ 2147483646 w 48"/>
                      <a:gd name="T25" fmla="*/ 2147483646 h 140"/>
                      <a:gd name="T26" fmla="*/ 2147483646 w 48"/>
                      <a:gd name="T27" fmla="*/ 2147483646 h 140"/>
                      <a:gd name="T28" fmla="*/ 2147483646 w 48"/>
                      <a:gd name="T29" fmla="*/ 2147483646 h 140"/>
                      <a:gd name="T30" fmla="*/ 2147483646 w 48"/>
                      <a:gd name="T31" fmla="*/ 2147483646 h 140"/>
                      <a:gd name="T32" fmla="*/ 2147483646 w 48"/>
                      <a:gd name="T33" fmla="*/ 2147483646 h 140"/>
                      <a:gd name="T34" fmla="*/ 2147483646 w 48"/>
                      <a:gd name="T35" fmla="*/ 2147483646 h 140"/>
                      <a:gd name="T36" fmla="*/ 2147483646 w 48"/>
                      <a:gd name="T37" fmla="*/ 2147483646 h 1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140">
                        <a:moveTo>
                          <a:pt x="10" y="0"/>
                        </a:moveTo>
                        <a:cubicBezTo>
                          <a:pt x="4" y="0"/>
                          <a:pt x="0" y="4"/>
                          <a:pt x="0" y="10"/>
                        </a:cubicBezTo>
                        <a:cubicBezTo>
                          <a:pt x="0" y="130"/>
                          <a:pt x="0" y="130"/>
                          <a:pt x="0" y="130"/>
                        </a:cubicBezTo>
                        <a:cubicBezTo>
                          <a:pt x="0" y="136"/>
                          <a:pt x="4" y="140"/>
                          <a:pt x="10" y="140"/>
                        </a:cubicBezTo>
                        <a:cubicBezTo>
                          <a:pt x="38" y="140"/>
                          <a:pt x="38" y="140"/>
                          <a:pt x="38" y="140"/>
                        </a:cubicBezTo>
                        <a:cubicBezTo>
                          <a:pt x="44" y="140"/>
                          <a:pt x="48" y="136"/>
                          <a:pt x="48" y="130"/>
                        </a:cubicBezTo>
                        <a:cubicBezTo>
                          <a:pt x="48" y="10"/>
                          <a:pt x="48" y="10"/>
                          <a:pt x="48" y="10"/>
                        </a:cubicBezTo>
                        <a:cubicBezTo>
                          <a:pt x="48" y="4"/>
                          <a:pt x="44" y="0"/>
                          <a:pt x="38" y="0"/>
                        </a:cubicBezTo>
                        <a:lnTo>
                          <a:pt x="10" y="0"/>
                        </a:lnTo>
                        <a:close/>
                        <a:moveTo>
                          <a:pt x="36" y="128"/>
                        </a:moveTo>
                        <a:cubicBezTo>
                          <a:pt x="12" y="128"/>
                          <a:pt x="12" y="128"/>
                          <a:pt x="12" y="128"/>
                        </a:cubicBezTo>
                        <a:cubicBezTo>
                          <a:pt x="12" y="64"/>
                          <a:pt x="12" y="64"/>
                          <a:pt x="12" y="64"/>
                        </a:cubicBezTo>
                        <a:cubicBezTo>
                          <a:pt x="36" y="64"/>
                          <a:pt x="36" y="64"/>
                          <a:pt x="36" y="64"/>
                        </a:cubicBezTo>
                        <a:lnTo>
                          <a:pt x="36" y="128"/>
                        </a:lnTo>
                        <a:close/>
                        <a:moveTo>
                          <a:pt x="36" y="52"/>
                        </a:moveTo>
                        <a:cubicBezTo>
                          <a:pt x="12" y="52"/>
                          <a:pt x="12" y="52"/>
                          <a:pt x="12" y="52"/>
                        </a:cubicBezTo>
                        <a:cubicBezTo>
                          <a:pt x="12" y="12"/>
                          <a:pt x="12" y="12"/>
                          <a:pt x="12" y="12"/>
                        </a:cubicBezTo>
                        <a:cubicBezTo>
                          <a:pt x="36" y="12"/>
                          <a:pt x="36" y="12"/>
                          <a:pt x="36" y="12"/>
                        </a:cubicBezTo>
                        <a:lnTo>
                          <a:pt x="36" y="52"/>
                        </a:ln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8" name="Freeform 211">
                    <a:extLst>
                      <a:ext uri="{FF2B5EF4-FFF2-40B4-BE49-F238E27FC236}">
                        <a16:creationId xmlns:a16="http://schemas.microsoft.com/office/drawing/2014/main" id="{D5AE7BD9-0864-490D-B5C1-96C7636CDF1C}"/>
                      </a:ext>
                    </a:extLst>
                  </p:cNvPr>
                  <p:cNvSpPr>
                    <a:spLocks noEditPoints="1"/>
                  </p:cNvSpPr>
                  <p:nvPr/>
                </p:nvSpPr>
                <p:spPr bwMode="auto">
                  <a:xfrm>
                    <a:off x="4801968" y="5554086"/>
                    <a:ext cx="46243" cy="253375"/>
                  </a:xfrm>
                  <a:custGeom>
                    <a:avLst/>
                    <a:gdLst>
                      <a:gd name="T0" fmla="*/ 2147483646 w 48"/>
                      <a:gd name="T1" fmla="*/ 2147483646 h 264"/>
                      <a:gd name="T2" fmla="*/ 2147483646 w 48"/>
                      <a:gd name="T3" fmla="*/ 2147483646 h 264"/>
                      <a:gd name="T4" fmla="*/ 2147483646 w 48"/>
                      <a:gd name="T5" fmla="*/ 2147483646 h 264"/>
                      <a:gd name="T6" fmla="*/ 2147483646 w 48"/>
                      <a:gd name="T7" fmla="*/ 2147483646 h 264"/>
                      <a:gd name="T8" fmla="*/ 2147483646 w 48"/>
                      <a:gd name="T9" fmla="*/ 0 h 264"/>
                      <a:gd name="T10" fmla="*/ 2147483646 w 48"/>
                      <a:gd name="T11" fmla="*/ 0 h 264"/>
                      <a:gd name="T12" fmla="*/ 0 w 48"/>
                      <a:gd name="T13" fmla="*/ 2147483646 h 264"/>
                      <a:gd name="T14" fmla="*/ 0 w 48"/>
                      <a:gd name="T15" fmla="*/ 2147483646 h 264"/>
                      <a:gd name="T16" fmla="*/ 2147483646 w 48"/>
                      <a:gd name="T17" fmla="*/ 2147483646 h 264"/>
                      <a:gd name="T18" fmla="*/ 2147483646 w 48"/>
                      <a:gd name="T19" fmla="*/ 2147483646 h 264"/>
                      <a:gd name="T20" fmla="*/ 2147483646 w 48"/>
                      <a:gd name="T21" fmla="*/ 2147483646 h 264"/>
                      <a:gd name="T22" fmla="*/ 2147483646 w 48"/>
                      <a:gd name="T23" fmla="*/ 2147483646 h 264"/>
                      <a:gd name="T24" fmla="*/ 2147483646 w 48"/>
                      <a:gd name="T25" fmla="*/ 2147483646 h 264"/>
                      <a:gd name="T26" fmla="*/ 2147483646 w 48"/>
                      <a:gd name="T27" fmla="*/ 2147483646 h 264"/>
                      <a:gd name="T28" fmla="*/ 2147483646 w 48"/>
                      <a:gd name="T29" fmla="*/ 2147483646 h 264"/>
                      <a:gd name="T30" fmla="*/ 2147483646 w 48"/>
                      <a:gd name="T31" fmla="*/ 2147483646 h 264"/>
                      <a:gd name="T32" fmla="*/ 2147483646 w 48"/>
                      <a:gd name="T33" fmla="*/ 2147483646 h 264"/>
                      <a:gd name="T34" fmla="*/ 2147483646 w 48"/>
                      <a:gd name="T35" fmla="*/ 2147483646 h 264"/>
                      <a:gd name="T36" fmla="*/ 2147483646 w 48"/>
                      <a:gd name="T37" fmla="*/ 2147483646 h 2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264">
                        <a:moveTo>
                          <a:pt x="10" y="264"/>
                        </a:moveTo>
                        <a:cubicBezTo>
                          <a:pt x="38" y="264"/>
                          <a:pt x="38" y="264"/>
                          <a:pt x="38" y="264"/>
                        </a:cubicBezTo>
                        <a:cubicBezTo>
                          <a:pt x="44" y="264"/>
                          <a:pt x="48" y="260"/>
                          <a:pt x="48" y="254"/>
                        </a:cubicBezTo>
                        <a:cubicBezTo>
                          <a:pt x="48" y="10"/>
                          <a:pt x="48" y="10"/>
                          <a:pt x="48" y="10"/>
                        </a:cubicBezTo>
                        <a:cubicBezTo>
                          <a:pt x="48" y="4"/>
                          <a:pt x="44" y="0"/>
                          <a:pt x="38" y="0"/>
                        </a:cubicBezTo>
                        <a:cubicBezTo>
                          <a:pt x="10" y="0"/>
                          <a:pt x="10" y="0"/>
                          <a:pt x="10" y="0"/>
                        </a:cubicBezTo>
                        <a:cubicBezTo>
                          <a:pt x="4" y="0"/>
                          <a:pt x="0" y="4"/>
                          <a:pt x="0" y="10"/>
                        </a:cubicBezTo>
                        <a:cubicBezTo>
                          <a:pt x="0" y="254"/>
                          <a:pt x="0" y="254"/>
                          <a:pt x="0" y="254"/>
                        </a:cubicBezTo>
                        <a:cubicBezTo>
                          <a:pt x="0" y="260"/>
                          <a:pt x="4" y="264"/>
                          <a:pt x="10" y="264"/>
                        </a:cubicBezTo>
                        <a:close/>
                        <a:moveTo>
                          <a:pt x="12" y="12"/>
                        </a:moveTo>
                        <a:cubicBezTo>
                          <a:pt x="36" y="12"/>
                          <a:pt x="36" y="12"/>
                          <a:pt x="36" y="12"/>
                        </a:cubicBezTo>
                        <a:cubicBezTo>
                          <a:pt x="36" y="52"/>
                          <a:pt x="36" y="52"/>
                          <a:pt x="36" y="52"/>
                        </a:cubicBezTo>
                        <a:cubicBezTo>
                          <a:pt x="12" y="52"/>
                          <a:pt x="12" y="52"/>
                          <a:pt x="12" y="52"/>
                        </a:cubicBezTo>
                        <a:lnTo>
                          <a:pt x="12" y="12"/>
                        </a:lnTo>
                        <a:close/>
                        <a:moveTo>
                          <a:pt x="12" y="64"/>
                        </a:moveTo>
                        <a:cubicBezTo>
                          <a:pt x="36" y="64"/>
                          <a:pt x="36" y="64"/>
                          <a:pt x="36" y="64"/>
                        </a:cubicBezTo>
                        <a:cubicBezTo>
                          <a:pt x="36" y="252"/>
                          <a:pt x="36" y="252"/>
                          <a:pt x="36" y="252"/>
                        </a:cubicBezTo>
                        <a:cubicBezTo>
                          <a:pt x="12" y="252"/>
                          <a:pt x="12" y="252"/>
                          <a:pt x="12" y="252"/>
                        </a:cubicBezTo>
                        <a:lnTo>
                          <a:pt x="12" y="64"/>
                        </a:ln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89" name="Freeform 212">
                    <a:extLst>
                      <a:ext uri="{FF2B5EF4-FFF2-40B4-BE49-F238E27FC236}">
                        <a16:creationId xmlns:a16="http://schemas.microsoft.com/office/drawing/2014/main" id="{BFB64EEC-7E23-4FC1-ADFF-21A028633DD4}"/>
                      </a:ext>
                    </a:extLst>
                  </p:cNvPr>
                  <p:cNvSpPr>
                    <a:spLocks noEditPoints="1"/>
                  </p:cNvSpPr>
                  <p:nvPr/>
                </p:nvSpPr>
                <p:spPr bwMode="auto">
                  <a:xfrm>
                    <a:off x="4867480" y="5703414"/>
                    <a:ext cx="46243" cy="104047"/>
                  </a:xfrm>
                  <a:custGeom>
                    <a:avLst/>
                    <a:gdLst>
                      <a:gd name="T0" fmla="*/ 2147483646 w 48"/>
                      <a:gd name="T1" fmla="*/ 2147483646 h 108"/>
                      <a:gd name="T2" fmla="*/ 2147483646 w 48"/>
                      <a:gd name="T3" fmla="*/ 2147483646 h 108"/>
                      <a:gd name="T4" fmla="*/ 2147483646 w 48"/>
                      <a:gd name="T5" fmla="*/ 2147483646 h 108"/>
                      <a:gd name="T6" fmla="*/ 2147483646 w 48"/>
                      <a:gd name="T7" fmla="*/ 2147483646 h 108"/>
                      <a:gd name="T8" fmla="*/ 2147483646 w 48"/>
                      <a:gd name="T9" fmla="*/ 0 h 108"/>
                      <a:gd name="T10" fmla="*/ 2147483646 w 48"/>
                      <a:gd name="T11" fmla="*/ 0 h 108"/>
                      <a:gd name="T12" fmla="*/ 0 w 48"/>
                      <a:gd name="T13" fmla="*/ 2147483646 h 108"/>
                      <a:gd name="T14" fmla="*/ 0 w 48"/>
                      <a:gd name="T15" fmla="*/ 2147483646 h 108"/>
                      <a:gd name="T16" fmla="*/ 2147483646 w 48"/>
                      <a:gd name="T17" fmla="*/ 2147483646 h 108"/>
                      <a:gd name="T18" fmla="*/ 2147483646 w 48"/>
                      <a:gd name="T19" fmla="*/ 2147483646 h 108"/>
                      <a:gd name="T20" fmla="*/ 2147483646 w 48"/>
                      <a:gd name="T21" fmla="*/ 2147483646 h 108"/>
                      <a:gd name="T22" fmla="*/ 2147483646 w 48"/>
                      <a:gd name="T23" fmla="*/ 2147483646 h 108"/>
                      <a:gd name="T24" fmla="*/ 2147483646 w 48"/>
                      <a:gd name="T25" fmla="*/ 2147483646 h 108"/>
                      <a:gd name="T26" fmla="*/ 2147483646 w 48"/>
                      <a:gd name="T27" fmla="*/ 2147483646 h 108"/>
                      <a:gd name="T28" fmla="*/ 2147483646 w 48"/>
                      <a:gd name="T29" fmla="*/ 2147483646 h 108"/>
                      <a:gd name="T30" fmla="*/ 2147483646 w 48"/>
                      <a:gd name="T31" fmla="*/ 2147483646 h 108"/>
                      <a:gd name="T32" fmla="*/ 2147483646 w 48"/>
                      <a:gd name="T33" fmla="*/ 2147483646 h 108"/>
                      <a:gd name="T34" fmla="*/ 2147483646 w 48"/>
                      <a:gd name="T35" fmla="*/ 2147483646 h 108"/>
                      <a:gd name="T36" fmla="*/ 2147483646 w 48"/>
                      <a:gd name="T37" fmla="*/ 2147483646 h 10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8" h="108">
                        <a:moveTo>
                          <a:pt x="10" y="108"/>
                        </a:moveTo>
                        <a:cubicBezTo>
                          <a:pt x="38" y="108"/>
                          <a:pt x="38" y="108"/>
                          <a:pt x="38" y="108"/>
                        </a:cubicBezTo>
                        <a:cubicBezTo>
                          <a:pt x="44" y="108"/>
                          <a:pt x="48" y="104"/>
                          <a:pt x="48" y="98"/>
                        </a:cubicBezTo>
                        <a:cubicBezTo>
                          <a:pt x="48" y="10"/>
                          <a:pt x="48" y="10"/>
                          <a:pt x="48" y="10"/>
                        </a:cubicBezTo>
                        <a:cubicBezTo>
                          <a:pt x="48" y="4"/>
                          <a:pt x="44" y="0"/>
                          <a:pt x="38" y="0"/>
                        </a:cubicBezTo>
                        <a:cubicBezTo>
                          <a:pt x="10" y="0"/>
                          <a:pt x="10" y="0"/>
                          <a:pt x="10" y="0"/>
                        </a:cubicBezTo>
                        <a:cubicBezTo>
                          <a:pt x="4" y="0"/>
                          <a:pt x="0" y="4"/>
                          <a:pt x="0" y="10"/>
                        </a:cubicBezTo>
                        <a:cubicBezTo>
                          <a:pt x="0" y="98"/>
                          <a:pt x="0" y="98"/>
                          <a:pt x="0" y="98"/>
                        </a:cubicBezTo>
                        <a:cubicBezTo>
                          <a:pt x="0" y="104"/>
                          <a:pt x="4" y="108"/>
                          <a:pt x="10" y="108"/>
                        </a:cubicBezTo>
                        <a:close/>
                        <a:moveTo>
                          <a:pt x="12" y="12"/>
                        </a:moveTo>
                        <a:cubicBezTo>
                          <a:pt x="36" y="12"/>
                          <a:pt x="36" y="12"/>
                          <a:pt x="36" y="12"/>
                        </a:cubicBezTo>
                        <a:cubicBezTo>
                          <a:pt x="36" y="52"/>
                          <a:pt x="36" y="52"/>
                          <a:pt x="36" y="52"/>
                        </a:cubicBezTo>
                        <a:cubicBezTo>
                          <a:pt x="12" y="52"/>
                          <a:pt x="12" y="52"/>
                          <a:pt x="12" y="52"/>
                        </a:cubicBezTo>
                        <a:lnTo>
                          <a:pt x="12" y="12"/>
                        </a:lnTo>
                        <a:close/>
                        <a:moveTo>
                          <a:pt x="12" y="64"/>
                        </a:moveTo>
                        <a:cubicBezTo>
                          <a:pt x="36" y="64"/>
                          <a:pt x="36" y="64"/>
                          <a:pt x="36" y="64"/>
                        </a:cubicBezTo>
                        <a:cubicBezTo>
                          <a:pt x="36" y="96"/>
                          <a:pt x="36" y="96"/>
                          <a:pt x="36" y="96"/>
                        </a:cubicBezTo>
                        <a:cubicBezTo>
                          <a:pt x="12" y="96"/>
                          <a:pt x="12" y="96"/>
                          <a:pt x="12" y="96"/>
                        </a:cubicBezTo>
                        <a:lnTo>
                          <a:pt x="12" y="64"/>
                        </a:ln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0" name="Freeform 213">
                    <a:extLst>
                      <a:ext uri="{FF2B5EF4-FFF2-40B4-BE49-F238E27FC236}">
                        <a16:creationId xmlns:a16="http://schemas.microsoft.com/office/drawing/2014/main" id="{50730399-408F-4F64-8B16-80AA5E501CA7}"/>
                      </a:ext>
                    </a:extLst>
                  </p:cNvPr>
                  <p:cNvSpPr>
                    <a:spLocks/>
                  </p:cNvSpPr>
                  <p:nvPr/>
                </p:nvSpPr>
                <p:spPr bwMode="auto">
                  <a:xfrm>
                    <a:off x="4602544" y="5819022"/>
                    <a:ext cx="315032" cy="11561"/>
                  </a:xfrm>
                  <a:custGeom>
                    <a:avLst/>
                    <a:gdLst>
                      <a:gd name="T0" fmla="*/ 2147483646 w 328"/>
                      <a:gd name="T1" fmla="*/ 2147483646 h 12"/>
                      <a:gd name="T2" fmla="*/ 2147483646 w 328"/>
                      <a:gd name="T3" fmla="*/ 0 h 12"/>
                      <a:gd name="T4" fmla="*/ 2147483646 w 328"/>
                      <a:gd name="T5" fmla="*/ 0 h 12"/>
                      <a:gd name="T6" fmla="*/ 0 w 328"/>
                      <a:gd name="T7" fmla="*/ 2147483646 h 12"/>
                      <a:gd name="T8" fmla="*/ 2147483646 w 328"/>
                      <a:gd name="T9" fmla="*/ 2147483646 h 12"/>
                      <a:gd name="T10" fmla="*/ 2147483646 w 328"/>
                      <a:gd name="T11" fmla="*/ 2147483646 h 12"/>
                      <a:gd name="T12" fmla="*/ 2147483646 w 328"/>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8" h="12">
                        <a:moveTo>
                          <a:pt x="328" y="6"/>
                        </a:moveTo>
                        <a:cubicBezTo>
                          <a:pt x="328" y="3"/>
                          <a:pt x="325" y="0"/>
                          <a:pt x="322" y="0"/>
                        </a:cubicBezTo>
                        <a:cubicBezTo>
                          <a:pt x="6" y="0"/>
                          <a:pt x="6" y="0"/>
                          <a:pt x="6" y="0"/>
                        </a:cubicBezTo>
                        <a:cubicBezTo>
                          <a:pt x="3" y="0"/>
                          <a:pt x="0" y="3"/>
                          <a:pt x="0" y="6"/>
                        </a:cubicBezTo>
                        <a:cubicBezTo>
                          <a:pt x="0" y="9"/>
                          <a:pt x="3" y="12"/>
                          <a:pt x="6" y="12"/>
                        </a:cubicBezTo>
                        <a:cubicBezTo>
                          <a:pt x="322" y="12"/>
                          <a:pt x="322" y="12"/>
                          <a:pt x="322" y="12"/>
                        </a:cubicBezTo>
                        <a:cubicBezTo>
                          <a:pt x="325" y="12"/>
                          <a:pt x="328" y="9"/>
                          <a:pt x="328" y="6"/>
                        </a:cubicBezTo>
                        <a:close/>
                      </a:path>
                    </a:pathLst>
                  </a:custGeom>
                  <a:solidFill>
                    <a:srgbClr val="7CB82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1" name="Freeform 214">
                    <a:extLst>
                      <a:ext uri="{FF2B5EF4-FFF2-40B4-BE49-F238E27FC236}">
                        <a16:creationId xmlns:a16="http://schemas.microsoft.com/office/drawing/2014/main" id="{55001BE3-2C78-48E2-BCF0-F8D465FD4527}"/>
                      </a:ext>
                    </a:extLst>
                  </p:cNvPr>
                  <p:cNvSpPr>
                    <a:spLocks noEditPoints="1"/>
                  </p:cNvSpPr>
                  <p:nvPr/>
                </p:nvSpPr>
                <p:spPr bwMode="auto">
                  <a:xfrm>
                    <a:off x="5088099" y="4540587"/>
                    <a:ext cx="106938" cy="106938"/>
                  </a:xfrm>
                  <a:custGeom>
                    <a:avLst/>
                    <a:gdLst>
                      <a:gd name="T0" fmla="*/ 2147483646 w 112"/>
                      <a:gd name="T1" fmla="*/ 0 h 112"/>
                      <a:gd name="T2" fmla="*/ 0 w 112"/>
                      <a:gd name="T3" fmla="*/ 2147483646 h 112"/>
                      <a:gd name="T4" fmla="*/ 2147483646 w 112"/>
                      <a:gd name="T5" fmla="*/ 2147483646 h 112"/>
                      <a:gd name="T6" fmla="*/ 2147483646 w 112"/>
                      <a:gd name="T7" fmla="*/ 2147483646 h 112"/>
                      <a:gd name="T8" fmla="*/ 2147483646 w 112"/>
                      <a:gd name="T9" fmla="*/ 0 h 112"/>
                      <a:gd name="T10" fmla="*/ 2147483646 w 112"/>
                      <a:gd name="T11" fmla="*/ 2147483646 h 112"/>
                      <a:gd name="T12" fmla="*/ 2147483646 w 112"/>
                      <a:gd name="T13" fmla="*/ 2147483646 h 112"/>
                      <a:gd name="T14" fmla="*/ 2147483646 w 112"/>
                      <a:gd name="T15" fmla="*/ 2147483646 h 112"/>
                      <a:gd name="T16" fmla="*/ 2147483646 w 112"/>
                      <a:gd name="T17" fmla="*/ 2147483646 h 112"/>
                      <a:gd name="T18" fmla="*/ 2147483646 w 112"/>
                      <a:gd name="T19" fmla="*/ 2147483646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112">
                        <a:moveTo>
                          <a:pt x="56" y="0"/>
                        </a:moveTo>
                        <a:cubicBezTo>
                          <a:pt x="25" y="0"/>
                          <a:pt x="0" y="25"/>
                          <a:pt x="0" y="56"/>
                        </a:cubicBezTo>
                        <a:cubicBezTo>
                          <a:pt x="0" y="86"/>
                          <a:pt x="25" y="112"/>
                          <a:pt x="56" y="112"/>
                        </a:cubicBezTo>
                        <a:cubicBezTo>
                          <a:pt x="86" y="112"/>
                          <a:pt x="112" y="86"/>
                          <a:pt x="112" y="56"/>
                        </a:cubicBezTo>
                        <a:cubicBezTo>
                          <a:pt x="112" y="25"/>
                          <a:pt x="86" y="0"/>
                          <a:pt x="56" y="0"/>
                        </a:cubicBezTo>
                        <a:close/>
                        <a:moveTo>
                          <a:pt x="56" y="100"/>
                        </a:moveTo>
                        <a:cubicBezTo>
                          <a:pt x="31" y="100"/>
                          <a:pt x="12" y="80"/>
                          <a:pt x="12" y="56"/>
                        </a:cubicBezTo>
                        <a:cubicBezTo>
                          <a:pt x="12" y="31"/>
                          <a:pt x="31" y="12"/>
                          <a:pt x="56" y="12"/>
                        </a:cubicBezTo>
                        <a:cubicBezTo>
                          <a:pt x="80" y="12"/>
                          <a:pt x="100" y="31"/>
                          <a:pt x="100" y="56"/>
                        </a:cubicBezTo>
                        <a:cubicBezTo>
                          <a:pt x="100" y="80"/>
                          <a:pt x="80" y="100"/>
                          <a:pt x="56" y="100"/>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2" name="Freeform 215">
                    <a:extLst>
                      <a:ext uri="{FF2B5EF4-FFF2-40B4-BE49-F238E27FC236}">
                        <a16:creationId xmlns:a16="http://schemas.microsoft.com/office/drawing/2014/main" id="{39A29937-B357-472C-96B0-ABBBB4A67D68}"/>
                      </a:ext>
                    </a:extLst>
                  </p:cNvPr>
                  <p:cNvSpPr>
                    <a:spLocks noEditPoints="1"/>
                  </p:cNvSpPr>
                  <p:nvPr/>
                </p:nvSpPr>
                <p:spPr bwMode="auto">
                  <a:xfrm>
                    <a:off x="5202744" y="4563709"/>
                    <a:ext cx="106938" cy="106938"/>
                  </a:xfrm>
                  <a:custGeom>
                    <a:avLst/>
                    <a:gdLst>
                      <a:gd name="T0" fmla="*/ 2147483646 w 112"/>
                      <a:gd name="T1" fmla="*/ 0 h 112"/>
                      <a:gd name="T2" fmla="*/ 0 w 112"/>
                      <a:gd name="T3" fmla="*/ 2147483646 h 112"/>
                      <a:gd name="T4" fmla="*/ 2147483646 w 112"/>
                      <a:gd name="T5" fmla="*/ 2147483646 h 112"/>
                      <a:gd name="T6" fmla="*/ 2147483646 w 112"/>
                      <a:gd name="T7" fmla="*/ 2147483646 h 112"/>
                      <a:gd name="T8" fmla="*/ 2147483646 w 112"/>
                      <a:gd name="T9" fmla="*/ 0 h 112"/>
                      <a:gd name="T10" fmla="*/ 2147483646 w 112"/>
                      <a:gd name="T11" fmla="*/ 2147483646 h 112"/>
                      <a:gd name="T12" fmla="*/ 2147483646 w 112"/>
                      <a:gd name="T13" fmla="*/ 2147483646 h 112"/>
                      <a:gd name="T14" fmla="*/ 2147483646 w 112"/>
                      <a:gd name="T15" fmla="*/ 2147483646 h 112"/>
                      <a:gd name="T16" fmla="*/ 2147483646 w 112"/>
                      <a:gd name="T17" fmla="*/ 2147483646 h 112"/>
                      <a:gd name="T18" fmla="*/ 2147483646 w 112"/>
                      <a:gd name="T19" fmla="*/ 2147483646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112">
                        <a:moveTo>
                          <a:pt x="56" y="0"/>
                        </a:moveTo>
                        <a:cubicBezTo>
                          <a:pt x="25" y="0"/>
                          <a:pt x="0" y="25"/>
                          <a:pt x="0" y="56"/>
                        </a:cubicBezTo>
                        <a:cubicBezTo>
                          <a:pt x="0" y="86"/>
                          <a:pt x="25" y="112"/>
                          <a:pt x="56" y="112"/>
                        </a:cubicBezTo>
                        <a:cubicBezTo>
                          <a:pt x="86" y="112"/>
                          <a:pt x="112" y="86"/>
                          <a:pt x="112" y="56"/>
                        </a:cubicBezTo>
                        <a:cubicBezTo>
                          <a:pt x="112" y="25"/>
                          <a:pt x="86" y="0"/>
                          <a:pt x="56" y="0"/>
                        </a:cubicBezTo>
                        <a:close/>
                        <a:moveTo>
                          <a:pt x="56" y="100"/>
                        </a:moveTo>
                        <a:cubicBezTo>
                          <a:pt x="31" y="100"/>
                          <a:pt x="12" y="80"/>
                          <a:pt x="12" y="56"/>
                        </a:cubicBezTo>
                        <a:cubicBezTo>
                          <a:pt x="12" y="31"/>
                          <a:pt x="31" y="12"/>
                          <a:pt x="56" y="12"/>
                        </a:cubicBezTo>
                        <a:cubicBezTo>
                          <a:pt x="80" y="12"/>
                          <a:pt x="100" y="31"/>
                          <a:pt x="100" y="56"/>
                        </a:cubicBezTo>
                        <a:cubicBezTo>
                          <a:pt x="100" y="80"/>
                          <a:pt x="80" y="100"/>
                          <a:pt x="56" y="100"/>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3" name="Freeform 216">
                    <a:extLst>
                      <a:ext uri="{FF2B5EF4-FFF2-40B4-BE49-F238E27FC236}">
                        <a16:creationId xmlns:a16="http://schemas.microsoft.com/office/drawing/2014/main" id="{E9946472-CC52-437A-803D-F41D2A0C99D7}"/>
                      </a:ext>
                    </a:extLst>
                  </p:cNvPr>
                  <p:cNvSpPr>
                    <a:spLocks noEditPoints="1"/>
                  </p:cNvSpPr>
                  <p:nvPr/>
                </p:nvSpPr>
                <p:spPr bwMode="auto">
                  <a:xfrm>
                    <a:off x="5164208" y="4337309"/>
                    <a:ext cx="184010" cy="184010"/>
                  </a:xfrm>
                  <a:custGeom>
                    <a:avLst/>
                    <a:gdLst>
                      <a:gd name="T0" fmla="*/ 2147483646 w 192"/>
                      <a:gd name="T1" fmla="*/ 2147483646 h 192"/>
                      <a:gd name="T2" fmla="*/ 2147483646 w 192"/>
                      <a:gd name="T3" fmla="*/ 2147483646 h 192"/>
                      <a:gd name="T4" fmla="*/ 2147483646 w 192"/>
                      <a:gd name="T5" fmla="*/ 0 h 192"/>
                      <a:gd name="T6" fmla="*/ 0 w 192"/>
                      <a:gd name="T7" fmla="*/ 2147483646 h 192"/>
                      <a:gd name="T8" fmla="*/ 2147483646 w 192"/>
                      <a:gd name="T9" fmla="*/ 2147483646 h 192"/>
                      <a:gd name="T10" fmla="*/ 2147483646 w 192"/>
                      <a:gd name="T11" fmla="*/ 2147483646 h 192"/>
                      <a:gd name="T12" fmla="*/ 2147483646 w 192"/>
                      <a:gd name="T13" fmla="*/ 2147483646 h 192"/>
                      <a:gd name="T14" fmla="*/ 2147483646 w 192"/>
                      <a:gd name="T15" fmla="*/ 2147483646 h 192"/>
                      <a:gd name="T16" fmla="*/ 2147483646 w 192"/>
                      <a:gd name="T17" fmla="*/ 2147483646 h 192"/>
                      <a:gd name="T18" fmla="*/ 2147483646 w 192"/>
                      <a:gd name="T19" fmla="*/ 2147483646 h 1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92" h="192">
                        <a:moveTo>
                          <a:pt x="96" y="192"/>
                        </a:moveTo>
                        <a:cubicBezTo>
                          <a:pt x="149" y="192"/>
                          <a:pt x="192" y="149"/>
                          <a:pt x="192" y="96"/>
                        </a:cubicBezTo>
                        <a:cubicBezTo>
                          <a:pt x="192" y="43"/>
                          <a:pt x="149" y="0"/>
                          <a:pt x="96" y="0"/>
                        </a:cubicBezTo>
                        <a:cubicBezTo>
                          <a:pt x="43" y="0"/>
                          <a:pt x="0" y="43"/>
                          <a:pt x="0" y="96"/>
                        </a:cubicBezTo>
                        <a:cubicBezTo>
                          <a:pt x="0" y="149"/>
                          <a:pt x="43" y="192"/>
                          <a:pt x="96" y="192"/>
                        </a:cubicBezTo>
                        <a:close/>
                        <a:moveTo>
                          <a:pt x="96" y="12"/>
                        </a:moveTo>
                        <a:cubicBezTo>
                          <a:pt x="142" y="12"/>
                          <a:pt x="180" y="49"/>
                          <a:pt x="180" y="96"/>
                        </a:cubicBezTo>
                        <a:cubicBezTo>
                          <a:pt x="180" y="142"/>
                          <a:pt x="142" y="180"/>
                          <a:pt x="96" y="180"/>
                        </a:cubicBezTo>
                        <a:cubicBezTo>
                          <a:pt x="49" y="180"/>
                          <a:pt x="12" y="142"/>
                          <a:pt x="12" y="96"/>
                        </a:cubicBezTo>
                        <a:cubicBezTo>
                          <a:pt x="12" y="49"/>
                          <a:pt x="49" y="12"/>
                          <a:pt x="96" y="12"/>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4" name="Freeform 217">
                    <a:extLst>
                      <a:ext uri="{FF2B5EF4-FFF2-40B4-BE49-F238E27FC236}">
                        <a16:creationId xmlns:a16="http://schemas.microsoft.com/office/drawing/2014/main" id="{FB51C6F7-60D6-4BD6-A100-A24F0F180C7A}"/>
                      </a:ext>
                    </a:extLst>
                  </p:cNvPr>
                  <p:cNvSpPr>
                    <a:spLocks noEditPoints="1"/>
                  </p:cNvSpPr>
                  <p:nvPr/>
                </p:nvSpPr>
                <p:spPr bwMode="auto">
                  <a:xfrm>
                    <a:off x="5317389" y="4540587"/>
                    <a:ext cx="107901" cy="106938"/>
                  </a:xfrm>
                  <a:custGeom>
                    <a:avLst/>
                    <a:gdLst>
                      <a:gd name="T0" fmla="*/ 2147483646 w 112"/>
                      <a:gd name="T1" fmla="*/ 0 h 112"/>
                      <a:gd name="T2" fmla="*/ 0 w 112"/>
                      <a:gd name="T3" fmla="*/ 2147483646 h 112"/>
                      <a:gd name="T4" fmla="*/ 2147483646 w 112"/>
                      <a:gd name="T5" fmla="*/ 2147483646 h 112"/>
                      <a:gd name="T6" fmla="*/ 2147483646 w 112"/>
                      <a:gd name="T7" fmla="*/ 2147483646 h 112"/>
                      <a:gd name="T8" fmla="*/ 2147483646 w 112"/>
                      <a:gd name="T9" fmla="*/ 0 h 112"/>
                      <a:gd name="T10" fmla="*/ 2147483646 w 112"/>
                      <a:gd name="T11" fmla="*/ 2147483646 h 112"/>
                      <a:gd name="T12" fmla="*/ 2147483646 w 112"/>
                      <a:gd name="T13" fmla="*/ 2147483646 h 112"/>
                      <a:gd name="T14" fmla="*/ 2147483646 w 112"/>
                      <a:gd name="T15" fmla="*/ 2147483646 h 112"/>
                      <a:gd name="T16" fmla="*/ 2147483646 w 112"/>
                      <a:gd name="T17" fmla="*/ 2147483646 h 112"/>
                      <a:gd name="T18" fmla="*/ 2147483646 w 112"/>
                      <a:gd name="T19" fmla="*/ 2147483646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2" h="112">
                        <a:moveTo>
                          <a:pt x="56" y="0"/>
                        </a:moveTo>
                        <a:cubicBezTo>
                          <a:pt x="25" y="0"/>
                          <a:pt x="0" y="25"/>
                          <a:pt x="0" y="56"/>
                        </a:cubicBezTo>
                        <a:cubicBezTo>
                          <a:pt x="0" y="86"/>
                          <a:pt x="25" y="112"/>
                          <a:pt x="56" y="112"/>
                        </a:cubicBezTo>
                        <a:cubicBezTo>
                          <a:pt x="86" y="112"/>
                          <a:pt x="112" y="86"/>
                          <a:pt x="112" y="56"/>
                        </a:cubicBezTo>
                        <a:cubicBezTo>
                          <a:pt x="112" y="25"/>
                          <a:pt x="86" y="0"/>
                          <a:pt x="56" y="0"/>
                        </a:cubicBezTo>
                        <a:close/>
                        <a:moveTo>
                          <a:pt x="56" y="100"/>
                        </a:moveTo>
                        <a:cubicBezTo>
                          <a:pt x="31" y="100"/>
                          <a:pt x="12" y="80"/>
                          <a:pt x="12" y="56"/>
                        </a:cubicBezTo>
                        <a:cubicBezTo>
                          <a:pt x="12" y="31"/>
                          <a:pt x="31" y="12"/>
                          <a:pt x="56" y="12"/>
                        </a:cubicBezTo>
                        <a:cubicBezTo>
                          <a:pt x="80" y="12"/>
                          <a:pt x="100" y="31"/>
                          <a:pt x="100" y="56"/>
                        </a:cubicBezTo>
                        <a:cubicBezTo>
                          <a:pt x="100" y="80"/>
                          <a:pt x="80" y="100"/>
                          <a:pt x="56" y="100"/>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5" name="Freeform 218">
                    <a:extLst>
                      <a:ext uri="{FF2B5EF4-FFF2-40B4-BE49-F238E27FC236}">
                        <a16:creationId xmlns:a16="http://schemas.microsoft.com/office/drawing/2014/main" id="{10BBEE7B-B296-45BA-9507-F6F2EEC805C3}"/>
                      </a:ext>
                    </a:extLst>
                  </p:cNvPr>
                  <p:cNvSpPr>
                    <a:spLocks noEditPoints="1"/>
                  </p:cNvSpPr>
                  <p:nvPr/>
                </p:nvSpPr>
                <p:spPr bwMode="auto">
                  <a:xfrm>
                    <a:off x="5204671" y="4369102"/>
                    <a:ext cx="102121" cy="105974"/>
                  </a:xfrm>
                  <a:custGeom>
                    <a:avLst/>
                    <a:gdLst>
                      <a:gd name="T0" fmla="*/ 2147483646 w 107"/>
                      <a:gd name="T1" fmla="*/ 2147483646 h 111"/>
                      <a:gd name="T2" fmla="*/ 2147483646 w 107"/>
                      <a:gd name="T3" fmla="*/ 2147483646 h 111"/>
                      <a:gd name="T4" fmla="*/ 2147483646 w 107"/>
                      <a:gd name="T5" fmla="*/ 2147483646 h 111"/>
                      <a:gd name="T6" fmla="*/ 2147483646 w 107"/>
                      <a:gd name="T7" fmla="*/ 2147483646 h 111"/>
                      <a:gd name="T8" fmla="*/ 2147483646 w 107"/>
                      <a:gd name="T9" fmla="*/ 2147483646 h 111"/>
                      <a:gd name="T10" fmla="*/ 2147483646 w 107"/>
                      <a:gd name="T11" fmla="*/ 2147483646 h 111"/>
                      <a:gd name="T12" fmla="*/ 2147483646 w 107"/>
                      <a:gd name="T13" fmla="*/ 0 h 111"/>
                      <a:gd name="T14" fmla="*/ 2147483646 w 107"/>
                      <a:gd name="T15" fmla="*/ 2147483646 h 111"/>
                      <a:gd name="T16" fmla="*/ 2147483646 w 107"/>
                      <a:gd name="T17" fmla="*/ 2147483646 h 111"/>
                      <a:gd name="T18" fmla="*/ 0 w 107"/>
                      <a:gd name="T19" fmla="*/ 2147483646 h 111"/>
                      <a:gd name="T20" fmla="*/ 2147483646 w 107"/>
                      <a:gd name="T21" fmla="*/ 2147483646 h 111"/>
                      <a:gd name="T22" fmla="*/ 2147483646 w 107"/>
                      <a:gd name="T23" fmla="*/ 2147483646 h 111"/>
                      <a:gd name="T24" fmla="*/ 2147483646 w 107"/>
                      <a:gd name="T25" fmla="*/ 2147483646 h 111"/>
                      <a:gd name="T26" fmla="*/ 2147483646 w 107"/>
                      <a:gd name="T27" fmla="*/ 2147483646 h 111"/>
                      <a:gd name="T28" fmla="*/ 2147483646 w 107"/>
                      <a:gd name="T29" fmla="*/ 2147483646 h 111"/>
                      <a:gd name="T30" fmla="*/ 2147483646 w 107"/>
                      <a:gd name="T31" fmla="*/ 2147483646 h 111"/>
                      <a:gd name="T32" fmla="*/ 2147483646 w 107"/>
                      <a:gd name="T33" fmla="*/ 2147483646 h 111"/>
                      <a:gd name="T34" fmla="*/ 2147483646 w 107"/>
                      <a:gd name="T35" fmla="*/ 2147483646 h 111"/>
                      <a:gd name="T36" fmla="*/ 2147483646 w 107"/>
                      <a:gd name="T37" fmla="*/ 2147483646 h 111"/>
                      <a:gd name="T38" fmla="*/ 2147483646 w 107"/>
                      <a:gd name="T39" fmla="*/ 2147483646 h 111"/>
                      <a:gd name="T40" fmla="*/ 2147483646 w 107"/>
                      <a:gd name="T41" fmla="*/ 2147483646 h 111"/>
                      <a:gd name="T42" fmla="*/ 2147483646 w 107"/>
                      <a:gd name="T43" fmla="*/ 2147483646 h 111"/>
                      <a:gd name="T44" fmla="*/ 2147483646 w 107"/>
                      <a:gd name="T45" fmla="*/ 2147483646 h 111"/>
                      <a:gd name="T46" fmla="*/ 2147483646 w 107"/>
                      <a:gd name="T47" fmla="*/ 2147483646 h 111"/>
                      <a:gd name="T48" fmla="*/ 2147483646 w 107"/>
                      <a:gd name="T49" fmla="*/ 2147483646 h 111"/>
                      <a:gd name="T50" fmla="*/ 2147483646 w 107"/>
                      <a:gd name="T51" fmla="*/ 2147483646 h 111"/>
                      <a:gd name="T52" fmla="*/ 2147483646 w 107"/>
                      <a:gd name="T53" fmla="*/ 2147483646 h 11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07" h="111">
                        <a:moveTo>
                          <a:pt x="6" y="111"/>
                        </a:moveTo>
                        <a:cubicBezTo>
                          <a:pt x="101" y="111"/>
                          <a:pt x="101" y="111"/>
                          <a:pt x="101" y="111"/>
                        </a:cubicBezTo>
                        <a:cubicBezTo>
                          <a:pt x="103" y="111"/>
                          <a:pt x="104" y="110"/>
                          <a:pt x="106" y="109"/>
                        </a:cubicBezTo>
                        <a:cubicBezTo>
                          <a:pt x="107" y="108"/>
                          <a:pt x="107" y="106"/>
                          <a:pt x="107" y="105"/>
                        </a:cubicBezTo>
                        <a:cubicBezTo>
                          <a:pt x="107" y="82"/>
                          <a:pt x="94" y="65"/>
                          <a:pt x="75" y="57"/>
                        </a:cubicBezTo>
                        <a:cubicBezTo>
                          <a:pt x="82" y="51"/>
                          <a:pt x="86" y="42"/>
                          <a:pt x="86" y="32"/>
                        </a:cubicBezTo>
                        <a:cubicBezTo>
                          <a:pt x="86" y="14"/>
                          <a:pt x="72" y="0"/>
                          <a:pt x="54" y="0"/>
                        </a:cubicBezTo>
                        <a:cubicBezTo>
                          <a:pt x="36" y="0"/>
                          <a:pt x="21" y="14"/>
                          <a:pt x="21" y="32"/>
                        </a:cubicBezTo>
                        <a:cubicBezTo>
                          <a:pt x="21" y="42"/>
                          <a:pt x="25" y="51"/>
                          <a:pt x="32" y="57"/>
                        </a:cubicBezTo>
                        <a:cubicBezTo>
                          <a:pt x="13" y="65"/>
                          <a:pt x="0" y="82"/>
                          <a:pt x="0" y="105"/>
                        </a:cubicBezTo>
                        <a:cubicBezTo>
                          <a:pt x="0" y="106"/>
                          <a:pt x="0" y="108"/>
                          <a:pt x="2" y="109"/>
                        </a:cubicBezTo>
                        <a:cubicBezTo>
                          <a:pt x="3" y="110"/>
                          <a:pt x="4" y="111"/>
                          <a:pt x="6" y="111"/>
                        </a:cubicBezTo>
                        <a:close/>
                        <a:moveTo>
                          <a:pt x="39" y="18"/>
                        </a:moveTo>
                        <a:cubicBezTo>
                          <a:pt x="43" y="14"/>
                          <a:pt x="48" y="12"/>
                          <a:pt x="54" y="12"/>
                        </a:cubicBezTo>
                        <a:cubicBezTo>
                          <a:pt x="59" y="12"/>
                          <a:pt x="64" y="14"/>
                          <a:pt x="68" y="18"/>
                        </a:cubicBezTo>
                        <a:cubicBezTo>
                          <a:pt x="72" y="21"/>
                          <a:pt x="74" y="27"/>
                          <a:pt x="74" y="32"/>
                        </a:cubicBezTo>
                        <a:cubicBezTo>
                          <a:pt x="74" y="38"/>
                          <a:pt x="72" y="43"/>
                          <a:pt x="68" y="47"/>
                        </a:cubicBezTo>
                        <a:cubicBezTo>
                          <a:pt x="64" y="50"/>
                          <a:pt x="59" y="53"/>
                          <a:pt x="54" y="53"/>
                        </a:cubicBezTo>
                        <a:cubicBezTo>
                          <a:pt x="48" y="53"/>
                          <a:pt x="43" y="50"/>
                          <a:pt x="39" y="47"/>
                        </a:cubicBezTo>
                        <a:cubicBezTo>
                          <a:pt x="35" y="43"/>
                          <a:pt x="33" y="38"/>
                          <a:pt x="33" y="32"/>
                        </a:cubicBezTo>
                        <a:cubicBezTo>
                          <a:pt x="33" y="27"/>
                          <a:pt x="35" y="21"/>
                          <a:pt x="39" y="18"/>
                        </a:cubicBezTo>
                        <a:close/>
                        <a:moveTo>
                          <a:pt x="24" y="77"/>
                        </a:moveTo>
                        <a:cubicBezTo>
                          <a:pt x="32" y="69"/>
                          <a:pt x="42" y="65"/>
                          <a:pt x="54" y="65"/>
                        </a:cubicBezTo>
                        <a:cubicBezTo>
                          <a:pt x="65" y="65"/>
                          <a:pt x="76" y="69"/>
                          <a:pt x="83" y="77"/>
                        </a:cubicBezTo>
                        <a:cubicBezTo>
                          <a:pt x="89" y="83"/>
                          <a:pt x="93" y="90"/>
                          <a:pt x="95" y="99"/>
                        </a:cubicBezTo>
                        <a:cubicBezTo>
                          <a:pt x="12" y="99"/>
                          <a:pt x="12" y="99"/>
                          <a:pt x="12" y="99"/>
                        </a:cubicBezTo>
                        <a:cubicBezTo>
                          <a:pt x="14" y="90"/>
                          <a:pt x="18" y="83"/>
                          <a:pt x="24" y="77"/>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6" name="Oval 219">
                    <a:extLst>
                      <a:ext uri="{FF2B5EF4-FFF2-40B4-BE49-F238E27FC236}">
                        <a16:creationId xmlns:a16="http://schemas.microsoft.com/office/drawing/2014/main" id="{8BA90887-0950-407B-AA49-F51FC3DCC408}"/>
                      </a:ext>
                    </a:extLst>
                  </p:cNvPr>
                  <p:cNvSpPr>
                    <a:spLocks noChangeArrowheads="1"/>
                  </p:cNvSpPr>
                  <p:nvPr/>
                </p:nvSpPr>
                <p:spPr bwMode="auto">
                  <a:xfrm>
                    <a:off x="5250914" y="4546368"/>
                    <a:ext cx="11561" cy="11561"/>
                  </a:xfrm>
                  <a:prstGeom prst="ellipse">
                    <a:avLst/>
                  </a:pr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97" name="Oval 220">
                    <a:extLst>
                      <a:ext uri="{FF2B5EF4-FFF2-40B4-BE49-F238E27FC236}">
                        <a16:creationId xmlns:a16="http://schemas.microsoft.com/office/drawing/2014/main" id="{AC1E6B84-BE79-4A82-A5EE-7B7E574C5C1A}"/>
                      </a:ext>
                    </a:extLst>
                  </p:cNvPr>
                  <p:cNvSpPr>
                    <a:spLocks noChangeArrowheads="1"/>
                  </p:cNvSpPr>
                  <p:nvPr/>
                </p:nvSpPr>
                <p:spPr bwMode="auto">
                  <a:xfrm>
                    <a:off x="5250914" y="4527100"/>
                    <a:ext cx="11561" cy="11561"/>
                  </a:xfrm>
                  <a:prstGeom prst="ellipse">
                    <a:avLst/>
                  </a:pr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98" name="Freeform 221">
                    <a:extLst>
                      <a:ext uri="{FF2B5EF4-FFF2-40B4-BE49-F238E27FC236}">
                        <a16:creationId xmlns:a16="http://schemas.microsoft.com/office/drawing/2014/main" id="{2A0EB7EE-7C34-4C31-A7E6-EBAEFDA0F9CA}"/>
                      </a:ext>
                    </a:extLst>
                  </p:cNvPr>
                  <p:cNvSpPr>
                    <a:spLocks/>
                  </p:cNvSpPr>
                  <p:nvPr/>
                </p:nvSpPr>
                <p:spPr bwMode="auto">
                  <a:xfrm>
                    <a:off x="5329913" y="4535770"/>
                    <a:ext cx="12524" cy="12524"/>
                  </a:xfrm>
                  <a:custGeom>
                    <a:avLst/>
                    <a:gdLst>
                      <a:gd name="T0" fmla="*/ 2147483646 w 13"/>
                      <a:gd name="T1" fmla="*/ 2147483646 h 13"/>
                      <a:gd name="T2" fmla="*/ 2147483646 w 13"/>
                      <a:gd name="T3" fmla="*/ 2147483646 h 13"/>
                      <a:gd name="T4" fmla="*/ 2147483646 w 13"/>
                      <a:gd name="T5" fmla="*/ 2147483646 h 13"/>
                      <a:gd name="T6" fmla="*/ 2147483646 w 13"/>
                      <a:gd name="T7" fmla="*/ 2147483646 h 13"/>
                      <a:gd name="T8" fmla="*/ 2147483646 w 13"/>
                      <a:gd name="T9" fmla="*/ 2147483646 h 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3">
                        <a:moveTo>
                          <a:pt x="3" y="2"/>
                        </a:moveTo>
                        <a:cubicBezTo>
                          <a:pt x="0" y="4"/>
                          <a:pt x="0" y="8"/>
                          <a:pt x="2" y="11"/>
                        </a:cubicBezTo>
                        <a:cubicBezTo>
                          <a:pt x="4" y="13"/>
                          <a:pt x="8" y="13"/>
                          <a:pt x="10" y="11"/>
                        </a:cubicBezTo>
                        <a:cubicBezTo>
                          <a:pt x="13" y="9"/>
                          <a:pt x="13" y="5"/>
                          <a:pt x="11" y="3"/>
                        </a:cubicBezTo>
                        <a:cubicBezTo>
                          <a:pt x="9" y="0"/>
                          <a:pt x="5" y="0"/>
                          <a:pt x="3" y="2"/>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99" name="Freeform 222">
                    <a:extLst>
                      <a:ext uri="{FF2B5EF4-FFF2-40B4-BE49-F238E27FC236}">
                        <a16:creationId xmlns:a16="http://schemas.microsoft.com/office/drawing/2014/main" id="{8B9555A7-ADBA-486B-8DFE-4A0F6859499E}"/>
                      </a:ext>
                    </a:extLst>
                  </p:cNvPr>
                  <p:cNvSpPr>
                    <a:spLocks/>
                  </p:cNvSpPr>
                  <p:nvPr/>
                </p:nvSpPr>
                <p:spPr bwMode="auto">
                  <a:xfrm>
                    <a:off x="5317389" y="4521319"/>
                    <a:ext cx="12524" cy="12524"/>
                  </a:xfrm>
                  <a:custGeom>
                    <a:avLst/>
                    <a:gdLst>
                      <a:gd name="T0" fmla="*/ 2147483646 w 13"/>
                      <a:gd name="T1" fmla="*/ 2147483646 h 13"/>
                      <a:gd name="T2" fmla="*/ 2147483646 w 13"/>
                      <a:gd name="T3" fmla="*/ 2147483646 h 13"/>
                      <a:gd name="T4" fmla="*/ 2147483646 w 13"/>
                      <a:gd name="T5" fmla="*/ 2147483646 h 13"/>
                      <a:gd name="T6" fmla="*/ 2147483646 w 13"/>
                      <a:gd name="T7" fmla="*/ 2147483646 h 13"/>
                      <a:gd name="T8" fmla="*/ 2147483646 w 13"/>
                      <a:gd name="T9" fmla="*/ 2147483646 h 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3">
                        <a:moveTo>
                          <a:pt x="3" y="2"/>
                        </a:moveTo>
                        <a:cubicBezTo>
                          <a:pt x="0" y="4"/>
                          <a:pt x="0" y="8"/>
                          <a:pt x="2" y="10"/>
                        </a:cubicBezTo>
                        <a:cubicBezTo>
                          <a:pt x="4" y="13"/>
                          <a:pt x="8" y="13"/>
                          <a:pt x="10" y="11"/>
                        </a:cubicBezTo>
                        <a:cubicBezTo>
                          <a:pt x="13" y="9"/>
                          <a:pt x="13" y="5"/>
                          <a:pt x="11" y="2"/>
                        </a:cubicBezTo>
                        <a:cubicBezTo>
                          <a:pt x="9" y="0"/>
                          <a:pt x="5" y="0"/>
                          <a:pt x="3" y="2"/>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0" name="Freeform 223">
                    <a:extLst>
                      <a:ext uri="{FF2B5EF4-FFF2-40B4-BE49-F238E27FC236}">
                        <a16:creationId xmlns:a16="http://schemas.microsoft.com/office/drawing/2014/main" id="{44696662-E5A4-4164-AD5C-7CAA1EB84E33}"/>
                      </a:ext>
                    </a:extLst>
                  </p:cNvPr>
                  <p:cNvSpPr>
                    <a:spLocks/>
                  </p:cNvSpPr>
                  <p:nvPr/>
                </p:nvSpPr>
                <p:spPr bwMode="auto">
                  <a:xfrm>
                    <a:off x="5304864" y="4505905"/>
                    <a:ext cx="12524" cy="13488"/>
                  </a:xfrm>
                  <a:custGeom>
                    <a:avLst/>
                    <a:gdLst>
                      <a:gd name="T0" fmla="*/ 2147483646 w 13"/>
                      <a:gd name="T1" fmla="*/ 2147483646 h 14"/>
                      <a:gd name="T2" fmla="*/ 2147483646 w 13"/>
                      <a:gd name="T3" fmla="*/ 2147483646 h 14"/>
                      <a:gd name="T4" fmla="*/ 2147483646 w 13"/>
                      <a:gd name="T5" fmla="*/ 2147483646 h 14"/>
                      <a:gd name="T6" fmla="*/ 2147483646 w 13"/>
                      <a:gd name="T7" fmla="*/ 2147483646 h 14"/>
                      <a:gd name="T8" fmla="*/ 2147483646 w 13"/>
                      <a:gd name="T9" fmla="*/ 2147483646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14">
                        <a:moveTo>
                          <a:pt x="11" y="3"/>
                        </a:moveTo>
                        <a:cubicBezTo>
                          <a:pt x="9" y="1"/>
                          <a:pt x="5" y="0"/>
                          <a:pt x="3" y="2"/>
                        </a:cubicBezTo>
                        <a:cubicBezTo>
                          <a:pt x="0" y="5"/>
                          <a:pt x="0" y="8"/>
                          <a:pt x="2" y="11"/>
                        </a:cubicBezTo>
                        <a:cubicBezTo>
                          <a:pt x="4" y="13"/>
                          <a:pt x="8" y="14"/>
                          <a:pt x="11" y="12"/>
                        </a:cubicBezTo>
                        <a:cubicBezTo>
                          <a:pt x="13" y="9"/>
                          <a:pt x="13" y="6"/>
                          <a:pt x="11" y="3"/>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1" name="Freeform 224">
                    <a:extLst>
                      <a:ext uri="{FF2B5EF4-FFF2-40B4-BE49-F238E27FC236}">
                        <a16:creationId xmlns:a16="http://schemas.microsoft.com/office/drawing/2014/main" id="{14BB202A-4A65-42FD-83EE-457C6EA5AAB4}"/>
                      </a:ext>
                    </a:extLst>
                  </p:cNvPr>
                  <p:cNvSpPr>
                    <a:spLocks/>
                  </p:cNvSpPr>
                  <p:nvPr/>
                </p:nvSpPr>
                <p:spPr bwMode="auto">
                  <a:xfrm>
                    <a:off x="5169025" y="4535770"/>
                    <a:ext cx="13488" cy="13488"/>
                  </a:xfrm>
                  <a:custGeom>
                    <a:avLst/>
                    <a:gdLst>
                      <a:gd name="T0" fmla="*/ 2147483646 w 14"/>
                      <a:gd name="T1" fmla="*/ 2147483646 h 14"/>
                      <a:gd name="T2" fmla="*/ 2147483646 w 14"/>
                      <a:gd name="T3" fmla="*/ 2147483646 h 14"/>
                      <a:gd name="T4" fmla="*/ 2147483646 w 14"/>
                      <a:gd name="T5" fmla="*/ 2147483646 h 14"/>
                      <a:gd name="T6" fmla="*/ 2147483646 w 14"/>
                      <a:gd name="T7" fmla="*/ 2147483646 h 14"/>
                      <a:gd name="T8" fmla="*/ 2147483646 w 14"/>
                      <a:gd name="T9" fmla="*/ 2147483646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4">
                        <a:moveTo>
                          <a:pt x="2" y="3"/>
                        </a:moveTo>
                        <a:cubicBezTo>
                          <a:pt x="0" y="6"/>
                          <a:pt x="1" y="10"/>
                          <a:pt x="3" y="12"/>
                        </a:cubicBezTo>
                        <a:cubicBezTo>
                          <a:pt x="6" y="14"/>
                          <a:pt x="10" y="14"/>
                          <a:pt x="12" y="11"/>
                        </a:cubicBezTo>
                        <a:cubicBezTo>
                          <a:pt x="14" y="8"/>
                          <a:pt x="13" y="5"/>
                          <a:pt x="11" y="3"/>
                        </a:cubicBezTo>
                        <a:cubicBezTo>
                          <a:pt x="8" y="0"/>
                          <a:pt x="5" y="1"/>
                          <a:pt x="2" y="3"/>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2" name="Freeform 225">
                    <a:extLst>
                      <a:ext uri="{FF2B5EF4-FFF2-40B4-BE49-F238E27FC236}">
                        <a16:creationId xmlns:a16="http://schemas.microsoft.com/office/drawing/2014/main" id="{251B4E67-682A-4D56-AABD-491EFAAD8C0D}"/>
                      </a:ext>
                    </a:extLst>
                  </p:cNvPr>
                  <p:cNvSpPr>
                    <a:spLocks/>
                  </p:cNvSpPr>
                  <p:nvPr/>
                </p:nvSpPr>
                <p:spPr bwMode="auto">
                  <a:xfrm>
                    <a:off x="5181549" y="4521319"/>
                    <a:ext cx="13488" cy="13488"/>
                  </a:xfrm>
                  <a:custGeom>
                    <a:avLst/>
                    <a:gdLst>
                      <a:gd name="T0" fmla="*/ 2147483646 w 14"/>
                      <a:gd name="T1" fmla="*/ 2147483646 h 14"/>
                      <a:gd name="T2" fmla="*/ 2147483646 w 14"/>
                      <a:gd name="T3" fmla="*/ 2147483646 h 14"/>
                      <a:gd name="T4" fmla="*/ 2147483646 w 14"/>
                      <a:gd name="T5" fmla="*/ 2147483646 h 14"/>
                      <a:gd name="T6" fmla="*/ 2147483646 w 14"/>
                      <a:gd name="T7" fmla="*/ 2147483646 h 14"/>
                      <a:gd name="T8" fmla="*/ 2147483646 w 14"/>
                      <a:gd name="T9" fmla="*/ 2147483646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4">
                        <a:moveTo>
                          <a:pt x="2" y="3"/>
                        </a:moveTo>
                        <a:cubicBezTo>
                          <a:pt x="0" y="5"/>
                          <a:pt x="1" y="9"/>
                          <a:pt x="3" y="11"/>
                        </a:cubicBezTo>
                        <a:cubicBezTo>
                          <a:pt x="6" y="14"/>
                          <a:pt x="9" y="13"/>
                          <a:pt x="12" y="11"/>
                        </a:cubicBezTo>
                        <a:cubicBezTo>
                          <a:pt x="14" y="8"/>
                          <a:pt x="13" y="4"/>
                          <a:pt x="11" y="2"/>
                        </a:cubicBezTo>
                        <a:cubicBezTo>
                          <a:pt x="8" y="0"/>
                          <a:pt x="4" y="0"/>
                          <a:pt x="2" y="3"/>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3" name="Freeform 226">
                    <a:extLst>
                      <a:ext uri="{FF2B5EF4-FFF2-40B4-BE49-F238E27FC236}">
                        <a16:creationId xmlns:a16="http://schemas.microsoft.com/office/drawing/2014/main" id="{EC02BCF8-54C3-4C7A-9341-9EE955E9CC64}"/>
                      </a:ext>
                    </a:extLst>
                  </p:cNvPr>
                  <p:cNvSpPr>
                    <a:spLocks/>
                  </p:cNvSpPr>
                  <p:nvPr/>
                </p:nvSpPr>
                <p:spPr bwMode="auto">
                  <a:xfrm>
                    <a:off x="5194073" y="4506868"/>
                    <a:ext cx="13488" cy="12524"/>
                  </a:xfrm>
                  <a:custGeom>
                    <a:avLst/>
                    <a:gdLst>
                      <a:gd name="T0" fmla="*/ 2147483646 w 14"/>
                      <a:gd name="T1" fmla="*/ 2147483646 h 13"/>
                      <a:gd name="T2" fmla="*/ 2147483646 w 14"/>
                      <a:gd name="T3" fmla="*/ 2147483646 h 13"/>
                      <a:gd name="T4" fmla="*/ 2147483646 w 14"/>
                      <a:gd name="T5" fmla="*/ 2147483646 h 13"/>
                      <a:gd name="T6" fmla="*/ 2147483646 w 14"/>
                      <a:gd name="T7" fmla="*/ 2147483646 h 13"/>
                      <a:gd name="T8" fmla="*/ 2147483646 w 14"/>
                      <a:gd name="T9" fmla="*/ 2147483646 h 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 h="13">
                        <a:moveTo>
                          <a:pt x="11" y="2"/>
                        </a:moveTo>
                        <a:cubicBezTo>
                          <a:pt x="8" y="0"/>
                          <a:pt x="4" y="0"/>
                          <a:pt x="2" y="3"/>
                        </a:cubicBezTo>
                        <a:cubicBezTo>
                          <a:pt x="0" y="5"/>
                          <a:pt x="0" y="9"/>
                          <a:pt x="3" y="11"/>
                        </a:cubicBezTo>
                        <a:cubicBezTo>
                          <a:pt x="5" y="13"/>
                          <a:pt x="9" y="13"/>
                          <a:pt x="11" y="10"/>
                        </a:cubicBezTo>
                        <a:cubicBezTo>
                          <a:pt x="14" y="8"/>
                          <a:pt x="13" y="4"/>
                          <a:pt x="11" y="2"/>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4" name="Freeform 227">
                    <a:extLst>
                      <a:ext uri="{FF2B5EF4-FFF2-40B4-BE49-F238E27FC236}">
                        <a16:creationId xmlns:a16="http://schemas.microsoft.com/office/drawing/2014/main" id="{6C93724D-22C4-4480-ACC8-472F44504AD6}"/>
                      </a:ext>
                    </a:extLst>
                  </p:cNvPr>
                  <p:cNvSpPr>
                    <a:spLocks noEditPoints="1"/>
                  </p:cNvSpPr>
                  <p:nvPr/>
                </p:nvSpPr>
                <p:spPr bwMode="auto">
                  <a:xfrm>
                    <a:off x="5342437" y="4562746"/>
                    <a:ext cx="56841" cy="52024"/>
                  </a:xfrm>
                  <a:custGeom>
                    <a:avLst/>
                    <a:gdLst>
                      <a:gd name="T0" fmla="*/ 2147483646 w 59"/>
                      <a:gd name="T1" fmla="*/ 2147483646 h 54"/>
                      <a:gd name="T2" fmla="*/ 2147483646 w 59"/>
                      <a:gd name="T3" fmla="*/ 2147483646 h 54"/>
                      <a:gd name="T4" fmla="*/ 2147483646 w 59"/>
                      <a:gd name="T5" fmla="*/ 2147483646 h 54"/>
                      <a:gd name="T6" fmla="*/ 2147483646 w 59"/>
                      <a:gd name="T7" fmla="*/ 0 h 54"/>
                      <a:gd name="T8" fmla="*/ 2147483646 w 59"/>
                      <a:gd name="T9" fmla="*/ 2147483646 h 54"/>
                      <a:gd name="T10" fmla="*/ 2147483646 w 59"/>
                      <a:gd name="T11" fmla="*/ 2147483646 h 54"/>
                      <a:gd name="T12" fmla="*/ 2147483646 w 59"/>
                      <a:gd name="T13" fmla="*/ 2147483646 h 54"/>
                      <a:gd name="T14" fmla="*/ 2147483646 w 59"/>
                      <a:gd name="T15" fmla="*/ 2147483646 h 54"/>
                      <a:gd name="T16" fmla="*/ 2147483646 w 59"/>
                      <a:gd name="T17" fmla="*/ 2147483646 h 54"/>
                      <a:gd name="T18" fmla="*/ 2147483646 w 59"/>
                      <a:gd name="T19" fmla="*/ 2147483646 h 54"/>
                      <a:gd name="T20" fmla="*/ 2147483646 w 59"/>
                      <a:gd name="T21" fmla="*/ 2147483646 h 54"/>
                      <a:gd name="T22" fmla="*/ 2147483646 w 59"/>
                      <a:gd name="T23" fmla="*/ 2147483646 h 54"/>
                      <a:gd name="T24" fmla="*/ 2147483646 w 59"/>
                      <a:gd name="T25" fmla="*/ 2147483646 h 54"/>
                      <a:gd name="T26" fmla="*/ 2147483646 w 59"/>
                      <a:gd name="T27" fmla="*/ 2147483646 h 54"/>
                      <a:gd name="T28" fmla="*/ 2147483646 w 59"/>
                      <a:gd name="T29" fmla="*/ 2147483646 h 54"/>
                      <a:gd name="T30" fmla="*/ 2147483646 w 59"/>
                      <a:gd name="T31" fmla="*/ 2147483646 h 54"/>
                      <a:gd name="T32" fmla="*/ 2147483646 w 59"/>
                      <a:gd name="T33" fmla="*/ 2147483646 h 54"/>
                      <a:gd name="T34" fmla="*/ 2147483646 w 59"/>
                      <a:gd name="T35" fmla="*/ 2147483646 h 54"/>
                      <a:gd name="T36" fmla="*/ 2147483646 w 59"/>
                      <a:gd name="T37" fmla="*/ 2147483646 h 54"/>
                      <a:gd name="T38" fmla="*/ 2147483646 w 59"/>
                      <a:gd name="T39" fmla="*/ 2147483646 h 54"/>
                      <a:gd name="T40" fmla="*/ 2147483646 w 59"/>
                      <a:gd name="T41" fmla="*/ 2147483646 h 54"/>
                      <a:gd name="T42" fmla="*/ 2147483646 w 59"/>
                      <a:gd name="T43" fmla="*/ 2147483646 h 5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9" h="54">
                        <a:moveTo>
                          <a:pt x="47" y="32"/>
                        </a:moveTo>
                        <a:cubicBezTo>
                          <a:pt x="47" y="31"/>
                          <a:pt x="46" y="31"/>
                          <a:pt x="45" y="31"/>
                        </a:cubicBezTo>
                        <a:cubicBezTo>
                          <a:pt x="47" y="28"/>
                          <a:pt x="49" y="24"/>
                          <a:pt x="49" y="20"/>
                        </a:cubicBezTo>
                        <a:cubicBezTo>
                          <a:pt x="49" y="9"/>
                          <a:pt x="40" y="0"/>
                          <a:pt x="30" y="0"/>
                        </a:cubicBezTo>
                        <a:cubicBezTo>
                          <a:pt x="19" y="0"/>
                          <a:pt x="10" y="9"/>
                          <a:pt x="10" y="20"/>
                        </a:cubicBezTo>
                        <a:cubicBezTo>
                          <a:pt x="10" y="24"/>
                          <a:pt x="12" y="28"/>
                          <a:pt x="14" y="31"/>
                        </a:cubicBezTo>
                        <a:cubicBezTo>
                          <a:pt x="13" y="31"/>
                          <a:pt x="12" y="31"/>
                          <a:pt x="12" y="32"/>
                        </a:cubicBezTo>
                        <a:cubicBezTo>
                          <a:pt x="7" y="35"/>
                          <a:pt x="3" y="40"/>
                          <a:pt x="1" y="45"/>
                        </a:cubicBezTo>
                        <a:cubicBezTo>
                          <a:pt x="0" y="49"/>
                          <a:pt x="2" y="52"/>
                          <a:pt x="5" y="53"/>
                        </a:cubicBezTo>
                        <a:cubicBezTo>
                          <a:pt x="8" y="54"/>
                          <a:pt x="11" y="52"/>
                          <a:pt x="12" y="49"/>
                        </a:cubicBezTo>
                        <a:cubicBezTo>
                          <a:pt x="13" y="47"/>
                          <a:pt x="15" y="44"/>
                          <a:pt x="18" y="42"/>
                        </a:cubicBezTo>
                        <a:cubicBezTo>
                          <a:pt x="21" y="40"/>
                          <a:pt x="25" y="39"/>
                          <a:pt x="30" y="39"/>
                        </a:cubicBezTo>
                        <a:cubicBezTo>
                          <a:pt x="34" y="39"/>
                          <a:pt x="38" y="40"/>
                          <a:pt x="41" y="42"/>
                        </a:cubicBezTo>
                        <a:cubicBezTo>
                          <a:pt x="44" y="44"/>
                          <a:pt x="46" y="47"/>
                          <a:pt x="47" y="49"/>
                        </a:cubicBezTo>
                        <a:cubicBezTo>
                          <a:pt x="48" y="52"/>
                          <a:pt x="51" y="54"/>
                          <a:pt x="54" y="53"/>
                        </a:cubicBezTo>
                        <a:cubicBezTo>
                          <a:pt x="57" y="52"/>
                          <a:pt x="59" y="49"/>
                          <a:pt x="58" y="45"/>
                        </a:cubicBezTo>
                        <a:cubicBezTo>
                          <a:pt x="56" y="40"/>
                          <a:pt x="52" y="35"/>
                          <a:pt x="47" y="32"/>
                        </a:cubicBezTo>
                        <a:close/>
                        <a:moveTo>
                          <a:pt x="30" y="27"/>
                        </a:moveTo>
                        <a:cubicBezTo>
                          <a:pt x="26" y="27"/>
                          <a:pt x="22" y="24"/>
                          <a:pt x="22" y="20"/>
                        </a:cubicBezTo>
                        <a:cubicBezTo>
                          <a:pt x="22" y="16"/>
                          <a:pt x="26" y="12"/>
                          <a:pt x="30" y="12"/>
                        </a:cubicBezTo>
                        <a:cubicBezTo>
                          <a:pt x="34" y="12"/>
                          <a:pt x="37" y="16"/>
                          <a:pt x="37" y="20"/>
                        </a:cubicBezTo>
                        <a:cubicBezTo>
                          <a:pt x="37" y="24"/>
                          <a:pt x="33" y="27"/>
                          <a:pt x="30" y="27"/>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5" name="Freeform 228">
                    <a:extLst>
                      <a:ext uri="{FF2B5EF4-FFF2-40B4-BE49-F238E27FC236}">
                        <a16:creationId xmlns:a16="http://schemas.microsoft.com/office/drawing/2014/main" id="{4A75F8FC-5E41-4DF3-8DFE-D987C0330D91}"/>
                      </a:ext>
                    </a:extLst>
                  </p:cNvPr>
                  <p:cNvSpPr>
                    <a:spLocks noEditPoints="1"/>
                  </p:cNvSpPr>
                  <p:nvPr/>
                </p:nvSpPr>
                <p:spPr bwMode="auto">
                  <a:xfrm>
                    <a:off x="5227792" y="4585867"/>
                    <a:ext cx="56841" cy="51060"/>
                  </a:xfrm>
                  <a:custGeom>
                    <a:avLst/>
                    <a:gdLst>
                      <a:gd name="T0" fmla="*/ 2147483646 w 59"/>
                      <a:gd name="T1" fmla="*/ 2147483646 h 54"/>
                      <a:gd name="T2" fmla="*/ 2147483646 w 59"/>
                      <a:gd name="T3" fmla="*/ 2147483646 h 54"/>
                      <a:gd name="T4" fmla="*/ 2147483646 w 59"/>
                      <a:gd name="T5" fmla="*/ 2147483646 h 54"/>
                      <a:gd name="T6" fmla="*/ 2147483646 w 59"/>
                      <a:gd name="T7" fmla="*/ 0 h 54"/>
                      <a:gd name="T8" fmla="*/ 2147483646 w 59"/>
                      <a:gd name="T9" fmla="*/ 2147483646 h 54"/>
                      <a:gd name="T10" fmla="*/ 2147483646 w 59"/>
                      <a:gd name="T11" fmla="*/ 2147483646 h 54"/>
                      <a:gd name="T12" fmla="*/ 2147483646 w 59"/>
                      <a:gd name="T13" fmla="*/ 2147483646 h 54"/>
                      <a:gd name="T14" fmla="*/ 2147483646 w 59"/>
                      <a:gd name="T15" fmla="*/ 2147483646 h 54"/>
                      <a:gd name="T16" fmla="*/ 2147483646 w 59"/>
                      <a:gd name="T17" fmla="*/ 2147483646 h 54"/>
                      <a:gd name="T18" fmla="*/ 2147483646 w 59"/>
                      <a:gd name="T19" fmla="*/ 2147483646 h 54"/>
                      <a:gd name="T20" fmla="*/ 2147483646 w 59"/>
                      <a:gd name="T21" fmla="*/ 2147483646 h 54"/>
                      <a:gd name="T22" fmla="*/ 2147483646 w 59"/>
                      <a:gd name="T23" fmla="*/ 2147483646 h 54"/>
                      <a:gd name="T24" fmla="*/ 2147483646 w 59"/>
                      <a:gd name="T25" fmla="*/ 2147483646 h 54"/>
                      <a:gd name="T26" fmla="*/ 2147483646 w 59"/>
                      <a:gd name="T27" fmla="*/ 2147483646 h 54"/>
                      <a:gd name="T28" fmla="*/ 2147483646 w 59"/>
                      <a:gd name="T29" fmla="*/ 2147483646 h 54"/>
                      <a:gd name="T30" fmla="*/ 2147483646 w 59"/>
                      <a:gd name="T31" fmla="*/ 2147483646 h 54"/>
                      <a:gd name="T32" fmla="*/ 2147483646 w 59"/>
                      <a:gd name="T33" fmla="*/ 2147483646 h 54"/>
                      <a:gd name="T34" fmla="*/ 2147483646 w 59"/>
                      <a:gd name="T35" fmla="*/ 2147483646 h 54"/>
                      <a:gd name="T36" fmla="*/ 2147483646 w 59"/>
                      <a:gd name="T37" fmla="*/ 2147483646 h 54"/>
                      <a:gd name="T38" fmla="*/ 2147483646 w 59"/>
                      <a:gd name="T39" fmla="*/ 2147483646 h 54"/>
                      <a:gd name="T40" fmla="*/ 2147483646 w 59"/>
                      <a:gd name="T41" fmla="*/ 2147483646 h 54"/>
                      <a:gd name="T42" fmla="*/ 2147483646 w 59"/>
                      <a:gd name="T43" fmla="*/ 2147483646 h 5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9" h="54">
                        <a:moveTo>
                          <a:pt x="47" y="32"/>
                        </a:moveTo>
                        <a:cubicBezTo>
                          <a:pt x="47" y="31"/>
                          <a:pt x="46" y="31"/>
                          <a:pt x="45" y="31"/>
                        </a:cubicBezTo>
                        <a:cubicBezTo>
                          <a:pt x="48" y="28"/>
                          <a:pt x="49" y="24"/>
                          <a:pt x="49" y="20"/>
                        </a:cubicBezTo>
                        <a:cubicBezTo>
                          <a:pt x="49" y="9"/>
                          <a:pt x="40" y="0"/>
                          <a:pt x="30" y="0"/>
                        </a:cubicBezTo>
                        <a:cubicBezTo>
                          <a:pt x="19" y="0"/>
                          <a:pt x="10" y="9"/>
                          <a:pt x="10" y="20"/>
                        </a:cubicBezTo>
                        <a:cubicBezTo>
                          <a:pt x="10" y="24"/>
                          <a:pt x="12" y="28"/>
                          <a:pt x="14" y="31"/>
                        </a:cubicBezTo>
                        <a:cubicBezTo>
                          <a:pt x="13" y="31"/>
                          <a:pt x="13" y="31"/>
                          <a:pt x="12" y="32"/>
                        </a:cubicBezTo>
                        <a:cubicBezTo>
                          <a:pt x="7" y="35"/>
                          <a:pt x="3" y="40"/>
                          <a:pt x="1" y="45"/>
                        </a:cubicBezTo>
                        <a:cubicBezTo>
                          <a:pt x="0" y="49"/>
                          <a:pt x="2" y="52"/>
                          <a:pt x="5" y="53"/>
                        </a:cubicBezTo>
                        <a:cubicBezTo>
                          <a:pt x="8" y="54"/>
                          <a:pt x="11" y="52"/>
                          <a:pt x="12" y="49"/>
                        </a:cubicBezTo>
                        <a:cubicBezTo>
                          <a:pt x="13" y="47"/>
                          <a:pt x="15" y="44"/>
                          <a:pt x="18" y="42"/>
                        </a:cubicBezTo>
                        <a:cubicBezTo>
                          <a:pt x="21" y="40"/>
                          <a:pt x="25" y="39"/>
                          <a:pt x="30" y="39"/>
                        </a:cubicBezTo>
                        <a:cubicBezTo>
                          <a:pt x="34" y="39"/>
                          <a:pt x="38" y="40"/>
                          <a:pt x="41" y="42"/>
                        </a:cubicBezTo>
                        <a:cubicBezTo>
                          <a:pt x="44" y="44"/>
                          <a:pt x="46" y="47"/>
                          <a:pt x="47" y="49"/>
                        </a:cubicBezTo>
                        <a:cubicBezTo>
                          <a:pt x="48" y="52"/>
                          <a:pt x="51" y="54"/>
                          <a:pt x="54" y="53"/>
                        </a:cubicBezTo>
                        <a:cubicBezTo>
                          <a:pt x="58" y="52"/>
                          <a:pt x="59" y="49"/>
                          <a:pt x="58" y="45"/>
                        </a:cubicBezTo>
                        <a:cubicBezTo>
                          <a:pt x="56" y="40"/>
                          <a:pt x="52" y="35"/>
                          <a:pt x="47" y="32"/>
                        </a:cubicBezTo>
                        <a:close/>
                        <a:moveTo>
                          <a:pt x="30" y="27"/>
                        </a:moveTo>
                        <a:cubicBezTo>
                          <a:pt x="26" y="27"/>
                          <a:pt x="22" y="24"/>
                          <a:pt x="22" y="20"/>
                        </a:cubicBezTo>
                        <a:cubicBezTo>
                          <a:pt x="22" y="16"/>
                          <a:pt x="26" y="12"/>
                          <a:pt x="30" y="12"/>
                        </a:cubicBezTo>
                        <a:cubicBezTo>
                          <a:pt x="34" y="12"/>
                          <a:pt x="37" y="16"/>
                          <a:pt x="37" y="20"/>
                        </a:cubicBezTo>
                        <a:cubicBezTo>
                          <a:pt x="37" y="24"/>
                          <a:pt x="34" y="27"/>
                          <a:pt x="30" y="27"/>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6" name="Freeform 229">
                    <a:extLst>
                      <a:ext uri="{FF2B5EF4-FFF2-40B4-BE49-F238E27FC236}">
                        <a16:creationId xmlns:a16="http://schemas.microsoft.com/office/drawing/2014/main" id="{42B242AD-A629-4711-8F9A-4DA6BD11183C}"/>
                      </a:ext>
                    </a:extLst>
                  </p:cNvPr>
                  <p:cNvSpPr>
                    <a:spLocks noEditPoints="1"/>
                  </p:cNvSpPr>
                  <p:nvPr/>
                </p:nvSpPr>
                <p:spPr bwMode="auto">
                  <a:xfrm>
                    <a:off x="5113147" y="4562746"/>
                    <a:ext cx="55877" cy="52024"/>
                  </a:xfrm>
                  <a:custGeom>
                    <a:avLst/>
                    <a:gdLst>
                      <a:gd name="T0" fmla="*/ 2147483646 w 59"/>
                      <a:gd name="T1" fmla="*/ 2147483646 h 54"/>
                      <a:gd name="T2" fmla="*/ 2147483646 w 59"/>
                      <a:gd name="T3" fmla="*/ 2147483646 h 54"/>
                      <a:gd name="T4" fmla="*/ 2147483646 w 59"/>
                      <a:gd name="T5" fmla="*/ 2147483646 h 54"/>
                      <a:gd name="T6" fmla="*/ 2147483646 w 59"/>
                      <a:gd name="T7" fmla="*/ 0 h 54"/>
                      <a:gd name="T8" fmla="*/ 2147483646 w 59"/>
                      <a:gd name="T9" fmla="*/ 2147483646 h 54"/>
                      <a:gd name="T10" fmla="*/ 2147483646 w 59"/>
                      <a:gd name="T11" fmla="*/ 2147483646 h 54"/>
                      <a:gd name="T12" fmla="*/ 2147483646 w 59"/>
                      <a:gd name="T13" fmla="*/ 2147483646 h 54"/>
                      <a:gd name="T14" fmla="*/ 2147483646 w 59"/>
                      <a:gd name="T15" fmla="*/ 2147483646 h 54"/>
                      <a:gd name="T16" fmla="*/ 2147483646 w 59"/>
                      <a:gd name="T17" fmla="*/ 2147483646 h 54"/>
                      <a:gd name="T18" fmla="*/ 2147483646 w 59"/>
                      <a:gd name="T19" fmla="*/ 2147483646 h 54"/>
                      <a:gd name="T20" fmla="*/ 2147483646 w 59"/>
                      <a:gd name="T21" fmla="*/ 2147483646 h 54"/>
                      <a:gd name="T22" fmla="*/ 2147483646 w 59"/>
                      <a:gd name="T23" fmla="*/ 2147483646 h 54"/>
                      <a:gd name="T24" fmla="*/ 2147483646 w 59"/>
                      <a:gd name="T25" fmla="*/ 2147483646 h 54"/>
                      <a:gd name="T26" fmla="*/ 2147483646 w 59"/>
                      <a:gd name="T27" fmla="*/ 2147483646 h 54"/>
                      <a:gd name="T28" fmla="*/ 2147483646 w 59"/>
                      <a:gd name="T29" fmla="*/ 2147483646 h 54"/>
                      <a:gd name="T30" fmla="*/ 2147483646 w 59"/>
                      <a:gd name="T31" fmla="*/ 2147483646 h 54"/>
                      <a:gd name="T32" fmla="*/ 2147483646 w 59"/>
                      <a:gd name="T33" fmla="*/ 2147483646 h 54"/>
                      <a:gd name="T34" fmla="*/ 2147483646 w 59"/>
                      <a:gd name="T35" fmla="*/ 2147483646 h 54"/>
                      <a:gd name="T36" fmla="*/ 2147483646 w 59"/>
                      <a:gd name="T37" fmla="*/ 2147483646 h 54"/>
                      <a:gd name="T38" fmla="*/ 2147483646 w 59"/>
                      <a:gd name="T39" fmla="*/ 2147483646 h 54"/>
                      <a:gd name="T40" fmla="*/ 2147483646 w 59"/>
                      <a:gd name="T41" fmla="*/ 2147483646 h 54"/>
                      <a:gd name="T42" fmla="*/ 2147483646 w 59"/>
                      <a:gd name="T43" fmla="*/ 2147483646 h 5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9" h="54">
                        <a:moveTo>
                          <a:pt x="47" y="32"/>
                        </a:moveTo>
                        <a:cubicBezTo>
                          <a:pt x="47" y="31"/>
                          <a:pt x="46" y="31"/>
                          <a:pt x="45" y="31"/>
                        </a:cubicBezTo>
                        <a:cubicBezTo>
                          <a:pt x="48" y="28"/>
                          <a:pt x="49" y="24"/>
                          <a:pt x="49" y="20"/>
                        </a:cubicBezTo>
                        <a:cubicBezTo>
                          <a:pt x="49" y="9"/>
                          <a:pt x="40" y="0"/>
                          <a:pt x="30" y="0"/>
                        </a:cubicBezTo>
                        <a:cubicBezTo>
                          <a:pt x="19" y="0"/>
                          <a:pt x="10" y="9"/>
                          <a:pt x="10" y="20"/>
                        </a:cubicBezTo>
                        <a:cubicBezTo>
                          <a:pt x="10" y="24"/>
                          <a:pt x="12" y="28"/>
                          <a:pt x="14" y="31"/>
                        </a:cubicBezTo>
                        <a:cubicBezTo>
                          <a:pt x="13" y="31"/>
                          <a:pt x="13" y="31"/>
                          <a:pt x="12" y="32"/>
                        </a:cubicBezTo>
                        <a:cubicBezTo>
                          <a:pt x="7" y="35"/>
                          <a:pt x="3" y="40"/>
                          <a:pt x="1" y="45"/>
                        </a:cubicBezTo>
                        <a:cubicBezTo>
                          <a:pt x="0" y="49"/>
                          <a:pt x="2" y="52"/>
                          <a:pt x="5" y="53"/>
                        </a:cubicBezTo>
                        <a:cubicBezTo>
                          <a:pt x="8" y="54"/>
                          <a:pt x="11" y="52"/>
                          <a:pt x="12" y="49"/>
                        </a:cubicBezTo>
                        <a:cubicBezTo>
                          <a:pt x="13" y="47"/>
                          <a:pt x="15" y="44"/>
                          <a:pt x="18" y="42"/>
                        </a:cubicBezTo>
                        <a:cubicBezTo>
                          <a:pt x="21" y="40"/>
                          <a:pt x="25" y="39"/>
                          <a:pt x="30" y="39"/>
                        </a:cubicBezTo>
                        <a:cubicBezTo>
                          <a:pt x="34" y="39"/>
                          <a:pt x="38" y="40"/>
                          <a:pt x="41" y="42"/>
                        </a:cubicBezTo>
                        <a:cubicBezTo>
                          <a:pt x="44" y="44"/>
                          <a:pt x="46" y="47"/>
                          <a:pt x="47" y="49"/>
                        </a:cubicBezTo>
                        <a:cubicBezTo>
                          <a:pt x="48" y="52"/>
                          <a:pt x="51" y="54"/>
                          <a:pt x="54" y="53"/>
                        </a:cubicBezTo>
                        <a:cubicBezTo>
                          <a:pt x="58" y="52"/>
                          <a:pt x="59" y="49"/>
                          <a:pt x="58" y="45"/>
                        </a:cubicBezTo>
                        <a:cubicBezTo>
                          <a:pt x="56" y="40"/>
                          <a:pt x="52" y="35"/>
                          <a:pt x="47" y="32"/>
                        </a:cubicBezTo>
                        <a:close/>
                        <a:moveTo>
                          <a:pt x="30" y="27"/>
                        </a:moveTo>
                        <a:cubicBezTo>
                          <a:pt x="26" y="27"/>
                          <a:pt x="22" y="24"/>
                          <a:pt x="22" y="20"/>
                        </a:cubicBezTo>
                        <a:cubicBezTo>
                          <a:pt x="22" y="16"/>
                          <a:pt x="26" y="12"/>
                          <a:pt x="30" y="12"/>
                        </a:cubicBezTo>
                        <a:cubicBezTo>
                          <a:pt x="34" y="12"/>
                          <a:pt x="37" y="16"/>
                          <a:pt x="37" y="20"/>
                        </a:cubicBezTo>
                        <a:cubicBezTo>
                          <a:pt x="37" y="24"/>
                          <a:pt x="34" y="27"/>
                          <a:pt x="30" y="27"/>
                        </a:cubicBezTo>
                        <a:close/>
                      </a:path>
                    </a:pathLst>
                  </a:custGeom>
                  <a:solidFill>
                    <a:srgbClr val="EDB2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7" name="Freeform 241">
                    <a:extLst>
                      <a:ext uri="{FF2B5EF4-FFF2-40B4-BE49-F238E27FC236}">
                        <a16:creationId xmlns:a16="http://schemas.microsoft.com/office/drawing/2014/main" id="{A5BA8936-9D00-4394-8A00-1FD10A5784F7}"/>
                      </a:ext>
                    </a:extLst>
                  </p:cNvPr>
                  <p:cNvSpPr>
                    <a:spLocks noEditPoints="1"/>
                  </p:cNvSpPr>
                  <p:nvPr/>
                </p:nvSpPr>
                <p:spPr bwMode="auto">
                  <a:xfrm>
                    <a:off x="4815456" y="5986654"/>
                    <a:ext cx="139693" cy="138730"/>
                  </a:xfrm>
                  <a:custGeom>
                    <a:avLst/>
                    <a:gdLst>
                      <a:gd name="T0" fmla="*/ 2147483646 w 146"/>
                      <a:gd name="T1" fmla="*/ 2147483646 h 145"/>
                      <a:gd name="T2" fmla="*/ 2147483646 w 146"/>
                      <a:gd name="T3" fmla="*/ 2147483646 h 145"/>
                      <a:gd name="T4" fmla="*/ 2147483646 w 146"/>
                      <a:gd name="T5" fmla="*/ 2147483646 h 145"/>
                      <a:gd name="T6" fmla="*/ 2147483646 w 146"/>
                      <a:gd name="T7" fmla="*/ 2147483646 h 145"/>
                      <a:gd name="T8" fmla="*/ 2147483646 w 146"/>
                      <a:gd name="T9" fmla="*/ 2147483646 h 145"/>
                      <a:gd name="T10" fmla="*/ 2147483646 w 146"/>
                      <a:gd name="T11" fmla="*/ 0 h 145"/>
                      <a:gd name="T12" fmla="*/ 2147483646 w 146"/>
                      <a:gd name="T13" fmla="*/ 2147483646 h 145"/>
                      <a:gd name="T14" fmla="*/ 2147483646 w 146"/>
                      <a:gd name="T15" fmla="*/ 2147483646 h 145"/>
                      <a:gd name="T16" fmla="*/ 2147483646 w 146"/>
                      <a:gd name="T17" fmla="*/ 2147483646 h 145"/>
                      <a:gd name="T18" fmla="*/ 2147483646 w 146"/>
                      <a:gd name="T19" fmla="*/ 2147483646 h 145"/>
                      <a:gd name="T20" fmla="*/ 2147483646 w 146"/>
                      <a:gd name="T21" fmla="*/ 2147483646 h 145"/>
                      <a:gd name="T22" fmla="*/ 2147483646 w 146"/>
                      <a:gd name="T23" fmla="*/ 2147483646 h 145"/>
                      <a:gd name="T24" fmla="*/ 2147483646 w 146"/>
                      <a:gd name="T25" fmla="*/ 2147483646 h 145"/>
                      <a:gd name="T26" fmla="*/ 2147483646 w 146"/>
                      <a:gd name="T27" fmla="*/ 2147483646 h 145"/>
                      <a:gd name="T28" fmla="*/ 2147483646 w 146"/>
                      <a:gd name="T29" fmla="*/ 2147483646 h 145"/>
                      <a:gd name="T30" fmla="*/ 2147483646 w 146"/>
                      <a:gd name="T31" fmla="*/ 2147483646 h 145"/>
                      <a:gd name="T32" fmla="*/ 2147483646 w 146"/>
                      <a:gd name="T33" fmla="*/ 2147483646 h 145"/>
                      <a:gd name="T34" fmla="*/ 2147483646 w 146"/>
                      <a:gd name="T35" fmla="*/ 2147483646 h 145"/>
                      <a:gd name="T36" fmla="*/ 2147483646 w 146"/>
                      <a:gd name="T37" fmla="*/ 2147483646 h 145"/>
                      <a:gd name="T38" fmla="*/ 2147483646 w 146"/>
                      <a:gd name="T39" fmla="*/ 2147483646 h 145"/>
                      <a:gd name="T40" fmla="*/ 2147483646 w 146"/>
                      <a:gd name="T41" fmla="*/ 2147483646 h 145"/>
                      <a:gd name="T42" fmla="*/ 2147483646 w 146"/>
                      <a:gd name="T43" fmla="*/ 2147483646 h 145"/>
                      <a:gd name="T44" fmla="*/ 2147483646 w 146"/>
                      <a:gd name="T45" fmla="*/ 2147483646 h 145"/>
                      <a:gd name="T46" fmla="*/ 2147483646 w 146"/>
                      <a:gd name="T47" fmla="*/ 2147483646 h 145"/>
                      <a:gd name="T48" fmla="*/ 2147483646 w 146"/>
                      <a:gd name="T49" fmla="*/ 2147483646 h 145"/>
                      <a:gd name="T50" fmla="*/ 2147483646 w 146"/>
                      <a:gd name="T51" fmla="*/ 2147483646 h 145"/>
                      <a:gd name="T52" fmla="*/ 2147483646 w 146"/>
                      <a:gd name="T53" fmla="*/ 2147483646 h 145"/>
                      <a:gd name="T54" fmla="*/ 2147483646 w 146"/>
                      <a:gd name="T55" fmla="*/ 2147483646 h 145"/>
                      <a:gd name="T56" fmla="*/ 2147483646 w 146"/>
                      <a:gd name="T57" fmla="*/ 2147483646 h 145"/>
                      <a:gd name="T58" fmla="*/ 2147483646 w 146"/>
                      <a:gd name="T59" fmla="*/ 2147483646 h 145"/>
                      <a:gd name="T60" fmla="*/ 2147483646 w 146"/>
                      <a:gd name="T61" fmla="*/ 2147483646 h 145"/>
                      <a:gd name="T62" fmla="*/ 2147483646 w 146"/>
                      <a:gd name="T63" fmla="*/ 2147483646 h 145"/>
                      <a:gd name="T64" fmla="*/ 2147483646 w 146"/>
                      <a:gd name="T65" fmla="*/ 2147483646 h 145"/>
                      <a:gd name="T66" fmla="*/ 2147483646 w 146"/>
                      <a:gd name="T67" fmla="*/ 2147483646 h 145"/>
                      <a:gd name="T68" fmla="*/ 2147483646 w 146"/>
                      <a:gd name="T69" fmla="*/ 2147483646 h 145"/>
                      <a:gd name="T70" fmla="*/ 2147483646 w 146"/>
                      <a:gd name="T71" fmla="*/ 2147483646 h 145"/>
                      <a:gd name="T72" fmla="*/ 2147483646 w 146"/>
                      <a:gd name="T73" fmla="*/ 2147483646 h 145"/>
                      <a:gd name="T74" fmla="*/ 2147483646 w 146"/>
                      <a:gd name="T75" fmla="*/ 2147483646 h 145"/>
                      <a:gd name="T76" fmla="*/ 2147483646 w 146"/>
                      <a:gd name="T77" fmla="*/ 2147483646 h 145"/>
                      <a:gd name="T78" fmla="*/ 2147483646 w 146"/>
                      <a:gd name="T79" fmla="*/ 2147483646 h 14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46" h="145">
                        <a:moveTo>
                          <a:pt x="143" y="71"/>
                        </a:moveTo>
                        <a:cubicBezTo>
                          <a:pt x="143" y="71"/>
                          <a:pt x="134" y="65"/>
                          <a:pt x="132" y="58"/>
                        </a:cubicBezTo>
                        <a:cubicBezTo>
                          <a:pt x="130" y="51"/>
                          <a:pt x="136" y="42"/>
                          <a:pt x="136" y="42"/>
                        </a:cubicBezTo>
                        <a:cubicBezTo>
                          <a:pt x="137" y="40"/>
                          <a:pt x="137" y="37"/>
                          <a:pt x="135" y="36"/>
                        </a:cubicBezTo>
                        <a:cubicBezTo>
                          <a:pt x="127" y="24"/>
                          <a:pt x="127" y="24"/>
                          <a:pt x="127" y="24"/>
                        </a:cubicBezTo>
                        <a:cubicBezTo>
                          <a:pt x="126" y="23"/>
                          <a:pt x="124" y="22"/>
                          <a:pt x="122" y="22"/>
                        </a:cubicBezTo>
                        <a:cubicBezTo>
                          <a:pt x="121" y="22"/>
                          <a:pt x="121" y="22"/>
                          <a:pt x="121" y="22"/>
                        </a:cubicBezTo>
                        <a:cubicBezTo>
                          <a:pt x="121" y="22"/>
                          <a:pt x="117" y="23"/>
                          <a:pt x="114" y="23"/>
                        </a:cubicBezTo>
                        <a:cubicBezTo>
                          <a:pt x="111" y="23"/>
                          <a:pt x="107" y="23"/>
                          <a:pt x="104" y="21"/>
                        </a:cubicBezTo>
                        <a:cubicBezTo>
                          <a:pt x="98" y="17"/>
                          <a:pt x="96" y="7"/>
                          <a:pt x="96" y="7"/>
                        </a:cubicBezTo>
                        <a:cubicBezTo>
                          <a:pt x="95" y="5"/>
                          <a:pt x="93" y="3"/>
                          <a:pt x="91" y="3"/>
                        </a:cubicBezTo>
                        <a:cubicBezTo>
                          <a:pt x="77" y="0"/>
                          <a:pt x="77" y="0"/>
                          <a:pt x="77" y="0"/>
                        </a:cubicBezTo>
                        <a:cubicBezTo>
                          <a:pt x="76" y="0"/>
                          <a:pt x="76" y="0"/>
                          <a:pt x="76" y="0"/>
                        </a:cubicBezTo>
                        <a:cubicBezTo>
                          <a:pt x="74" y="0"/>
                          <a:pt x="72" y="2"/>
                          <a:pt x="71" y="4"/>
                        </a:cubicBezTo>
                        <a:cubicBezTo>
                          <a:pt x="71" y="4"/>
                          <a:pt x="65" y="12"/>
                          <a:pt x="58" y="14"/>
                        </a:cubicBezTo>
                        <a:cubicBezTo>
                          <a:pt x="57" y="14"/>
                          <a:pt x="56" y="14"/>
                          <a:pt x="55" y="14"/>
                        </a:cubicBezTo>
                        <a:cubicBezTo>
                          <a:pt x="49" y="14"/>
                          <a:pt x="42" y="11"/>
                          <a:pt x="42" y="11"/>
                        </a:cubicBezTo>
                        <a:cubicBezTo>
                          <a:pt x="41" y="10"/>
                          <a:pt x="40" y="10"/>
                          <a:pt x="39" y="10"/>
                        </a:cubicBezTo>
                        <a:cubicBezTo>
                          <a:pt x="38" y="10"/>
                          <a:pt x="36" y="10"/>
                          <a:pt x="35" y="11"/>
                        </a:cubicBezTo>
                        <a:cubicBezTo>
                          <a:pt x="24" y="19"/>
                          <a:pt x="24" y="19"/>
                          <a:pt x="24" y="19"/>
                        </a:cubicBezTo>
                        <a:cubicBezTo>
                          <a:pt x="22" y="20"/>
                          <a:pt x="21" y="23"/>
                          <a:pt x="22" y="25"/>
                        </a:cubicBezTo>
                        <a:cubicBezTo>
                          <a:pt x="22" y="25"/>
                          <a:pt x="24" y="35"/>
                          <a:pt x="21" y="41"/>
                        </a:cubicBezTo>
                        <a:cubicBezTo>
                          <a:pt x="17" y="48"/>
                          <a:pt x="7" y="50"/>
                          <a:pt x="7" y="50"/>
                        </a:cubicBezTo>
                        <a:cubicBezTo>
                          <a:pt x="5" y="51"/>
                          <a:pt x="3" y="53"/>
                          <a:pt x="2" y="55"/>
                        </a:cubicBezTo>
                        <a:cubicBezTo>
                          <a:pt x="0" y="69"/>
                          <a:pt x="0" y="69"/>
                          <a:pt x="0" y="69"/>
                        </a:cubicBezTo>
                        <a:cubicBezTo>
                          <a:pt x="0" y="71"/>
                          <a:pt x="1" y="74"/>
                          <a:pt x="3" y="75"/>
                        </a:cubicBezTo>
                        <a:cubicBezTo>
                          <a:pt x="3" y="75"/>
                          <a:pt x="12" y="80"/>
                          <a:pt x="14" y="87"/>
                        </a:cubicBezTo>
                        <a:cubicBezTo>
                          <a:pt x="15" y="95"/>
                          <a:pt x="10" y="103"/>
                          <a:pt x="10" y="103"/>
                        </a:cubicBezTo>
                        <a:cubicBezTo>
                          <a:pt x="9" y="105"/>
                          <a:pt x="9" y="108"/>
                          <a:pt x="10" y="110"/>
                        </a:cubicBezTo>
                        <a:cubicBezTo>
                          <a:pt x="19" y="121"/>
                          <a:pt x="19" y="121"/>
                          <a:pt x="19" y="121"/>
                        </a:cubicBezTo>
                        <a:cubicBezTo>
                          <a:pt x="20" y="123"/>
                          <a:pt x="22" y="123"/>
                          <a:pt x="24" y="123"/>
                        </a:cubicBezTo>
                        <a:cubicBezTo>
                          <a:pt x="24" y="123"/>
                          <a:pt x="25" y="123"/>
                          <a:pt x="25" y="123"/>
                        </a:cubicBezTo>
                        <a:cubicBezTo>
                          <a:pt x="25" y="123"/>
                          <a:pt x="28" y="122"/>
                          <a:pt x="32" y="122"/>
                        </a:cubicBezTo>
                        <a:cubicBezTo>
                          <a:pt x="35" y="122"/>
                          <a:pt x="39" y="123"/>
                          <a:pt x="41" y="125"/>
                        </a:cubicBezTo>
                        <a:cubicBezTo>
                          <a:pt x="48" y="128"/>
                          <a:pt x="50" y="138"/>
                          <a:pt x="50" y="138"/>
                        </a:cubicBezTo>
                        <a:cubicBezTo>
                          <a:pt x="51" y="140"/>
                          <a:pt x="53" y="142"/>
                          <a:pt x="55" y="143"/>
                        </a:cubicBezTo>
                        <a:cubicBezTo>
                          <a:pt x="69" y="145"/>
                          <a:pt x="69" y="145"/>
                          <a:pt x="69" y="145"/>
                        </a:cubicBezTo>
                        <a:cubicBezTo>
                          <a:pt x="69" y="145"/>
                          <a:pt x="69" y="145"/>
                          <a:pt x="69" y="145"/>
                        </a:cubicBezTo>
                        <a:cubicBezTo>
                          <a:pt x="72" y="145"/>
                          <a:pt x="74" y="144"/>
                          <a:pt x="75" y="142"/>
                        </a:cubicBezTo>
                        <a:cubicBezTo>
                          <a:pt x="75" y="142"/>
                          <a:pt x="80" y="133"/>
                          <a:pt x="88" y="132"/>
                        </a:cubicBezTo>
                        <a:cubicBezTo>
                          <a:pt x="89" y="131"/>
                          <a:pt x="90" y="131"/>
                          <a:pt x="91" y="131"/>
                        </a:cubicBezTo>
                        <a:cubicBezTo>
                          <a:pt x="97" y="131"/>
                          <a:pt x="103" y="135"/>
                          <a:pt x="103" y="135"/>
                        </a:cubicBezTo>
                        <a:cubicBezTo>
                          <a:pt x="104" y="135"/>
                          <a:pt x="106" y="136"/>
                          <a:pt x="107" y="136"/>
                        </a:cubicBezTo>
                        <a:cubicBezTo>
                          <a:pt x="108" y="136"/>
                          <a:pt x="109" y="135"/>
                          <a:pt x="110" y="135"/>
                        </a:cubicBezTo>
                        <a:cubicBezTo>
                          <a:pt x="122" y="127"/>
                          <a:pt x="122" y="127"/>
                          <a:pt x="122" y="127"/>
                        </a:cubicBezTo>
                        <a:cubicBezTo>
                          <a:pt x="123" y="125"/>
                          <a:pt x="124" y="122"/>
                          <a:pt x="124" y="120"/>
                        </a:cubicBezTo>
                        <a:cubicBezTo>
                          <a:pt x="124" y="120"/>
                          <a:pt x="121" y="110"/>
                          <a:pt x="125" y="104"/>
                        </a:cubicBezTo>
                        <a:cubicBezTo>
                          <a:pt x="129" y="98"/>
                          <a:pt x="139" y="95"/>
                          <a:pt x="139" y="95"/>
                        </a:cubicBezTo>
                        <a:cubicBezTo>
                          <a:pt x="141" y="95"/>
                          <a:pt x="143" y="93"/>
                          <a:pt x="144" y="90"/>
                        </a:cubicBezTo>
                        <a:cubicBezTo>
                          <a:pt x="146" y="77"/>
                          <a:pt x="146" y="77"/>
                          <a:pt x="146" y="77"/>
                        </a:cubicBezTo>
                        <a:cubicBezTo>
                          <a:pt x="146" y="74"/>
                          <a:pt x="144" y="72"/>
                          <a:pt x="143" y="71"/>
                        </a:cubicBezTo>
                        <a:close/>
                        <a:moveTo>
                          <a:pt x="132" y="85"/>
                        </a:moveTo>
                        <a:cubicBezTo>
                          <a:pt x="127" y="86"/>
                          <a:pt x="119" y="90"/>
                          <a:pt x="115" y="98"/>
                        </a:cubicBezTo>
                        <a:cubicBezTo>
                          <a:pt x="110" y="105"/>
                          <a:pt x="111" y="114"/>
                          <a:pt x="111" y="119"/>
                        </a:cubicBezTo>
                        <a:cubicBezTo>
                          <a:pt x="106" y="123"/>
                          <a:pt x="106" y="123"/>
                          <a:pt x="106" y="123"/>
                        </a:cubicBezTo>
                        <a:cubicBezTo>
                          <a:pt x="103" y="121"/>
                          <a:pt x="97" y="119"/>
                          <a:pt x="91" y="119"/>
                        </a:cubicBezTo>
                        <a:cubicBezTo>
                          <a:pt x="89" y="119"/>
                          <a:pt x="87" y="119"/>
                          <a:pt x="85" y="120"/>
                        </a:cubicBezTo>
                        <a:cubicBezTo>
                          <a:pt x="76" y="122"/>
                          <a:pt x="70" y="129"/>
                          <a:pt x="67" y="133"/>
                        </a:cubicBezTo>
                        <a:cubicBezTo>
                          <a:pt x="61" y="132"/>
                          <a:pt x="61" y="132"/>
                          <a:pt x="61" y="132"/>
                        </a:cubicBezTo>
                        <a:cubicBezTo>
                          <a:pt x="59" y="127"/>
                          <a:pt x="55" y="119"/>
                          <a:pt x="48" y="114"/>
                        </a:cubicBezTo>
                        <a:cubicBezTo>
                          <a:pt x="43" y="112"/>
                          <a:pt x="38" y="111"/>
                          <a:pt x="32" y="111"/>
                        </a:cubicBezTo>
                        <a:cubicBezTo>
                          <a:pt x="30" y="111"/>
                          <a:pt x="28" y="111"/>
                          <a:pt x="26" y="111"/>
                        </a:cubicBezTo>
                        <a:cubicBezTo>
                          <a:pt x="22" y="106"/>
                          <a:pt x="22" y="106"/>
                          <a:pt x="22" y="106"/>
                        </a:cubicBezTo>
                        <a:cubicBezTo>
                          <a:pt x="24" y="101"/>
                          <a:pt x="27" y="93"/>
                          <a:pt x="25" y="84"/>
                        </a:cubicBezTo>
                        <a:cubicBezTo>
                          <a:pt x="23" y="76"/>
                          <a:pt x="17" y="70"/>
                          <a:pt x="12" y="67"/>
                        </a:cubicBezTo>
                        <a:cubicBezTo>
                          <a:pt x="13" y="61"/>
                          <a:pt x="13" y="61"/>
                          <a:pt x="13" y="61"/>
                        </a:cubicBezTo>
                        <a:cubicBezTo>
                          <a:pt x="18" y="59"/>
                          <a:pt x="26" y="55"/>
                          <a:pt x="31" y="48"/>
                        </a:cubicBezTo>
                        <a:cubicBezTo>
                          <a:pt x="35" y="40"/>
                          <a:pt x="35" y="31"/>
                          <a:pt x="34" y="26"/>
                        </a:cubicBezTo>
                        <a:cubicBezTo>
                          <a:pt x="39" y="23"/>
                          <a:pt x="39" y="23"/>
                          <a:pt x="39" y="23"/>
                        </a:cubicBezTo>
                        <a:cubicBezTo>
                          <a:pt x="43" y="24"/>
                          <a:pt x="49" y="26"/>
                          <a:pt x="55" y="26"/>
                        </a:cubicBezTo>
                        <a:cubicBezTo>
                          <a:pt x="57" y="26"/>
                          <a:pt x="59" y="26"/>
                          <a:pt x="61" y="26"/>
                        </a:cubicBezTo>
                        <a:cubicBezTo>
                          <a:pt x="70" y="23"/>
                          <a:pt x="76" y="17"/>
                          <a:pt x="79" y="13"/>
                        </a:cubicBezTo>
                        <a:cubicBezTo>
                          <a:pt x="85" y="14"/>
                          <a:pt x="85" y="14"/>
                          <a:pt x="85" y="14"/>
                        </a:cubicBezTo>
                        <a:cubicBezTo>
                          <a:pt x="87" y="19"/>
                          <a:pt x="91" y="27"/>
                          <a:pt x="98" y="31"/>
                        </a:cubicBezTo>
                        <a:cubicBezTo>
                          <a:pt x="102" y="34"/>
                          <a:pt x="108" y="35"/>
                          <a:pt x="114" y="35"/>
                        </a:cubicBezTo>
                        <a:cubicBezTo>
                          <a:pt x="116" y="35"/>
                          <a:pt x="118" y="35"/>
                          <a:pt x="120" y="35"/>
                        </a:cubicBezTo>
                        <a:cubicBezTo>
                          <a:pt x="123" y="40"/>
                          <a:pt x="123" y="40"/>
                          <a:pt x="123" y="40"/>
                        </a:cubicBezTo>
                        <a:cubicBezTo>
                          <a:pt x="121" y="44"/>
                          <a:pt x="118" y="53"/>
                          <a:pt x="120" y="61"/>
                        </a:cubicBezTo>
                        <a:cubicBezTo>
                          <a:pt x="123" y="69"/>
                          <a:pt x="129" y="76"/>
                          <a:pt x="133" y="79"/>
                        </a:cubicBezTo>
                        <a:lnTo>
                          <a:pt x="132" y="85"/>
                        </a:lnTo>
                        <a:close/>
                      </a:path>
                    </a:pathLst>
                  </a:custGeom>
                  <a:solidFill>
                    <a:srgbClr val="9D9F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8" name="Freeform 243">
                    <a:extLst>
                      <a:ext uri="{FF2B5EF4-FFF2-40B4-BE49-F238E27FC236}">
                        <a16:creationId xmlns:a16="http://schemas.microsoft.com/office/drawing/2014/main" id="{C623BFAB-364E-4CE5-BBAC-879B8E4845BB}"/>
                      </a:ext>
                    </a:extLst>
                  </p:cNvPr>
                  <p:cNvSpPr>
                    <a:spLocks noEditPoints="1"/>
                  </p:cNvSpPr>
                  <p:nvPr/>
                </p:nvSpPr>
                <p:spPr bwMode="auto">
                  <a:xfrm>
                    <a:off x="5053416" y="5408613"/>
                    <a:ext cx="290947" cy="287094"/>
                  </a:xfrm>
                  <a:custGeom>
                    <a:avLst/>
                    <a:gdLst>
                      <a:gd name="T0" fmla="*/ 2147483646 w 304"/>
                      <a:gd name="T1" fmla="*/ 2147483646 h 300"/>
                      <a:gd name="T2" fmla="*/ 2147483646 w 304"/>
                      <a:gd name="T3" fmla="*/ 2147483646 h 300"/>
                      <a:gd name="T4" fmla="*/ 2147483646 w 304"/>
                      <a:gd name="T5" fmla="*/ 2147483646 h 300"/>
                      <a:gd name="T6" fmla="*/ 2147483646 w 304"/>
                      <a:gd name="T7" fmla="*/ 2147483646 h 300"/>
                      <a:gd name="T8" fmla="*/ 2147483646 w 304"/>
                      <a:gd name="T9" fmla="*/ 2147483646 h 300"/>
                      <a:gd name="T10" fmla="*/ 2147483646 w 304"/>
                      <a:gd name="T11" fmla="*/ 0 h 300"/>
                      <a:gd name="T12" fmla="*/ 2147483646 w 304"/>
                      <a:gd name="T13" fmla="*/ 2147483646 h 300"/>
                      <a:gd name="T14" fmla="*/ 2147483646 w 304"/>
                      <a:gd name="T15" fmla="*/ 2147483646 h 300"/>
                      <a:gd name="T16" fmla="*/ 2147483646 w 304"/>
                      <a:gd name="T17" fmla="*/ 2147483646 h 300"/>
                      <a:gd name="T18" fmla="*/ 2147483646 w 304"/>
                      <a:gd name="T19" fmla="*/ 2147483646 h 300"/>
                      <a:gd name="T20" fmla="*/ 2147483646 w 304"/>
                      <a:gd name="T21" fmla="*/ 0 h 300"/>
                      <a:gd name="T22" fmla="*/ 2147483646 w 304"/>
                      <a:gd name="T23" fmla="*/ 2147483646 h 300"/>
                      <a:gd name="T24" fmla="*/ 2147483646 w 304"/>
                      <a:gd name="T25" fmla="*/ 2147483646 h 300"/>
                      <a:gd name="T26" fmla="*/ 2147483646 w 304"/>
                      <a:gd name="T27" fmla="*/ 2147483646 h 300"/>
                      <a:gd name="T28" fmla="*/ 0 w 304"/>
                      <a:gd name="T29" fmla="*/ 2147483646 h 300"/>
                      <a:gd name="T30" fmla="*/ 0 w 304"/>
                      <a:gd name="T31" fmla="*/ 2147483646 h 300"/>
                      <a:gd name="T32" fmla="*/ 2147483646 w 304"/>
                      <a:gd name="T33" fmla="*/ 2147483646 h 300"/>
                      <a:gd name="T34" fmla="*/ 2147483646 w 304"/>
                      <a:gd name="T35" fmla="*/ 2147483646 h 300"/>
                      <a:gd name="T36" fmla="*/ 2147483646 w 304"/>
                      <a:gd name="T37" fmla="*/ 2147483646 h 300"/>
                      <a:gd name="T38" fmla="*/ 2147483646 w 304"/>
                      <a:gd name="T39" fmla="*/ 2147483646 h 300"/>
                      <a:gd name="T40" fmla="*/ 2147483646 w 304"/>
                      <a:gd name="T41" fmla="*/ 2147483646 h 300"/>
                      <a:gd name="T42" fmla="*/ 2147483646 w 304"/>
                      <a:gd name="T43" fmla="*/ 2147483646 h 300"/>
                      <a:gd name="T44" fmla="*/ 2147483646 w 304"/>
                      <a:gd name="T45" fmla="*/ 2147483646 h 300"/>
                      <a:gd name="T46" fmla="*/ 2147483646 w 304"/>
                      <a:gd name="T47" fmla="*/ 2147483646 h 300"/>
                      <a:gd name="T48" fmla="*/ 2147483646 w 304"/>
                      <a:gd name="T49" fmla="*/ 2147483646 h 300"/>
                      <a:gd name="T50" fmla="*/ 2147483646 w 304"/>
                      <a:gd name="T51" fmla="*/ 2147483646 h 300"/>
                      <a:gd name="T52" fmla="*/ 2147483646 w 304"/>
                      <a:gd name="T53" fmla="*/ 2147483646 h 300"/>
                      <a:gd name="T54" fmla="*/ 2147483646 w 304"/>
                      <a:gd name="T55" fmla="*/ 2147483646 h 300"/>
                      <a:gd name="T56" fmla="*/ 2147483646 w 304"/>
                      <a:gd name="T57" fmla="*/ 2147483646 h 300"/>
                      <a:gd name="T58" fmla="*/ 2147483646 w 304"/>
                      <a:gd name="T59" fmla="*/ 2147483646 h 300"/>
                      <a:gd name="T60" fmla="*/ 2147483646 w 304"/>
                      <a:gd name="T61" fmla="*/ 2147483646 h 300"/>
                      <a:gd name="T62" fmla="*/ 2147483646 w 304"/>
                      <a:gd name="T63" fmla="*/ 2147483646 h 300"/>
                      <a:gd name="T64" fmla="*/ 2147483646 w 304"/>
                      <a:gd name="T65" fmla="*/ 2147483646 h 300"/>
                      <a:gd name="T66" fmla="*/ 2147483646 w 304"/>
                      <a:gd name="T67" fmla="*/ 2147483646 h 300"/>
                      <a:gd name="T68" fmla="*/ 2147483646 w 304"/>
                      <a:gd name="T69" fmla="*/ 2147483646 h 300"/>
                      <a:gd name="T70" fmla="*/ 2147483646 w 304"/>
                      <a:gd name="T71" fmla="*/ 2147483646 h 300"/>
                      <a:gd name="T72" fmla="*/ 2147483646 w 304"/>
                      <a:gd name="T73" fmla="*/ 2147483646 h 300"/>
                      <a:gd name="T74" fmla="*/ 2147483646 w 304"/>
                      <a:gd name="T75" fmla="*/ 2147483646 h 300"/>
                      <a:gd name="T76" fmla="*/ 2147483646 w 304"/>
                      <a:gd name="T77" fmla="*/ 2147483646 h 300"/>
                      <a:gd name="T78" fmla="*/ 2147483646 w 304"/>
                      <a:gd name="T79" fmla="*/ 2147483646 h 300"/>
                      <a:gd name="T80" fmla="*/ 2147483646 w 304"/>
                      <a:gd name="T81" fmla="*/ 2147483646 h 300"/>
                      <a:gd name="T82" fmla="*/ 2147483646 w 304"/>
                      <a:gd name="T83" fmla="*/ 2147483646 h 300"/>
                      <a:gd name="T84" fmla="*/ 2147483646 w 304"/>
                      <a:gd name="T85" fmla="*/ 2147483646 h 3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04" h="300">
                        <a:moveTo>
                          <a:pt x="304" y="284"/>
                        </a:moveTo>
                        <a:cubicBezTo>
                          <a:pt x="304" y="40"/>
                          <a:pt x="304" y="40"/>
                          <a:pt x="304" y="40"/>
                        </a:cubicBezTo>
                        <a:cubicBezTo>
                          <a:pt x="304" y="31"/>
                          <a:pt x="297" y="24"/>
                          <a:pt x="288" y="24"/>
                        </a:cubicBezTo>
                        <a:cubicBezTo>
                          <a:pt x="236" y="24"/>
                          <a:pt x="236" y="24"/>
                          <a:pt x="236" y="24"/>
                        </a:cubicBezTo>
                        <a:cubicBezTo>
                          <a:pt x="236" y="6"/>
                          <a:pt x="236" y="6"/>
                          <a:pt x="236" y="6"/>
                        </a:cubicBezTo>
                        <a:cubicBezTo>
                          <a:pt x="236" y="3"/>
                          <a:pt x="233" y="0"/>
                          <a:pt x="230" y="0"/>
                        </a:cubicBezTo>
                        <a:cubicBezTo>
                          <a:pt x="227" y="0"/>
                          <a:pt x="224" y="3"/>
                          <a:pt x="224" y="6"/>
                        </a:cubicBezTo>
                        <a:cubicBezTo>
                          <a:pt x="224" y="24"/>
                          <a:pt x="224" y="24"/>
                          <a:pt x="224" y="24"/>
                        </a:cubicBezTo>
                        <a:cubicBezTo>
                          <a:pt x="80" y="24"/>
                          <a:pt x="80" y="24"/>
                          <a:pt x="80" y="24"/>
                        </a:cubicBezTo>
                        <a:cubicBezTo>
                          <a:pt x="80" y="6"/>
                          <a:pt x="80" y="6"/>
                          <a:pt x="80" y="6"/>
                        </a:cubicBezTo>
                        <a:cubicBezTo>
                          <a:pt x="80" y="3"/>
                          <a:pt x="77" y="0"/>
                          <a:pt x="74" y="0"/>
                        </a:cubicBezTo>
                        <a:cubicBezTo>
                          <a:pt x="71" y="0"/>
                          <a:pt x="68" y="3"/>
                          <a:pt x="68" y="6"/>
                        </a:cubicBezTo>
                        <a:cubicBezTo>
                          <a:pt x="68" y="24"/>
                          <a:pt x="68" y="24"/>
                          <a:pt x="68" y="24"/>
                        </a:cubicBezTo>
                        <a:cubicBezTo>
                          <a:pt x="16" y="24"/>
                          <a:pt x="16" y="24"/>
                          <a:pt x="16" y="24"/>
                        </a:cubicBezTo>
                        <a:cubicBezTo>
                          <a:pt x="7" y="24"/>
                          <a:pt x="0" y="31"/>
                          <a:pt x="0" y="40"/>
                        </a:cubicBezTo>
                        <a:cubicBezTo>
                          <a:pt x="0" y="284"/>
                          <a:pt x="0" y="284"/>
                          <a:pt x="0" y="284"/>
                        </a:cubicBezTo>
                        <a:cubicBezTo>
                          <a:pt x="0" y="293"/>
                          <a:pt x="7" y="300"/>
                          <a:pt x="16" y="300"/>
                        </a:cubicBezTo>
                        <a:cubicBezTo>
                          <a:pt x="288" y="300"/>
                          <a:pt x="288" y="300"/>
                          <a:pt x="288" y="300"/>
                        </a:cubicBezTo>
                        <a:cubicBezTo>
                          <a:pt x="297" y="300"/>
                          <a:pt x="304" y="293"/>
                          <a:pt x="304" y="284"/>
                        </a:cubicBezTo>
                        <a:close/>
                        <a:moveTo>
                          <a:pt x="292" y="284"/>
                        </a:moveTo>
                        <a:cubicBezTo>
                          <a:pt x="292" y="286"/>
                          <a:pt x="290" y="288"/>
                          <a:pt x="288" y="288"/>
                        </a:cubicBezTo>
                        <a:cubicBezTo>
                          <a:pt x="16" y="288"/>
                          <a:pt x="16" y="288"/>
                          <a:pt x="16" y="288"/>
                        </a:cubicBezTo>
                        <a:cubicBezTo>
                          <a:pt x="14" y="288"/>
                          <a:pt x="12" y="286"/>
                          <a:pt x="12" y="284"/>
                        </a:cubicBezTo>
                        <a:cubicBezTo>
                          <a:pt x="12" y="96"/>
                          <a:pt x="12" y="96"/>
                          <a:pt x="12" y="96"/>
                        </a:cubicBezTo>
                        <a:cubicBezTo>
                          <a:pt x="292" y="96"/>
                          <a:pt x="292" y="96"/>
                          <a:pt x="292" y="96"/>
                        </a:cubicBezTo>
                        <a:lnTo>
                          <a:pt x="292" y="284"/>
                        </a:lnTo>
                        <a:close/>
                        <a:moveTo>
                          <a:pt x="292" y="84"/>
                        </a:moveTo>
                        <a:cubicBezTo>
                          <a:pt x="12" y="84"/>
                          <a:pt x="12" y="84"/>
                          <a:pt x="12" y="84"/>
                        </a:cubicBezTo>
                        <a:cubicBezTo>
                          <a:pt x="12" y="40"/>
                          <a:pt x="12" y="40"/>
                          <a:pt x="12" y="40"/>
                        </a:cubicBezTo>
                        <a:cubicBezTo>
                          <a:pt x="12" y="38"/>
                          <a:pt x="14" y="36"/>
                          <a:pt x="16" y="36"/>
                        </a:cubicBezTo>
                        <a:cubicBezTo>
                          <a:pt x="68" y="36"/>
                          <a:pt x="68" y="36"/>
                          <a:pt x="68" y="36"/>
                        </a:cubicBezTo>
                        <a:cubicBezTo>
                          <a:pt x="68" y="58"/>
                          <a:pt x="68" y="58"/>
                          <a:pt x="68" y="58"/>
                        </a:cubicBezTo>
                        <a:cubicBezTo>
                          <a:pt x="68" y="62"/>
                          <a:pt x="71" y="64"/>
                          <a:pt x="74" y="64"/>
                        </a:cubicBezTo>
                        <a:cubicBezTo>
                          <a:pt x="77" y="64"/>
                          <a:pt x="80" y="62"/>
                          <a:pt x="80" y="58"/>
                        </a:cubicBezTo>
                        <a:cubicBezTo>
                          <a:pt x="80" y="36"/>
                          <a:pt x="80" y="36"/>
                          <a:pt x="80" y="36"/>
                        </a:cubicBezTo>
                        <a:cubicBezTo>
                          <a:pt x="224" y="36"/>
                          <a:pt x="224" y="36"/>
                          <a:pt x="224" y="36"/>
                        </a:cubicBezTo>
                        <a:cubicBezTo>
                          <a:pt x="224" y="58"/>
                          <a:pt x="224" y="58"/>
                          <a:pt x="224" y="58"/>
                        </a:cubicBezTo>
                        <a:cubicBezTo>
                          <a:pt x="224" y="62"/>
                          <a:pt x="227" y="64"/>
                          <a:pt x="230" y="64"/>
                        </a:cubicBezTo>
                        <a:cubicBezTo>
                          <a:pt x="233" y="64"/>
                          <a:pt x="236" y="62"/>
                          <a:pt x="236" y="58"/>
                        </a:cubicBezTo>
                        <a:cubicBezTo>
                          <a:pt x="236" y="36"/>
                          <a:pt x="236" y="36"/>
                          <a:pt x="236" y="36"/>
                        </a:cubicBezTo>
                        <a:cubicBezTo>
                          <a:pt x="288" y="36"/>
                          <a:pt x="288" y="36"/>
                          <a:pt x="288" y="36"/>
                        </a:cubicBezTo>
                        <a:cubicBezTo>
                          <a:pt x="290" y="36"/>
                          <a:pt x="292" y="38"/>
                          <a:pt x="292" y="40"/>
                        </a:cubicBezTo>
                        <a:lnTo>
                          <a:pt x="292" y="84"/>
                        </a:ln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09" name="Freeform 244">
                    <a:extLst>
                      <a:ext uri="{FF2B5EF4-FFF2-40B4-BE49-F238E27FC236}">
                        <a16:creationId xmlns:a16="http://schemas.microsoft.com/office/drawing/2014/main" id="{BA7261EA-E661-4D35-96A3-E03B372C3249}"/>
                      </a:ext>
                    </a:extLst>
                  </p:cNvPr>
                  <p:cNvSpPr>
                    <a:spLocks/>
                  </p:cNvSpPr>
                  <p:nvPr/>
                </p:nvSpPr>
                <p:spPr bwMode="auto">
                  <a:xfrm>
                    <a:off x="5152647" y="5538672"/>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0" name="Freeform 245">
                    <a:extLst>
                      <a:ext uri="{FF2B5EF4-FFF2-40B4-BE49-F238E27FC236}">
                        <a16:creationId xmlns:a16="http://schemas.microsoft.com/office/drawing/2014/main" id="{BC224379-04C7-4D0C-91A5-CB7689B7E3D0}"/>
                      </a:ext>
                    </a:extLst>
                  </p:cNvPr>
                  <p:cNvSpPr>
                    <a:spLocks/>
                  </p:cNvSpPr>
                  <p:nvPr/>
                </p:nvSpPr>
                <p:spPr bwMode="auto">
                  <a:xfrm>
                    <a:off x="5206597" y="5538672"/>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1" name="Freeform 246">
                    <a:extLst>
                      <a:ext uri="{FF2B5EF4-FFF2-40B4-BE49-F238E27FC236}">
                        <a16:creationId xmlns:a16="http://schemas.microsoft.com/office/drawing/2014/main" id="{F2795C41-1A14-4FC1-B1D9-C248FBD0B34C}"/>
                      </a:ext>
                    </a:extLst>
                  </p:cNvPr>
                  <p:cNvSpPr>
                    <a:spLocks/>
                  </p:cNvSpPr>
                  <p:nvPr/>
                </p:nvSpPr>
                <p:spPr bwMode="auto">
                  <a:xfrm>
                    <a:off x="5260548" y="5538672"/>
                    <a:ext cx="37573"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2" name="Freeform 247">
                    <a:extLst>
                      <a:ext uri="{FF2B5EF4-FFF2-40B4-BE49-F238E27FC236}">
                        <a16:creationId xmlns:a16="http://schemas.microsoft.com/office/drawing/2014/main" id="{48155A5B-1732-4B4D-8920-3425B0A67BE5}"/>
                      </a:ext>
                    </a:extLst>
                  </p:cNvPr>
                  <p:cNvSpPr>
                    <a:spLocks/>
                  </p:cNvSpPr>
                  <p:nvPr/>
                </p:nvSpPr>
                <p:spPr bwMode="auto">
                  <a:xfrm>
                    <a:off x="5152647" y="5573354"/>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3" name="Freeform 248">
                    <a:extLst>
                      <a:ext uri="{FF2B5EF4-FFF2-40B4-BE49-F238E27FC236}">
                        <a16:creationId xmlns:a16="http://schemas.microsoft.com/office/drawing/2014/main" id="{07B5D094-7783-43C8-BCFF-06D0C675CC76}"/>
                      </a:ext>
                    </a:extLst>
                  </p:cNvPr>
                  <p:cNvSpPr>
                    <a:spLocks/>
                  </p:cNvSpPr>
                  <p:nvPr/>
                </p:nvSpPr>
                <p:spPr bwMode="auto">
                  <a:xfrm>
                    <a:off x="5206597" y="5573354"/>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4" name="Freeform 249">
                    <a:extLst>
                      <a:ext uri="{FF2B5EF4-FFF2-40B4-BE49-F238E27FC236}">
                        <a16:creationId xmlns:a16="http://schemas.microsoft.com/office/drawing/2014/main" id="{553E0428-8E81-4C90-BE11-B137EF91E2AF}"/>
                      </a:ext>
                    </a:extLst>
                  </p:cNvPr>
                  <p:cNvSpPr>
                    <a:spLocks/>
                  </p:cNvSpPr>
                  <p:nvPr/>
                </p:nvSpPr>
                <p:spPr bwMode="auto">
                  <a:xfrm>
                    <a:off x="5260548" y="5573354"/>
                    <a:ext cx="37573"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5" name="Freeform 250">
                    <a:extLst>
                      <a:ext uri="{FF2B5EF4-FFF2-40B4-BE49-F238E27FC236}">
                        <a16:creationId xmlns:a16="http://schemas.microsoft.com/office/drawing/2014/main" id="{CAE69453-325A-48CA-B0E8-534F702A9D96}"/>
                      </a:ext>
                    </a:extLst>
                  </p:cNvPr>
                  <p:cNvSpPr>
                    <a:spLocks/>
                  </p:cNvSpPr>
                  <p:nvPr/>
                </p:nvSpPr>
                <p:spPr bwMode="auto">
                  <a:xfrm>
                    <a:off x="5095806" y="5573354"/>
                    <a:ext cx="37573"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6" name="Freeform 251">
                    <a:extLst>
                      <a:ext uri="{FF2B5EF4-FFF2-40B4-BE49-F238E27FC236}">
                        <a16:creationId xmlns:a16="http://schemas.microsoft.com/office/drawing/2014/main" id="{574765DD-55CC-41F1-9DAF-0AC3502BD48B}"/>
                      </a:ext>
                    </a:extLst>
                  </p:cNvPr>
                  <p:cNvSpPr>
                    <a:spLocks/>
                  </p:cNvSpPr>
                  <p:nvPr/>
                </p:nvSpPr>
                <p:spPr bwMode="auto">
                  <a:xfrm>
                    <a:off x="5152647" y="5608037"/>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7" name="Freeform 252">
                    <a:extLst>
                      <a:ext uri="{FF2B5EF4-FFF2-40B4-BE49-F238E27FC236}">
                        <a16:creationId xmlns:a16="http://schemas.microsoft.com/office/drawing/2014/main" id="{809F0506-D4A2-4814-9E34-A20091ED6145}"/>
                      </a:ext>
                    </a:extLst>
                  </p:cNvPr>
                  <p:cNvSpPr>
                    <a:spLocks/>
                  </p:cNvSpPr>
                  <p:nvPr/>
                </p:nvSpPr>
                <p:spPr bwMode="auto">
                  <a:xfrm>
                    <a:off x="5206597" y="5608037"/>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8" name="Freeform 253">
                    <a:extLst>
                      <a:ext uri="{FF2B5EF4-FFF2-40B4-BE49-F238E27FC236}">
                        <a16:creationId xmlns:a16="http://schemas.microsoft.com/office/drawing/2014/main" id="{4B3DB236-FE90-4468-89F2-8203759E5E4D}"/>
                      </a:ext>
                    </a:extLst>
                  </p:cNvPr>
                  <p:cNvSpPr>
                    <a:spLocks/>
                  </p:cNvSpPr>
                  <p:nvPr/>
                </p:nvSpPr>
                <p:spPr bwMode="auto">
                  <a:xfrm>
                    <a:off x="5260548" y="5608037"/>
                    <a:ext cx="37573"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19" name="Freeform 254">
                    <a:extLst>
                      <a:ext uri="{FF2B5EF4-FFF2-40B4-BE49-F238E27FC236}">
                        <a16:creationId xmlns:a16="http://schemas.microsoft.com/office/drawing/2014/main" id="{36FE4B15-18C8-4FE1-885E-15569C3B0106}"/>
                      </a:ext>
                    </a:extLst>
                  </p:cNvPr>
                  <p:cNvSpPr>
                    <a:spLocks/>
                  </p:cNvSpPr>
                  <p:nvPr/>
                </p:nvSpPr>
                <p:spPr bwMode="auto">
                  <a:xfrm>
                    <a:off x="5095806" y="5608037"/>
                    <a:ext cx="37573"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0" name="Freeform 255">
                    <a:extLst>
                      <a:ext uri="{FF2B5EF4-FFF2-40B4-BE49-F238E27FC236}">
                        <a16:creationId xmlns:a16="http://schemas.microsoft.com/office/drawing/2014/main" id="{54C7142A-E8A8-452D-83DA-6AC5AC6B23BE}"/>
                      </a:ext>
                    </a:extLst>
                  </p:cNvPr>
                  <p:cNvSpPr>
                    <a:spLocks/>
                  </p:cNvSpPr>
                  <p:nvPr/>
                </p:nvSpPr>
                <p:spPr bwMode="auto">
                  <a:xfrm>
                    <a:off x="5095806" y="5642719"/>
                    <a:ext cx="37573"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1" name="Freeform 256">
                    <a:extLst>
                      <a:ext uri="{FF2B5EF4-FFF2-40B4-BE49-F238E27FC236}">
                        <a16:creationId xmlns:a16="http://schemas.microsoft.com/office/drawing/2014/main" id="{9EE977C5-E660-4894-BB17-3676DBB85D68}"/>
                      </a:ext>
                    </a:extLst>
                  </p:cNvPr>
                  <p:cNvSpPr>
                    <a:spLocks/>
                  </p:cNvSpPr>
                  <p:nvPr/>
                </p:nvSpPr>
                <p:spPr bwMode="auto">
                  <a:xfrm>
                    <a:off x="5148793" y="5642719"/>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2" name="Freeform 257">
                    <a:extLst>
                      <a:ext uri="{FF2B5EF4-FFF2-40B4-BE49-F238E27FC236}">
                        <a16:creationId xmlns:a16="http://schemas.microsoft.com/office/drawing/2014/main" id="{9768F021-B1CE-47AC-B203-473C14C5D4D8}"/>
                      </a:ext>
                    </a:extLst>
                  </p:cNvPr>
                  <p:cNvSpPr>
                    <a:spLocks/>
                  </p:cNvSpPr>
                  <p:nvPr/>
                </p:nvSpPr>
                <p:spPr bwMode="auto">
                  <a:xfrm>
                    <a:off x="5202744" y="5642719"/>
                    <a:ext cx="38536" cy="11561"/>
                  </a:xfrm>
                  <a:custGeom>
                    <a:avLst/>
                    <a:gdLst>
                      <a:gd name="T0" fmla="*/ 2147483646 w 40"/>
                      <a:gd name="T1" fmla="*/ 2147483646 h 12"/>
                      <a:gd name="T2" fmla="*/ 2147483646 w 40"/>
                      <a:gd name="T3" fmla="*/ 2147483646 h 12"/>
                      <a:gd name="T4" fmla="*/ 2147483646 w 40"/>
                      <a:gd name="T5" fmla="*/ 2147483646 h 12"/>
                      <a:gd name="T6" fmla="*/ 2147483646 w 40"/>
                      <a:gd name="T7" fmla="*/ 0 h 12"/>
                      <a:gd name="T8" fmla="*/ 2147483646 w 40"/>
                      <a:gd name="T9" fmla="*/ 0 h 12"/>
                      <a:gd name="T10" fmla="*/ 0 w 40"/>
                      <a:gd name="T11" fmla="*/ 2147483646 h 12"/>
                      <a:gd name="T12" fmla="*/ 2147483646 w 40"/>
                      <a:gd name="T13" fmla="*/ 2147483646 h 1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 h="12">
                        <a:moveTo>
                          <a:pt x="6" y="12"/>
                        </a:moveTo>
                        <a:cubicBezTo>
                          <a:pt x="34" y="12"/>
                          <a:pt x="34" y="12"/>
                          <a:pt x="34" y="12"/>
                        </a:cubicBezTo>
                        <a:cubicBezTo>
                          <a:pt x="37" y="12"/>
                          <a:pt x="40" y="9"/>
                          <a:pt x="40" y="6"/>
                        </a:cubicBezTo>
                        <a:cubicBezTo>
                          <a:pt x="40" y="3"/>
                          <a:pt x="37" y="0"/>
                          <a:pt x="34" y="0"/>
                        </a:cubicBezTo>
                        <a:cubicBezTo>
                          <a:pt x="6" y="0"/>
                          <a:pt x="6" y="0"/>
                          <a:pt x="6" y="0"/>
                        </a:cubicBezTo>
                        <a:cubicBezTo>
                          <a:pt x="3" y="0"/>
                          <a:pt x="0" y="3"/>
                          <a:pt x="0" y="6"/>
                        </a:cubicBezTo>
                        <a:cubicBezTo>
                          <a:pt x="0" y="9"/>
                          <a:pt x="3" y="12"/>
                          <a:pt x="6" y="12"/>
                        </a:cubicBezTo>
                        <a:close/>
                      </a:path>
                    </a:pathLst>
                  </a:custGeom>
                  <a:solidFill>
                    <a:srgbClr val="DC4B8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3" name="Freeform 258">
                    <a:extLst>
                      <a:ext uri="{FF2B5EF4-FFF2-40B4-BE49-F238E27FC236}">
                        <a16:creationId xmlns:a16="http://schemas.microsoft.com/office/drawing/2014/main" id="{FE4F433A-D5CE-4459-8B90-EC13F89C0D61}"/>
                      </a:ext>
                    </a:extLst>
                  </p:cNvPr>
                  <p:cNvSpPr>
                    <a:spLocks noEditPoints="1"/>
                  </p:cNvSpPr>
                  <p:nvPr/>
                </p:nvSpPr>
                <p:spPr bwMode="auto">
                  <a:xfrm>
                    <a:off x="4702738" y="4228445"/>
                    <a:ext cx="153181" cy="123315"/>
                  </a:xfrm>
                  <a:custGeom>
                    <a:avLst/>
                    <a:gdLst>
                      <a:gd name="T0" fmla="*/ 2147483646 w 160"/>
                      <a:gd name="T1" fmla="*/ 2147483646 h 129"/>
                      <a:gd name="T2" fmla="*/ 2147483646 w 160"/>
                      <a:gd name="T3" fmla="*/ 2147483646 h 129"/>
                      <a:gd name="T4" fmla="*/ 2147483646 w 160"/>
                      <a:gd name="T5" fmla="*/ 2147483646 h 129"/>
                      <a:gd name="T6" fmla="*/ 2147483646 w 160"/>
                      <a:gd name="T7" fmla="*/ 2147483646 h 129"/>
                      <a:gd name="T8" fmla="*/ 2147483646 w 160"/>
                      <a:gd name="T9" fmla="*/ 0 h 129"/>
                      <a:gd name="T10" fmla="*/ 2147483646 w 160"/>
                      <a:gd name="T11" fmla="*/ 2147483646 h 129"/>
                      <a:gd name="T12" fmla="*/ 2147483646 w 160"/>
                      <a:gd name="T13" fmla="*/ 2147483646 h 129"/>
                      <a:gd name="T14" fmla="*/ 2147483646 w 160"/>
                      <a:gd name="T15" fmla="*/ 2147483646 h 129"/>
                      <a:gd name="T16" fmla="*/ 2147483646 w 160"/>
                      <a:gd name="T17" fmla="*/ 2147483646 h 129"/>
                      <a:gd name="T18" fmla="*/ 0 w 160"/>
                      <a:gd name="T19" fmla="*/ 2147483646 h 129"/>
                      <a:gd name="T20" fmla="*/ 2147483646 w 160"/>
                      <a:gd name="T21" fmla="*/ 2147483646 h 129"/>
                      <a:gd name="T22" fmla="*/ 2147483646 w 160"/>
                      <a:gd name="T23" fmla="*/ 2147483646 h 129"/>
                      <a:gd name="T24" fmla="*/ 2147483646 w 160"/>
                      <a:gd name="T25" fmla="*/ 2147483646 h 129"/>
                      <a:gd name="T26" fmla="*/ 2147483646 w 160"/>
                      <a:gd name="T27" fmla="*/ 2147483646 h 129"/>
                      <a:gd name="T28" fmla="*/ 2147483646 w 160"/>
                      <a:gd name="T29" fmla="*/ 2147483646 h 129"/>
                      <a:gd name="T30" fmla="*/ 2147483646 w 160"/>
                      <a:gd name="T31" fmla="*/ 2147483646 h 129"/>
                      <a:gd name="T32" fmla="*/ 2147483646 w 160"/>
                      <a:gd name="T33" fmla="*/ 2147483646 h 129"/>
                      <a:gd name="T34" fmla="*/ 2147483646 w 160"/>
                      <a:gd name="T35" fmla="*/ 2147483646 h 129"/>
                      <a:gd name="T36" fmla="*/ 2147483646 w 160"/>
                      <a:gd name="T37" fmla="*/ 2147483646 h 129"/>
                      <a:gd name="T38" fmla="*/ 2147483646 w 160"/>
                      <a:gd name="T39" fmla="*/ 2147483646 h 129"/>
                      <a:gd name="T40" fmla="*/ 2147483646 w 160"/>
                      <a:gd name="T41" fmla="*/ 2147483646 h 129"/>
                      <a:gd name="T42" fmla="*/ 2147483646 w 160"/>
                      <a:gd name="T43" fmla="*/ 2147483646 h 129"/>
                      <a:gd name="T44" fmla="*/ 2147483646 w 160"/>
                      <a:gd name="T45" fmla="*/ 2147483646 h 129"/>
                      <a:gd name="T46" fmla="*/ 2147483646 w 160"/>
                      <a:gd name="T47" fmla="*/ 2147483646 h 129"/>
                      <a:gd name="T48" fmla="*/ 2147483646 w 160"/>
                      <a:gd name="T49" fmla="*/ 2147483646 h 129"/>
                      <a:gd name="T50" fmla="*/ 2147483646 w 160"/>
                      <a:gd name="T51" fmla="*/ 2147483646 h 129"/>
                      <a:gd name="T52" fmla="*/ 2147483646 w 160"/>
                      <a:gd name="T53" fmla="*/ 2147483646 h 129"/>
                      <a:gd name="T54" fmla="*/ 2147483646 w 160"/>
                      <a:gd name="T55" fmla="*/ 2147483646 h 129"/>
                      <a:gd name="T56" fmla="*/ 2147483646 w 160"/>
                      <a:gd name="T57" fmla="*/ 2147483646 h 129"/>
                      <a:gd name="T58" fmla="*/ 2147483646 w 160"/>
                      <a:gd name="T59" fmla="*/ 2147483646 h 129"/>
                      <a:gd name="T60" fmla="*/ 2147483646 w 160"/>
                      <a:gd name="T61" fmla="*/ 2147483646 h 129"/>
                      <a:gd name="T62" fmla="*/ 2147483646 w 160"/>
                      <a:gd name="T63" fmla="*/ 2147483646 h 129"/>
                      <a:gd name="T64" fmla="*/ 2147483646 w 160"/>
                      <a:gd name="T65" fmla="*/ 2147483646 h 129"/>
                      <a:gd name="T66" fmla="*/ 2147483646 w 160"/>
                      <a:gd name="T67" fmla="*/ 2147483646 h 129"/>
                      <a:gd name="T68" fmla="*/ 2147483646 w 160"/>
                      <a:gd name="T69" fmla="*/ 2147483646 h 129"/>
                      <a:gd name="T70" fmla="*/ 2147483646 w 160"/>
                      <a:gd name="T71" fmla="*/ 2147483646 h 12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60" h="129">
                        <a:moveTo>
                          <a:pt x="134" y="52"/>
                        </a:moveTo>
                        <a:cubicBezTo>
                          <a:pt x="129" y="52"/>
                          <a:pt x="124" y="54"/>
                          <a:pt x="120" y="56"/>
                        </a:cubicBezTo>
                        <a:cubicBezTo>
                          <a:pt x="95" y="34"/>
                          <a:pt x="95" y="34"/>
                          <a:pt x="95" y="34"/>
                        </a:cubicBezTo>
                        <a:cubicBezTo>
                          <a:pt x="96" y="31"/>
                          <a:pt x="96" y="29"/>
                          <a:pt x="96" y="26"/>
                        </a:cubicBezTo>
                        <a:cubicBezTo>
                          <a:pt x="96" y="12"/>
                          <a:pt x="85" y="0"/>
                          <a:pt x="70" y="0"/>
                        </a:cubicBezTo>
                        <a:cubicBezTo>
                          <a:pt x="56" y="0"/>
                          <a:pt x="44" y="12"/>
                          <a:pt x="44" y="26"/>
                        </a:cubicBezTo>
                        <a:cubicBezTo>
                          <a:pt x="44" y="34"/>
                          <a:pt x="47" y="40"/>
                          <a:pt x="52" y="45"/>
                        </a:cubicBezTo>
                        <a:cubicBezTo>
                          <a:pt x="33" y="77"/>
                          <a:pt x="33" y="77"/>
                          <a:pt x="33" y="77"/>
                        </a:cubicBezTo>
                        <a:cubicBezTo>
                          <a:pt x="31" y="77"/>
                          <a:pt x="28" y="76"/>
                          <a:pt x="26" y="76"/>
                        </a:cubicBezTo>
                        <a:cubicBezTo>
                          <a:pt x="11" y="76"/>
                          <a:pt x="0" y="88"/>
                          <a:pt x="0" y="102"/>
                        </a:cubicBezTo>
                        <a:cubicBezTo>
                          <a:pt x="0" y="117"/>
                          <a:pt x="11" y="129"/>
                          <a:pt x="26" y="129"/>
                        </a:cubicBezTo>
                        <a:cubicBezTo>
                          <a:pt x="40" y="129"/>
                          <a:pt x="52" y="117"/>
                          <a:pt x="52" y="102"/>
                        </a:cubicBezTo>
                        <a:cubicBezTo>
                          <a:pt x="52" y="95"/>
                          <a:pt x="49" y="88"/>
                          <a:pt x="44" y="83"/>
                        </a:cubicBezTo>
                        <a:cubicBezTo>
                          <a:pt x="63" y="51"/>
                          <a:pt x="63" y="51"/>
                          <a:pt x="63" y="51"/>
                        </a:cubicBezTo>
                        <a:cubicBezTo>
                          <a:pt x="65" y="52"/>
                          <a:pt x="68" y="52"/>
                          <a:pt x="70" y="52"/>
                        </a:cubicBezTo>
                        <a:cubicBezTo>
                          <a:pt x="77" y="52"/>
                          <a:pt x="84" y="49"/>
                          <a:pt x="89" y="45"/>
                        </a:cubicBezTo>
                        <a:cubicBezTo>
                          <a:pt x="112" y="65"/>
                          <a:pt x="112" y="65"/>
                          <a:pt x="112" y="65"/>
                        </a:cubicBezTo>
                        <a:cubicBezTo>
                          <a:pt x="110" y="69"/>
                          <a:pt x="108" y="73"/>
                          <a:pt x="108" y="78"/>
                        </a:cubicBezTo>
                        <a:cubicBezTo>
                          <a:pt x="108" y="93"/>
                          <a:pt x="120" y="104"/>
                          <a:pt x="134" y="104"/>
                        </a:cubicBezTo>
                        <a:cubicBezTo>
                          <a:pt x="149" y="104"/>
                          <a:pt x="160" y="93"/>
                          <a:pt x="160" y="78"/>
                        </a:cubicBezTo>
                        <a:cubicBezTo>
                          <a:pt x="160" y="64"/>
                          <a:pt x="149" y="52"/>
                          <a:pt x="134" y="52"/>
                        </a:cubicBezTo>
                        <a:close/>
                        <a:moveTo>
                          <a:pt x="26" y="117"/>
                        </a:moveTo>
                        <a:cubicBezTo>
                          <a:pt x="18" y="117"/>
                          <a:pt x="12" y="110"/>
                          <a:pt x="12" y="102"/>
                        </a:cubicBezTo>
                        <a:cubicBezTo>
                          <a:pt x="12" y="95"/>
                          <a:pt x="18" y="88"/>
                          <a:pt x="26" y="88"/>
                        </a:cubicBezTo>
                        <a:cubicBezTo>
                          <a:pt x="34" y="88"/>
                          <a:pt x="40" y="95"/>
                          <a:pt x="40" y="102"/>
                        </a:cubicBezTo>
                        <a:cubicBezTo>
                          <a:pt x="40" y="110"/>
                          <a:pt x="34" y="117"/>
                          <a:pt x="26" y="117"/>
                        </a:cubicBezTo>
                        <a:close/>
                        <a:moveTo>
                          <a:pt x="70" y="40"/>
                        </a:moveTo>
                        <a:cubicBezTo>
                          <a:pt x="62" y="40"/>
                          <a:pt x="56" y="34"/>
                          <a:pt x="56" y="26"/>
                        </a:cubicBezTo>
                        <a:cubicBezTo>
                          <a:pt x="56" y="18"/>
                          <a:pt x="62" y="12"/>
                          <a:pt x="70" y="12"/>
                        </a:cubicBezTo>
                        <a:cubicBezTo>
                          <a:pt x="78" y="12"/>
                          <a:pt x="84" y="18"/>
                          <a:pt x="84" y="26"/>
                        </a:cubicBezTo>
                        <a:cubicBezTo>
                          <a:pt x="84" y="34"/>
                          <a:pt x="78" y="40"/>
                          <a:pt x="70" y="40"/>
                        </a:cubicBezTo>
                        <a:close/>
                        <a:moveTo>
                          <a:pt x="134" y="92"/>
                        </a:moveTo>
                        <a:cubicBezTo>
                          <a:pt x="127" y="92"/>
                          <a:pt x="120" y="86"/>
                          <a:pt x="120" y="78"/>
                        </a:cubicBezTo>
                        <a:cubicBezTo>
                          <a:pt x="120" y="71"/>
                          <a:pt x="127" y="64"/>
                          <a:pt x="134" y="64"/>
                        </a:cubicBezTo>
                        <a:cubicBezTo>
                          <a:pt x="142" y="64"/>
                          <a:pt x="148" y="71"/>
                          <a:pt x="148" y="78"/>
                        </a:cubicBezTo>
                        <a:cubicBezTo>
                          <a:pt x="148" y="86"/>
                          <a:pt x="142" y="92"/>
                          <a:pt x="134" y="92"/>
                        </a:cubicBezTo>
                        <a:close/>
                      </a:path>
                    </a:pathLst>
                  </a:cu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4" name="Freeform 259">
                    <a:extLst>
                      <a:ext uri="{FF2B5EF4-FFF2-40B4-BE49-F238E27FC236}">
                        <a16:creationId xmlns:a16="http://schemas.microsoft.com/office/drawing/2014/main" id="{9D5A13BD-9122-4265-BDBC-2E049FA223AD}"/>
                      </a:ext>
                    </a:extLst>
                  </p:cNvPr>
                  <p:cNvSpPr>
                    <a:spLocks noEditPoints="1"/>
                  </p:cNvSpPr>
                  <p:nvPr/>
                </p:nvSpPr>
                <p:spPr bwMode="auto">
                  <a:xfrm>
                    <a:off x="4652641" y="4170641"/>
                    <a:ext cx="287094" cy="284204"/>
                  </a:xfrm>
                  <a:custGeom>
                    <a:avLst/>
                    <a:gdLst>
                      <a:gd name="T0" fmla="*/ 2147483646 w 299"/>
                      <a:gd name="T1" fmla="*/ 2147483646 h 296"/>
                      <a:gd name="T2" fmla="*/ 2147483646 w 299"/>
                      <a:gd name="T3" fmla="*/ 2147483646 h 296"/>
                      <a:gd name="T4" fmla="*/ 2147483646 w 299"/>
                      <a:gd name="T5" fmla="*/ 2147483646 h 296"/>
                      <a:gd name="T6" fmla="*/ 2147483646 w 299"/>
                      <a:gd name="T7" fmla="*/ 0 h 296"/>
                      <a:gd name="T8" fmla="*/ 0 w 299"/>
                      <a:gd name="T9" fmla="*/ 2147483646 h 296"/>
                      <a:gd name="T10" fmla="*/ 2147483646 w 299"/>
                      <a:gd name="T11" fmla="*/ 2147483646 h 296"/>
                      <a:gd name="T12" fmla="*/ 2147483646 w 299"/>
                      <a:gd name="T13" fmla="*/ 2147483646 h 296"/>
                      <a:gd name="T14" fmla="*/ 2147483646 w 299"/>
                      <a:gd name="T15" fmla="*/ 2147483646 h 296"/>
                      <a:gd name="T16" fmla="*/ 2147483646 w 299"/>
                      <a:gd name="T17" fmla="*/ 2147483646 h 296"/>
                      <a:gd name="T18" fmla="*/ 2147483646 w 299"/>
                      <a:gd name="T19" fmla="*/ 2147483646 h 296"/>
                      <a:gd name="T20" fmla="*/ 2147483646 w 299"/>
                      <a:gd name="T21" fmla="*/ 2147483646 h 296"/>
                      <a:gd name="T22" fmla="*/ 2147483646 w 299"/>
                      <a:gd name="T23" fmla="*/ 2147483646 h 296"/>
                      <a:gd name="T24" fmla="*/ 2147483646 w 299"/>
                      <a:gd name="T25" fmla="*/ 2147483646 h 296"/>
                      <a:gd name="T26" fmla="*/ 2147483646 w 299"/>
                      <a:gd name="T27" fmla="*/ 2147483646 h 296"/>
                      <a:gd name="T28" fmla="*/ 2147483646 w 299"/>
                      <a:gd name="T29" fmla="*/ 2147483646 h 2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99" h="296">
                        <a:moveTo>
                          <a:pt x="297" y="285"/>
                        </a:moveTo>
                        <a:cubicBezTo>
                          <a:pt x="222" y="209"/>
                          <a:pt x="222" y="209"/>
                          <a:pt x="222" y="209"/>
                        </a:cubicBezTo>
                        <a:cubicBezTo>
                          <a:pt x="241" y="187"/>
                          <a:pt x="253" y="158"/>
                          <a:pt x="253" y="126"/>
                        </a:cubicBezTo>
                        <a:cubicBezTo>
                          <a:pt x="253" y="56"/>
                          <a:pt x="196" y="0"/>
                          <a:pt x="126" y="0"/>
                        </a:cubicBezTo>
                        <a:cubicBezTo>
                          <a:pt x="56" y="0"/>
                          <a:pt x="0" y="56"/>
                          <a:pt x="0" y="126"/>
                        </a:cubicBezTo>
                        <a:cubicBezTo>
                          <a:pt x="0" y="196"/>
                          <a:pt x="56" y="253"/>
                          <a:pt x="126" y="253"/>
                        </a:cubicBezTo>
                        <a:cubicBezTo>
                          <a:pt x="160" y="253"/>
                          <a:pt x="191" y="240"/>
                          <a:pt x="213" y="218"/>
                        </a:cubicBezTo>
                        <a:cubicBezTo>
                          <a:pt x="289" y="293"/>
                          <a:pt x="289" y="293"/>
                          <a:pt x="289" y="293"/>
                        </a:cubicBezTo>
                        <a:cubicBezTo>
                          <a:pt x="291" y="296"/>
                          <a:pt x="295" y="296"/>
                          <a:pt x="297" y="293"/>
                        </a:cubicBezTo>
                        <a:cubicBezTo>
                          <a:pt x="299" y="291"/>
                          <a:pt x="299" y="287"/>
                          <a:pt x="297" y="285"/>
                        </a:cubicBezTo>
                        <a:close/>
                        <a:moveTo>
                          <a:pt x="126" y="241"/>
                        </a:moveTo>
                        <a:cubicBezTo>
                          <a:pt x="63" y="241"/>
                          <a:pt x="12" y="189"/>
                          <a:pt x="12" y="126"/>
                        </a:cubicBezTo>
                        <a:cubicBezTo>
                          <a:pt x="12" y="63"/>
                          <a:pt x="63" y="12"/>
                          <a:pt x="126" y="12"/>
                        </a:cubicBezTo>
                        <a:cubicBezTo>
                          <a:pt x="189" y="12"/>
                          <a:pt x="241" y="63"/>
                          <a:pt x="241" y="126"/>
                        </a:cubicBezTo>
                        <a:cubicBezTo>
                          <a:pt x="241" y="189"/>
                          <a:pt x="189" y="241"/>
                          <a:pt x="126" y="241"/>
                        </a:cubicBezTo>
                        <a:close/>
                      </a:path>
                    </a:pathLst>
                  </a:custGeom>
                  <a:solidFill>
                    <a:srgbClr val="A487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5" name="Freeform 260">
                    <a:extLst>
                      <a:ext uri="{FF2B5EF4-FFF2-40B4-BE49-F238E27FC236}">
                        <a16:creationId xmlns:a16="http://schemas.microsoft.com/office/drawing/2014/main" id="{031455B1-13AA-48ED-8169-C4918B6D6985}"/>
                      </a:ext>
                    </a:extLst>
                  </p:cNvPr>
                  <p:cNvSpPr>
                    <a:spLocks/>
                  </p:cNvSpPr>
                  <p:nvPr/>
                </p:nvSpPr>
                <p:spPr bwMode="auto">
                  <a:xfrm>
                    <a:off x="4583276" y="5601293"/>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6" name="Rectangle 261">
                    <a:extLst>
                      <a:ext uri="{FF2B5EF4-FFF2-40B4-BE49-F238E27FC236}">
                        <a16:creationId xmlns:a16="http://schemas.microsoft.com/office/drawing/2014/main" id="{DCC234C6-F3B8-4614-8434-3CC691B3463B}"/>
                      </a:ext>
                    </a:extLst>
                  </p:cNvPr>
                  <p:cNvSpPr>
                    <a:spLocks noChangeArrowheads="1"/>
                  </p:cNvSpPr>
                  <p:nvPr/>
                </p:nvSpPr>
                <p:spPr bwMode="auto">
                  <a:xfrm>
                    <a:off x="4558228" y="5631159"/>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27" name="Rectangle 262">
                    <a:extLst>
                      <a:ext uri="{FF2B5EF4-FFF2-40B4-BE49-F238E27FC236}">
                        <a16:creationId xmlns:a16="http://schemas.microsoft.com/office/drawing/2014/main" id="{1DF8C630-0D00-4566-A32F-7D2C6EE84F59}"/>
                      </a:ext>
                    </a:extLst>
                  </p:cNvPr>
                  <p:cNvSpPr>
                    <a:spLocks noChangeArrowheads="1"/>
                  </p:cNvSpPr>
                  <p:nvPr/>
                </p:nvSpPr>
                <p:spPr bwMode="auto">
                  <a:xfrm>
                    <a:off x="4559191" y="5630195"/>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28" name="Freeform 263">
                    <a:extLst>
                      <a:ext uri="{FF2B5EF4-FFF2-40B4-BE49-F238E27FC236}">
                        <a16:creationId xmlns:a16="http://schemas.microsoft.com/office/drawing/2014/main" id="{8F62371F-15AA-45E7-9F24-12C74A920E86}"/>
                      </a:ext>
                    </a:extLst>
                  </p:cNvPr>
                  <p:cNvSpPr>
                    <a:spLocks/>
                  </p:cNvSpPr>
                  <p:nvPr/>
                </p:nvSpPr>
                <p:spPr bwMode="auto">
                  <a:xfrm>
                    <a:off x="4559191" y="557624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29" name="Rectangle 264">
                    <a:extLst>
                      <a:ext uri="{FF2B5EF4-FFF2-40B4-BE49-F238E27FC236}">
                        <a16:creationId xmlns:a16="http://schemas.microsoft.com/office/drawing/2014/main" id="{F4C8DFBB-0438-48E3-8178-3CFB30BD33F9}"/>
                      </a:ext>
                    </a:extLst>
                  </p:cNvPr>
                  <p:cNvSpPr>
                    <a:spLocks noChangeArrowheads="1"/>
                  </p:cNvSpPr>
                  <p:nvPr/>
                </p:nvSpPr>
                <p:spPr bwMode="auto">
                  <a:xfrm>
                    <a:off x="4585203" y="5591659"/>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0" name="Rectangle 265">
                    <a:extLst>
                      <a:ext uri="{FF2B5EF4-FFF2-40B4-BE49-F238E27FC236}">
                        <a16:creationId xmlns:a16="http://schemas.microsoft.com/office/drawing/2014/main" id="{E689256E-E433-483A-84DA-A3BD10933EE7}"/>
                      </a:ext>
                    </a:extLst>
                  </p:cNvPr>
                  <p:cNvSpPr>
                    <a:spLocks noChangeArrowheads="1"/>
                  </p:cNvSpPr>
                  <p:nvPr/>
                </p:nvSpPr>
                <p:spPr bwMode="auto">
                  <a:xfrm>
                    <a:off x="4545704" y="5615744"/>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1" name="Freeform 266">
                    <a:extLst>
                      <a:ext uri="{FF2B5EF4-FFF2-40B4-BE49-F238E27FC236}">
                        <a16:creationId xmlns:a16="http://schemas.microsoft.com/office/drawing/2014/main" id="{80360324-704C-470F-8D6F-014FC748428E}"/>
                      </a:ext>
                    </a:extLst>
                  </p:cNvPr>
                  <p:cNvSpPr>
                    <a:spLocks noEditPoints="1"/>
                  </p:cNvSpPr>
                  <p:nvPr/>
                </p:nvSpPr>
                <p:spPr bwMode="auto">
                  <a:xfrm>
                    <a:off x="4543777" y="5574318"/>
                    <a:ext cx="43353" cy="58768"/>
                  </a:xfrm>
                  <a:custGeom>
                    <a:avLst/>
                    <a:gdLst>
                      <a:gd name="T0" fmla="*/ 2147483646 w 45"/>
                      <a:gd name="T1" fmla="*/ 2147483646 h 61"/>
                      <a:gd name="T2" fmla="*/ 2147483646 w 45"/>
                      <a:gd name="T3" fmla="*/ 2147483646 h 61"/>
                      <a:gd name="T4" fmla="*/ 2147483646 w 45"/>
                      <a:gd name="T5" fmla="*/ 2147483646 h 61"/>
                      <a:gd name="T6" fmla="*/ 2147483646 w 45"/>
                      <a:gd name="T7" fmla="*/ 2147483646 h 61"/>
                      <a:gd name="T8" fmla="*/ 2147483646 w 45"/>
                      <a:gd name="T9" fmla="*/ 2147483646 h 61"/>
                      <a:gd name="T10" fmla="*/ 2147483646 w 45"/>
                      <a:gd name="T11" fmla="*/ 2147483646 h 61"/>
                      <a:gd name="T12" fmla="*/ 2147483646 w 45"/>
                      <a:gd name="T13" fmla="*/ 0 h 61"/>
                      <a:gd name="T14" fmla="*/ 2147483646 w 45"/>
                      <a:gd name="T15" fmla="*/ 2147483646 h 61"/>
                      <a:gd name="T16" fmla="*/ 2147483646 w 45"/>
                      <a:gd name="T17" fmla="*/ 2147483646 h 61"/>
                      <a:gd name="T18" fmla="*/ 2147483646 w 45"/>
                      <a:gd name="T19" fmla="*/ 2147483646 h 61"/>
                      <a:gd name="T20" fmla="*/ 2147483646 w 45"/>
                      <a:gd name="T21" fmla="*/ 2147483646 h 61"/>
                      <a:gd name="T22" fmla="*/ 2147483646 w 45"/>
                      <a:gd name="T23" fmla="*/ 2147483646 h 61"/>
                      <a:gd name="T24" fmla="*/ 2147483646 w 45"/>
                      <a:gd name="T25" fmla="*/ 2147483646 h 61"/>
                      <a:gd name="T26" fmla="*/ 2147483646 w 45"/>
                      <a:gd name="T27" fmla="*/ 2147483646 h 61"/>
                      <a:gd name="T28" fmla="*/ 2147483646 w 45"/>
                      <a:gd name="T29" fmla="*/ 2147483646 h 61"/>
                      <a:gd name="T30" fmla="*/ 2147483646 w 45"/>
                      <a:gd name="T31" fmla="*/ 2147483646 h 61"/>
                      <a:gd name="T32" fmla="*/ 2147483646 w 45"/>
                      <a:gd name="T33" fmla="*/ 2147483646 h 61"/>
                      <a:gd name="T34" fmla="*/ 2147483646 w 45"/>
                      <a:gd name="T35" fmla="*/ 2147483646 h 61"/>
                      <a:gd name="T36" fmla="*/ 2147483646 w 45"/>
                      <a:gd name="T37" fmla="*/ 2147483646 h 61"/>
                      <a:gd name="T38" fmla="*/ 2147483646 w 45"/>
                      <a:gd name="T39" fmla="*/ 2147483646 h 61"/>
                      <a:gd name="T40" fmla="*/ 2147483646 w 45"/>
                      <a:gd name="T41" fmla="*/ 2147483646 h 61"/>
                      <a:gd name="T42" fmla="*/ 0 w 45"/>
                      <a:gd name="T43" fmla="*/ 2147483646 h 61"/>
                      <a:gd name="T44" fmla="*/ 2147483646 w 45"/>
                      <a:gd name="T45" fmla="*/ 2147483646 h 61"/>
                      <a:gd name="T46" fmla="*/ 2147483646 w 45"/>
                      <a:gd name="T47" fmla="*/ 2147483646 h 61"/>
                      <a:gd name="T48" fmla="*/ 2147483646 w 45"/>
                      <a:gd name="T49" fmla="*/ 2147483646 h 61"/>
                      <a:gd name="T50" fmla="*/ 2147483646 w 45"/>
                      <a:gd name="T51" fmla="*/ 2147483646 h 61"/>
                      <a:gd name="T52" fmla="*/ 2147483646 w 45"/>
                      <a:gd name="T53" fmla="*/ 2147483646 h 61"/>
                      <a:gd name="T54" fmla="*/ 2147483646 w 45"/>
                      <a:gd name="T55" fmla="*/ 2147483646 h 61"/>
                      <a:gd name="T56" fmla="*/ 2147483646 w 45"/>
                      <a:gd name="T57" fmla="*/ 2147483646 h 61"/>
                      <a:gd name="T58" fmla="*/ 2147483646 w 45"/>
                      <a:gd name="T59" fmla="*/ 2147483646 h 61"/>
                      <a:gd name="T60" fmla="*/ 2147483646 w 45"/>
                      <a:gd name="T61" fmla="*/ 2147483646 h 61"/>
                      <a:gd name="T62" fmla="*/ 2147483646 w 45"/>
                      <a:gd name="T63" fmla="*/ 2147483646 h 61"/>
                      <a:gd name="T64" fmla="*/ 2147483646 w 45"/>
                      <a:gd name="T65" fmla="*/ 2147483646 h 61"/>
                      <a:gd name="T66" fmla="*/ 2147483646 w 45"/>
                      <a:gd name="T67" fmla="*/ 2147483646 h 61"/>
                      <a:gd name="T68" fmla="*/ 2147483646 w 45"/>
                      <a:gd name="T69" fmla="*/ 2147483646 h 61"/>
                      <a:gd name="T70" fmla="*/ 2147483646 w 45"/>
                      <a:gd name="T71" fmla="*/ 2147483646 h 61"/>
                      <a:gd name="T72" fmla="*/ 2147483646 w 45"/>
                      <a:gd name="T73" fmla="*/ 2147483646 h 61"/>
                      <a:gd name="T74" fmla="*/ 2147483646 w 45"/>
                      <a:gd name="T75" fmla="*/ 2147483646 h 61"/>
                      <a:gd name="T76" fmla="*/ 2147483646 w 45"/>
                      <a:gd name="T77" fmla="*/ 2147483646 h 61"/>
                      <a:gd name="T78" fmla="*/ 2147483646 w 45"/>
                      <a:gd name="T79" fmla="*/ 2147483646 h 61"/>
                      <a:gd name="T80" fmla="*/ 2147483646 w 45"/>
                      <a:gd name="T81" fmla="*/ 2147483646 h 61"/>
                      <a:gd name="T82" fmla="*/ 2147483646 w 45"/>
                      <a:gd name="T83" fmla="*/ 2147483646 h 61"/>
                      <a:gd name="T84" fmla="*/ 2147483646 w 45"/>
                      <a:gd name="T85" fmla="*/ 2147483646 h 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5" h="61">
                        <a:moveTo>
                          <a:pt x="44" y="25"/>
                        </a:moveTo>
                        <a:cubicBezTo>
                          <a:pt x="44" y="25"/>
                          <a:pt x="44" y="25"/>
                          <a:pt x="44" y="25"/>
                        </a:cubicBezTo>
                        <a:cubicBezTo>
                          <a:pt x="44" y="24"/>
                          <a:pt x="45" y="24"/>
                          <a:pt x="45" y="23"/>
                        </a:cubicBezTo>
                        <a:cubicBezTo>
                          <a:pt x="45" y="23"/>
                          <a:pt x="45" y="23"/>
                          <a:pt x="45" y="23"/>
                        </a:cubicBezTo>
                        <a:cubicBezTo>
                          <a:pt x="45" y="22"/>
                          <a:pt x="45" y="22"/>
                          <a:pt x="45" y="22"/>
                        </a:cubicBezTo>
                        <a:cubicBezTo>
                          <a:pt x="45" y="22"/>
                          <a:pt x="45" y="22"/>
                          <a:pt x="45" y="22"/>
                        </a:cubicBezTo>
                        <a:cubicBezTo>
                          <a:pt x="45" y="22"/>
                          <a:pt x="45" y="22"/>
                          <a:pt x="45" y="22"/>
                        </a:cubicBezTo>
                        <a:cubicBezTo>
                          <a:pt x="45" y="21"/>
                          <a:pt x="45" y="20"/>
                          <a:pt x="44" y="20"/>
                        </a:cubicBezTo>
                        <a:cubicBezTo>
                          <a:pt x="44" y="20"/>
                          <a:pt x="44" y="20"/>
                          <a:pt x="44" y="20"/>
                        </a:cubicBezTo>
                        <a:cubicBezTo>
                          <a:pt x="44" y="19"/>
                          <a:pt x="44" y="19"/>
                          <a:pt x="43" y="18"/>
                        </a:cubicBezTo>
                        <a:cubicBezTo>
                          <a:pt x="43" y="18"/>
                          <a:pt x="43" y="18"/>
                          <a:pt x="43" y="18"/>
                        </a:cubicBezTo>
                        <a:cubicBezTo>
                          <a:pt x="43" y="18"/>
                          <a:pt x="42" y="17"/>
                          <a:pt x="41" y="17"/>
                        </a:cubicBezTo>
                        <a:cubicBezTo>
                          <a:pt x="41" y="17"/>
                          <a:pt x="41" y="17"/>
                          <a:pt x="41" y="17"/>
                        </a:cubicBezTo>
                        <a:cubicBezTo>
                          <a:pt x="41" y="17"/>
                          <a:pt x="40" y="17"/>
                          <a:pt x="40" y="17"/>
                        </a:cubicBezTo>
                        <a:cubicBezTo>
                          <a:pt x="38" y="17"/>
                          <a:pt x="38" y="17"/>
                          <a:pt x="38" y="17"/>
                        </a:cubicBezTo>
                        <a:cubicBezTo>
                          <a:pt x="39" y="6"/>
                          <a:pt x="39" y="6"/>
                          <a:pt x="39" y="6"/>
                        </a:cubicBezTo>
                        <a:cubicBezTo>
                          <a:pt x="39" y="6"/>
                          <a:pt x="39" y="6"/>
                          <a:pt x="39" y="6"/>
                        </a:cubicBezTo>
                        <a:cubicBezTo>
                          <a:pt x="39" y="6"/>
                          <a:pt x="39" y="6"/>
                          <a:pt x="39" y="6"/>
                        </a:cubicBezTo>
                        <a:cubicBezTo>
                          <a:pt x="39" y="6"/>
                          <a:pt x="39" y="6"/>
                          <a:pt x="39" y="6"/>
                        </a:cubicBezTo>
                        <a:cubicBezTo>
                          <a:pt x="39" y="4"/>
                          <a:pt x="39" y="3"/>
                          <a:pt x="38" y="2"/>
                        </a:cubicBezTo>
                        <a:cubicBezTo>
                          <a:pt x="37" y="1"/>
                          <a:pt x="36" y="0"/>
                          <a:pt x="34" y="0"/>
                        </a:cubicBezTo>
                        <a:cubicBezTo>
                          <a:pt x="33" y="0"/>
                          <a:pt x="33" y="0"/>
                          <a:pt x="32" y="1"/>
                        </a:cubicBezTo>
                        <a:cubicBezTo>
                          <a:pt x="31" y="1"/>
                          <a:pt x="31" y="1"/>
                          <a:pt x="30" y="2"/>
                        </a:cubicBezTo>
                        <a:cubicBezTo>
                          <a:pt x="30" y="2"/>
                          <a:pt x="29" y="3"/>
                          <a:pt x="29" y="3"/>
                        </a:cubicBezTo>
                        <a:cubicBezTo>
                          <a:pt x="28" y="4"/>
                          <a:pt x="28" y="5"/>
                          <a:pt x="28" y="6"/>
                        </a:cubicBezTo>
                        <a:cubicBezTo>
                          <a:pt x="28" y="6"/>
                          <a:pt x="28" y="6"/>
                          <a:pt x="28" y="6"/>
                        </a:cubicBezTo>
                        <a:cubicBezTo>
                          <a:pt x="28" y="6"/>
                          <a:pt x="28" y="6"/>
                          <a:pt x="28" y="6"/>
                        </a:cubicBezTo>
                        <a:cubicBezTo>
                          <a:pt x="28" y="6"/>
                          <a:pt x="28" y="6"/>
                          <a:pt x="28" y="6"/>
                        </a:cubicBezTo>
                        <a:cubicBezTo>
                          <a:pt x="28" y="6"/>
                          <a:pt x="28" y="6"/>
                          <a:pt x="28" y="6"/>
                        </a:cubicBezTo>
                        <a:cubicBezTo>
                          <a:pt x="26" y="17"/>
                          <a:pt x="26" y="17"/>
                          <a:pt x="26" y="17"/>
                        </a:cubicBezTo>
                        <a:cubicBezTo>
                          <a:pt x="24" y="17"/>
                          <a:pt x="24" y="17"/>
                          <a:pt x="24" y="17"/>
                        </a:cubicBezTo>
                        <a:cubicBezTo>
                          <a:pt x="26" y="6"/>
                          <a:pt x="26" y="6"/>
                          <a:pt x="26" y="6"/>
                        </a:cubicBezTo>
                        <a:cubicBezTo>
                          <a:pt x="26" y="6"/>
                          <a:pt x="26" y="6"/>
                          <a:pt x="26" y="6"/>
                        </a:cubicBezTo>
                        <a:cubicBezTo>
                          <a:pt x="26" y="6"/>
                          <a:pt x="26" y="6"/>
                          <a:pt x="26" y="6"/>
                        </a:cubicBezTo>
                        <a:cubicBezTo>
                          <a:pt x="26" y="6"/>
                          <a:pt x="26" y="6"/>
                          <a:pt x="26" y="6"/>
                        </a:cubicBezTo>
                        <a:cubicBezTo>
                          <a:pt x="26" y="4"/>
                          <a:pt x="25" y="3"/>
                          <a:pt x="24" y="2"/>
                        </a:cubicBezTo>
                        <a:cubicBezTo>
                          <a:pt x="23" y="1"/>
                          <a:pt x="22" y="0"/>
                          <a:pt x="20" y="0"/>
                        </a:cubicBezTo>
                        <a:cubicBezTo>
                          <a:pt x="20" y="0"/>
                          <a:pt x="19" y="0"/>
                          <a:pt x="18" y="1"/>
                        </a:cubicBezTo>
                        <a:cubicBezTo>
                          <a:pt x="18" y="1"/>
                          <a:pt x="17" y="1"/>
                          <a:pt x="16" y="2"/>
                        </a:cubicBezTo>
                        <a:cubicBezTo>
                          <a:pt x="16" y="2"/>
                          <a:pt x="15" y="3"/>
                          <a:pt x="15" y="3"/>
                        </a:cubicBezTo>
                        <a:cubicBezTo>
                          <a:pt x="15" y="4"/>
                          <a:pt x="14" y="5"/>
                          <a:pt x="14" y="6"/>
                        </a:cubicBezTo>
                        <a:cubicBezTo>
                          <a:pt x="12" y="17"/>
                          <a:pt x="12" y="17"/>
                          <a:pt x="12" y="17"/>
                        </a:cubicBezTo>
                        <a:cubicBezTo>
                          <a:pt x="9" y="17"/>
                          <a:pt x="9" y="17"/>
                          <a:pt x="9" y="17"/>
                        </a:cubicBezTo>
                        <a:cubicBezTo>
                          <a:pt x="9" y="17"/>
                          <a:pt x="8" y="17"/>
                          <a:pt x="7" y="17"/>
                        </a:cubicBezTo>
                        <a:cubicBezTo>
                          <a:pt x="6" y="18"/>
                          <a:pt x="6" y="18"/>
                          <a:pt x="5" y="19"/>
                        </a:cubicBezTo>
                        <a:cubicBezTo>
                          <a:pt x="5" y="19"/>
                          <a:pt x="5" y="19"/>
                          <a:pt x="5" y="19"/>
                        </a:cubicBezTo>
                        <a:cubicBezTo>
                          <a:pt x="5" y="19"/>
                          <a:pt x="5" y="19"/>
                          <a:pt x="5" y="19"/>
                        </a:cubicBezTo>
                        <a:cubicBezTo>
                          <a:pt x="4" y="19"/>
                          <a:pt x="4" y="20"/>
                          <a:pt x="4" y="20"/>
                        </a:cubicBezTo>
                        <a:cubicBezTo>
                          <a:pt x="4" y="20"/>
                          <a:pt x="4" y="20"/>
                          <a:pt x="4" y="20"/>
                        </a:cubicBezTo>
                        <a:cubicBezTo>
                          <a:pt x="3" y="21"/>
                          <a:pt x="3" y="22"/>
                          <a:pt x="3" y="23"/>
                        </a:cubicBezTo>
                        <a:cubicBezTo>
                          <a:pt x="3" y="24"/>
                          <a:pt x="4" y="26"/>
                          <a:pt x="5" y="27"/>
                        </a:cubicBezTo>
                        <a:cubicBezTo>
                          <a:pt x="6" y="28"/>
                          <a:pt x="7" y="28"/>
                          <a:pt x="8" y="28"/>
                        </a:cubicBezTo>
                        <a:cubicBezTo>
                          <a:pt x="10" y="28"/>
                          <a:pt x="10" y="28"/>
                          <a:pt x="10" y="28"/>
                        </a:cubicBezTo>
                        <a:cubicBezTo>
                          <a:pt x="9" y="33"/>
                          <a:pt x="9" y="33"/>
                          <a:pt x="9" y="33"/>
                        </a:cubicBezTo>
                        <a:cubicBezTo>
                          <a:pt x="7" y="33"/>
                          <a:pt x="7" y="33"/>
                          <a:pt x="7" y="33"/>
                        </a:cubicBezTo>
                        <a:cubicBezTo>
                          <a:pt x="6" y="33"/>
                          <a:pt x="5" y="33"/>
                          <a:pt x="4" y="33"/>
                        </a:cubicBezTo>
                        <a:cubicBezTo>
                          <a:pt x="4" y="33"/>
                          <a:pt x="4" y="33"/>
                          <a:pt x="4" y="33"/>
                        </a:cubicBezTo>
                        <a:cubicBezTo>
                          <a:pt x="4" y="34"/>
                          <a:pt x="3" y="34"/>
                          <a:pt x="2" y="35"/>
                        </a:cubicBezTo>
                        <a:cubicBezTo>
                          <a:pt x="2" y="35"/>
                          <a:pt x="2" y="35"/>
                          <a:pt x="2" y="35"/>
                        </a:cubicBezTo>
                        <a:cubicBezTo>
                          <a:pt x="2" y="35"/>
                          <a:pt x="2" y="35"/>
                          <a:pt x="2" y="35"/>
                        </a:cubicBezTo>
                        <a:cubicBezTo>
                          <a:pt x="2" y="35"/>
                          <a:pt x="2" y="35"/>
                          <a:pt x="2" y="35"/>
                        </a:cubicBezTo>
                        <a:cubicBezTo>
                          <a:pt x="2" y="35"/>
                          <a:pt x="2" y="35"/>
                          <a:pt x="2" y="35"/>
                        </a:cubicBezTo>
                        <a:cubicBezTo>
                          <a:pt x="2" y="35"/>
                          <a:pt x="1" y="36"/>
                          <a:pt x="1" y="36"/>
                        </a:cubicBezTo>
                        <a:cubicBezTo>
                          <a:pt x="1" y="37"/>
                          <a:pt x="0" y="38"/>
                          <a:pt x="0" y="38"/>
                        </a:cubicBezTo>
                        <a:cubicBezTo>
                          <a:pt x="0" y="38"/>
                          <a:pt x="0" y="38"/>
                          <a:pt x="0" y="38"/>
                        </a:cubicBezTo>
                        <a:cubicBezTo>
                          <a:pt x="0" y="39"/>
                          <a:pt x="0" y="39"/>
                          <a:pt x="0" y="39"/>
                        </a:cubicBezTo>
                        <a:cubicBezTo>
                          <a:pt x="0" y="39"/>
                          <a:pt x="0" y="39"/>
                          <a:pt x="0" y="39"/>
                        </a:cubicBezTo>
                        <a:cubicBezTo>
                          <a:pt x="0" y="39"/>
                          <a:pt x="0" y="39"/>
                          <a:pt x="0" y="39"/>
                        </a:cubicBezTo>
                        <a:cubicBezTo>
                          <a:pt x="0" y="40"/>
                          <a:pt x="0" y="41"/>
                          <a:pt x="1" y="41"/>
                        </a:cubicBezTo>
                        <a:cubicBezTo>
                          <a:pt x="1" y="41"/>
                          <a:pt x="1" y="41"/>
                          <a:pt x="1" y="41"/>
                        </a:cubicBezTo>
                        <a:cubicBezTo>
                          <a:pt x="1" y="41"/>
                          <a:pt x="1" y="41"/>
                          <a:pt x="1" y="41"/>
                        </a:cubicBezTo>
                        <a:cubicBezTo>
                          <a:pt x="1" y="41"/>
                          <a:pt x="1" y="41"/>
                          <a:pt x="1" y="41"/>
                        </a:cubicBezTo>
                        <a:cubicBezTo>
                          <a:pt x="1" y="41"/>
                          <a:pt x="1" y="41"/>
                          <a:pt x="1" y="41"/>
                        </a:cubicBezTo>
                        <a:cubicBezTo>
                          <a:pt x="1" y="42"/>
                          <a:pt x="1" y="43"/>
                          <a:pt x="2" y="43"/>
                        </a:cubicBezTo>
                        <a:cubicBezTo>
                          <a:pt x="2" y="44"/>
                          <a:pt x="3" y="44"/>
                          <a:pt x="4" y="44"/>
                        </a:cubicBezTo>
                        <a:cubicBezTo>
                          <a:pt x="4" y="44"/>
                          <a:pt x="5" y="45"/>
                          <a:pt x="6" y="45"/>
                        </a:cubicBezTo>
                        <a:cubicBezTo>
                          <a:pt x="7" y="45"/>
                          <a:pt x="7" y="45"/>
                          <a:pt x="7" y="45"/>
                        </a:cubicBezTo>
                        <a:cubicBezTo>
                          <a:pt x="6" y="55"/>
                          <a:pt x="6" y="55"/>
                          <a:pt x="6" y="55"/>
                        </a:cubicBezTo>
                        <a:cubicBezTo>
                          <a:pt x="6" y="56"/>
                          <a:pt x="6" y="56"/>
                          <a:pt x="6" y="56"/>
                        </a:cubicBezTo>
                        <a:cubicBezTo>
                          <a:pt x="6" y="56"/>
                          <a:pt x="6" y="56"/>
                          <a:pt x="6" y="56"/>
                        </a:cubicBezTo>
                        <a:cubicBezTo>
                          <a:pt x="6" y="56"/>
                          <a:pt x="6" y="56"/>
                          <a:pt x="6" y="56"/>
                        </a:cubicBezTo>
                        <a:cubicBezTo>
                          <a:pt x="5" y="57"/>
                          <a:pt x="6" y="58"/>
                          <a:pt x="7" y="59"/>
                        </a:cubicBezTo>
                        <a:cubicBezTo>
                          <a:pt x="8" y="60"/>
                          <a:pt x="9" y="61"/>
                          <a:pt x="11" y="61"/>
                        </a:cubicBezTo>
                        <a:cubicBezTo>
                          <a:pt x="12" y="61"/>
                          <a:pt x="12" y="61"/>
                          <a:pt x="13" y="61"/>
                        </a:cubicBezTo>
                        <a:cubicBezTo>
                          <a:pt x="13" y="61"/>
                          <a:pt x="13" y="61"/>
                          <a:pt x="13" y="61"/>
                        </a:cubicBezTo>
                        <a:cubicBezTo>
                          <a:pt x="14" y="60"/>
                          <a:pt x="14" y="60"/>
                          <a:pt x="15" y="59"/>
                        </a:cubicBezTo>
                        <a:cubicBezTo>
                          <a:pt x="15" y="59"/>
                          <a:pt x="16" y="58"/>
                          <a:pt x="16" y="58"/>
                        </a:cubicBezTo>
                        <a:cubicBezTo>
                          <a:pt x="16" y="58"/>
                          <a:pt x="16" y="58"/>
                          <a:pt x="16" y="58"/>
                        </a:cubicBezTo>
                        <a:cubicBezTo>
                          <a:pt x="17" y="57"/>
                          <a:pt x="17" y="57"/>
                          <a:pt x="17" y="56"/>
                        </a:cubicBezTo>
                        <a:cubicBezTo>
                          <a:pt x="15" y="55"/>
                          <a:pt x="15" y="55"/>
                          <a:pt x="15" y="55"/>
                        </a:cubicBezTo>
                        <a:cubicBezTo>
                          <a:pt x="17" y="56"/>
                          <a:pt x="17" y="56"/>
                          <a:pt x="17" y="56"/>
                        </a:cubicBezTo>
                        <a:cubicBezTo>
                          <a:pt x="19" y="45"/>
                          <a:pt x="19" y="45"/>
                          <a:pt x="19" y="45"/>
                        </a:cubicBezTo>
                        <a:cubicBezTo>
                          <a:pt x="21" y="45"/>
                          <a:pt x="21" y="45"/>
                          <a:pt x="21" y="45"/>
                        </a:cubicBezTo>
                        <a:cubicBezTo>
                          <a:pt x="19" y="55"/>
                          <a:pt x="19" y="55"/>
                          <a:pt x="19" y="55"/>
                        </a:cubicBezTo>
                        <a:cubicBezTo>
                          <a:pt x="19" y="56"/>
                          <a:pt x="19" y="56"/>
                          <a:pt x="19" y="56"/>
                        </a:cubicBezTo>
                        <a:cubicBezTo>
                          <a:pt x="19" y="56"/>
                          <a:pt x="19" y="56"/>
                          <a:pt x="19" y="56"/>
                        </a:cubicBezTo>
                        <a:cubicBezTo>
                          <a:pt x="19" y="56"/>
                          <a:pt x="19" y="56"/>
                          <a:pt x="19" y="56"/>
                        </a:cubicBezTo>
                        <a:cubicBezTo>
                          <a:pt x="19" y="57"/>
                          <a:pt x="20" y="59"/>
                          <a:pt x="21" y="59"/>
                        </a:cubicBezTo>
                        <a:cubicBezTo>
                          <a:pt x="22" y="60"/>
                          <a:pt x="23" y="61"/>
                          <a:pt x="25" y="61"/>
                        </a:cubicBezTo>
                        <a:cubicBezTo>
                          <a:pt x="25" y="61"/>
                          <a:pt x="26" y="61"/>
                          <a:pt x="27" y="61"/>
                        </a:cubicBezTo>
                        <a:cubicBezTo>
                          <a:pt x="27" y="61"/>
                          <a:pt x="27" y="61"/>
                          <a:pt x="27" y="61"/>
                        </a:cubicBezTo>
                        <a:cubicBezTo>
                          <a:pt x="27" y="60"/>
                          <a:pt x="28" y="60"/>
                          <a:pt x="29" y="59"/>
                        </a:cubicBezTo>
                        <a:cubicBezTo>
                          <a:pt x="29" y="59"/>
                          <a:pt x="30" y="58"/>
                          <a:pt x="30" y="58"/>
                        </a:cubicBezTo>
                        <a:cubicBezTo>
                          <a:pt x="30" y="57"/>
                          <a:pt x="31" y="56"/>
                          <a:pt x="31" y="56"/>
                        </a:cubicBezTo>
                        <a:cubicBezTo>
                          <a:pt x="33" y="45"/>
                          <a:pt x="33" y="45"/>
                          <a:pt x="33" y="45"/>
                        </a:cubicBezTo>
                        <a:cubicBezTo>
                          <a:pt x="36" y="45"/>
                          <a:pt x="36" y="45"/>
                          <a:pt x="36" y="45"/>
                        </a:cubicBezTo>
                        <a:cubicBezTo>
                          <a:pt x="36" y="45"/>
                          <a:pt x="37" y="44"/>
                          <a:pt x="38" y="44"/>
                        </a:cubicBezTo>
                        <a:cubicBezTo>
                          <a:pt x="39" y="44"/>
                          <a:pt x="39" y="43"/>
                          <a:pt x="40" y="43"/>
                        </a:cubicBezTo>
                        <a:cubicBezTo>
                          <a:pt x="40" y="43"/>
                          <a:pt x="40" y="43"/>
                          <a:pt x="40" y="43"/>
                        </a:cubicBezTo>
                        <a:cubicBezTo>
                          <a:pt x="40" y="43"/>
                          <a:pt x="40" y="43"/>
                          <a:pt x="40" y="43"/>
                        </a:cubicBezTo>
                        <a:cubicBezTo>
                          <a:pt x="40" y="43"/>
                          <a:pt x="40" y="43"/>
                          <a:pt x="40" y="43"/>
                        </a:cubicBezTo>
                        <a:cubicBezTo>
                          <a:pt x="40" y="43"/>
                          <a:pt x="40" y="43"/>
                          <a:pt x="40" y="43"/>
                        </a:cubicBezTo>
                        <a:cubicBezTo>
                          <a:pt x="41" y="42"/>
                          <a:pt x="41" y="42"/>
                          <a:pt x="41" y="41"/>
                        </a:cubicBezTo>
                        <a:cubicBezTo>
                          <a:pt x="41" y="41"/>
                          <a:pt x="41" y="41"/>
                          <a:pt x="41" y="41"/>
                        </a:cubicBezTo>
                        <a:cubicBezTo>
                          <a:pt x="42" y="40"/>
                          <a:pt x="42" y="39"/>
                          <a:pt x="42" y="38"/>
                        </a:cubicBezTo>
                        <a:cubicBezTo>
                          <a:pt x="42" y="37"/>
                          <a:pt x="41" y="36"/>
                          <a:pt x="40" y="35"/>
                        </a:cubicBezTo>
                        <a:cubicBezTo>
                          <a:pt x="40" y="35"/>
                          <a:pt x="40" y="35"/>
                          <a:pt x="40" y="35"/>
                        </a:cubicBezTo>
                        <a:cubicBezTo>
                          <a:pt x="39" y="34"/>
                          <a:pt x="38" y="33"/>
                          <a:pt x="37" y="33"/>
                        </a:cubicBezTo>
                        <a:cubicBezTo>
                          <a:pt x="35" y="33"/>
                          <a:pt x="35" y="33"/>
                          <a:pt x="35" y="33"/>
                        </a:cubicBezTo>
                        <a:cubicBezTo>
                          <a:pt x="36" y="28"/>
                          <a:pt x="36" y="28"/>
                          <a:pt x="36" y="28"/>
                        </a:cubicBezTo>
                        <a:cubicBezTo>
                          <a:pt x="39" y="28"/>
                          <a:pt x="39" y="28"/>
                          <a:pt x="39" y="28"/>
                        </a:cubicBezTo>
                        <a:cubicBezTo>
                          <a:pt x="39" y="28"/>
                          <a:pt x="40" y="28"/>
                          <a:pt x="41" y="28"/>
                        </a:cubicBezTo>
                        <a:cubicBezTo>
                          <a:pt x="41" y="28"/>
                          <a:pt x="41" y="28"/>
                          <a:pt x="41" y="28"/>
                        </a:cubicBezTo>
                        <a:cubicBezTo>
                          <a:pt x="41" y="28"/>
                          <a:pt x="42" y="27"/>
                          <a:pt x="43" y="27"/>
                        </a:cubicBezTo>
                        <a:cubicBezTo>
                          <a:pt x="43" y="26"/>
                          <a:pt x="44" y="26"/>
                          <a:pt x="44" y="25"/>
                        </a:cubicBezTo>
                        <a:close/>
                        <a:moveTo>
                          <a:pt x="22" y="28"/>
                        </a:moveTo>
                        <a:cubicBezTo>
                          <a:pt x="24" y="28"/>
                          <a:pt x="24" y="28"/>
                          <a:pt x="24" y="28"/>
                        </a:cubicBezTo>
                        <a:cubicBezTo>
                          <a:pt x="23" y="33"/>
                          <a:pt x="23" y="33"/>
                          <a:pt x="23" y="33"/>
                        </a:cubicBezTo>
                        <a:cubicBezTo>
                          <a:pt x="21" y="33"/>
                          <a:pt x="21" y="33"/>
                          <a:pt x="21" y="33"/>
                        </a:cubicBezTo>
                        <a:lnTo>
                          <a:pt x="22" y="28"/>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32" name="Rectangle 267">
                    <a:extLst>
                      <a:ext uri="{FF2B5EF4-FFF2-40B4-BE49-F238E27FC236}">
                        <a16:creationId xmlns:a16="http://schemas.microsoft.com/office/drawing/2014/main" id="{C08E8C74-071B-45F0-9D6E-04ED549B36B6}"/>
                      </a:ext>
                    </a:extLst>
                  </p:cNvPr>
                  <p:cNvSpPr>
                    <a:spLocks noChangeArrowheads="1"/>
                  </p:cNvSpPr>
                  <p:nvPr/>
                </p:nvSpPr>
                <p:spPr bwMode="auto">
                  <a:xfrm>
                    <a:off x="4550521" y="5590696"/>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3" name="Rectangle 268">
                    <a:extLst>
                      <a:ext uri="{FF2B5EF4-FFF2-40B4-BE49-F238E27FC236}">
                        <a16:creationId xmlns:a16="http://schemas.microsoft.com/office/drawing/2014/main" id="{FEBDC083-DD52-436F-863E-FC3438A8D4DF}"/>
                      </a:ext>
                    </a:extLst>
                  </p:cNvPr>
                  <p:cNvSpPr>
                    <a:spLocks noChangeArrowheads="1"/>
                  </p:cNvSpPr>
                  <p:nvPr/>
                </p:nvSpPr>
                <p:spPr bwMode="auto">
                  <a:xfrm>
                    <a:off x="4547630" y="5593586"/>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4" name="Rectangle 277">
                    <a:extLst>
                      <a:ext uri="{FF2B5EF4-FFF2-40B4-BE49-F238E27FC236}">
                        <a16:creationId xmlns:a16="http://schemas.microsoft.com/office/drawing/2014/main" id="{589C0887-FC96-402A-A3FF-24358B940370}"/>
                      </a:ext>
                    </a:extLst>
                  </p:cNvPr>
                  <p:cNvSpPr>
                    <a:spLocks noChangeArrowheads="1"/>
                  </p:cNvSpPr>
                  <p:nvPr/>
                </p:nvSpPr>
                <p:spPr bwMode="auto">
                  <a:xfrm>
                    <a:off x="5334730" y="5351772"/>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5" name="Freeform 278">
                    <a:extLst>
                      <a:ext uri="{FF2B5EF4-FFF2-40B4-BE49-F238E27FC236}">
                        <a16:creationId xmlns:a16="http://schemas.microsoft.com/office/drawing/2014/main" id="{A6A878B0-5B32-4F76-9A73-CD8C5F1609EF}"/>
                      </a:ext>
                    </a:extLst>
                  </p:cNvPr>
                  <p:cNvSpPr>
                    <a:spLocks/>
                  </p:cNvSpPr>
                  <p:nvPr/>
                </p:nvSpPr>
                <p:spPr bwMode="auto">
                  <a:xfrm>
                    <a:off x="5314498" y="531227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36" name="Freeform 279">
                    <a:extLst>
                      <a:ext uri="{FF2B5EF4-FFF2-40B4-BE49-F238E27FC236}">
                        <a16:creationId xmlns:a16="http://schemas.microsoft.com/office/drawing/2014/main" id="{D88BC063-64D6-4AC5-BCB7-E19D75887D1C}"/>
                      </a:ext>
                    </a:extLst>
                  </p:cNvPr>
                  <p:cNvSpPr>
                    <a:spLocks noEditPoints="1"/>
                  </p:cNvSpPr>
                  <p:nvPr/>
                </p:nvSpPr>
                <p:spPr bwMode="auto">
                  <a:xfrm>
                    <a:off x="5298121" y="5310346"/>
                    <a:ext cx="43353" cy="57804"/>
                  </a:xfrm>
                  <a:custGeom>
                    <a:avLst/>
                    <a:gdLst>
                      <a:gd name="T0" fmla="*/ 2147483646 w 45"/>
                      <a:gd name="T1" fmla="*/ 2147483646 h 61"/>
                      <a:gd name="T2" fmla="*/ 2147483646 w 45"/>
                      <a:gd name="T3" fmla="*/ 2147483646 h 61"/>
                      <a:gd name="T4" fmla="*/ 2147483646 w 45"/>
                      <a:gd name="T5" fmla="*/ 2147483646 h 61"/>
                      <a:gd name="T6" fmla="*/ 2147483646 w 45"/>
                      <a:gd name="T7" fmla="*/ 2147483646 h 61"/>
                      <a:gd name="T8" fmla="*/ 2147483646 w 45"/>
                      <a:gd name="T9" fmla="*/ 2147483646 h 61"/>
                      <a:gd name="T10" fmla="*/ 2147483646 w 45"/>
                      <a:gd name="T11" fmla="*/ 2147483646 h 61"/>
                      <a:gd name="T12" fmla="*/ 2147483646 w 45"/>
                      <a:gd name="T13" fmla="*/ 2147483646 h 61"/>
                      <a:gd name="T14" fmla="*/ 2147483646 w 45"/>
                      <a:gd name="T15" fmla="*/ 2147483646 h 61"/>
                      <a:gd name="T16" fmla="*/ 2147483646 w 45"/>
                      <a:gd name="T17" fmla="*/ 2147483646 h 61"/>
                      <a:gd name="T18" fmla="*/ 0 w 45"/>
                      <a:gd name="T19" fmla="*/ 2147483646 h 61"/>
                      <a:gd name="T20" fmla="*/ 0 w 45"/>
                      <a:gd name="T21" fmla="*/ 2147483646 h 61"/>
                      <a:gd name="T22" fmla="*/ 0 w 45"/>
                      <a:gd name="T23" fmla="*/ 2147483646 h 61"/>
                      <a:gd name="T24" fmla="*/ 2147483646 w 45"/>
                      <a:gd name="T25" fmla="*/ 2147483646 h 61"/>
                      <a:gd name="T26" fmla="*/ 2147483646 w 45"/>
                      <a:gd name="T27" fmla="*/ 2147483646 h 61"/>
                      <a:gd name="T28" fmla="*/ 2147483646 w 45"/>
                      <a:gd name="T29" fmla="*/ 2147483646 h 61"/>
                      <a:gd name="T30" fmla="*/ 2147483646 w 45"/>
                      <a:gd name="T31" fmla="*/ 2147483646 h 61"/>
                      <a:gd name="T32" fmla="*/ 2147483646 w 45"/>
                      <a:gd name="T33" fmla="*/ 2147483646 h 61"/>
                      <a:gd name="T34" fmla="*/ 2147483646 w 45"/>
                      <a:gd name="T35" fmla="*/ 2147483646 h 61"/>
                      <a:gd name="T36" fmla="*/ 2147483646 w 45"/>
                      <a:gd name="T37" fmla="*/ 2147483646 h 61"/>
                      <a:gd name="T38" fmla="*/ 2147483646 w 45"/>
                      <a:gd name="T39" fmla="*/ 2147483646 h 61"/>
                      <a:gd name="T40" fmla="*/ 2147483646 w 45"/>
                      <a:gd name="T41" fmla="*/ 2147483646 h 61"/>
                      <a:gd name="T42" fmla="*/ 2147483646 w 45"/>
                      <a:gd name="T43" fmla="*/ 2147483646 h 61"/>
                      <a:gd name="T44" fmla="*/ 2147483646 w 45"/>
                      <a:gd name="T45" fmla="*/ 2147483646 h 61"/>
                      <a:gd name="T46" fmla="*/ 2147483646 w 45"/>
                      <a:gd name="T47" fmla="*/ 2147483646 h 61"/>
                      <a:gd name="T48" fmla="*/ 2147483646 w 45"/>
                      <a:gd name="T49" fmla="*/ 2147483646 h 61"/>
                      <a:gd name="T50" fmla="*/ 2147483646 w 45"/>
                      <a:gd name="T51" fmla="*/ 2147483646 h 61"/>
                      <a:gd name="T52" fmla="*/ 2147483646 w 45"/>
                      <a:gd name="T53" fmla="*/ 2147483646 h 61"/>
                      <a:gd name="T54" fmla="*/ 2147483646 w 45"/>
                      <a:gd name="T55" fmla="*/ 2147483646 h 61"/>
                      <a:gd name="T56" fmla="*/ 2147483646 w 45"/>
                      <a:gd name="T57" fmla="*/ 2147483646 h 61"/>
                      <a:gd name="T58" fmla="*/ 2147483646 w 45"/>
                      <a:gd name="T59" fmla="*/ 2147483646 h 61"/>
                      <a:gd name="T60" fmla="*/ 2147483646 w 45"/>
                      <a:gd name="T61" fmla="*/ 2147483646 h 61"/>
                      <a:gd name="T62" fmla="*/ 2147483646 w 45"/>
                      <a:gd name="T63" fmla="*/ 2147483646 h 61"/>
                      <a:gd name="T64" fmla="*/ 2147483646 w 45"/>
                      <a:gd name="T65" fmla="*/ 2147483646 h 61"/>
                      <a:gd name="T66" fmla="*/ 2147483646 w 45"/>
                      <a:gd name="T67" fmla="*/ 2147483646 h 61"/>
                      <a:gd name="T68" fmla="*/ 2147483646 w 45"/>
                      <a:gd name="T69" fmla="*/ 2147483646 h 61"/>
                      <a:gd name="T70" fmla="*/ 2147483646 w 45"/>
                      <a:gd name="T71" fmla="*/ 2147483646 h 61"/>
                      <a:gd name="T72" fmla="*/ 2147483646 w 45"/>
                      <a:gd name="T73" fmla="*/ 2147483646 h 61"/>
                      <a:gd name="T74" fmla="*/ 2147483646 w 45"/>
                      <a:gd name="T75" fmla="*/ 2147483646 h 61"/>
                      <a:gd name="T76" fmla="*/ 2147483646 w 45"/>
                      <a:gd name="T77" fmla="*/ 2147483646 h 61"/>
                      <a:gd name="T78" fmla="*/ 2147483646 w 45"/>
                      <a:gd name="T79" fmla="*/ 2147483646 h 61"/>
                      <a:gd name="T80" fmla="*/ 2147483646 w 45"/>
                      <a:gd name="T81" fmla="*/ 2147483646 h 61"/>
                      <a:gd name="T82" fmla="*/ 2147483646 w 45"/>
                      <a:gd name="T83" fmla="*/ 2147483646 h 61"/>
                      <a:gd name="T84" fmla="*/ 2147483646 w 45"/>
                      <a:gd name="T85" fmla="*/ 2147483646 h 61"/>
                      <a:gd name="T86" fmla="*/ 2147483646 w 45"/>
                      <a:gd name="T87" fmla="*/ 2147483646 h 61"/>
                      <a:gd name="T88" fmla="*/ 2147483646 w 45"/>
                      <a:gd name="T89" fmla="*/ 2147483646 h 61"/>
                      <a:gd name="T90" fmla="*/ 2147483646 w 45"/>
                      <a:gd name="T91" fmla="*/ 2147483646 h 61"/>
                      <a:gd name="T92" fmla="*/ 2147483646 w 45"/>
                      <a:gd name="T93" fmla="*/ 2147483646 h 61"/>
                      <a:gd name="T94" fmla="*/ 2147483646 w 45"/>
                      <a:gd name="T95" fmla="*/ 2147483646 h 61"/>
                      <a:gd name="T96" fmla="*/ 2147483646 w 45"/>
                      <a:gd name="T97" fmla="*/ 2147483646 h 61"/>
                      <a:gd name="T98" fmla="*/ 2147483646 w 45"/>
                      <a:gd name="T99" fmla="*/ 2147483646 h 61"/>
                      <a:gd name="T100" fmla="*/ 2147483646 w 45"/>
                      <a:gd name="T101" fmla="*/ 2147483646 h 61"/>
                      <a:gd name="T102" fmla="*/ 2147483646 w 45"/>
                      <a:gd name="T103" fmla="*/ 2147483646 h 61"/>
                      <a:gd name="T104" fmla="*/ 2147483646 w 45"/>
                      <a:gd name="T105" fmla="*/ 2147483646 h 61"/>
                      <a:gd name="T106" fmla="*/ 2147483646 w 45"/>
                      <a:gd name="T107" fmla="*/ 2147483646 h 61"/>
                      <a:gd name="T108" fmla="*/ 2147483646 w 45"/>
                      <a:gd name="T109" fmla="*/ 2147483646 h 61"/>
                      <a:gd name="T110" fmla="*/ 2147483646 w 45"/>
                      <a:gd name="T111" fmla="*/ 2147483646 h 61"/>
                      <a:gd name="T112" fmla="*/ 2147483646 w 45"/>
                      <a:gd name="T113" fmla="*/ 2147483646 h 61"/>
                      <a:gd name="T114" fmla="*/ 2147483646 w 45"/>
                      <a:gd name="T115" fmla="*/ 2147483646 h 61"/>
                      <a:gd name="T116" fmla="*/ 2147483646 w 45"/>
                      <a:gd name="T117" fmla="*/ 2147483646 h 61"/>
                      <a:gd name="T118" fmla="*/ 2147483646 w 45"/>
                      <a:gd name="T119" fmla="*/ 2147483646 h 61"/>
                      <a:gd name="T120" fmla="*/ 2147483646 w 45"/>
                      <a:gd name="T121" fmla="*/ 2147483646 h 61"/>
                      <a:gd name="T122" fmla="*/ 2147483646 w 45"/>
                      <a:gd name="T123" fmla="*/ 2147483646 h 61"/>
                      <a:gd name="T124" fmla="*/ 2147483646 w 45"/>
                      <a:gd name="T125" fmla="*/ 2147483646 h 6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5" h="61">
                        <a:moveTo>
                          <a:pt x="15" y="3"/>
                        </a:moveTo>
                        <a:cubicBezTo>
                          <a:pt x="15" y="4"/>
                          <a:pt x="14" y="5"/>
                          <a:pt x="14" y="5"/>
                        </a:cubicBezTo>
                        <a:cubicBezTo>
                          <a:pt x="12" y="17"/>
                          <a:pt x="12" y="17"/>
                          <a:pt x="12" y="17"/>
                        </a:cubicBezTo>
                        <a:cubicBezTo>
                          <a:pt x="9" y="17"/>
                          <a:pt x="9" y="17"/>
                          <a:pt x="9" y="17"/>
                        </a:cubicBezTo>
                        <a:cubicBezTo>
                          <a:pt x="9" y="17"/>
                          <a:pt x="8" y="17"/>
                          <a:pt x="7" y="17"/>
                        </a:cubicBezTo>
                        <a:cubicBezTo>
                          <a:pt x="7" y="17"/>
                          <a:pt x="7" y="17"/>
                          <a:pt x="7" y="17"/>
                        </a:cubicBezTo>
                        <a:cubicBezTo>
                          <a:pt x="6" y="17"/>
                          <a:pt x="6" y="18"/>
                          <a:pt x="5" y="19"/>
                        </a:cubicBezTo>
                        <a:cubicBezTo>
                          <a:pt x="5" y="19"/>
                          <a:pt x="4" y="20"/>
                          <a:pt x="4" y="20"/>
                        </a:cubicBezTo>
                        <a:cubicBezTo>
                          <a:pt x="4" y="20"/>
                          <a:pt x="4" y="20"/>
                          <a:pt x="4" y="20"/>
                        </a:cubicBezTo>
                        <a:cubicBezTo>
                          <a:pt x="3" y="21"/>
                          <a:pt x="3" y="22"/>
                          <a:pt x="3" y="23"/>
                        </a:cubicBezTo>
                        <a:cubicBezTo>
                          <a:pt x="3" y="24"/>
                          <a:pt x="4" y="26"/>
                          <a:pt x="5" y="27"/>
                        </a:cubicBezTo>
                        <a:cubicBezTo>
                          <a:pt x="6" y="28"/>
                          <a:pt x="7" y="28"/>
                          <a:pt x="9" y="28"/>
                        </a:cubicBezTo>
                        <a:cubicBezTo>
                          <a:pt x="10" y="28"/>
                          <a:pt x="10" y="28"/>
                          <a:pt x="10" y="28"/>
                        </a:cubicBezTo>
                        <a:cubicBezTo>
                          <a:pt x="9" y="33"/>
                          <a:pt x="9" y="33"/>
                          <a:pt x="9" y="33"/>
                        </a:cubicBezTo>
                        <a:cubicBezTo>
                          <a:pt x="7" y="33"/>
                          <a:pt x="7" y="33"/>
                          <a:pt x="7" y="33"/>
                        </a:cubicBezTo>
                        <a:cubicBezTo>
                          <a:pt x="6" y="33"/>
                          <a:pt x="5" y="33"/>
                          <a:pt x="4" y="33"/>
                        </a:cubicBezTo>
                        <a:cubicBezTo>
                          <a:pt x="4" y="34"/>
                          <a:pt x="3" y="34"/>
                          <a:pt x="3" y="35"/>
                        </a:cubicBezTo>
                        <a:cubicBezTo>
                          <a:pt x="2" y="35"/>
                          <a:pt x="2" y="36"/>
                          <a:pt x="1" y="36"/>
                        </a:cubicBezTo>
                        <a:cubicBezTo>
                          <a:pt x="1" y="36"/>
                          <a:pt x="1" y="36"/>
                          <a:pt x="1" y="36"/>
                        </a:cubicBezTo>
                        <a:cubicBezTo>
                          <a:pt x="1" y="37"/>
                          <a:pt x="0" y="38"/>
                          <a:pt x="0" y="38"/>
                        </a:cubicBezTo>
                        <a:cubicBezTo>
                          <a:pt x="0" y="38"/>
                          <a:pt x="0" y="38"/>
                          <a:pt x="0" y="38"/>
                        </a:cubicBezTo>
                        <a:cubicBezTo>
                          <a:pt x="0" y="39"/>
                          <a:pt x="0" y="39"/>
                          <a:pt x="0" y="39"/>
                        </a:cubicBezTo>
                        <a:cubicBezTo>
                          <a:pt x="0" y="39"/>
                          <a:pt x="0" y="39"/>
                          <a:pt x="0" y="39"/>
                        </a:cubicBezTo>
                        <a:cubicBezTo>
                          <a:pt x="0" y="39"/>
                          <a:pt x="0" y="39"/>
                          <a:pt x="0" y="39"/>
                        </a:cubicBezTo>
                        <a:cubicBezTo>
                          <a:pt x="0" y="40"/>
                          <a:pt x="0" y="41"/>
                          <a:pt x="1" y="41"/>
                        </a:cubicBezTo>
                        <a:cubicBezTo>
                          <a:pt x="1" y="41"/>
                          <a:pt x="1" y="41"/>
                          <a:pt x="1" y="41"/>
                        </a:cubicBezTo>
                        <a:cubicBezTo>
                          <a:pt x="1" y="42"/>
                          <a:pt x="1" y="43"/>
                          <a:pt x="2" y="43"/>
                        </a:cubicBezTo>
                        <a:cubicBezTo>
                          <a:pt x="2" y="44"/>
                          <a:pt x="3" y="44"/>
                          <a:pt x="4" y="44"/>
                        </a:cubicBezTo>
                        <a:cubicBezTo>
                          <a:pt x="4" y="44"/>
                          <a:pt x="4" y="44"/>
                          <a:pt x="4" y="44"/>
                        </a:cubicBezTo>
                        <a:cubicBezTo>
                          <a:pt x="4" y="44"/>
                          <a:pt x="5" y="45"/>
                          <a:pt x="6" y="45"/>
                        </a:cubicBezTo>
                        <a:cubicBezTo>
                          <a:pt x="7" y="45"/>
                          <a:pt x="7" y="45"/>
                          <a:pt x="7" y="45"/>
                        </a:cubicBezTo>
                        <a:cubicBezTo>
                          <a:pt x="6" y="55"/>
                          <a:pt x="6" y="55"/>
                          <a:pt x="6" y="55"/>
                        </a:cubicBezTo>
                        <a:cubicBezTo>
                          <a:pt x="6" y="55"/>
                          <a:pt x="6" y="55"/>
                          <a:pt x="6" y="55"/>
                        </a:cubicBezTo>
                        <a:cubicBezTo>
                          <a:pt x="6" y="56"/>
                          <a:pt x="6" y="56"/>
                          <a:pt x="6" y="56"/>
                        </a:cubicBezTo>
                        <a:cubicBezTo>
                          <a:pt x="6" y="56"/>
                          <a:pt x="6" y="56"/>
                          <a:pt x="6" y="56"/>
                        </a:cubicBezTo>
                        <a:cubicBezTo>
                          <a:pt x="6" y="57"/>
                          <a:pt x="6" y="58"/>
                          <a:pt x="7" y="59"/>
                        </a:cubicBezTo>
                        <a:cubicBezTo>
                          <a:pt x="8" y="60"/>
                          <a:pt x="9" y="61"/>
                          <a:pt x="11" y="61"/>
                        </a:cubicBezTo>
                        <a:cubicBezTo>
                          <a:pt x="12" y="61"/>
                          <a:pt x="12" y="61"/>
                          <a:pt x="13" y="61"/>
                        </a:cubicBezTo>
                        <a:cubicBezTo>
                          <a:pt x="13" y="61"/>
                          <a:pt x="13" y="61"/>
                          <a:pt x="13" y="61"/>
                        </a:cubicBezTo>
                        <a:cubicBezTo>
                          <a:pt x="14" y="60"/>
                          <a:pt x="14" y="60"/>
                          <a:pt x="15" y="59"/>
                        </a:cubicBezTo>
                        <a:cubicBezTo>
                          <a:pt x="15" y="59"/>
                          <a:pt x="16" y="58"/>
                          <a:pt x="16" y="58"/>
                        </a:cubicBezTo>
                        <a:cubicBezTo>
                          <a:pt x="17" y="57"/>
                          <a:pt x="17" y="56"/>
                          <a:pt x="17" y="56"/>
                        </a:cubicBezTo>
                        <a:cubicBezTo>
                          <a:pt x="15" y="55"/>
                          <a:pt x="15" y="55"/>
                          <a:pt x="15" y="55"/>
                        </a:cubicBezTo>
                        <a:cubicBezTo>
                          <a:pt x="17" y="56"/>
                          <a:pt x="17" y="56"/>
                          <a:pt x="17" y="56"/>
                        </a:cubicBezTo>
                        <a:cubicBezTo>
                          <a:pt x="19" y="45"/>
                          <a:pt x="19" y="45"/>
                          <a:pt x="19" y="45"/>
                        </a:cubicBezTo>
                        <a:cubicBezTo>
                          <a:pt x="21" y="45"/>
                          <a:pt x="21" y="45"/>
                          <a:pt x="21" y="45"/>
                        </a:cubicBezTo>
                        <a:cubicBezTo>
                          <a:pt x="19" y="55"/>
                          <a:pt x="19" y="55"/>
                          <a:pt x="19" y="55"/>
                        </a:cubicBezTo>
                        <a:cubicBezTo>
                          <a:pt x="19" y="56"/>
                          <a:pt x="19" y="56"/>
                          <a:pt x="19" y="56"/>
                        </a:cubicBezTo>
                        <a:cubicBezTo>
                          <a:pt x="19" y="56"/>
                          <a:pt x="19" y="56"/>
                          <a:pt x="19" y="56"/>
                        </a:cubicBezTo>
                        <a:cubicBezTo>
                          <a:pt x="19" y="56"/>
                          <a:pt x="19" y="56"/>
                          <a:pt x="19" y="56"/>
                        </a:cubicBezTo>
                        <a:cubicBezTo>
                          <a:pt x="19" y="57"/>
                          <a:pt x="20" y="59"/>
                          <a:pt x="21" y="59"/>
                        </a:cubicBezTo>
                        <a:cubicBezTo>
                          <a:pt x="22" y="60"/>
                          <a:pt x="23" y="61"/>
                          <a:pt x="25" y="61"/>
                        </a:cubicBezTo>
                        <a:cubicBezTo>
                          <a:pt x="25" y="61"/>
                          <a:pt x="26" y="61"/>
                          <a:pt x="27" y="61"/>
                        </a:cubicBezTo>
                        <a:cubicBezTo>
                          <a:pt x="27" y="60"/>
                          <a:pt x="28" y="60"/>
                          <a:pt x="29" y="59"/>
                        </a:cubicBezTo>
                        <a:cubicBezTo>
                          <a:pt x="29" y="59"/>
                          <a:pt x="29" y="59"/>
                          <a:pt x="29" y="59"/>
                        </a:cubicBezTo>
                        <a:cubicBezTo>
                          <a:pt x="29" y="59"/>
                          <a:pt x="30" y="58"/>
                          <a:pt x="30" y="58"/>
                        </a:cubicBezTo>
                        <a:cubicBezTo>
                          <a:pt x="30" y="58"/>
                          <a:pt x="30" y="58"/>
                          <a:pt x="30" y="58"/>
                        </a:cubicBezTo>
                        <a:cubicBezTo>
                          <a:pt x="30" y="58"/>
                          <a:pt x="30" y="58"/>
                          <a:pt x="30" y="58"/>
                        </a:cubicBezTo>
                        <a:cubicBezTo>
                          <a:pt x="30" y="58"/>
                          <a:pt x="30" y="58"/>
                          <a:pt x="30" y="58"/>
                        </a:cubicBezTo>
                        <a:cubicBezTo>
                          <a:pt x="30" y="58"/>
                          <a:pt x="30" y="58"/>
                          <a:pt x="30" y="58"/>
                        </a:cubicBezTo>
                        <a:cubicBezTo>
                          <a:pt x="30" y="57"/>
                          <a:pt x="31" y="56"/>
                          <a:pt x="31" y="56"/>
                        </a:cubicBezTo>
                        <a:cubicBezTo>
                          <a:pt x="33" y="45"/>
                          <a:pt x="33" y="45"/>
                          <a:pt x="33" y="45"/>
                        </a:cubicBezTo>
                        <a:cubicBezTo>
                          <a:pt x="36" y="45"/>
                          <a:pt x="36" y="45"/>
                          <a:pt x="36" y="45"/>
                        </a:cubicBezTo>
                        <a:cubicBezTo>
                          <a:pt x="37" y="45"/>
                          <a:pt x="37" y="44"/>
                          <a:pt x="38" y="44"/>
                        </a:cubicBezTo>
                        <a:cubicBezTo>
                          <a:pt x="39" y="44"/>
                          <a:pt x="39" y="43"/>
                          <a:pt x="40" y="43"/>
                        </a:cubicBezTo>
                        <a:cubicBezTo>
                          <a:pt x="40" y="43"/>
                          <a:pt x="40" y="43"/>
                          <a:pt x="40" y="43"/>
                        </a:cubicBezTo>
                        <a:cubicBezTo>
                          <a:pt x="40" y="43"/>
                          <a:pt x="40" y="43"/>
                          <a:pt x="40" y="43"/>
                        </a:cubicBezTo>
                        <a:cubicBezTo>
                          <a:pt x="40" y="43"/>
                          <a:pt x="40" y="43"/>
                          <a:pt x="40" y="43"/>
                        </a:cubicBezTo>
                        <a:cubicBezTo>
                          <a:pt x="40" y="43"/>
                          <a:pt x="40" y="43"/>
                          <a:pt x="40" y="43"/>
                        </a:cubicBezTo>
                        <a:cubicBezTo>
                          <a:pt x="41" y="42"/>
                          <a:pt x="41" y="42"/>
                          <a:pt x="41" y="41"/>
                        </a:cubicBezTo>
                        <a:cubicBezTo>
                          <a:pt x="41" y="41"/>
                          <a:pt x="41" y="41"/>
                          <a:pt x="41" y="41"/>
                        </a:cubicBezTo>
                        <a:cubicBezTo>
                          <a:pt x="42" y="40"/>
                          <a:pt x="42" y="39"/>
                          <a:pt x="42" y="38"/>
                        </a:cubicBezTo>
                        <a:cubicBezTo>
                          <a:pt x="42" y="37"/>
                          <a:pt x="41" y="36"/>
                          <a:pt x="40" y="35"/>
                        </a:cubicBezTo>
                        <a:cubicBezTo>
                          <a:pt x="40" y="35"/>
                          <a:pt x="40" y="35"/>
                          <a:pt x="40" y="35"/>
                        </a:cubicBezTo>
                        <a:cubicBezTo>
                          <a:pt x="39" y="34"/>
                          <a:pt x="38" y="33"/>
                          <a:pt x="37" y="33"/>
                        </a:cubicBezTo>
                        <a:cubicBezTo>
                          <a:pt x="35" y="33"/>
                          <a:pt x="35" y="33"/>
                          <a:pt x="35" y="33"/>
                        </a:cubicBezTo>
                        <a:cubicBezTo>
                          <a:pt x="36" y="28"/>
                          <a:pt x="36" y="28"/>
                          <a:pt x="36" y="28"/>
                        </a:cubicBezTo>
                        <a:cubicBezTo>
                          <a:pt x="39" y="28"/>
                          <a:pt x="39" y="28"/>
                          <a:pt x="39" y="28"/>
                        </a:cubicBezTo>
                        <a:cubicBezTo>
                          <a:pt x="39" y="28"/>
                          <a:pt x="40" y="28"/>
                          <a:pt x="41" y="28"/>
                        </a:cubicBezTo>
                        <a:cubicBezTo>
                          <a:pt x="41" y="27"/>
                          <a:pt x="42" y="27"/>
                          <a:pt x="43" y="27"/>
                        </a:cubicBezTo>
                        <a:cubicBezTo>
                          <a:pt x="43" y="27"/>
                          <a:pt x="43" y="27"/>
                          <a:pt x="43" y="27"/>
                        </a:cubicBezTo>
                        <a:cubicBezTo>
                          <a:pt x="43" y="26"/>
                          <a:pt x="44" y="26"/>
                          <a:pt x="44" y="25"/>
                        </a:cubicBezTo>
                        <a:cubicBezTo>
                          <a:pt x="44" y="24"/>
                          <a:pt x="45" y="24"/>
                          <a:pt x="45" y="23"/>
                        </a:cubicBezTo>
                        <a:cubicBezTo>
                          <a:pt x="45" y="23"/>
                          <a:pt x="45" y="23"/>
                          <a:pt x="45" y="23"/>
                        </a:cubicBezTo>
                        <a:cubicBezTo>
                          <a:pt x="45" y="22"/>
                          <a:pt x="45" y="22"/>
                          <a:pt x="45" y="22"/>
                        </a:cubicBezTo>
                        <a:cubicBezTo>
                          <a:pt x="45" y="22"/>
                          <a:pt x="45" y="22"/>
                          <a:pt x="45" y="22"/>
                        </a:cubicBezTo>
                        <a:cubicBezTo>
                          <a:pt x="45" y="22"/>
                          <a:pt x="45" y="22"/>
                          <a:pt x="45" y="22"/>
                        </a:cubicBezTo>
                        <a:cubicBezTo>
                          <a:pt x="45" y="21"/>
                          <a:pt x="45" y="20"/>
                          <a:pt x="44" y="20"/>
                        </a:cubicBezTo>
                        <a:cubicBezTo>
                          <a:pt x="44" y="20"/>
                          <a:pt x="44" y="20"/>
                          <a:pt x="44" y="20"/>
                        </a:cubicBezTo>
                        <a:cubicBezTo>
                          <a:pt x="44" y="19"/>
                          <a:pt x="44" y="19"/>
                          <a:pt x="43" y="18"/>
                        </a:cubicBezTo>
                        <a:cubicBezTo>
                          <a:pt x="43" y="18"/>
                          <a:pt x="42" y="17"/>
                          <a:pt x="42" y="17"/>
                        </a:cubicBezTo>
                        <a:cubicBezTo>
                          <a:pt x="41" y="17"/>
                          <a:pt x="40" y="17"/>
                          <a:pt x="40" y="17"/>
                        </a:cubicBezTo>
                        <a:cubicBezTo>
                          <a:pt x="38" y="17"/>
                          <a:pt x="38" y="17"/>
                          <a:pt x="38" y="17"/>
                        </a:cubicBezTo>
                        <a:cubicBezTo>
                          <a:pt x="40" y="6"/>
                          <a:pt x="40" y="6"/>
                          <a:pt x="40" y="6"/>
                        </a:cubicBezTo>
                        <a:cubicBezTo>
                          <a:pt x="40" y="6"/>
                          <a:pt x="40" y="6"/>
                          <a:pt x="40" y="6"/>
                        </a:cubicBezTo>
                        <a:cubicBezTo>
                          <a:pt x="40" y="6"/>
                          <a:pt x="40" y="6"/>
                          <a:pt x="40" y="6"/>
                        </a:cubicBezTo>
                        <a:cubicBezTo>
                          <a:pt x="40" y="6"/>
                          <a:pt x="40" y="6"/>
                          <a:pt x="40" y="6"/>
                        </a:cubicBezTo>
                        <a:cubicBezTo>
                          <a:pt x="40" y="4"/>
                          <a:pt x="39" y="3"/>
                          <a:pt x="38" y="2"/>
                        </a:cubicBezTo>
                        <a:cubicBezTo>
                          <a:pt x="37" y="1"/>
                          <a:pt x="36" y="0"/>
                          <a:pt x="34" y="0"/>
                        </a:cubicBezTo>
                        <a:cubicBezTo>
                          <a:pt x="33" y="0"/>
                          <a:pt x="33" y="0"/>
                          <a:pt x="32" y="1"/>
                        </a:cubicBezTo>
                        <a:cubicBezTo>
                          <a:pt x="32" y="1"/>
                          <a:pt x="32" y="1"/>
                          <a:pt x="32" y="1"/>
                        </a:cubicBezTo>
                        <a:cubicBezTo>
                          <a:pt x="31" y="1"/>
                          <a:pt x="31" y="1"/>
                          <a:pt x="30" y="2"/>
                        </a:cubicBezTo>
                        <a:cubicBezTo>
                          <a:pt x="30" y="2"/>
                          <a:pt x="29" y="3"/>
                          <a:pt x="29" y="3"/>
                        </a:cubicBezTo>
                        <a:cubicBezTo>
                          <a:pt x="29" y="3"/>
                          <a:pt x="29" y="3"/>
                          <a:pt x="29" y="3"/>
                        </a:cubicBezTo>
                        <a:cubicBezTo>
                          <a:pt x="28" y="4"/>
                          <a:pt x="28" y="5"/>
                          <a:pt x="28" y="5"/>
                        </a:cubicBezTo>
                        <a:cubicBezTo>
                          <a:pt x="28" y="5"/>
                          <a:pt x="28" y="5"/>
                          <a:pt x="28" y="5"/>
                        </a:cubicBezTo>
                        <a:cubicBezTo>
                          <a:pt x="28" y="6"/>
                          <a:pt x="28" y="6"/>
                          <a:pt x="28" y="6"/>
                        </a:cubicBezTo>
                        <a:cubicBezTo>
                          <a:pt x="28" y="6"/>
                          <a:pt x="28" y="6"/>
                          <a:pt x="28" y="6"/>
                        </a:cubicBezTo>
                        <a:cubicBezTo>
                          <a:pt x="28" y="6"/>
                          <a:pt x="28" y="6"/>
                          <a:pt x="28" y="6"/>
                        </a:cubicBezTo>
                        <a:cubicBezTo>
                          <a:pt x="26" y="17"/>
                          <a:pt x="26" y="17"/>
                          <a:pt x="26" y="17"/>
                        </a:cubicBezTo>
                        <a:cubicBezTo>
                          <a:pt x="24" y="17"/>
                          <a:pt x="24" y="17"/>
                          <a:pt x="24" y="17"/>
                        </a:cubicBezTo>
                        <a:cubicBezTo>
                          <a:pt x="26" y="6"/>
                          <a:pt x="26" y="6"/>
                          <a:pt x="26" y="6"/>
                        </a:cubicBezTo>
                        <a:cubicBezTo>
                          <a:pt x="26" y="6"/>
                          <a:pt x="26" y="6"/>
                          <a:pt x="26" y="6"/>
                        </a:cubicBezTo>
                        <a:cubicBezTo>
                          <a:pt x="26" y="6"/>
                          <a:pt x="26" y="6"/>
                          <a:pt x="26" y="6"/>
                        </a:cubicBezTo>
                        <a:cubicBezTo>
                          <a:pt x="26" y="6"/>
                          <a:pt x="26" y="6"/>
                          <a:pt x="26" y="6"/>
                        </a:cubicBezTo>
                        <a:cubicBezTo>
                          <a:pt x="26" y="4"/>
                          <a:pt x="25" y="3"/>
                          <a:pt x="24" y="2"/>
                        </a:cubicBezTo>
                        <a:cubicBezTo>
                          <a:pt x="23" y="1"/>
                          <a:pt x="22" y="0"/>
                          <a:pt x="21" y="0"/>
                        </a:cubicBezTo>
                        <a:cubicBezTo>
                          <a:pt x="20" y="0"/>
                          <a:pt x="19" y="0"/>
                          <a:pt x="18" y="1"/>
                        </a:cubicBezTo>
                        <a:cubicBezTo>
                          <a:pt x="18" y="1"/>
                          <a:pt x="18" y="1"/>
                          <a:pt x="18" y="1"/>
                        </a:cubicBezTo>
                        <a:cubicBezTo>
                          <a:pt x="18" y="1"/>
                          <a:pt x="17" y="1"/>
                          <a:pt x="17" y="2"/>
                        </a:cubicBezTo>
                        <a:cubicBezTo>
                          <a:pt x="16" y="2"/>
                          <a:pt x="16" y="3"/>
                          <a:pt x="15" y="3"/>
                        </a:cubicBezTo>
                        <a:close/>
                        <a:moveTo>
                          <a:pt x="24" y="28"/>
                        </a:moveTo>
                        <a:cubicBezTo>
                          <a:pt x="23" y="33"/>
                          <a:pt x="23" y="33"/>
                          <a:pt x="23" y="33"/>
                        </a:cubicBezTo>
                        <a:cubicBezTo>
                          <a:pt x="21" y="33"/>
                          <a:pt x="21" y="33"/>
                          <a:pt x="21" y="33"/>
                        </a:cubicBezTo>
                        <a:cubicBezTo>
                          <a:pt x="22" y="28"/>
                          <a:pt x="22" y="28"/>
                          <a:pt x="22" y="28"/>
                        </a:cubicBezTo>
                        <a:lnTo>
                          <a:pt x="24" y="28"/>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37" name="Rectangle 280">
                    <a:extLst>
                      <a:ext uri="{FF2B5EF4-FFF2-40B4-BE49-F238E27FC236}">
                        <a16:creationId xmlns:a16="http://schemas.microsoft.com/office/drawing/2014/main" id="{7EBDCB88-22B6-4341-B7E7-0CCD0339DB2D}"/>
                      </a:ext>
                    </a:extLst>
                  </p:cNvPr>
                  <p:cNvSpPr>
                    <a:spLocks noChangeArrowheads="1"/>
                  </p:cNvSpPr>
                  <p:nvPr/>
                </p:nvSpPr>
                <p:spPr bwMode="auto">
                  <a:xfrm>
                    <a:off x="5324132" y="5368150"/>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8" name="Rectangle 281">
                    <a:extLst>
                      <a:ext uri="{FF2B5EF4-FFF2-40B4-BE49-F238E27FC236}">
                        <a16:creationId xmlns:a16="http://schemas.microsoft.com/office/drawing/2014/main" id="{CD538BDD-583B-4BB7-A5F8-B8CF7EB03656}"/>
                      </a:ext>
                    </a:extLst>
                  </p:cNvPr>
                  <p:cNvSpPr>
                    <a:spLocks noChangeArrowheads="1"/>
                  </p:cNvSpPr>
                  <p:nvPr/>
                </p:nvSpPr>
                <p:spPr bwMode="auto">
                  <a:xfrm>
                    <a:off x="4102539" y="4180275"/>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39" name="Freeform 282">
                    <a:extLst>
                      <a:ext uri="{FF2B5EF4-FFF2-40B4-BE49-F238E27FC236}">
                        <a16:creationId xmlns:a16="http://schemas.microsoft.com/office/drawing/2014/main" id="{902ACDF9-340E-4E67-9C2A-4D0DD8E65F16}"/>
                      </a:ext>
                    </a:extLst>
                  </p:cNvPr>
                  <p:cNvSpPr>
                    <a:spLocks/>
                  </p:cNvSpPr>
                  <p:nvPr/>
                </p:nvSpPr>
                <p:spPr bwMode="auto">
                  <a:xfrm>
                    <a:off x="4100612" y="4167751"/>
                    <a:ext cx="19268" cy="58768"/>
                  </a:xfrm>
                  <a:custGeom>
                    <a:avLst/>
                    <a:gdLst>
                      <a:gd name="T0" fmla="*/ 2147483646 w 20"/>
                      <a:gd name="T1" fmla="*/ 2147483646 h 61"/>
                      <a:gd name="T2" fmla="*/ 2147483646 w 20"/>
                      <a:gd name="T3" fmla="*/ 2147483646 h 61"/>
                      <a:gd name="T4" fmla="*/ 2147483646 w 20"/>
                      <a:gd name="T5" fmla="*/ 2147483646 h 61"/>
                      <a:gd name="T6" fmla="*/ 2147483646 w 20"/>
                      <a:gd name="T7" fmla="*/ 2147483646 h 61"/>
                      <a:gd name="T8" fmla="*/ 2147483646 w 20"/>
                      <a:gd name="T9" fmla="*/ 2147483646 h 61"/>
                      <a:gd name="T10" fmla="*/ 2147483646 w 20"/>
                      <a:gd name="T11" fmla="*/ 2147483646 h 61"/>
                      <a:gd name="T12" fmla="*/ 2147483646 w 20"/>
                      <a:gd name="T13" fmla="*/ 2147483646 h 61"/>
                      <a:gd name="T14" fmla="*/ 2147483646 w 20"/>
                      <a:gd name="T15" fmla="*/ 2147483646 h 61"/>
                      <a:gd name="T16" fmla="*/ 2147483646 w 20"/>
                      <a:gd name="T17" fmla="*/ 2147483646 h 61"/>
                      <a:gd name="T18" fmla="*/ 2147483646 w 20"/>
                      <a:gd name="T19" fmla="*/ 2147483646 h 61"/>
                      <a:gd name="T20" fmla="*/ 2147483646 w 20"/>
                      <a:gd name="T21" fmla="*/ 0 h 61"/>
                      <a:gd name="T22" fmla="*/ 2147483646 w 20"/>
                      <a:gd name="T23" fmla="*/ 2147483646 h 61"/>
                      <a:gd name="T24" fmla="*/ 2147483646 w 20"/>
                      <a:gd name="T25" fmla="*/ 2147483646 h 61"/>
                      <a:gd name="T26" fmla="*/ 2147483646 w 20"/>
                      <a:gd name="T27" fmla="*/ 2147483646 h 61"/>
                      <a:gd name="T28" fmla="*/ 2147483646 w 20"/>
                      <a:gd name="T29" fmla="*/ 2147483646 h 61"/>
                      <a:gd name="T30" fmla="*/ 2147483646 w 20"/>
                      <a:gd name="T31" fmla="*/ 2147483646 h 61"/>
                      <a:gd name="T32" fmla="*/ 2147483646 w 20"/>
                      <a:gd name="T33" fmla="*/ 2147483646 h 61"/>
                      <a:gd name="T34" fmla="*/ 0 w 20"/>
                      <a:gd name="T35" fmla="*/ 2147483646 h 61"/>
                      <a:gd name="T36" fmla="*/ 2147483646 w 20"/>
                      <a:gd name="T37" fmla="*/ 2147483646 h 61"/>
                      <a:gd name="T38" fmla="*/ 2147483646 w 20"/>
                      <a:gd name="T39" fmla="*/ 2147483646 h 6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 h="61">
                        <a:moveTo>
                          <a:pt x="6" y="15"/>
                        </a:moveTo>
                        <a:cubicBezTo>
                          <a:pt x="7" y="15"/>
                          <a:pt x="8" y="14"/>
                          <a:pt x="8" y="14"/>
                        </a:cubicBezTo>
                        <a:cubicBezTo>
                          <a:pt x="8" y="55"/>
                          <a:pt x="8" y="55"/>
                          <a:pt x="8" y="55"/>
                        </a:cubicBezTo>
                        <a:cubicBezTo>
                          <a:pt x="8" y="57"/>
                          <a:pt x="9" y="58"/>
                          <a:pt x="10" y="59"/>
                        </a:cubicBezTo>
                        <a:cubicBezTo>
                          <a:pt x="11" y="61"/>
                          <a:pt x="13" y="61"/>
                          <a:pt x="14" y="61"/>
                        </a:cubicBezTo>
                        <a:cubicBezTo>
                          <a:pt x="16" y="61"/>
                          <a:pt x="17" y="61"/>
                          <a:pt x="18" y="59"/>
                        </a:cubicBezTo>
                        <a:cubicBezTo>
                          <a:pt x="19" y="58"/>
                          <a:pt x="20" y="57"/>
                          <a:pt x="20" y="55"/>
                        </a:cubicBezTo>
                        <a:cubicBezTo>
                          <a:pt x="20" y="6"/>
                          <a:pt x="20" y="6"/>
                          <a:pt x="20" y="6"/>
                        </a:cubicBezTo>
                        <a:cubicBezTo>
                          <a:pt x="20" y="5"/>
                          <a:pt x="19" y="3"/>
                          <a:pt x="18" y="2"/>
                        </a:cubicBezTo>
                        <a:cubicBezTo>
                          <a:pt x="18" y="2"/>
                          <a:pt x="18" y="2"/>
                          <a:pt x="18" y="2"/>
                        </a:cubicBezTo>
                        <a:cubicBezTo>
                          <a:pt x="17" y="1"/>
                          <a:pt x="16" y="0"/>
                          <a:pt x="14" y="0"/>
                        </a:cubicBezTo>
                        <a:cubicBezTo>
                          <a:pt x="14" y="0"/>
                          <a:pt x="13" y="1"/>
                          <a:pt x="12" y="1"/>
                        </a:cubicBezTo>
                        <a:cubicBezTo>
                          <a:pt x="12" y="1"/>
                          <a:pt x="12" y="1"/>
                          <a:pt x="12" y="1"/>
                        </a:cubicBezTo>
                        <a:cubicBezTo>
                          <a:pt x="4" y="4"/>
                          <a:pt x="4" y="4"/>
                          <a:pt x="4" y="4"/>
                        </a:cubicBezTo>
                        <a:cubicBezTo>
                          <a:pt x="4" y="4"/>
                          <a:pt x="4" y="4"/>
                          <a:pt x="4" y="4"/>
                        </a:cubicBezTo>
                        <a:cubicBezTo>
                          <a:pt x="3" y="4"/>
                          <a:pt x="2" y="5"/>
                          <a:pt x="1" y="6"/>
                        </a:cubicBezTo>
                        <a:cubicBezTo>
                          <a:pt x="1" y="6"/>
                          <a:pt x="1" y="6"/>
                          <a:pt x="1" y="6"/>
                        </a:cubicBezTo>
                        <a:cubicBezTo>
                          <a:pt x="1" y="7"/>
                          <a:pt x="0" y="8"/>
                          <a:pt x="0" y="9"/>
                        </a:cubicBezTo>
                        <a:cubicBezTo>
                          <a:pt x="0" y="10"/>
                          <a:pt x="1" y="12"/>
                          <a:pt x="2" y="13"/>
                        </a:cubicBezTo>
                        <a:cubicBezTo>
                          <a:pt x="3" y="14"/>
                          <a:pt x="5" y="15"/>
                          <a:pt x="6" y="15"/>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0" name="Freeform 283">
                    <a:extLst>
                      <a:ext uri="{FF2B5EF4-FFF2-40B4-BE49-F238E27FC236}">
                        <a16:creationId xmlns:a16="http://schemas.microsoft.com/office/drawing/2014/main" id="{BA101C5A-8516-45F2-A6DB-C31D1A90EF9E}"/>
                      </a:ext>
                    </a:extLst>
                  </p:cNvPr>
                  <p:cNvSpPr>
                    <a:spLocks/>
                  </p:cNvSpPr>
                  <p:nvPr/>
                </p:nvSpPr>
                <p:spPr bwMode="auto">
                  <a:xfrm>
                    <a:off x="4122770" y="423326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1" name="Freeform 284">
                    <a:extLst>
                      <a:ext uri="{FF2B5EF4-FFF2-40B4-BE49-F238E27FC236}">
                        <a16:creationId xmlns:a16="http://schemas.microsoft.com/office/drawing/2014/main" id="{832084BA-77A1-4EB9-A031-FAD0FE23B82B}"/>
                      </a:ext>
                    </a:extLst>
                  </p:cNvPr>
                  <p:cNvSpPr>
                    <a:spLocks/>
                  </p:cNvSpPr>
                  <p:nvPr/>
                </p:nvSpPr>
                <p:spPr bwMode="auto">
                  <a:xfrm>
                    <a:off x="4120843" y="4213031"/>
                    <a:ext cx="13488" cy="21195"/>
                  </a:xfrm>
                  <a:custGeom>
                    <a:avLst/>
                    <a:gdLst>
                      <a:gd name="T0" fmla="*/ 2147483646 w 14"/>
                      <a:gd name="T1" fmla="*/ 2147483646 h 22"/>
                      <a:gd name="T2" fmla="*/ 2147483646 w 14"/>
                      <a:gd name="T3" fmla="*/ 2147483646 h 22"/>
                      <a:gd name="T4" fmla="*/ 2147483646 w 14"/>
                      <a:gd name="T5" fmla="*/ 2147483646 h 22"/>
                      <a:gd name="T6" fmla="*/ 2147483646 w 14"/>
                      <a:gd name="T7" fmla="*/ 2147483646 h 22"/>
                      <a:gd name="T8" fmla="*/ 2147483646 w 14"/>
                      <a:gd name="T9" fmla="*/ 2147483646 h 22"/>
                      <a:gd name="T10" fmla="*/ 2147483646 w 14"/>
                      <a:gd name="T11" fmla="*/ 2147483646 h 22"/>
                      <a:gd name="T12" fmla="*/ 2147483646 w 14"/>
                      <a:gd name="T13" fmla="*/ 2147483646 h 22"/>
                      <a:gd name="T14" fmla="*/ 2147483646 w 14"/>
                      <a:gd name="T15" fmla="*/ 2147483646 h 22"/>
                      <a:gd name="T16" fmla="*/ 2147483646 w 14"/>
                      <a:gd name="T17" fmla="*/ 2147483646 h 22"/>
                      <a:gd name="T18" fmla="*/ 2147483646 w 14"/>
                      <a:gd name="T19" fmla="*/ 2147483646 h 22"/>
                      <a:gd name="T20" fmla="*/ 2147483646 w 14"/>
                      <a:gd name="T21" fmla="*/ 2147483646 h 22"/>
                      <a:gd name="T22" fmla="*/ 2147483646 w 14"/>
                      <a:gd name="T23" fmla="*/ 0 h 22"/>
                      <a:gd name="T24" fmla="*/ 2147483646 w 14"/>
                      <a:gd name="T25" fmla="*/ 2147483646 h 22"/>
                      <a:gd name="T26" fmla="*/ 0 w 14"/>
                      <a:gd name="T27" fmla="*/ 2147483646 h 22"/>
                      <a:gd name="T28" fmla="*/ 2147483646 w 14"/>
                      <a:gd name="T29" fmla="*/ 2147483646 h 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4" h="22">
                        <a:moveTo>
                          <a:pt x="2" y="12"/>
                        </a:moveTo>
                        <a:cubicBezTo>
                          <a:pt x="2" y="13"/>
                          <a:pt x="2" y="13"/>
                          <a:pt x="2" y="13"/>
                        </a:cubicBezTo>
                        <a:cubicBezTo>
                          <a:pt x="2" y="14"/>
                          <a:pt x="2" y="14"/>
                          <a:pt x="2" y="14"/>
                        </a:cubicBezTo>
                        <a:cubicBezTo>
                          <a:pt x="1" y="15"/>
                          <a:pt x="1" y="16"/>
                          <a:pt x="1" y="17"/>
                        </a:cubicBezTo>
                        <a:cubicBezTo>
                          <a:pt x="1" y="18"/>
                          <a:pt x="1" y="20"/>
                          <a:pt x="2" y="21"/>
                        </a:cubicBezTo>
                        <a:cubicBezTo>
                          <a:pt x="3" y="22"/>
                          <a:pt x="5" y="22"/>
                          <a:pt x="6" y="22"/>
                        </a:cubicBezTo>
                        <a:cubicBezTo>
                          <a:pt x="8" y="22"/>
                          <a:pt x="9" y="21"/>
                          <a:pt x="10" y="20"/>
                        </a:cubicBezTo>
                        <a:cubicBezTo>
                          <a:pt x="11" y="19"/>
                          <a:pt x="11" y="18"/>
                          <a:pt x="12" y="16"/>
                        </a:cubicBezTo>
                        <a:cubicBezTo>
                          <a:pt x="13" y="15"/>
                          <a:pt x="13" y="13"/>
                          <a:pt x="13" y="12"/>
                        </a:cubicBezTo>
                        <a:cubicBezTo>
                          <a:pt x="13" y="10"/>
                          <a:pt x="14" y="9"/>
                          <a:pt x="14" y="7"/>
                        </a:cubicBezTo>
                        <a:cubicBezTo>
                          <a:pt x="14" y="5"/>
                          <a:pt x="13" y="3"/>
                          <a:pt x="12" y="2"/>
                        </a:cubicBezTo>
                        <a:cubicBezTo>
                          <a:pt x="10" y="1"/>
                          <a:pt x="8" y="0"/>
                          <a:pt x="7" y="0"/>
                        </a:cubicBezTo>
                        <a:cubicBezTo>
                          <a:pt x="5" y="0"/>
                          <a:pt x="3" y="1"/>
                          <a:pt x="2" y="2"/>
                        </a:cubicBezTo>
                        <a:cubicBezTo>
                          <a:pt x="0" y="3"/>
                          <a:pt x="0" y="5"/>
                          <a:pt x="0" y="7"/>
                        </a:cubicBezTo>
                        <a:cubicBezTo>
                          <a:pt x="0" y="9"/>
                          <a:pt x="0" y="11"/>
                          <a:pt x="2" y="12"/>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2" name="Freeform 285">
                    <a:extLst>
                      <a:ext uri="{FF2B5EF4-FFF2-40B4-BE49-F238E27FC236}">
                        <a16:creationId xmlns:a16="http://schemas.microsoft.com/office/drawing/2014/main" id="{22B84E46-F6C5-419C-BD99-EFB57CEBDF4C}"/>
                      </a:ext>
                    </a:extLst>
                  </p:cNvPr>
                  <p:cNvSpPr>
                    <a:spLocks noEditPoints="1"/>
                  </p:cNvSpPr>
                  <p:nvPr/>
                </p:nvSpPr>
                <p:spPr bwMode="auto">
                  <a:xfrm>
                    <a:off x="4134331" y="4167751"/>
                    <a:ext cx="42390" cy="58768"/>
                  </a:xfrm>
                  <a:custGeom>
                    <a:avLst/>
                    <a:gdLst>
                      <a:gd name="T0" fmla="*/ 2147483646 w 44"/>
                      <a:gd name="T1" fmla="*/ 2147483646 h 61"/>
                      <a:gd name="T2" fmla="*/ 2147483646 w 44"/>
                      <a:gd name="T3" fmla="*/ 2147483646 h 61"/>
                      <a:gd name="T4" fmla="*/ 2147483646 w 44"/>
                      <a:gd name="T5" fmla="*/ 2147483646 h 61"/>
                      <a:gd name="T6" fmla="*/ 2147483646 w 44"/>
                      <a:gd name="T7" fmla="*/ 2147483646 h 61"/>
                      <a:gd name="T8" fmla="*/ 2147483646 w 44"/>
                      <a:gd name="T9" fmla="*/ 2147483646 h 61"/>
                      <a:gd name="T10" fmla="*/ 2147483646 w 44"/>
                      <a:gd name="T11" fmla="*/ 2147483646 h 61"/>
                      <a:gd name="T12" fmla="*/ 2147483646 w 44"/>
                      <a:gd name="T13" fmla="*/ 2147483646 h 61"/>
                      <a:gd name="T14" fmla="*/ 2147483646 w 44"/>
                      <a:gd name="T15" fmla="*/ 2147483646 h 61"/>
                      <a:gd name="T16" fmla="*/ 2147483646 w 44"/>
                      <a:gd name="T17" fmla="*/ 2147483646 h 61"/>
                      <a:gd name="T18" fmla="*/ 2147483646 w 44"/>
                      <a:gd name="T19" fmla="*/ 2147483646 h 61"/>
                      <a:gd name="T20" fmla="*/ 2147483646 w 44"/>
                      <a:gd name="T21" fmla="*/ 2147483646 h 61"/>
                      <a:gd name="T22" fmla="*/ 2147483646 w 44"/>
                      <a:gd name="T23" fmla="*/ 2147483646 h 61"/>
                      <a:gd name="T24" fmla="*/ 2147483646 w 44"/>
                      <a:gd name="T25" fmla="*/ 2147483646 h 61"/>
                      <a:gd name="T26" fmla="*/ 2147483646 w 44"/>
                      <a:gd name="T27" fmla="*/ 2147483646 h 61"/>
                      <a:gd name="T28" fmla="*/ 2147483646 w 44"/>
                      <a:gd name="T29" fmla="*/ 2147483646 h 61"/>
                      <a:gd name="T30" fmla="*/ 2147483646 w 44"/>
                      <a:gd name="T31" fmla="*/ 2147483646 h 61"/>
                      <a:gd name="T32" fmla="*/ 2147483646 w 44"/>
                      <a:gd name="T33" fmla="*/ 2147483646 h 61"/>
                      <a:gd name="T34" fmla="*/ 2147483646 w 44"/>
                      <a:gd name="T35" fmla="*/ 2147483646 h 61"/>
                      <a:gd name="T36" fmla="*/ 2147483646 w 44"/>
                      <a:gd name="T37" fmla="*/ 2147483646 h 61"/>
                      <a:gd name="T38" fmla="*/ 2147483646 w 44"/>
                      <a:gd name="T39" fmla="*/ 2147483646 h 61"/>
                      <a:gd name="T40" fmla="*/ 2147483646 w 44"/>
                      <a:gd name="T41" fmla="*/ 2147483646 h 61"/>
                      <a:gd name="T42" fmla="*/ 2147483646 w 44"/>
                      <a:gd name="T43" fmla="*/ 0 h 61"/>
                      <a:gd name="T44" fmla="*/ 2147483646 w 44"/>
                      <a:gd name="T45" fmla="*/ 2147483646 h 61"/>
                      <a:gd name="T46" fmla="*/ 2147483646 w 44"/>
                      <a:gd name="T47" fmla="*/ 2147483646 h 61"/>
                      <a:gd name="T48" fmla="*/ 2147483646 w 44"/>
                      <a:gd name="T49" fmla="*/ 2147483646 h 61"/>
                      <a:gd name="T50" fmla="*/ 2147483646 w 44"/>
                      <a:gd name="T51" fmla="*/ 2147483646 h 61"/>
                      <a:gd name="T52" fmla="*/ 2147483646 w 44"/>
                      <a:gd name="T53" fmla="*/ 2147483646 h 61"/>
                      <a:gd name="T54" fmla="*/ 0 w 44"/>
                      <a:gd name="T55" fmla="*/ 2147483646 h 61"/>
                      <a:gd name="T56" fmla="*/ 2147483646 w 44"/>
                      <a:gd name="T57" fmla="*/ 2147483646 h 61"/>
                      <a:gd name="T58" fmla="*/ 2147483646 w 44"/>
                      <a:gd name="T59" fmla="*/ 2147483646 h 61"/>
                      <a:gd name="T60" fmla="*/ 2147483646 w 44"/>
                      <a:gd name="T61" fmla="*/ 2147483646 h 61"/>
                      <a:gd name="T62" fmla="*/ 2147483646 w 44"/>
                      <a:gd name="T63" fmla="*/ 2147483646 h 61"/>
                      <a:gd name="T64" fmla="*/ 2147483646 w 44"/>
                      <a:gd name="T65" fmla="*/ 2147483646 h 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4" h="61">
                        <a:moveTo>
                          <a:pt x="2" y="45"/>
                        </a:moveTo>
                        <a:cubicBezTo>
                          <a:pt x="3" y="46"/>
                          <a:pt x="4" y="47"/>
                          <a:pt x="6" y="47"/>
                        </a:cubicBezTo>
                        <a:cubicBezTo>
                          <a:pt x="24" y="47"/>
                          <a:pt x="24" y="47"/>
                          <a:pt x="24" y="47"/>
                        </a:cubicBezTo>
                        <a:cubicBezTo>
                          <a:pt x="24" y="55"/>
                          <a:pt x="24" y="55"/>
                          <a:pt x="24" y="55"/>
                        </a:cubicBezTo>
                        <a:cubicBezTo>
                          <a:pt x="24" y="57"/>
                          <a:pt x="25" y="58"/>
                          <a:pt x="26" y="59"/>
                        </a:cubicBezTo>
                        <a:cubicBezTo>
                          <a:pt x="27" y="61"/>
                          <a:pt x="29" y="61"/>
                          <a:pt x="30" y="61"/>
                        </a:cubicBezTo>
                        <a:cubicBezTo>
                          <a:pt x="32" y="61"/>
                          <a:pt x="33" y="61"/>
                          <a:pt x="34" y="59"/>
                        </a:cubicBezTo>
                        <a:cubicBezTo>
                          <a:pt x="35" y="58"/>
                          <a:pt x="36" y="57"/>
                          <a:pt x="36" y="55"/>
                        </a:cubicBezTo>
                        <a:cubicBezTo>
                          <a:pt x="36" y="47"/>
                          <a:pt x="36" y="47"/>
                          <a:pt x="36" y="47"/>
                        </a:cubicBezTo>
                        <a:cubicBezTo>
                          <a:pt x="38" y="47"/>
                          <a:pt x="38" y="47"/>
                          <a:pt x="38" y="47"/>
                        </a:cubicBezTo>
                        <a:cubicBezTo>
                          <a:pt x="40" y="47"/>
                          <a:pt x="41" y="46"/>
                          <a:pt x="42" y="45"/>
                        </a:cubicBezTo>
                        <a:cubicBezTo>
                          <a:pt x="43" y="44"/>
                          <a:pt x="44" y="43"/>
                          <a:pt x="44" y="41"/>
                        </a:cubicBezTo>
                        <a:cubicBezTo>
                          <a:pt x="44" y="40"/>
                          <a:pt x="43" y="38"/>
                          <a:pt x="42" y="37"/>
                        </a:cubicBezTo>
                        <a:cubicBezTo>
                          <a:pt x="41" y="36"/>
                          <a:pt x="40" y="35"/>
                          <a:pt x="38" y="35"/>
                        </a:cubicBezTo>
                        <a:cubicBezTo>
                          <a:pt x="36" y="35"/>
                          <a:pt x="36" y="35"/>
                          <a:pt x="36" y="35"/>
                        </a:cubicBezTo>
                        <a:cubicBezTo>
                          <a:pt x="36" y="6"/>
                          <a:pt x="36" y="6"/>
                          <a:pt x="36" y="6"/>
                        </a:cubicBezTo>
                        <a:cubicBezTo>
                          <a:pt x="36" y="5"/>
                          <a:pt x="36" y="5"/>
                          <a:pt x="35" y="4"/>
                        </a:cubicBezTo>
                        <a:cubicBezTo>
                          <a:pt x="35" y="4"/>
                          <a:pt x="35" y="4"/>
                          <a:pt x="35" y="4"/>
                        </a:cubicBezTo>
                        <a:cubicBezTo>
                          <a:pt x="35" y="3"/>
                          <a:pt x="35" y="3"/>
                          <a:pt x="34" y="2"/>
                        </a:cubicBezTo>
                        <a:cubicBezTo>
                          <a:pt x="34" y="2"/>
                          <a:pt x="34" y="2"/>
                          <a:pt x="34" y="2"/>
                        </a:cubicBezTo>
                        <a:cubicBezTo>
                          <a:pt x="34" y="2"/>
                          <a:pt x="33" y="1"/>
                          <a:pt x="32" y="1"/>
                        </a:cubicBezTo>
                        <a:cubicBezTo>
                          <a:pt x="32" y="1"/>
                          <a:pt x="31" y="0"/>
                          <a:pt x="30" y="0"/>
                        </a:cubicBezTo>
                        <a:cubicBezTo>
                          <a:pt x="29" y="0"/>
                          <a:pt x="28" y="1"/>
                          <a:pt x="27" y="1"/>
                        </a:cubicBezTo>
                        <a:cubicBezTo>
                          <a:pt x="27" y="1"/>
                          <a:pt x="27" y="1"/>
                          <a:pt x="27" y="1"/>
                        </a:cubicBezTo>
                        <a:cubicBezTo>
                          <a:pt x="27" y="2"/>
                          <a:pt x="26" y="2"/>
                          <a:pt x="25" y="3"/>
                        </a:cubicBezTo>
                        <a:cubicBezTo>
                          <a:pt x="1" y="38"/>
                          <a:pt x="1" y="38"/>
                          <a:pt x="1" y="38"/>
                        </a:cubicBezTo>
                        <a:cubicBezTo>
                          <a:pt x="1" y="38"/>
                          <a:pt x="1" y="38"/>
                          <a:pt x="1" y="38"/>
                        </a:cubicBezTo>
                        <a:cubicBezTo>
                          <a:pt x="0" y="39"/>
                          <a:pt x="0" y="40"/>
                          <a:pt x="0" y="41"/>
                        </a:cubicBezTo>
                        <a:cubicBezTo>
                          <a:pt x="0" y="43"/>
                          <a:pt x="1" y="44"/>
                          <a:pt x="2" y="45"/>
                        </a:cubicBezTo>
                        <a:close/>
                        <a:moveTo>
                          <a:pt x="24" y="35"/>
                        </a:moveTo>
                        <a:cubicBezTo>
                          <a:pt x="17" y="35"/>
                          <a:pt x="17" y="35"/>
                          <a:pt x="17" y="35"/>
                        </a:cubicBezTo>
                        <a:cubicBezTo>
                          <a:pt x="24" y="24"/>
                          <a:pt x="24" y="24"/>
                          <a:pt x="24" y="24"/>
                        </a:cubicBezTo>
                        <a:lnTo>
                          <a:pt x="24" y="35"/>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3" name="Rectangle 286">
                    <a:extLst>
                      <a:ext uri="{FF2B5EF4-FFF2-40B4-BE49-F238E27FC236}">
                        <a16:creationId xmlns:a16="http://schemas.microsoft.com/office/drawing/2014/main" id="{B54AF9BC-CBE4-4FF0-9E1F-344B3E8A91C3}"/>
                      </a:ext>
                    </a:extLst>
                  </p:cNvPr>
                  <p:cNvSpPr>
                    <a:spLocks noChangeArrowheads="1"/>
                  </p:cNvSpPr>
                  <p:nvPr/>
                </p:nvSpPr>
                <p:spPr bwMode="auto">
                  <a:xfrm>
                    <a:off x="4174794" y="4211104"/>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44" name="Freeform 287">
                    <a:extLst>
                      <a:ext uri="{FF2B5EF4-FFF2-40B4-BE49-F238E27FC236}">
                        <a16:creationId xmlns:a16="http://schemas.microsoft.com/office/drawing/2014/main" id="{BEECCEB9-DA5E-4C31-852D-52C5C0BA0263}"/>
                      </a:ext>
                    </a:extLst>
                  </p:cNvPr>
                  <p:cNvSpPr>
                    <a:spLocks/>
                  </p:cNvSpPr>
                  <p:nvPr/>
                </p:nvSpPr>
                <p:spPr bwMode="auto">
                  <a:xfrm>
                    <a:off x="4561118" y="5023252"/>
                    <a:ext cx="19268" cy="57804"/>
                  </a:xfrm>
                  <a:custGeom>
                    <a:avLst/>
                    <a:gdLst>
                      <a:gd name="T0" fmla="*/ 2147483646 w 20"/>
                      <a:gd name="T1" fmla="*/ 2147483646 h 60"/>
                      <a:gd name="T2" fmla="*/ 2147483646 w 20"/>
                      <a:gd name="T3" fmla="*/ 2147483646 h 60"/>
                      <a:gd name="T4" fmla="*/ 2147483646 w 20"/>
                      <a:gd name="T5" fmla="*/ 2147483646 h 60"/>
                      <a:gd name="T6" fmla="*/ 2147483646 w 20"/>
                      <a:gd name="T7" fmla="*/ 0 h 60"/>
                      <a:gd name="T8" fmla="*/ 2147483646 w 20"/>
                      <a:gd name="T9" fmla="*/ 0 h 60"/>
                      <a:gd name="T10" fmla="*/ 2147483646 w 20"/>
                      <a:gd name="T11" fmla="*/ 0 h 60"/>
                      <a:gd name="T12" fmla="*/ 2147483646 w 20"/>
                      <a:gd name="T13" fmla="*/ 2147483646 h 60"/>
                      <a:gd name="T14" fmla="*/ 2147483646 w 20"/>
                      <a:gd name="T15" fmla="*/ 2147483646 h 60"/>
                      <a:gd name="T16" fmla="*/ 2147483646 w 20"/>
                      <a:gd name="T17" fmla="*/ 2147483646 h 60"/>
                      <a:gd name="T18" fmla="*/ 0 w 20"/>
                      <a:gd name="T19" fmla="*/ 2147483646 h 60"/>
                      <a:gd name="T20" fmla="*/ 2147483646 w 20"/>
                      <a:gd name="T21" fmla="*/ 2147483646 h 60"/>
                      <a:gd name="T22" fmla="*/ 2147483646 w 20"/>
                      <a:gd name="T23" fmla="*/ 2147483646 h 60"/>
                      <a:gd name="T24" fmla="*/ 2147483646 w 20"/>
                      <a:gd name="T25" fmla="*/ 2147483646 h 60"/>
                      <a:gd name="T26" fmla="*/ 2147483646 w 20"/>
                      <a:gd name="T27" fmla="*/ 2147483646 h 60"/>
                      <a:gd name="T28" fmla="*/ 2147483646 w 20"/>
                      <a:gd name="T29" fmla="*/ 2147483646 h 60"/>
                      <a:gd name="T30" fmla="*/ 2147483646 w 20"/>
                      <a:gd name="T31" fmla="*/ 2147483646 h 60"/>
                      <a:gd name="T32" fmla="*/ 2147483646 w 20"/>
                      <a:gd name="T33" fmla="*/ 2147483646 h 60"/>
                      <a:gd name="T34" fmla="*/ 2147483646 w 20"/>
                      <a:gd name="T35" fmla="*/ 2147483646 h 60"/>
                      <a:gd name="T36" fmla="*/ 2147483646 w 20"/>
                      <a:gd name="T37" fmla="*/ 2147483646 h 60"/>
                      <a:gd name="T38" fmla="*/ 2147483646 w 20"/>
                      <a:gd name="T39" fmla="*/ 2147483646 h 6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 h="60">
                        <a:moveTo>
                          <a:pt x="20" y="5"/>
                        </a:moveTo>
                        <a:cubicBezTo>
                          <a:pt x="20" y="4"/>
                          <a:pt x="19" y="2"/>
                          <a:pt x="18" y="1"/>
                        </a:cubicBezTo>
                        <a:cubicBezTo>
                          <a:pt x="18" y="1"/>
                          <a:pt x="18" y="1"/>
                          <a:pt x="18" y="1"/>
                        </a:cubicBezTo>
                        <a:cubicBezTo>
                          <a:pt x="17" y="0"/>
                          <a:pt x="16" y="0"/>
                          <a:pt x="14" y="0"/>
                        </a:cubicBezTo>
                        <a:cubicBezTo>
                          <a:pt x="14" y="0"/>
                          <a:pt x="13" y="0"/>
                          <a:pt x="12" y="0"/>
                        </a:cubicBezTo>
                        <a:cubicBezTo>
                          <a:pt x="12" y="0"/>
                          <a:pt x="12" y="0"/>
                          <a:pt x="12" y="0"/>
                        </a:cubicBezTo>
                        <a:cubicBezTo>
                          <a:pt x="4" y="3"/>
                          <a:pt x="4" y="3"/>
                          <a:pt x="4" y="3"/>
                        </a:cubicBezTo>
                        <a:cubicBezTo>
                          <a:pt x="4" y="3"/>
                          <a:pt x="4" y="3"/>
                          <a:pt x="4" y="3"/>
                        </a:cubicBezTo>
                        <a:cubicBezTo>
                          <a:pt x="3" y="3"/>
                          <a:pt x="2" y="4"/>
                          <a:pt x="1" y="5"/>
                        </a:cubicBezTo>
                        <a:cubicBezTo>
                          <a:pt x="1" y="6"/>
                          <a:pt x="0" y="7"/>
                          <a:pt x="0" y="8"/>
                        </a:cubicBezTo>
                        <a:cubicBezTo>
                          <a:pt x="0" y="9"/>
                          <a:pt x="1" y="11"/>
                          <a:pt x="2" y="12"/>
                        </a:cubicBezTo>
                        <a:cubicBezTo>
                          <a:pt x="3" y="13"/>
                          <a:pt x="5" y="14"/>
                          <a:pt x="6" y="14"/>
                        </a:cubicBezTo>
                        <a:cubicBezTo>
                          <a:pt x="7" y="14"/>
                          <a:pt x="8" y="13"/>
                          <a:pt x="9" y="13"/>
                        </a:cubicBezTo>
                        <a:cubicBezTo>
                          <a:pt x="9" y="55"/>
                          <a:pt x="9" y="55"/>
                          <a:pt x="9" y="55"/>
                        </a:cubicBezTo>
                        <a:cubicBezTo>
                          <a:pt x="9" y="56"/>
                          <a:pt x="9" y="57"/>
                          <a:pt x="10" y="59"/>
                        </a:cubicBezTo>
                        <a:cubicBezTo>
                          <a:pt x="11" y="60"/>
                          <a:pt x="13" y="60"/>
                          <a:pt x="14" y="60"/>
                        </a:cubicBezTo>
                        <a:cubicBezTo>
                          <a:pt x="16" y="60"/>
                          <a:pt x="17" y="60"/>
                          <a:pt x="18" y="59"/>
                        </a:cubicBezTo>
                        <a:cubicBezTo>
                          <a:pt x="18" y="59"/>
                          <a:pt x="18" y="59"/>
                          <a:pt x="18" y="59"/>
                        </a:cubicBezTo>
                        <a:cubicBezTo>
                          <a:pt x="19" y="57"/>
                          <a:pt x="20" y="56"/>
                          <a:pt x="20" y="55"/>
                        </a:cubicBezTo>
                        <a:lnTo>
                          <a:pt x="20" y="5"/>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5" name="Freeform 288">
                    <a:extLst>
                      <a:ext uri="{FF2B5EF4-FFF2-40B4-BE49-F238E27FC236}">
                        <a16:creationId xmlns:a16="http://schemas.microsoft.com/office/drawing/2014/main" id="{35F074A3-FF93-4181-9664-C258DAA3CD2B}"/>
                      </a:ext>
                    </a:extLst>
                  </p:cNvPr>
                  <p:cNvSpPr>
                    <a:spLocks/>
                  </p:cNvSpPr>
                  <p:nvPr/>
                </p:nvSpPr>
                <p:spPr bwMode="auto">
                  <a:xfrm>
                    <a:off x="4581349" y="5067568"/>
                    <a:ext cx="12524" cy="21195"/>
                  </a:xfrm>
                  <a:custGeom>
                    <a:avLst/>
                    <a:gdLst>
                      <a:gd name="T0" fmla="*/ 2147483646 w 14"/>
                      <a:gd name="T1" fmla="*/ 2147483646 h 22"/>
                      <a:gd name="T2" fmla="*/ 2147483646 w 14"/>
                      <a:gd name="T3" fmla="*/ 2147483646 h 22"/>
                      <a:gd name="T4" fmla="*/ 2147483646 w 14"/>
                      <a:gd name="T5" fmla="*/ 2147483646 h 22"/>
                      <a:gd name="T6" fmla="*/ 2147483646 w 14"/>
                      <a:gd name="T7" fmla="*/ 2147483646 h 22"/>
                      <a:gd name="T8" fmla="*/ 2147483646 w 14"/>
                      <a:gd name="T9" fmla="*/ 2147483646 h 22"/>
                      <a:gd name="T10" fmla="*/ 2147483646 w 14"/>
                      <a:gd name="T11" fmla="*/ 2147483646 h 22"/>
                      <a:gd name="T12" fmla="*/ 2147483646 w 14"/>
                      <a:gd name="T13" fmla="*/ 2147483646 h 22"/>
                      <a:gd name="T14" fmla="*/ 2147483646 w 14"/>
                      <a:gd name="T15" fmla="*/ 2147483646 h 22"/>
                      <a:gd name="T16" fmla="*/ 2147483646 w 14"/>
                      <a:gd name="T17" fmla="*/ 0 h 22"/>
                      <a:gd name="T18" fmla="*/ 2147483646 w 14"/>
                      <a:gd name="T19" fmla="*/ 2147483646 h 22"/>
                      <a:gd name="T20" fmla="*/ 0 w 14"/>
                      <a:gd name="T21" fmla="*/ 2147483646 h 22"/>
                      <a:gd name="T22" fmla="*/ 2147483646 w 14"/>
                      <a:gd name="T23" fmla="*/ 2147483646 h 22"/>
                      <a:gd name="T24" fmla="*/ 2147483646 w 14"/>
                      <a:gd name="T25" fmla="*/ 2147483646 h 22"/>
                      <a:gd name="T26" fmla="*/ 2147483646 w 14"/>
                      <a:gd name="T27" fmla="*/ 2147483646 h 22"/>
                      <a:gd name="T28" fmla="*/ 2147483646 w 14"/>
                      <a:gd name="T29" fmla="*/ 2147483646 h 22"/>
                      <a:gd name="T30" fmla="*/ 2147483646 w 14"/>
                      <a:gd name="T31" fmla="*/ 2147483646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 h="22">
                        <a:moveTo>
                          <a:pt x="1" y="17"/>
                        </a:moveTo>
                        <a:cubicBezTo>
                          <a:pt x="1" y="19"/>
                          <a:pt x="1" y="20"/>
                          <a:pt x="2" y="21"/>
                        </a:cubicBezTo>
                        <a:cubicBezTo>
                          <a:pt x="3" y="22"/>
                          <a:pt x="5" y="22"/>
                          <a:pt x="6" y="22"/>
                        </a:cubicBezTo>
                        <a:cubicBezTo>
                          <a:pt x="8" y="22"/>
                          <a:pt x="9" y="21"/>
                          <a:pt x="10" y="20"/>
                        </a:cubicBezTo>
                        <a:cubicBezTo>
                          <a:pt x="11" y="19"/>
                          <a:pt x="12" y="18"/>
                          <a:pt x="12" y="16"/>
                        </a:cubicBezTo>
                        <a:cubicBezTo>
                          <a:pt x="13" y="15"/>
                          <a:pt x="13" y="13"/>
                          <a:pt x="13" y="12"/>
                        </a:cubicBezTo>
                        <a:cubicBezTo>
                          <a:pt x="14" y="10"/>
                          <a:pt x="14" y="9"/>
                          <a:pt x="14" y="7"/>
                        </a:cubicBezTo>
                        <a:cubicBezTo>
                          <a:pt x="14" y="5"/>
                          <a:pt x="13" y="3"/>
                          <a:pt x="12" y="2"/>
                        </a:cubicBezTo>
                        <a:cubicBezTo>
                          <a:pt x="10" y="1"/>
                          <a:pt x="9" y="0"/>
                          <a:pt x="7" y="0"/>
                        </a:cubicBezTo>
                        <a:cubicBezTo>
                          <a:pt x="5" y="0"/>
                          <a:pt x="3" y="1"/>
                          <a:pt x="2" y="2"/>
                        </a:cubicBezTo>
                        <a:cubicBezTo>
                          <a:pt x="0" y="3"/>
                          <a:pt x="0" y="5"/>
                          <a:pt x="0" y="7"/>
                        </a:cubicBezTo>
                        <a:cubicBezTo>
                          <a:pt x="0" y="9"/>
                          <a:pt x="0" y="11"/>
                          <a:pt x="2" y="12"/>
                        </a:cubicBezTo>
                        <a:cubicBezTo>
                          <a:pt x="2" y="12"/>
                          <a:pt x="2" y="12"/>
                          <a:pt x="2" y="12"/>
                        </a:cubicBezTo>
                        <a:cubicBezTo>
                          <a:pt x="2" y="13"/>
                          <a:pt x="3" y="13"/>
                          <a:pt x="3" y="13"/>
                        </a:cubicBezTo>
                        <a:cubicBezTo>
                          <a:pt x="2" y="14"/>
                          <a:pt x="2" y="14"/>
                          <a:pt x="2" y="14"/>
                        </a:cubicBezTo>
                        <a:cubicBezTo>
                          <a:pt x="1" y="15"/>
                          <a:pt x="1" y="16"/>
                          <a:pt x="1" y="17"/>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6" name="Freeform 289">
                    <a:extLst>
                      <a:ext uri="{FF2B5EF4-FFF2-40B4-BE49-F238E27FC236}">
                        <a16:creationId xmlns:a16="http://schemas.microsoft.com/office/drawing/2014/main" id="{F69987F6-D43D-4F20-80F2-46494B7719A7}"/>
                      </a:ext>
                    </a:extLst>
                  </p:cNvPr>
                  <p:cNvSpPr>
                    <a:spLocks noEditPoints="1"/>
                  </p:cNvSpPr>
                  <p:nvPr/>
                </p:nvSpPr>
                <p:spPr bwMode="auto">
                  <a:xfrm>
                    <a:off x="4593874" y="5023252"/>
                    <a:ext cx="42390" cy="57804"/>
                  </a:xfrm>
                  <a:custGeom>
                    <a:avLst/>
                    <a:gdLst>
                      <a:gd name="T0" fmla="*/ 2147483646 w 44"/>
                      <a:gd name="T1" fmla="*/ 2147483646 h 60"/>
                      <a:gd name="T2" fmla="*/ 2147483646 w 44"/>
                      <a:gd name="T3" fmla="*/ 2147483646 h 60"/>
                      <a:gd name="T4" fmla="*/ 2147483646 w 44"/>
                      <a:gd name="T5" fmla="*/ 2147483646 h 60"/>
                      <a:gd name="T6" fmla="*/ 2147483646 w 44"/>
                      <a:gd name="T7" fmla="*/ 2147483646 h 60"/>
                      <a:gd name="T8" fmla="*/ 2147483646 w 44"/>
                      <a:gd name="T9" fmla="*/ 2147483646 h 60"/>
                      <a:gd name="T10" fmla="*/ 2147483646 w 44"/>
                      <a:gd name="T11" fmla="*/ 2147483646 h 60"/>
                      <a:gd name="T12" fmla="*/ 2147483646 w 44"/>
                      <a:gd name="T13" fmla="*/ 2147483646 h 60"/>
                      <a:gd name="T14" fmla="*/ 2147483646 w 44"/>
                      <a:gd name="T15" fmla="*/ 2147483646 h 60"/>
                      <a:gd name="T16" fmla="*/ 2147483646 w 44"/>
                      <a:gd name="T17" fmla="*/ 2147483646 h 60"/>
                      <a:gd name="T18" fmla="*/ 2147483646 w 44"/>
                      <a:gd name="T19" fmla="*/ 2147483646 h 60"/>
                      <a:gd name="T20" fmla="*/ 2147483646 w 44"/>
                      <a:gd name="T21" fmla="*/ 2147483646 h 60"/>
                      <a:gd name="T22" fmla="*/ 2147483646 w 44"/>
                      <a:gd name="T23" fmla="*/ 2147483646 h 60"/>
                      <a:gd name="T24" fmla="*/ 2147483646 w 44"/>
                      <a:gd name="T25" fmla="*/ 2147483646 h 60"/>
                      <a:gd name="T26" fmla="*/ 2147483646 w 44"/>
                      <a:gd name="T27" fmla="*/ 2147483646 h 60"/>
                      <a:gd name="T28" fmla="*/ 2147483646 w 44"/>
                      <a:gd name="T29" fmla="*/ 2147483646 h 60"/>
                      <a:gd name="T30" fmla="*/ 2147483646 w 44"/>
                      <a:gd name="T31" fmla="*/ 2147483646 h 60"/>
                      <a:gd name="T32" fmla="*/ 2147483646 w 44"/>
                      <a:gd name="T33" fmla="*/ 2147483646 h 60"/>
                      <a:gd name="T34" fmla="*/ 2147483646 w 44"/>
                      <a:gd name="T35" fmla="*/ 0 h 60"/>
                      <a:gd name="T36" fmla="*/ 2147483646 w 44"/>
                      <a:gd name="T37" fmla="*/ 0 h 60"/>
                      <a:gd name="T38" fmla="*/ 2147483646 w 44"/>
                      <a:gd name="T39" fmla="*/ 0 h 60"/>
                      <a:gd name="T40" fmla="*/ 2147483646 w 44"/>
                      <a:gd name="T41" fmla="*/ 0 h 60"/>
                      <a:gd name="T42" fmla="*/ 2147483646 w 44"/>
                      <a:gd name="T43" fmla="*/ 0 h 60"/>
                      <a:gd name="T44" fmla="*/ 2147483646 w 44"/>
                      <a:gd name="T45" fmla="*/ 2147483646 h 60"/>
                      <a:gd name="T46" fmla="*/ 2147483646 w 44"/>
                      <a:gd name="T47" fmla="*/ 2147483646 h 60"/>
                      <a:gd name="T48" fmla="*/ 2147483646 w 44"/>
                      <a:gd name="T49" fmla="*/ 2147483646 h 60"/>
                      <a:gd name="T50" fmla="*/ 0 w 44"/>
                      <a:gd name="T51" fmla="*/ 2147483646 h 60"/>
                      <a:gd name="T52" fmla="*/ 2147483646 w 44"/>
                      <a:gd name="T53" fmla="*/ 2147483646 h 60"/>
                      <a:gd name="T54" fmla="*/ 2147483646 w 44"/>
                      <a:gd name="T55" fmla="*/ 2147483646 h 60"/>
                      <a:gd name="T56" fmla="*/ 2147483646 w 44"/>
                      <a:gd name="T57" fmla="*/ 2147483646 h 60"/>
                      <a:gd name="T58" fmla="*/ 2147483646 w 44"/>
                      <a:gd name="T59" fmla="*/ 2147483646 h 60"/>
                      <a:gd name="T60" fmla="*/ 2147483646 w 44"/>
                      <a:gd name="T61" fmla="*/ 2147483646 h 60"/>
                      <a:gd name="T62" fmla="*/ 2147483646 w 44"/>
                      <a:gd name="T63" fmla="*/ 2147483646 h 60"/>
                      <a:gd name="T64" fmla="*/ 2147483646 w 44"/>
                      <a:gd name="T65" fmla="*/ 2147483646 h 60"/>
                      <a:gd name="T66" fmla="*/ 2147483646 w 44"/>
                      <a:gd name="T67" fmla="*/ 2147483646 h 60"/>
                      <a:gd name="T68" fmla="*/ 2147483646 w 44"/>
                      <a:gd name="T69" fmla="*/ 2147483646 h 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4" h="60">
                        <a:moveTo>
                          <a:pt x="26" y="59"/>
                        </a:moveTo>
                        <a:cubicBezTo>
                          <a:pt x="26" y="59"/>
                          <a:pt x="26" y="59"/>
                          <a:pt x="26" y="59"/>
                        </a:cubicBezTo>
                        <a:cubicBezTo>
                          <a:pt x="27" y="60"/>
                          <a:pt x="29" y="60"/>
                          <a:pt x="30" y="60"/>
                        </a:cubicBezTo>
                        <a:cubicBezTo>
                          <a:pt x="32" y="60"/>
                          <a:pt x="33" y="60"/>
                          <a:pt x="34" y="59"/>
                        </a:cubicBezTo>
                        <a:cubicBezTo>
                          <a:pt x="34" y="59"/>
                          <a:pt x="34" y="59"/>
                          <a:pt x="34" y="59"/>
                        </a:cubicBezTo>
                        <a:cubicBezTo>
                          <a:pt x="35" y="57"/>
                          <a:pt x="36" y="56"/>
                          <a:pt x="36" y="55"/>
                        </a:cubicBezTo>
                        <a:cubicBezTo>
                          <a:pt x="36" y="46"/>
                          <a:pt x="36" y="46"/>
                          <a:pt x="36" y="46"/>
                        </a:cubicBezTo>
                        <a:cubicBezTo>
                          <a:pt x="38" y="46"/>
                          <a:pt x="38" y="46"/>
                          <a:pt x="38" y="46"/>
                        </a:cubicBezTo>
                        <a:cubicBezTo>
                          <a:pt x="40" y="46"/>
                          <a:pt x="41" y="45"/>
                          <a:pt x="42" y="44"/>
                        </a:cubicBezTo>
                        <a:cubicBezTo>
                          <a:pt x="43" y="43"/>
                          <a:pt x="44" y="42"/>
                          <a:pt x="44" y="40"/>
                        </a:cubicBezTo>
                        <a:cubicBezTo>
                          <a:pt x="44" y="39"/>
                          <a:pt x="43" y="37"/>
                          <a:pt x="42" y="36"/>
                        </a:cubicBezTo>
                        <a:cubicBezTo>
                          <a:pt x="41" y="35"/>
                          <a:pt x="40" y="35"/>
                          <a:pt x="38" y="35"/>
                        </a:cubicBezTo>
                        <a:cubicBezTo>
                          <a:pt x="36" y="35"/>
                          <a:pt x="36" y="35"/>
                          <a:pt x="36" y="35"/>
                        </a:cubicBezTo>
                        <a:cubicBezTo>
                          <a:pt x="36" y="5"/>
                          <a:pt x="36" y="5"/>
                          <a:pt x="36" y="5"/>
                        </a:cubicBezTo>
                        <a:cubicBezTo>
                          <a:pt x="36" y="5"/>
                          <a:pt x="36" y="4"/>
                          <a:pt x="35" y="3"/>
                        </a:cubicBezTo>
                        <a:cubicBezTo>
                          <a:pt x="35" y="3"/>
                          <a:pt x="35" y="3"/>
                          <a:pt x="35" y="3"/>
                        </a:cubicBezTo>
                        <a:cubicBezTo>
                          <a:pt x="35" y="2"/>
                          <a:pt x="35" y="2"/>
                          <a:pt x="34" y="1"/>
                        </a:cubicBezTo>
                        <a:cubicBezTo>
                          <a:pt x="34" y="1"/>
                          <a:pt x="33" y="0"/>
                          <a:pt x="32" y="0"/>
                        </a:cubicBezTo>
                        <a:cubicBezTo>
                          <a:pt x="32" y="0"/>
                          <a:pt x="32" y="0"/>
                          <a:pt x="32" y="0"/>
                        </a:cubicBezTo>
                        <a:cubicBezTo>
                          <a:pt x="32" y="0"/>
                          <a:pt x="31" y="0"/>
                          <a:pt x="30" y="0"/>
                        </a:cubicBezTo>
                        <a:cubicBezTo>
                          <a:pt x="29" y="0"/>
                          <a:pt x="28" y="0"/>
                          <a:pt x="27" y="0"/>
                        </a:cubicBezTo>
                        <a:cubicBezTo>
                          <a:pt x="27" y="0"/>
                          <a:pt x="27" y="0"/>
                          <a:pt x="27" y="0"/>
                        </a:cubicBezTo>
                        <a:cubicBezTo>
                          <a:pt x="27" y="1"/>
                          <a:pt x="26" y="1"/>
                          <a:pt x="25" y="2"/>
                        </a:cubicBezTo>
                        <a:cubicBezTo>
                          <a:pt x="1" y="37"/>
                          <a:pt x="1" y="37"/>
                          <a:pt x="1" y="37"/>
                        </a:cubicBezTo>
                        <a:cubicBezTo>
                          <a:pt x="1" y="37"/>
                          <a:pt x="1" y="37"/>
                          <a:pt x="1" y="37"/>
                        </a:cubicBezTo>
                        <a:cubicBezTo>
                          <a:pt x="1" y="38"/>
                          <a:pt x="0" y="39"/>
                          <a:pt x="0" y="40"/>
                        </a:cubicBezTo>
                        <a:cubicBezTo>
                          <a:pt x="0" y="42"/>
                          <a:pt x="1" y="43"/>
                          <a:pt x="2" y="44"/>
                        </a:cubicBezTo>
                        <a:cubicBezTo>
                          <a:pt x="3" y="45"/>
                          <a:pt x="4" y="46"/>
                          <a:pt x="6" y="46"/>
                        </a:cubicBezTo>
                        <a:cubicBezTo>
                          <a:pt x="24" y="46"/>
                          <a:pt x="24" y="46"/>
                          <a:pt x="24" y="46"/>
                        </a:cubicBezTo>
                        <a:cubicBezTo>
                          <a:pt x="24" y="55"/>
                          <a:pt x="24" y="55"/>
                          <a:pt x="24" y="55"/>
                        </a:cubicBezTo>
                        <a:cubicBezTo>
                          <a:pt x="24" y="56"/>
                          <a:pt x="25" y="57"/>
                          <a:pt x="26" y="59"/>
                        </a:cubicBezTo>
                        <a:close/>
                        <a:moveTo>
                          <a:pt x="24" y="35"/>
                        </a:moveTo>
                        <a:cubicBezTo>
                          <a:pt x="17" y="35"/>
                          <a:pt x="17" y="35"/>
                          <a:pt x="17" y="35"/>
                        </a:cubicBezTo>
                        <a:cubicBezTo>
                          <a:pt x="24" y="24"/>
                          <a:pt x="24" y="24"/>
                          <a:pt x="24" y="24"/>
                        </a:cubicBezTo>
                        <a:lnTo>
                          <a:pt x="24" y="35"/>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47" name="Rectangle 290">
                    <a:extLst>
                      <a:ext uri="{FF2B5EF4-FFF2-40B4-BE49-F238E27FC236}">
                        <a16:creationId xmlns:a16="http://schemas.microsoft.com/office/drawing/2014/main" id="{DB9622B4-9738-46B3-9BF6-0D82231CA054}"/>
                      </a:ext>
                    </a:extLst>
                  </p:cNvPr>
                  <p:cNvSpPr>
                    <a:spLocks noChangeArrowheads="1"/>
                  </p:cNvSpPr>
                  <p:nvPr/>
                </p:nvSpPr>
                <p:spPr bwMode="auto">
                  <a:xfrm>
                    <a:off x="4634337" y="5057934"/>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48" name="Rectangle 291">
                    <a:extLst>
                      <a:ext uri="{FF2B5EF4-FFF2-40B4-BE49-F238E27FC236}">
                        <a16:creationId xmlns:a16="http://schemas.microsoft.com/office/drawing/2014/main" id="{A6AF51E1-CD71-44A5-ADAE-D6356CFF49F6}"/>
                      </a:ext>
                    </a:extLst>
                  </p:cNvPr>
                  <p:cNvSpPr>
                    <a:spLocks noChangeArrowheads="1"/>
                  </p:cNvSpPr>
                  <p:nvPr/>
                </p:nvSpPr>
                <p:spPr bwMode="auto">
                  <a:xfrm>
                    <a:off x="5478277" y="4538660"/>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49" name="Freeform 292">
                    <a:extLst>
                      <a:ext uri="{FF2B5EF4-FFF2-40B4-BE49-F238E27FC236}">
                        <a16:creationId xmlns:a16="http://schemas.microsoft.com/office/drawing/2014/main" id="{B5013F0E-FC9F-45B4-A3FF-E5E0D24EAF16}"/>
                      </a:ext>
                    </a:extLst>
                  </p:cNvPr>
                  <p:cNvSpPr>
                    <a:spLocks/>
                  </p:cNvSpPr>
                  <p:nvPr/>
                </p:nvSpPr>
                <p:spPr bwMode="auto">
                  <a:xfrm>
                    <a:off x="5469606" y="4481820"/>
                    <a:ext cx="18305" cy="58768"/>
                  </a:xfrm>
                  <a:custGeom>
                    <a:avLst/>
                    <a:gdLst>
                      <a:gd name="T0" fmla="*/ 2147483646 w 19"/>
                      <a:gd name="T1" fmla="*/ 2147483646 h 61"/>
                      <a:gd name="T2" fmla="*/ 2147483646 w 19"/>
                      <a:gd name="T3" fmla="*/ 2147483646 h 61"/>
                      <a:gd name="T4" fmla="*/ 2147483646 w 19"/>
                      <a:gd name="T5" fmla="*/ 2147483646 h 61"/>
                      <a:gd name="T6" fmla="*/ 2147483646 w 19"/>
                      <a:gd name="T7" fmla="*/ 2147483646 h 61"/>
                      <a:gd name="T8" fmla="*/ 2147483646 w 19"/>
                      <a:gd name="T9" fmla="*/ 0 h 61"/>
                      <a:gd name="T10" fmla="*/ 2147483646 w 19"/>
                      <a:gd name="T11" fmla="*/ 2147483646 h 61"/>
                      <a:gd name="T12" fmla="*/ 2147483646 w 19"/>
                      <a:gd name="T13" fmla="*/ 2147483646 h 61"/>
                      <a:gd name="T14" fmla="*/ 2147483646 w 19"/>
                      <a:gd name="T15" fmla="*/ 2147483646 h 61"/>
                      <a:gd name="T16" fmla="*/ 2147483646 w 19"/>
                      <a:gd name="T17" fmla="*/ 2147483646 h 61"/>
                      <a:gd name="T18" fmla="*/ 2147483646 w 19"/>
                      <a:gd name="T19" fmla="*/ 2147483646 h 61"/>
                      <a:gd name="T20" fmla="*/ 0 w 19"/>
                      <a:gd name="T21" fmla="*/ 2147483646 h 61"/>
                      <a:gd name="T22" fmla="*/ 2147483646 w 19"/>
                      <a:gd name="T23" fmla="*/ 2147483646 h 61"/>
                      <a:gd name="T24" fmla="*/ 2147483646 w 19"/>
                      <a:gd name="T25" fmla="*/ 2147483646 h 61"/>
                      <a:gd name="T26" fmla="*/ 2147483646 w 19"/>
                      <a:gd name="T27" fmla="*/ 2147483646 h 61"/>
                      <a:gd name="T28" fmla="*/ 2147483646 w 19"/>
                      <a:gd name="T29" fmla="*/ 2147483646 h 61"/>
                      <a:gd name="T30" fmla="*/ 2147483646 w 19"/>
                      <a:gd name="T31" fmla="*/ 2147483646 h 61"/>
                      <a:gd name="T32" fmla="*/ 2147483646 w 19"/>
                      <a:gd name="T33" fmla="*/ 2147483646 h 61"/>
                      <a:gd name="T34" fmla="*/ 2147483646 w 19"/>
                      <a:gd name="T35" fmla="*/ 2147483646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9" h="61">
                        <a:moveTo>
                          <a:pt x="17" y="59"/>
                        </a:moveTo>
                        <a:cubicBezTo>
                          <a:pt x="18" y="58"/>
                          <a:pt x="19" y="57"/>
                          <a:pt x="19" y="55"/>
                        </a:cubicBezTo>
                        <a:cubicBezTo>
                          <a:pt x="19" y="6"/>
                          <a:pt x="19" y="6"/>
                          <a:pt x="19" y="6"/>
                        </a:cubicBezTo>
                        <a:cubicBezTo>
                          <a:pt x="19" y="5"/>
                          <a:pt x="18" y="3"/>
                          <a:pt x="17" y="2"/>
                        </a:cubicBezTo>
                        <a:cubicBezTo>
                          <a:pt x="16" y="1"/>
                          <a:pt x="15" y="0"/>
                          <a:pt x="13" y="0"/>
                        </a:cubicBezTo>
                        <a:cubicBezTo>
                          <a:pt x="13" y="0"/>
                          <a:pt x="12" y="1"/>
                          <a:pt x="11" y="1"/>
                        </a:cubicBezTo>
                        <a:cubicBezTo>
                          <a:pt x="11" y="1"/>
                          <a:pt x="11" y="1"/>
                          <a:pt x="11" y="1"/>
                        </a:cubicBezTo>
                        <a:cubicBezTo>
                          <a:pt x="3" y="4"/>
                          <a:pt x="3" y="4"/>
                          <a:pt x="3" y="4"/>
                        </a:cubicBezTo>
                        <a:cubicBezTo>
                          <a:pt x="3" y="4"/>
                          <a:pt x="3" y="4"/>
                          <a:pt x="3" y="4"/>
                        </a:cubicBezTo>
                        <a:cubicBezTo>
                          <a:pt x="2" y="4"/>
                          <a:pt x="1" y="5"/>
                          <a:pt x="1" y="6"/>
                        </a:cubicBezTo>
                        <a:cubicBezTo>
                          <a:pt x="0" y="7"/>
                          <a:pt x="0" y="8"/>
                          <a:pt x="0" y="9"/>
                        </a:cubicBezTo>
                        <a:cubicBezTo>
                          <a:pt x="0" y="10"/>
                          <a:pt x="0" y="12"/>
                          <a:pt x="1" y="13"/>
                        </a:cubicBezTo>
                        <a:cubicBezTo>
                          <a:pt x="2" y="14"/>
                          <a:pt x="4" y="15"/>
                          <a:pt x="5" y="15"/>
                        </a:cubicBezTo>
                        <a:cubicBezTo>
                          <a:pt x="6" y="15"/>
                          <a:pt x="7" y="14"/>
                          <a:pt x="8" y="14"/>
                        </a:cubicBezTo>
                        <a:cubicBezTo>
                          <a:pt x="8" y="55"/>
                          <a:pt x="8" y="55"/>
                          <a:pt x="8" y="55"/>
                        </a:cubicBezTo>
                        <a:cubicBezTo>
                          <a:pt x="8" y="57"/>
                          <a:pt x="8" y="58"/>
                          <a:pt x="9" y="59"/>
                        </a:cubicBezTo>
                        <a:cubicBezTo>
                          <a:pt x="10" y="61"/>
                          <a:pt x="12" y="61"/>
                          <a:pt x="13" y="61"/>
                        </a:cubicBezTo>
                        <a:cubicBezTo>
                          <a:pt x="15" y="61"/>
                          <a:pt x="16" y="61"/>
                          <a:pt x="17" y="59"/>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0" name="Freeform 293">
                    <a:extLst>
                      <a:ext uri="{FF2B5EF4-FFF2-40B4-BE49-F238E27FC236}">
                        <a16:creationId xmlns:a16="http://schemas.microsoft.com/office/drawing/2014/main" id="{3D9776BE-06E3-4B31-A807-9D92D071C46E}"/>
                      </a:ext>
                    </a:extLst>
                  </p:cNvPr>
                  <p:cNvSpPr>
                    <a:spLocks/>
                  </p:cNvSpPr>
                  <p:nvPr/>
                </p:nvSpPr>
                <p:spPr bwMode="auto">
                  <a:xfrm>
                    <a:off x="5470570" y="4494344"/>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1" name="Freeform 294">
                    <a:extLst>
                      <a:ext uri="{FF2B5EF4-FFF2-40B4-BE49-F238E27FC236}">
                        <a16:creationId xmlns:a16="http://schemas.microsoft.com/office/drawing/2014/main" id="{2FD3E869-D054-4240-A33E-D80890EE66E7}"/>
                      </a:ext>
                    </a:extLst>
                  </p:cNvPr>
                  <p:cNvSpPr>
                    <a:spLocks/>
                  </p:cNvSpPr>
                  <p:nvPr/>
                </p:nvSpPr>
                <p:spPr bwMode="auto">
                  <a:xfrm>
                    <a:off x="5488874" y="4527100"/>
                    <a:ext cx="13488" cy="21195"/>
                  </a:xfrm>
                  <a:custGeom>
                    <a:avLst/>
                    <a:gdLst>
                      <a:gd name="T0" fmla="*/ 2147483646 w 14"/>
                      <a:gd name="T1" fmla="*/ 2147483646 h 22"/>
                      <a:gd name="T2" fmla="*/ 2147483646 w 14"/>
                      <a:gd name="T3" fmla="*/ 2147483646 h 22"/>
                      <a:gd name="T4" fmla="*/ 2147483646 w 14"/>
                      <a:gd name="T5" fmla="*/ 2147483646 h 22"/>
                      <a:gd name="T6" fmla="*/ 2147483646 w 14"/>
                      <a:gd name="T7" fmla="*/ 2147483646 h 22"/>
                      <a:gd name="T8" fmla="*/ 2147483646 w 14"/>
                      <a:gd name="T9" fmla="*/ 2147483646 h 22"/>
                      <a:gd name="T10" fmla="*/ 2147483646 w 14"/>
                      <a:gd name="T11" fmla="*/ 2147483646 h 22"/>
                      <a:gd name="T12" fmla="*/ 2147483646 w 14"/>
                      <a:gd name="T13" fmla="*/ 2147483646 h 22"/>
                      <a:gd name="T14" fmla="*/ 2147483646 w 14"/>
                      <a:gd name="T15" fmla="*/ 2147483646 h 22"/>
                      <a:gd name="T16" fmla="*/ 2147483646 w 14"/>
                      <a:gd name="T17" fmla="*/ 0 h 22"/>
                      <a:gd name="T18" fmla="*/ 2147483646 w 14"/>
                      <a:gd name="T19" fmla="*/ 2147483646 h 22"/>
                      <a:gd name="T20" fmla="*/ 0 w 14"/>
                      <a:gd name="T21" fmla="*/ 2147483646 h 22"/>
                      <a:gd name="T22" fmla="*/ 2147483646 w 14"/>
                      <a:gd name="T23" fmla="*/ 2147483646 h 22"/>
                      <a:gd name="T24" fmla="*/ 2147483646 w 14"/>
                      <a:gd name="T25" fmla="*/ 2147483646 h 22"/>
                      <a:gd name="T26" fmla="*/ 2147483646 w 14"/>
                      <a:gd name="T27" fmla="*/ 2147483646 h 22"/>
                      <a:gd name="T28" fmla="*/ 2147483646 w 14"/>
                      <a:gd name="T29" fmla="*/ 2147483646 h 22"/>
                      <a:gd name="T30" fmla="*/ 2147483646 w 14"/>
                      <a:gd name="T31" fmla="*/ 2147483646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 h="22">
                        <a:moveTo>
                          <a:pt x="1" y="17"/>
                        </a:moveTo>
                        <a:cubicBezTo>
                          <a:pt x="1" y="18"/>
                          <a:pt x="2" y="20"/>
                          <a:pt x="3" y="21"/>
                        </a:cubicBezTo>
                        <a:cubicBezTo>
                          <a:pt x="3" y="22"/>
                          <a:pt x="5" y="22"/>
                          <a:pt x="6" y="22"/>
                        </a:cubicBezTo>
                        <a:cubicBezTo>
                          <a:pt x="8" y="22"/>
                          <a:pt x="9" y="21"/>
                          <a:pt x="10" y="20"/>
                        </a:cubicBezTo>
                        <a:cubicBezTo>
                          <a:pt x="11" y="19"/>
                          <a:pt x="12" y="18"/>
                          <a:pt x="12" y="16"/>
                        </a:cubicBezTo>
                        <a:cubicBezTo>
                          <a:pt x="13" y="15"/>
                          <a:pt x="13" y="13"/>
                          <a:pt x="13" y="12"/>
                        </a:cubicBezTo>
                        <a:cubicBezTo>
                          <a:pt x="14" y="10"/>
                          <a:pt x="14" y="9"/>
                          <a:pt x="14" y="7"/>
                        </a:cubicBezTo>
                        <a:cubicBezTo>
                          <a:pt x="14" y="5"/>
                          <a:pt x="13" y="3"/>
                          <a:pt x="12" y="2"/>
                        </a:cubicBezTo>
                        <a:cubicBezTo>
                          <a:pt x="10" y="1"/>
                          <a:pt x="9" y="0"/>
                          <a:pt x="7" y="0"/>
                        </a:cubicBezTo>
                        <a:cubicBezTo>
                          <a:pt x="5" y="0"/>
                          <a:pt x="3" y="1"/>
                          <a:pt x="2" y="2"/>
                        </a:cubicBezTo>
                        <a:cubicBezTo>
                          <a:pt x="0" y="3"/>
                          <a:pt x="0" y="5"/>
                          <a:pt x="0" y="7"/>
                        </a:cubicBezTo>
                        <a:cubicBezTo>
                          <a:pt x="0" y="9"/>
                          <a:pt x="0" y="11"/>
                          <a:pt x="2" y="12"/>
                        </a:cubicBezTo>
                        <a:cubicBezTo>
                          <a:pt x="2" y="12"/>
                          <a:pt x="2" y="12"/>
                          <a:pt x="2" y="12"/>
                        </a:cubicBezTo>
                        <a:cubicBezTo>
                          <a:pt x="3" y="13"/>
                          <a:pt x="3" y="13"/>
                          <a:pt x="3" y="13"/>
                        </a:cubicBezTo>
                        <a:cubicBezTo>
                          <a:pt x="2" y="14"/>
                          <a:pt x="2" y="14"/>
                          <a:pt x="2" y="14"/>
                        </a:cubicBezTo>
                        <a:cubicBezTo>
                          <a:pt x="2" y="15"/>
                          <a:pt x="1" y="16"/>
                          <a:pt x="1" y="17"/>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2" name="Rectangle 295">
                    <a:extLst>
                      <a:ext uri="{FF2B5EF4-FFF2-40B4-BE49-F238E27FC236}">
                        <a16:creationId xmlns:a16="http://schemas.microsoft.com/office/drawing/2014/main" id="{2B994FA9-861D-4A51-B390-6EA198CD975D}"/>
                      </a:ext>
                    </a:extLst>
                  </p:cNvPr>
                  <p:cNvSpPr>
                    <a:spLocks noChangeArrowheads="1"/>
                  </p:cNvSpPr>
                  <p:nvPr/>
                </p:nvSpPr>
                <p:spPr bwMode="auto">
                  <a:xfrm>
                    <a:off x="5542825" y="4525173"/>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53" name="Freeform 296">
                    <a:extLst>
                      <a:ext uri="{FF2B5EF4-FFF2-40B4-BE49-F238E27FC236}">
                        <a16:creationId xmlns:a16="http://schemas.microsoft.com/office/drawing/2014/main" id="{89B02930-7FD3-4C8F-B84D-6F0786A8C0EA}"/>
                      </a:ext>
                    </a:extLst>
                  </p:cNvPr>
                  <p:cNvSpPr>
                    <a:spLocks noEditPoints="1"/>
                  </p:cNvSpPr>
                  <p:nvPr/>
                </p:nvSpPr>
                <p:spPr bwMode="auto">
                  <a:xfrm>
                    <a:off x="5502362" y="4481820"/>
                    <a:ext cx="42390" cy="58768"/>
                  </a:xfrm>
                  <a:custGeom>
                    <a:avLst/>
                    <a:gdLst>
                      <a:gd name="T0" fmla="*/ 2147483646 w 44"/>
                      <a:gd name="T1" fmla="*/ 2147483646 h 61"/>
                      <a:gd name="T2" fmla="*/ 2147483646 w 44"/>
                      <a:gd name="T3" fmla="*/ 2147483646 h 61"/>
                      <a:gd name="T4" fmla="*/ 2147483646 w 44"/>
                      <a:gd name="T5" fmla="*/ 2147483646 h 61"/>
                      <a:gd name="T6" fmla="*/ 2147483646 w 44"/>
                      <a:gd name="T7" fmla="*/ 2147483646 h 61"/>
                      <a:gd name="T8" fmla="*/ 2147483646 w 44"/>
                      <a:gd name="T9" fmla="*/ 2147483646 h 61"/>
                      <a:gd name="T10" fmla="*/ 2147483646 w 44"/>
                      <a:gd name="T11" fmla="*/ 0 h 61"/>
                      <a:gd name="T12" fmla="*/ 2147483646 w 44"/>
                      <a:gd name="T13" fmla="*/ 2147483646 h 61"/>
                      <a:gd name="T14" fmla="*/ 2147483646 w 44"/>
                      <a:gd name="T15" fmla="*/ 2147483646 h 61"/>
                      <a:gd name="T16" fmla="*/ 2147483646 w 44"/>
                      <a:gd name="T17" fmla="*/ 2147483646 h 61"/>
                      <a:gd name="T18" fmla="*/ 2147483646 w 44"/>
                      <a:gd name="T19" fmla="*/ 2147483646 h 61"/>
                      <a:gd name="T20" fmla="*/ 2147483646 w 44"/>
                      <a:gd name="T21" fmla="*/ 2147483646 h 61"/>
                      <a:gd name="T22" fmla="*/ 2147483646 w 44"/>
                      <a:gd name="T23" fmla="*/ 2147483646 h 61"/>
                      <a:gd name="T24" fmla="*/ 0 w 44"/>
                      <a:gd name="T25" fmla="*/ 2147483646 h 61"/>
                      <a:gd name="T26" fmla="*/ 2147483646 w 44"/>
                      <a:gd name="T27" fmla="*/ 2147483646 h 61"/>
                      <a:gd name="T28" fmla="*/ 2147483646 w 44"/>
                      <a:gd name="T29" fmla="*/ 2147483646 h 61"/>
                      <a:gd name="T30" fmla="*/ 2147483646 w 44"/>
                      <a:gd name="T31" fmla="*/ 2147483646 h 61"/>
                      <a:gd name="T32" fmla="*/ 2147483646 w 44"/>
                      <a:gd name="T33" fmla="*/ 2147483646 h 61"/>
                      <a:gd name="T34" fmla="*/ 2147483646 w 44"/>
                      <a:gd name="T35" fmla="*/ 2147483646 h 61"/>
                      <a:gd name="T36" fmla="*/ 2147483646 w 44"/>
                      <a:gd name="T37" fmla="*/ 2147483646 h 61"/>
                      <a:gd name="T38" fmla="*/ 2147483646 w 44"/>
                      <a:gd name="T39" fmla="*/ 2147483646 h 61"/>
                      <a:gd name="T40" fmla="*/ 2147483646 w 44"/>
                      <a:gd name="T41" fmla="*/ 2147483646 h 61"/>
                      <a:gd name="T42" fmla="*/ 2147483646 w 44"/>
                      <a:gd name="T43" fmla="*/ 2147483646 h 61"/>
                      <a:gd name="T44" fmla="*/ 2147483646 w 44"/>
                      <a:gd name="T45" fmla="*/ 2147483646 h 61"/>
                      <a:gd name="T46" fmla="*/ 2147483646 w 44"/>
                      <a:gd name="T47" fmla="*/ 2147483646 h 61"/>
                      <a:gd name="T48" fmla="*/ 2147483646 w 44"/>
                      <a:gd name="T49" fmla="*/ 2147483646 h 61"/>
                      <a:gd name="T50" fmla="*/ 2147483646 w 44"/>
                      <a:gd name="T51" fmla="*/ 2147483646 h 61"/>
                      <a:gd name="T52" fmla="*/ 2147483646 w 44"/>
                      <a:gd name="T53" fmla="*/ 2147483646 h 61"/>
                      <a:gd name="T54" fmla="*/ 2147483646 w 44"/>
                      <a:gd name="T55" fmla="*/ 2147483646 h 61"/>
                      <a:gd name="T56" fmla="*/ 2147483646 w 44"/>
                      <a:gd name="T57" fmla="*/ 2147483646 h 61"/>
                      <a:gd name="T58" fmla="*/ 2147483646 w 44"/>
                      <a:gd name="T59" fmla="*/ 2147483646 h 61"/>
                      <a:gd name="T60" fmla="*/ 2147483646 w 44"/>
                      <a:gd name="T61" fmla="*/ 2147483646 h 61"/>
                      <a:gd name="T62" fmla="*/ 2147483646 w 44"/>
                      <a:gd name="T63" fmla="*/ 2147483646 h 61"/>
                      <a:gd name="T64" fmla="*/ 2147483646 w 44"/>
                      <a:gd name="T65" fmla="*/ 2147483646 h 61"/>
                      <a:gd name="T66" fmla="*/ 2147483646 w 44"/>
                      <a:gd name="T67" fmla="*/ 2147483646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61">
                        <a:moveTo>
                          <a:pt x="35" y="4"/>
                        </a:moveTo>
                        <a:cubicBezTo>
                          <a:pt x="35" y="3"/>
                          <a:pt x="35" y="3"/>
                          <a:pt x="34" y="2"/>
                        </a:cubicBezTo>
                        <a:cubicBezTo>
                          <a:pt x="34" y="2"/>
                          <a:pt x="34" y="2"/>
                          <a:pt x="34" y="2"/>
                        </a:cubicBezTo>
                        <a:cubicBezTo>
                          <a:pt x="34" y="2"/>
                          <a:pt x="33" y="1"/>
                          <a:pt x="32" y="1"/>
                        </a:cubicBezTo>
                        <a:cubicBezTo>
                          <a:pt x="32" y="1"/>
                          <a:pt x="32" y="1"/>
                          <a:pt x="32" y="1"/>
                        </a:cubicBezTo>
                        <a:cubicBezTo>
                          <a:pt x="32" y="1"/>
                          <a:pt x="31" y="0"/>
                          <a:pt x="30" y="0"/>
                        </a:cubicBezTo>
                        <a:cubicBezTo>
                          <a:pt x="29" y="0"/>
                          <a:pt x="28" y="1"/>
                          <a:pt x="27" y="1"/>
                        </a:cubicBezTo>
                        <a:cubicBezTo>
                          <a:pt x="27" y="1"/>
                          <a:pt x="27" y="1"/>
                          <a:pt x="27" y="1"/>
                        </a:cubicBezTo>
                        <a:cubicBezTo>
                          <a:pt x="27" y="2"/>
                          <a:pt x="26" y="2"/>
                          <a:pt x="26" y="3"/>
                        </a:cubicBezTo>
                        <a:cubicBezTo>
                          <a:pt x="25" y="3"/>
                          <a:pt x="25" y="3"/>
                          <a:pt x="25" y="3"/>
                        </a:cubicBezTo>
                        <a:cubicBezTo>
                          <a:pt x="1" y="38"/>
                          <a:pt x="1" y="38"/>
                          <a:pt x="1" y="38"/>
                        </a:cubicBezTo>
                        <a:cubicBezTo>
                          <a:pt x="1" y="38"/>
                          <a:pt x="1" y="38"/>
                          <a:pt x="1" y="38"/>
                        </a:cubicBezTo>
                        <a:cubicBezTo>
                          <a:pt x="1" y="39"/>
                          <a:pt x="0" y="40"/>
                          <a:pt x="0" y="41"/>
                        </a:cubicBezTo>
                        <a:cubicBezTo>
                          <a:pt x="0" y="43"/>
                          <a:pt x="1" y="44"/>
                          <a:pt x="2" y="45"/>
                        </a:cubicBezTo>
                        <a:cubicBezTo>
                          <a:pt x="3" y="46"/>
                          <a:pt x="4" y="47"/>
                          <a:pt x="6" y="47"/>
                        </a:cubicBezTo>
                        <a:cubicBezTo>
                          <a:pt x="24" y="47"/>
                          <a:pt x="24" y="47"/>
                          <a:pt x="24" y="47"/>
                        </a:cubicBezTo>
                        <a:cubicBezTo>
                          <a:pt x="24" y="55"/>
                          <a:pt x="24" y="55"/>
                          <a:pt x="24" y="55"/>
                        </a:cubicBezTo>
                        <a:cubicBezTo>
                          <a:pt x="24" y="57"/>
                          <a:pt x="25" y="58"/>
                          <a:pt x="26" y="59"/>
                        </a:cubicBezTo>
                        <a:cubicBezTo>
                          <a:pt x="27" y="61"/>
                          <a:pt x="29" y="61"/>
                          <a:pt x="30" y="61"/>
                        </a:cubicBezTo>
                        <a:cubicBezTo>
                          <a:pt x="32" y="61"/>
                          <a:pt x="33" y="61"/>
                          <a:pt x="34" y="59"/>
                        </a:cubicBezTo>
                        <a:cubicBezTo>
                          <a:pt x="35" y="58"/>
                          <a:pt x="36" y="57"/>
                          <a:pt x="36" y="55"/>
                        </a:cubicBezTo>
                        <a:cubicBezTo>
                          <a:pt x="36" y="47"/>
                          <a:pt x="36" y="47"/>
                          <a:pt x="36" y="47"/>
                        </a:cubicBezTo>
                        <a:cubicBezTo>
                          <a:pt x="38" y="47"/>
                          <a:pt x="38" y="47"/>
                          <a:pt x="38" y="47"/>
                        </a:cubicBezTo>
                        <a:cubicBezTo>
                          <a:pt x="40" y="47"/>
                          <a:pt x="41" y="46"/>
                          <a:pt x="42" y="45"/>
                        </a:cubicBezTo>
                        <a:cubicBezTo>
                          <a:pt x="43" y="44"/>
                          <a:pt x="44" y="43"/>
                          <a:pt x="44" y="41"/>
                        </a:cubicBezTo>
                        <a:cubicBezTo>
                          <a:pt x="44" y="40"/>
                          <a:pt x="43" y="38"/>
                          <a:pt x="42" y="37"/>
                        </a:cubicBezTo>
                        <a:cubicBezTo>
                          <a:pt x="41" y="36"/>
                          <a:pt x="40" y="35"/>
                          <a:pt x="38" y="35"/>
                        </a:cubicBezTo>
                        <a:cubicBezTo>
                          <a:pt x="36" y="35"/>
                          <a:pt x="36" y="35"/>
                          <a:pt x="36" y="35"/>
                        </a:cubicBezTo>
                        <a:cubicBezTo>
                          <a:pt x="36" y="6"/>
                          <a:pt x="36" y="6"/>
                          <a:pt x="36" y="6"/>
                        </a:cubicBezTo>
                        <a:cubicBezTo>
                          <a:pt x="36" y="5"/>
                          <a:pt x="36" y="5"/>
                          <a:pt x="35" y="4"/>
                        </a:cubicBezTo>
                        <a:close/>
                        <a:moveTo>
                          <a:pt x="24" y="35"/>
                        </a:moveTo>
                        <a:cubicBezTo>
                          <a:pt x="17" y="35"/>
                          <a:pt x="17" y="35"/>
                          <a:pt x="17" y="35"/>
                        </a:cubicBezTo>
                        <a:cubicBezTo>
                          <a:pt x="24" y="24"/>
                          <a:pt x="24" y="24"/>
                          <a:pt x="24" y="24"/>
                        </a:cubicBezTo>
                        <a:lnTo>
                          <a:pt x="24" y="35"/>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4" name="Rectangle 297">
                    <a:extLst>
                      <a:ext uri="{FF2B5EF4-FFF2-40B4-BE49-F238E27FC236}">
                        <a16:creationId xmlns:a16="http://schemas.microsoft.com/office/drawing/2014/main" id="{07CEAE2E-F637-4243-B78F-A5E315523A28}"/>
                      </a:ext>
                    </a:extLst>
                  </p:cNvPr>
                  <p:cNvSpPr>
                    <a:spLocks noChangeArrowheads="1"/>
                  </p:cNvSpPr>
                  <p:nvPr/>
                </p:nvSpPr>
                <p:spPr bwMode="auto">
                  <a:xfrm>
                    <a:off x="5379046" y="5460636"/>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55" name="Freeform 298">
                    <a:extLst>
                      <a:ext uri="{FF2B5EF4-FFF2-40B4-BE49-F238E27FC236}">
                        <a16:creationId xmlns:a16="http://schemas.microsoft.com/office/drawing/2014/main" id="{3FF59442-E792-46C0-AFF7-8013401C998E}"/>
                      </a:ext>
                    </a:extLst>
                  </p:cNvPr>
                  <p:cNvSpPr>
                    <a:spLocks/>
                  </p:cNvSpPr>
                  <p:nvPr/>
                </p:nvSpPr>
                <p:spPr bwMode="auto">
                  <a:xfrm>
                    <a:off x="5378083" y="5449076"/>
                    <a:ext cx="18305" cy="56841"/>
                  </a:xfrm>
                  <a:custGeom>
                    <a:avLst/>
                    <a:gdLst>
                      <a:gd name="T0" fmla="*/ 2147483646 w 19"/>
                      <a:gd name="T1" fmla="*/ 2147483646 h 60"/>
                      <a:gd name="T2" fmla="*/ 2147483646 w 19"/>
                      <a:gd name="T3" fmla="*/ 2147483646 h 60"/>
                      <a:gd name="T4" fmla="*/ 2147483646 w 19"/>
                      <a:gd name="T5" fmla="*/ 2147483646 h 60"/>
                      <a:gd name="T6" fmla="*/ 2147483646 w 19"/>
                      <a:gd name="T7" fmla="*/ 2147483646 h 60"/>
                      <a:gd name="T8" fmla="*/ 2147483646 w 19"/>
                      <a:gd name="T9" fmla="*/ 0 h 60"/>
                      <a:gd name="T10" fmla="*/ 2147483646 w 19"/>
                      <a:gd name="T11" fmla="*/ 0 h 60"/>
                      <a:gd name="T12" fmla="*/ 2147483646 w 19"/>
                      <a:gd name="T13" fmla="*/ 0 h 60"/>
                      <a:gd name="T14" fmla="*/ 2147483646 w 19"/>
                      <a:gd name="T15" fmla="*/ 2147483646 h 60"/>
                      <a:gd name="T16" fmla="*/ 2147483646 w 19"/>
                      <a:gd name="T17" fmla="*/ 2147483646 h 60"/>
                      <a:gd name="T18" fmla="*/ 0 w 19"/>
                      <a:gd name="T19" fmla="*/ 2147483646 h 60"/>
                      <a:gd name="T20" fmla="*/ 0 w 19"/>
                      <a:gd name="T21" fmla="*/ 2147483646 h 60"/>
                      <a:gd name="T22" fmla="*/ 2147483646 w 19"/>
                      <a:gd name="T23" fmla="*/ 2147483646 h 60"/>
                      <a:gd name="T24" fmla="*/ 2147483646 w 19"/>
                      <a:gd name="T25" fmla="*/ 2147483646 h 60"/>
                      <a:gd name="T26" fmla="*/ 2147483646 w 19"/>
                      <a:gd name="T27" fmla="*/ 2147483646 h 60"/>
                      <a:gd name="T28" fmla="*/ 2147483646 w 19"/>
                      <a:gd name="T29" fmla="*/ 2147483646 h 60"/>
                      <a:gd name="T30" fmla="*/ 2147483646 w 19"/>
                      <a:gd name="T31" fmla="*/ 2147483646 h 60"/>
                      <a:gd name="T32" fmla="*/ 2147483646 w 19"/>
                      <a:gd name="T33" fmla="*/ 2147483646 h 60"/>
                      <a:gd name="T34" fmla="*/ 2147483646 w 19"/>
                      <a:gd name="T35" fmla="*/ 2147483646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9" h="60">
                        <a:moveTo>
                          <a:pt x="17" y="59"/>
                        </a:moveTo>
                        <a:cubicBezTo>
                          <a:pt x="18" y="58"/>
                          <a:pt x="19" y="56"/>
                          <a:pt x="19" y="55"/>
                        </a:cubicBezTo>
                        <a:cubicBezTo>
                          <a:pt x="19" y="5"/>
                          <a:pt x="19" y="5"/>
                          <a:pt x="19" y="5"/>
                        </a:cubicBezTo>
                        <a:cubicBezTo>
                          <a:pt x="19" y="4"/>
                          <a:pt x="18" y="2"/>
                          <a:pt x="17" y="1"/>
                        </a:cubicBezTo>
                        <a:cubicBezTo>
                          <a:pt x="16" y="0"/>
                          <a:pt x="15" y="0"/>
                          <a:pt x="13" y="0"/>
                        </a:cubicBezTo>
                        <a:cubicBezTo>
                          <a:pt x="13" y="0"/>
                          <a:pt x="12" y="0"/>
                          <a:pt x="11" y="0"/>
                        </a:cubicBezTo>
                        <a:cubicBezTo>
                          <a:pt x="11" y="0"/>
                          <a:pt x="11" y="0"/>
                          <a:pt x="11" y="0"/>
                        </a:cubicBezTo>
                        <a:cubicBezTo>
                          <a:pt x="3" y="3"/>
                          <a:pt x="3" y="3"/>
                          <a:pt x="3" y="3"/>
                        </a:cubicBezTo>
                        <a:cubicBezTo>
                          <a:pt x="3" y="3"/>
                          <a:pt x="3" y="3"/>
                          <a:pt x="3" y="3"/>
                        </a:cubicBezTo>
                        <a:cubicBezTo>
                          <a:pt x="2" y="3"/>
                          <a:pt x="1" y="4"/>
                          <a:pt x="0" y="5"/>
                        </a:cubicBezTo>
                        <a:cubicBezTo>
                          <a:pt x="0" y="6"/>
                          <a:pt x="0" y="7"/>
                          <a:pt x="0" y="8"/>
                        </a:cubicBezTo>
                        <a:cubicBezTo>
                          <a:pt x="0" y="9"/>
                          <a:pt x="0" y="11"/>
                          <a:pt x="1" y="12"/>
                        </a:cubicBezTo>
                        <a:cubicBezTo>
                          <a:pt x="2" y="13"/>
                          <a:pt x="4" y="14"/>
                          <a:pt x="5" y="14"/>
                        </a:cubicBezTo>
                        <a:cubicBezTo>
                          <a:pt x="6" y="14"/>
                          <a:pt x="7" y="14"/>
                          <a:pt x="8" y="13"/>
                        </a:cubicBezTo>
                        <a:cubicBezTo>
                          <a:pt x="8" y="55"/>
                          <a:pt x="8" y="55"/>
                          <a:pt x="8" y="55"/>
                        </a:cubicBezTo>
                        <a:cubicBezTo>
                          <a:pt x="8" y="56"/>
                          <a:pt x="8" y="58"/>
                          <a:pt x="9" y="59"/>
                        </a:cubicBezTo>
                        <a:cubicBezTo>
                          <a:pt x="10" y="60"/>
                          <a:pt x="12" y="60"/>
                          <a:pt x="13" y="60"/>
                        </a:cubicBezTo>
                        <a:cubicBezTo>
                          <a:pt x="15" y="60"/>
                          <a:pt x="16" y="60"/>
                          <a:pt x="17" y="59"/>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6" name="Rectangle 299">
                    <a:extLst>
                      <a:ext uri="{FF2B5EF4-FFF2-40B4-BE49-F238E27FC236}">
                        <a16:creationId xmlns:a16="http://schemas.microsoft.com/office/drawing/2014/main" id="{C7DF3BBA-59EB-44CF-AB9E-FD55CDEEDE44}"/>
                      </a:ext>
                    </a:extLst>
                  </p:cNvPr>
                  <p:cNvSpPr>
                    <a:spLocks noChangeArrowheads="1"/>
                  </p:cNvSpPr>
                  <p:nvPr/>
                </p:nvSpPr>
                <p:spPr bwMode="auto">
                  <a:xfrm>
                    <a:off x="5386754" y="5504953"/>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57" name="Freeform 300">
                    <a:extLst>
                      <a:ext uri="{FF2B5EF4-FFF2-40B4-BE49-F238E27FC236}">
                        <a16:creationId xmlns:a16="http://schemas.microsoft.com/office/drawing/2014/main" id="{A4F72148-D8F4-4DD1-8A82-8DDB22C057F2}"/>
                      </a:ext>
                    </a:extLst>
                  </p:cNvPr>
                  <p:cNvSpPr>
                    <a:spLocks/>
                  </p:cNvSpPr>
                  <p:nvPr/>
                </p:nvSpPr>
                <p:spPr bwMode="auto">
                  <a:xfrm>
                    <a:off x="5397351" y="5492429"/>
                    <a:ext cx="13488" cy="21195"/>
                  </a:xfrm>
                  <a:custGeom>
                    <a:avLst/>
                    <a:gdLst>
                      <a:gd name="T0" fmla="*/ 2147483646 w 14"/>
                      <a:gd name="T1" fmla="*/ 2147483646 h 22"/>
                      <a:gd name="T2" fmla="*/ 2147483646 w 14"/>
                      <a:gd name="T3" fmla="*/ 2147483646 h 22"/>
                      <a:gd name="T4" fmla="*/ 2147483646 w 14"/>
                      <a:gd name="T5" fmla="*/ 2147483646 h 22"/>
                      <a:gd name="T6" fmla="*/ 2147483646 w 14"/>
                      <a:gd name="T7" fmla="*/ 2147483646 h 22"/>
                      <a:gd name="T8" fmla="*/ 2147483646 w 14"/>
                      <a:gd name="T9" fmla="*/ 2147483646 h 22"/>
                      <a:gd name="T10" fmla="*/ 2147483646 w 14"/>
                      <a:gd name="T11" fmla="*/ 2147483646 h 22"/>
                      <a:gd name="T12" fmla="*/ 2147483646 w 14"/>
                      <a:gd name="T13" fmla="*/ 2147483646 h 22"/>
                      <a:gd name="T14" fmla="*/ 2147483646 w 14"/>
                      <a:gd name="T15" fmla="*/ 2147483646 h 22"/>
                      <a:gd name="T16" fmla="*/ 2147483646 w 14"/>
                      <a:gd name="T17" fmla="*/ 0 h 22"/>
                      <a:gd name="T18" fmla="*/ 2147483646 w 14"/>
                      <a:gd name="T19" fmla="*/ 2147483646 h 22"/>
                      <a:gd name="T20" fmla="*/ 0 w 14"/>
                      <a:gd name="T21" fmla="*/ 2147483646 h 22"/>
                      <a:gd name="T22" fmla="*/ 2147483646 w 14"/>
                      <a:gd name="T23" fmla="*/ 2147483646 h 22"/>
                      <a:gd name="T24" fmla="*/ 2147483646 w 14"/>
                      <a:gd name="T25" fmla="*/ 2147483646 h 22"/>
                      <a:gd name="T26" fmla="*/ 2147483646 w 14"/>
                      <a:gd name="T27" fmla="*/ 2147483646 h 22"/>
                      <a:gd name="T28" fmla="*/ 2147483646 w 14"/>
                      <a:gd name="T29" fmla="*/ 2147483646 h 22"/>
                      <a:gd name="T30" fmla="*/ 2147483646 w 14"/>
                      <a:gd name="T31" fmla="*/ 2147483646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 h="22">
                        <a:moveTo>
                          <a:pt x="1" y="17"/>
                        </a:moveTo>
                        <a:cubicBezTo>
                          <a:pt x="1" y="19"/>
                          <a:pt x="2" y="20"/>
                          <a:pt x="2" y="21"/>
                        </a:cubicBezTo>
                        <a:cubicBezTo>
                          <a:pt x="3" y="22"/>
                          <a:pt x="5" y="22"/>
                          <a:pt x="6" y="22"/>
                        </a:cubicBezTo>
                        <a:cubicBezTo>
                          <a:pt x="8" y="22"/>
                          <a:pt x="9" y="21"/>
                          <a:pt x="10" y="20"/>
                        </a:cubicBezTo>
                        <a:cubicBezTo>
                          <a:pt x="11" y="19"/>
                          <a:pt x="12" y="18"/>
                          <a:pt x="12" y="16"/>
                        </a:cubicBezTo>
                        <a:cubicBezTo>
                          <a:pt x="13" y="15"/>
                          <a:pt x="13" y="13"/>
                          <a:pt x="13" y="12"/>
                        </a:cubicBezTo>
                        <a:cubicBezTo>
                          <a:pt x="14" y="10"/>
                          <a:pt x="14" y="9"/>
                          <a:pt x="14" y="7"/>
                        </a:cubicBezTo>
                        <a:cubicBezTo>
                          <a:pt x="14" y="5"/>
                          <a:pt x="13" y="4"/>
                          <a:pt x="12" y="2"/>
                        </a:cubicBezTo>
                        <a:cubicBezTo>
                          <a:pt x="10" y="1"/>
                          <a:pt x="9" y="0"/>
                          <a:pt x="7" y="0"/>
                        </a:cubicBezTo>
                        <a:cubicBezTo>
                          <a:pt x="5" y="0"/>
                          <a:pt x="3" y="1"/>
                          <a:pt x="2" y="2"/>
                        </a:cubicBezTo>
                        <a:cubicBezTo>
                          <a:pt x="0" y="4"/>
                          <a:pt x="0" y="5"/>
                          <a:pt x="0" y="7"/>
                        </a:cubicBezTo>
                        <a:cubicBezTo>
                          <a:pt x="0" y="9"/>
                          <a:pt x="0" y="11"/>
                          <a:pt x="2" y="12"/>
                        </a:cubicBezTo>
                        <a:cubicBezTo>
                          <a:pt x="2" y="12"/>
                          <a:pt x="2" y="12"/>
                          <a:pt x="2" y="12"/>
                        </a:cubicBezTo>
                        <a:cubicBezTo>
                          <a:pt x="3" y="13"/>
                          <a:pt x="3" y="13"/>
                          <a:pt x="3" y="14"/>
                        </a:cubicBezTo>
                        <a:cubicBezTo>
                          <a:pt x="2" y="14"/>
                          <a:pt x="2" y="14"/>
                          <a:pt x="2" y="14"/>
                        </a:cubicBezTo>
                        <a:cubicBezTo>
                          <a:pt x="2" y="15"/>
                          <a:pt x="1" y="16"/>
                          <a:pt x="1" y="17"/>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8" name="Freeform 301">
                    <a:extLst>
                      <a:ext uri="{FF2B5EF4-FFF2-40B4-BE49-F238E27FC236}">
                        <a16:creationId xmlns:a16="http://schemas.microsoft.com/office/drawing/2014/main" id="{A52DACEA-471D-4F5B-92D3-CFC3A5E2941E}"/>
                      </a:ext>
                    </a:extLst>
                  </p:cNvPr>
                  <p:cNvSpPr>
                    <a:spLocks noEditPoints="1"/>
                  </p:cNvSpPr>
                  <p:nvPr/>
                </p:nvSpPr>
                <p:spPr bwMode="auto">
                  <a:xfrm>
                    <a:off x="5410839" y="5449076"/>
                    <a:ext cx="42390" cy="56841"/>
                  </a:xfrm>
                  <a:custGeom>
                    <a:avLst/>
                    <a:gdLst>
                      <a:gd name="T0" fmla="*/ 2147483646 w 44"/>
                      <a:gd name="T1" fmla="*/ 2147483646 h 60"/>
                      <a:gd name="T2" fmla="*/ 2147483646 w 44"/>
                      <a:gd name="T3" fmla="*/ 2147483646 h 60"/>
                      <a:gd name="T4" fmla="*/ 2147483646 w 44"/>
                      <a:gd name="T5" fmla="*/ 2147483646 h 60"/>
                      <a:gd name="T6" fmla="*/ 2147483646 w 44"/>
                      <a:gd name="T7" fmla="*/ 2147483646 h 60"/>
                      <a:gd name="T8" fmla="*/ 2147483646 w 44"/>
                      <a:gd name="T9" fmla="*/ 2147483646 h 60"/>
                      <a:gd name="T10" fmla="*/ 2147483646 w 44"/>
                      <a:gd name="T11" fmla="*/ 2147483646 h 60"/>
                      <a:gd name="T12" fmla="*/ 2147483646 w 44"/>
                      <a:gd name="T13" fmla="*/ 2147483646 h 60"/>
                      <a:gd name="T14" fmla="*/ 2147483646 w 44"/>
                      <a:gd name="T15" fmla="*/ 2147483646 h 60"/>
                      <a:gd name="T16" fmla="*/ 2147483646 w 44"/>
                      <a:gd name="T17" fmla="*/ 0 h 60"/>
                      <a:gd name="T18" fmla="*/ 2147483646 w 44"/>
                      <a:gd name="T19" fmla="*/ 0 h 60"/>
                      <a:gd name="T20" fmla="*/ 2147483646 w 44"/>
                      <a:gd name="T21" fmla="*/ 0 h 60"/>
                      <a:gd name="T22" fmla="*/ 2147483646 w 44"/>
                      <a:gd name="T23" fmla="*/ 0 h 60"/>
                      <a:gd name="T24" fmla="*/ 2147483646 w 44"/>
                      <a:gd name="T25" fmla="*/ 0 h 60"/>
                      <a:gd name="T26" fmla="*/ 2147483646 w 44"/>
                      <a:gd name="T27" fmla="*/ 2147483646 h 60"/>
                      <a:gd name="T28" fmla="*/ 2147483646 w 44"/>
                      <a:gd name="T29" fmla="*/ 2147483646 h 60"/>
                      <a:gd name="T30" fmla="*/ 2147483646 w 44"/>
                      <a:gd name="T31" fmla="*/ 2147483646 h 60"/>
                      <a:gd name="T32" fmla="*/ 2147483646 w 44"/>
                      <a:gd name="T33" fmla="*/ 2147483646 h 60"/>
                      <a:gd name="T34" fmla="*/ 0 w 44"/>
                      <a:gd name="T35" fmla="*/ 2147483646 h 60"/>
                      <a:gd name="T36" fmla="*/ 2147483646 w 44"/>
                      <a:gd name="T37" fmla="*/ 2147483646 h 60"/>
                      <a:gd name="T38" fmla="*/ 2147483646 w 44"/>
                      <a:gd name="T39" fmla="*/ 2147483646 h 60"/>
                      <a:gd name="T40" fmla="*/ 2147483646 w 44"/>
                      <a:gd name="T41" fmla="*/ 2147483646 h 60"/>
                      <a:gd name="T42" fmla="*/ 2147483646 w 44"/>
                      <a:gd name="T43" fmla="*/ 2147483646 h 60"/>
                      <a:gd name="T44" fmla="*/ 2147483646 w 44"/>
                      <a:gd name="T45" fmla="*/ 2147483646 h 60"/>
                      <a:gd name="T46" fmla="*/ 2147483646 w 44"/>
                      <a:gd name="T47" fmla="*/ 2147483646 h 60"/>
                      <a:gd name="T48" fmla="*/ 2147483646 w 44"/>
                      <a:gd name="T49" fmla="*/ 2147483646 h 60"/>
                      <a:gd name="T50" fmla="*/ 2147483646 w 44"/>
                      <a:gd name="T51" fmla="*/ 2147483646 h 60"/>
                      <a:gd name="T52" fmla="*/ 2147483646 w 44"/>
                      <a:gd name="T53" fmla="*/ 2147483646 h 60"/>
                      <a:gd name="T54" fmla="*/ 2147483646 w 44"/>
                      <a:gd name="T55" fmla="*/ 2147483646 h 60"/>
                      <a:gd name="T56" fmla="*/ 2147483646 w 44"/>
                      <a:gd name="T57" fmla="*/ 2147483646 h 60"/>
                      <a:gd name="T58" fmla="*/ 2147483646 w 44"/>
                      <a:gd name="T59" fmla="*/ 2147483646 h 60"/>
                      <a:gd name="T60" fmla="*/ 2147483646 w 44"/>
                      <a:gd name="T61" fmla="*/ 2147483646 h 60"/>
                      <a:gd name="T62" fmla="*/ 2147483646 w 44"/>
                      <a:gd name="T63" fmla="*/ 2147483646 h 60"/>
                      <a:gd name="T64" fmla="*/ 2147483646 w 44"/>
                      <a:gd name="T65" fmla="*/ 2147483646 h 60"/>
                      <a:gd name="T66" fmla="*/ 2147483646 w 44"/>
                      <a:gd name="T67" fmla="*/ 2147483646 h 60"/>
                      <a:gd name="T68" fmla="*/ 2147483646 w 44"/>
                      <a:gd name="T69" fmla="*/ 2147483646 h 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4" h="60">
                        <a:moveTo>
                          <a:pt x="42" y="36"/>
                        </a:moveTo>
                        <a:cubicBezTo>
                          <a:pt x="41" y="35"/>
                          <a:pt x="40" y="35"/>
                          <a:pt x="38" y="35"/>
                        </a:cubicBezTo>
                        <a:cubicBezTo>
                          <a:pt x="36" y="35"/>
                          <a:pt x="36" y="35"/>
                          <a:pt x="36" y="35"/>
                        </a:cubicBezTo>
                        <a:cubicBezTo>
                          <a:pt x="36" y="5"/>
                          <a:pt x="36" y="5"/>
                          <a:pt x="36" y="5"/>
                        </a:cubicBezTo>
                        <a:cubicBezTo>
                          <a:pt x="36" y="5"/>
                          <a:pt x="36" y="4"/>
                          <a:pt x="35" y="3"/>
                        </a:cubicBezTo>
                        <a:cubicBezTo>
                          <a:pt x="35" y="2"/>
                          <a:pt x="35" y="2"/>
                          <a:pt x="34" y="1"/>
                        </a:cubicBezTo>
                        <a:cubicBezTo>
                          <a:pt x="34" y="1"/>
                          <a:pt x="34" y="1"/>
                          <a:pt x="34" y="1"/>
                        </a:cubicBezTo>
                        <a:cubicBezTo>
                          <a:pt x="34" y="1"/>
                          <a:pt x="34" y="1"/>
                          <a:pt x="34" y="1"/>
                        </a:cubicBezTo>
                        <a:cubicBezTo>
                          <a:pt x="34" y="1"/>
                          <a:pt x="33" y="0"/>
                          <a:pt x="32" y="0"/>
                        </a:cubicBezTo>
                        <a:cubicBezTo>
                          <a:pt x="32" y="0"/>
                          <a:pt x="32" y="0"/>
                          <a:pt x="32" y="0"/>
                        </a:cubicBezTo>
                        <a:cubicBezTo>
                          <a:pt x="32" y="0"/>
                          <a:pt x="31" y="0"/>
                          <a:pt x="30" y="0"/>
                        </a:cubicBezTo>
                        <a:cubicBezTo>
                          <a:pt x="29" y="0"/>
                          <a:pt x="28" y="0"/>
                          <a:pt x="27" y="0"/>
                        </a:cubicBezTo>
                        <a:cubicBezTo>
                          <a:pt x="27" y="0"/>
                          <a:pt x="27" y="0"/>
                          <a:pt x="27" y="0"/>
                        </a:cubicBezTo>
                        <a:cubicBezTo>
                          <a:pt x="27" y="1"/>
                          <a:pt x="26" y="1"/>
                          <a:pt x="25" y="2"/>
                        </a:cubicBezTo>
                        <a:cubicBezTo>
                          <a:pt x="25" y="2"/>
                          <a:pt x="25" y="2"/>
                          <a:pt x="25" y="2"/>
                        </a:cubicBezTo>
                        <a:cubicBezTo>
                          <a:pt x="1" y="37"/>
                          <a:pt x="1" y="37"/>
                          <a:pt x="1" y="37"/>
                        </a:cubicBezTo>
                        <a:cubicBezTo>
                          <a:pt x="1" y="37"/>
                          <a:pt x="1" y="37"/>
                          <a:pt x="1" y="37"/>
                        </a:cubicBezTo>
                        <a:cubicBezTo>
                          <a:pt x="1" y="38"/>
                          <a:pt x="0" y="39"/>
                          <a:pt x="0" y="40"/>
                        </a:cubicBezTo>
                        <a:cubicBezTo>
                          <a:pt x="0" y="42"/>
                          <a:pt x="1" y="43"/>
                          <a:pt x="2" y="44"/>
                        </a:cubicBezTo>
                        <a:cubicBezTo>
                          <a:pt x="3" y="45"/>
                          <a:pt x="4" y="46"/>
                          <a:pt x="6" y="46"/>
                        </a:cubicBezTo>
                        <a:cubicBezTo>
                          <a:pt x="24" y="46"/>
                          <a:pt x="24" y="46"/>
                          <a:pt x="24" y="46"/>
                        </a:cubicBezTo>
                        <a:cubicBezTo>
                          <a:pt x="24" y="55"/>
                          <a:pt x="24" y="55"/>
                          <a:pt x="24" y="55"/>
                        </a:cubicBezTo>
                        <a:cubicBezTo>
                          <a:pt x="24" y="56"/>
                          <a:pt x="25" y="58"/>
                          <a:pt x="26" y="59"/>
                        </a:cubicBezTo>
                        <a:cubicBezTo>
                          <a:pt x="27" y="60"/>
                          <a:pt x="29" y="60"/>
                          <a:pt x="30" y="60"/>
                        </a:cubicBezTo>
                        <a:cubicBezTo>
                          <a:pt x="32" y="60"/>
                          <a:pt x="33" y="60"/>
                          <a:pt x="34" y="59"/>
                        </a:cubicBezTo>
                        <a:cubicBezTo>
                          <a:pt x="35" y="58"/>
                          <a:pt x="36" y="56"/>
                          <a:pt x="36" y="55"/>
                        </a:cubicBezTo>
                        <a:cubicBezTo>
                          <a:pt x="36" y="46"/>
                          <a:pt x="36" y="46"/>
                          <a:pt x="36" y="46"/>
                        </a:cubicBezTo>
                        <a:cubicBezTo>
                          <a:pt x="38" y="46"/>
                          <a:pt x="38" y="46"/>
                          <a:pt x="38" y="46"/>
                        </a:cubicBezTo>
                        <a:cubicBezTo>
                          <a:pt x="40" y="46"/>
                          <a:pt x="41" y="45"/>
                          <a:pt x="42" y="44"/>
                        </a:cubicBezTo>
                        <a:cubicBezTo>
                          <a:pt x="43" y="43"/>
                          <a:pt x="44" y="42"/>
                          <a:pt x="44" y="40"/>
                        </a:cubicBezTo>
                        <a:cubicBezTo>
                          <a:pt x="44" y="39"/>
                          <a:pt x="43" y="37"/>
                          <a:pt x="42" y="36"/>
                        </a:cubicBezTo>
                        <a:close/>
                        <a:moveTo>
                          <a:pt x="24" y="35"/>
                        </a:moveTo>
                        <a:cubicBezTo>
                          <a:pt x="17" y="35"/>
                          <a:pt x="17" y="35"/>
                          <a:pt x="17" y="35"/>
                        </a:cubicBezTo>
                        <a:cubicBezTo>
                          <a:pt x="24" y="24"/>
                          <a:pt x="24" y="24"/>
                          <a:pt x="24" y="24"/>
                        </a:cubicBezTo>
                        <a:lnTo>
                          <a:pt x="24" y="35"/>
                        </a:ln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59" name="Freeform 302">
                    <a:extLst>
                      <a:ext uri="{FF2B5EF4-FFF2-40B4-BE49-F238E27FC236}">
                        <a16:creationId xmlns:a16="http://schemas.microsoft.com/office/drawing/2014/main" id="{53B6AD36-738D-4DAC-BAD9-FB0EFD7B47E8}"/>
                      </a:ext>
                    </a:extLst>
                  </p:cNvPr>
                  <p:cNvSpPr>
                    <a:spLocks/>
                  </p:cNvSpPr>
                  <p:nvPr/>
                </p:nvSpPr>
                <p:spPr bwMode="auto">
                  <a:xfrm>
                    <a:off x="5451302" y="549146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60" name="Rectangle 303">
                    <a:extLst>
                      <a:ext uri="{FF2B5EF4-FFF2-40B4-BE49-F238E27FC236}">
                        <a16:creationId xmlns:a16="http://schemas.microsoft.com/office/drawing/2014/main" id="{2767B0D3-58DD-4DF6-B269-9538AEDBF47D}"/>
                      </a:ext>
                    </a:extLst>
                  </p:cNvPr>
                  <p:cNvSpPr>
                    <a:spLocks noChangeArrowheads="1"/>
                  </p:cNvSpPr>
                  <p:nvPr/>
                </p:nvSpPr>
                <p:spPr bwMode="auto">
                  <a:xfrm>
                    <a:off x="5027405" y="3964473"/>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61" name="Freeform 304">
                    <a:extLst>
                      <a:ext uri="{FF2B5EF4-FFF2-40B4-BE49-F238E27FC236}">
                        <a16:creationId xmlns:a16="http://schemas.microsoft.com/office/drawing/2014/main" id="{06FA7491-2365-47DC-9419-5B3410BB602C}"/>
                      </a:ext>
                    </a:extLst>
                  </p:cNvPr>
                  <p:cNvSpPr>
                    <a:spLocks noEditPoints="1"/>
                  </p:cNvSpPr>
                  <p:nvPr/>
                </p:nvSpPr>
                <p:spPr bwMode="auto">
                  <a:xfrm>
                    <a:off x="5025478" y="3908595"/>
                    <a:ext cx="58768" cy="57804"/>
                  </a:xfrm>
                  <a:custGeom>
                    <a:avLst/>
                    <a:gdLst>
                      <a:gd name="T0" fmla="*/ 2147483646 w 61"/>
                      <a:gd name="T1" fmla="*/ 2147483646 h 61"/>
                      <a:gd name="T2" fmla="*/ 2147483646 w 61"/>
                      <a:gd name="T3" fmla="*/ 2147483646 h 61"/>
                      <a:gd name="T4" fmla="*/ 2147483646 w 61"/>
                      <a:gd name="T5" fmla="*/ 2147483646 h 61"/>
                      <a:gd name="T6" fmla="*/ 2147483646 w 61"/>
                      <a:gd name="T7" fmla="*/ 0 h 61"/>
                      <a:gd name="T8" fmla="*/ 2147483646 w 61"/>
                      <a:gd name="T9" fmla="*/ 2147483646 h 61"/>
                      <a:gd name="T10" fmla="*/ 0 w 61"/>
                      <a:gd name="T11" fmla="*/ 2147483646 h 61"/>
                      <a:gd name="T12" fmla="*/ 2147483646 w 61"/>
                      <a:gd name="T13" fmla="*/ 2147483646 h 61"/>
                      <a:gd name="T14" fmla="*/ 2147483646 w 61"/>
                      <a:gd name="T15" fmla="*/ 2147483646 h 61"/>
                      <a:gd name="T16" fmla="*/ 2147483646 w 61"/>
                      <a:gd name="T17" fmla="*/ 2147483646 h 61"/>
                      <a:gd name="T18" fmla="*/ 0 w 61"/>
                      <a:gd name="T19" fmla="*/ 2147483646 h 61"/>
                      <a:gd name="T20" fmla="*/ 2147483646 w 61"/>
                      <a:gd name="T21" fmla="*/ 2147483646 h 61"/>
                      <a:gd name="T22" fmla="*/ 2147483646 w 61"/>
                      <a:gd name="T23" fmla="*/ 2147483646 h 61"/>
                      <a:gd name="T24" fmla="*/ 2147483646 w 61"/>
                      <a:gd name="T25" fmla="*/ 2147483646 h 61"/>
                      <a:gd name="T26" fmla="*/ 2147483646 w 61"/>
                      <a:gd name="T27" fmla="*/ 2147483646 h 61"/>
                      <a:gd name="T28" fmla="*/ 2147483646 w 61"/>
                      <a:gd name="T29" fmla="*/ 2147483646 h 61"/>
                      <a:gd name="T30" fmla="*/ 2147483646 w 61"/>
                      <a:gd name="T31" fmla="*/ 2147483646 h 61"/>
                      <a:gd name="T32" fmla="*/ 2147483646 w 61"/>
                      <a:gd name="T33" fmla="*/ 2147483646 h 61"/>
                      <a:gd name="T34" fmla="*/ 2147483646 w 61"/>
                      <a:gd name="T35" fmla="*/ 2147483646 h 61"/>
                      <a:gd name="T36" fmla="*/ 2147483646 w 61"/>
                      <a:gd name="T37" fmla="*/ 2147483646 h 61"/>
                      <a:gd name="T38" fmla="*/ 2147483646 w 61"/>
                      <a:gd name="T39" fmla="*/ 2147483646 h 61"/>
                      <a:gd name="T40" fmla="*/ 2147483646 w 61"/>
                      <a:gd name="T41" fmla="*/ 2147483646 h 61"/>
                      <a:gd name="T42" fmla="*/ 2147483646 w 61"/>
                      <a:gd name="T43" fmla="*/ 2147483646 h 61"/>
                      <a:gd name="T44" fmla="*/ 2147483646 w 61"/>
                      <a:gd name="T45" fmla="*/ 2147483646 h 61"/>
                      <a:gd name="T46" fmla="*/ 2147483646 w 61"/>
                      <a:gd name="T47" fmla="*/ 2147483646 h 61"/>
                      <a:gd name="T48" fmla="*/ 2147483646 w 61"/>
                      <a:gd name="T49" fmla="*/ 2147483646 h 61"/>
                      <a:gd name="T50" fmla="*/ 2147483646 w 61"/>
                      <a:gd name="T51" fmla="*/ 2147483646 h 61"/>
                      <a:gd name="T52" fmla="*/ 2147483646 w 61"/>
                      <a:gd name="T53" fmla="*/ 2147483646 h 61"/>
                      <a:gd name="T54" fmla="*/ 2147483646 w 61"/>
                      <a:gd name="T55" fmla="*/ 2147483646 h 61"/>
                      <a:gd name="T56" fmla="*/ 2147483646 w 61"/>
                      <a:gd name="T57" fmla="*/ 2147483646 h 61"/>
                      <a:gd name="T58" fmla="*/ 2147483646 w 61"/>
                      <a:gd name="T59" fmla="*/ 2147483646 h 61"/>
                      <a:gd name="T60" fmla="*/ 2147483646 w 61"/>
                      <a:gd name="T61" fmla="*/ 2147483646 h 61"/>
                      <a:gd name="T62" fmla="*/ 2147483646 w 61"/>
                      <a:gd name="T63" fmla="*/ 0 h 61"/>
                      <a:gd name="T64" fmla="*/ 2147483646 w 61"/>
                      <a:gd name="T65" fmla="*/ 2147483646 h 61"/>
                      <a:gd name="T66" fmla="*/ 2147483646 w 61"/>
                      <a:gd name="T67" fmla="*/ 2147483646 h 61"/>
                      <a:gd name="T68" fmla="*/ 2147483646 w 61"/>
                      <a:gd name="T69" fmla="*/ 2147483646 h 61"/>
                      <a:gd name="T70" fmla="*/ 2147483646 w 61"/>
                      <a:gd name="T71" fmla="*/ 2147483646 h 61"/>
                      <a:gd name="T72" fmla="*/ 2147483646 w 61"/>
                      <a:gd name="T73" fmla="*/ 2147483646 h 61"/>
                      <a:gd name="T74" fmla="*/ 2147483646 w 61"/>
                      <a:gd name="T75" fmla="*/ 2147483646 h 61"/>
                      <a:gd name="T76" fmla="*/ 2147483646 w 61"/>
                      <a:gd name="T77" fmla="*/ 2147483646 h 61"/>
                      <a:gd name="T78" fmla="*/ 2147483646 w 61"/>
                      <a:gd name="T79" fmla="*/ 2147483646 h 61"/>
                      <a:gd name="T80" fmla="*/ 2147483646 w 61"/>
                      <a:gd name="T81" fmla="*/ 2147483646 h 61"/>
                      <a:gd name="T82" fmla="*/ 2147483646 w 61"/>
                      <a:gd name="T83" fmla="*/ 2147483646 h 61"/>
                      <a:gd name="T84" fmla="*/ 2147483646 w 61"/>
                      <a:gd name="T85" fmla="*/ 2147483646 h 61"/>
                      <a:gd name="T86" fmla="*/ 2147483646 w 61"/>
                      <a:gd name="T87" fmla="*/ 2147483646 h 61"/>
                      <a:gd name="T88" fmla="*/ 2147483646 w 61"/>
                      <a:gd name="T89" fmla="*/ 2147483646 h 61"/>
                      <a:gd name="T90" fmla="*/ 2147483646 w 61"/>
                      <a:gd name="T91" fmla="*/ 2147483646 h 61"/>
                      <a:gd name="T92" fmla="*/ 2147483646 w 61"/>
                      <a:gd name="T93" fmla="*/ 2147483646 h 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61" h="61">
                        <a:moveTo>
                          <a:pt x="51" y="2"/>
                        </a:moveTo>
                        <a:cubicBezTo>
                          <a:pt x="48" y="5"/>
                          <a:pt x="48" y="5"/>
                          <a:pt x="48" y="5"/>
                        </a:cubicBezTo>
                        <a:cubicBezTo>
                          <a:pt x="45" y="4"/>
                          <a:pt x="43" y="3"/>
                          <a:pt x="40" y="2"/>
                        </a:cubicBezTo>
                        <a:cubicBezTo>
                          <a:pt x="37" y="1"/>
                          <a:pt x="34" y="0"/>
                          <a:pt x="31" y="0"/>
                        </a:cubicBezTo>
                        <a:cubicBezTo>
                          <a:pt x="22" y="0"/>
                          <a:pt x="15" y="3"/>
                          <a:pt x="9" y="9"/>
                        </a:cubicBezTo>
                        <a:cubicBezTo>
                          <a:pt x="3" y="15"/>
                          <a:pt x="0" y="22"/>
                          <a:pt x="0" y="30"/>
                        </a:cubicBezTo>
                        <a:cubicBezTo>
                          <a:pt x="0" y="34"/>
                          <a:pt x="1" y="37"/>
                          <a:pt x="2" y="40"/>
                        </a:cubicBezTo>
                        <a:cubicBezTo>
                          <a:pt x="3" y="43"/>
                          <a:pt x="4" y="45"/>
                          <a:pt x="6" y="47"/>
                        </a:cubicBezTo>
                        <a:cubicBezTo>
                          <a:pt x="2" y="51"/>
                          <a:pt x="2" y="51"/>
                          <a:pt x="2" y="51"/>
                        </a:cubicBezTo>
                        <a:cubicBezTo>
                          <a:pt x="1" y="52"/>
                          <a:pt x="0" y="54"/>
                          <a:pt x="0" y="55"/>
                        </a:cubicBezTo>
                        <a:cubicBezTo>
                          <a:pt x="0" y="56"/>
                          <a:pt x="0" y="57"/>
                          <a:pt x="1" y="57"/>
                        </a:cubicBezTo>
                        <a:cubicBezTo>
                          <a:pt x="1" y="58"/>
                          <a:pt x="1" y="59"/>
                          <a:pt x="2" y="59"/>
                        </a:cubicBezTo>
                        <a:cubicBezTo>
                          <a:pt x="2" y="60"/>
                          <a:pt x="3" y="60"/>
                          <a:pt x="4" y="60"/>
                        </a:cubicBezTo>
                        <a:cubicBezTo>
                          <a:pt x="4" y="60"/>
                          <a:pt x="4" y="60"/>
                          <a:pt x="4" y="60"/>
                        </a:cubicBezTo>
                        <a:cubicBezTo>
                          <a:pt x="4" y="61"/>
                          <a:pt x="5" y="61"/>
                          <a:pt x="6" y="61"/>
                        </a:cubicBezTo>
                        <a:cubicBezTo>
                          <a:pt x="8" y="61"/>
                          <a:pt x="9" y="60"/>
                          <a:pt x="10" y="59"/>
                        </a:cubicBezTo>
                        <a:cubicBezTo>
                          <a:pt x="10" y="59"/>
                          <a:pt x="10" y="59"/>
                          <a:pt x="10" y="59"/>
                        </a:cubicBezTo>
                        <a:cubicBezTo>
                          <a:pt x="14" y="56"/>
                          <a:pt x="14" y="56"/>
                          <a:pt x="14" y="56"/>
                        </a:cubicBezTo>
                        <a:cubicBezTo>
                          <a:pt x="16" y="57"/>
                          <a:pt x="18" y="58"/>
                          <a:pt x="21" y="59"/>
                        </a:cubicBezTo>
                        <a:cubicBezTo>
                          <a:pt x="24" y="60"/>
                          <a:pt x="27" y="61"/>
                          <a:pt x="31" y="61"/>
                        </a:cubicBezTo>
                        <a:cubicBezTo>
                          <a:pt x="39" y="61"/>
                          <a:pt x="46" y="58"/>
                          <a:pt x="52" y="52"/>
                        </a:cubicBezTo>
                        <a:cubicBezTo>
                          <a:pt x="58" y="46"/>
                          <a:pt x="61" y="39"/>
                          <a:pt x="61" y="30"/>
                        </a:cubicBezTo>
                        <a:cubicBezTo>
                          <a:pt x="61" y="27"/>
                          <a:pt x="60" y="24"/>
                          <a:pt x="59" y="21"/>
                        </a:cubicBezTo>
                        <a:cubicBezTo>
                          <a:pt x="59" y="18"/>
                          <a:pt x="57" y="16"/>
                          <a:pt x="56" y="14"/>
                        </a:cubicBezTo>
                        <a:cubicBezTo>
                          <a:pt x="60" y="10"/>
                          <a:pt x="60" y="10"/>
                          <a:pt x="60" y="10"/>
                        </a:cubicBezTo>
                        <a:cubicBezTo>
                          <a:pt x="60" y="10"/>
                          <a:pt x="60" y="10"/>
                          <a:pt x="60" y="10"/>
                        </a:cubicBezTo>
                        <a:cubicBezTo>
                          <a:pt x="61" y="9"/>
                          <a:pt x="61" y="7"/>
                          <a:pt x="61" y="6"/>
                        </a:cubicBezTo>
                        <a:cubicBezTo>
                          <a:pt x="61" y="5"/>
                          <a:pt x="61" y="4"/>
                          <a:pt x="61" y="4"/>
                        </a:cubicBezTo>
                        <a:cubicBezTo>
                          <a:pt x="61" y="4"/>
                          <a:pt x="61" y="4"/>
                          <a:pt x="61" y="4"/>
                        </a:cubicBezTo>
                        <a:cubicBezTo>
                          <a:pt x="60" y="3"/>
                          <a:pt x="60" y="2"/>
                          <a:pt x="59" y="2"/>
                        </a:cubicBezTo>
                        <a:cubicBezTo>
                          <a:pt x="59" y="1"/>
                          <a:pt x="58" y="1"/>
                          <a:pt x="57" y="1"/>
                        </a:cubicBezTo>
                        <a:cubicBezTo>
                          <a:pt x="57" y="0"/>
                          <a:pt x="56" y="0"/>
                          <a:pt x="55" y="0"/>
                        </a:cubicBezTo>
                        <a:cubicBezTo>
                          <a:pt x="54" y="0"/>
                          <a:pt x="52" y="1"/>
                          <a:pt x="51" y="2"/>
                        </a:cubicBezTo>
                        <a:close/>
                        <a:moveTo>
                          <a:pt x="23" y="13"/>
                        </a:moveTo>
                        <a:cubicBezTo>
                          <a:pt x="26" y="12"/>
                          <a:pt x="28" y="12"/>
                          <a:pt x="31" y="12"/>
                        </a:cubicBezTo>
                        <a:cubicBezTo>
                          <a:pt x="34" y="12"/>
                          <a:pt x="37" y="12"/>
                          <a:pt x="39" y="14"/>
                        </a:cubicBezTo>
                        <a:cubicBezTo>
                          <a:pt x="14" y="39"/>
                          <a:pt x="14" y="39"/>
                          <a:pt x="14" y="39"/>
                        </a:cubicBezTo>
                        <a:cubicBezTo>
                          <a:pt x="12" y="37"/>
                          <a:pt x="12" y="34"/>
                          <a:pt x="12" y="30"/>
                        </a:cubicBezTo>
                        <a:cubicBezTo>
                          <a:pt x="12" y="28"/>
                          <a:pt x="12" y="25"/>
                          <a:pt x="13" y="23"/>
                        </a:cubicBezTo>
                        <a:cubicBezTo>
                          <a:pt x="14" y="21"/>
                          <a:pt x="15" y="19"/>
                          <a:pt x="17" y="17"/>
                        </a:cubicBezTo>
                        <a:cubicBezTo>
                          <a:pt x="19" y="15"/>
                          <a:pt x="21" y="14"/>
                          <a:pt x="23" y="13"/>
                        </a:cubicBezTo>
                        <a:close/>
                        <a:moveTo>
                          <a:pt x="31" y="49"/>
                        </a:moveTo>
                        <a:cubicBezTo>
                          <a:pt x="27" y="49"/>
                          <a:pt x="25" y="49"/>
                          <a:pt x="22" y="47"/>
                        </a:cubicBezTo>
                        <a:cubicBezTo>
                          <a:pt x="47" y="22"/>
                          <a:pt x="47" y="22"/>
                          <a:pt x="47" y="22"/>
                        </a:cubicBezTo>
                        <a:cubicBezTo>
                          <a:pt x="49" y="25"/>
                          <a:pt x="49" y="27"/>
                          <a:pt x="49" y="30"/>
                        </a:cubicBezTo>
                        <a:cubicBezTo>
                          <a:pt x="49" y="36"/>
                          <a:pt x="48" y="40"/>
                          <a:pt x="44" y="44"/>
                        </a:cubicBezTo>
                        <a:cubicBezTo>
                          <a:pt x="40" y="48"/>
                          <a:pt x="36" y="49"/>
                          <a:pt x="31" y="49"/>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62" name="Rectangle 305">
                    <a:extLst>
                      <a:ext uri="{FF2B5EF4-FFF2-40B4-BE49-F238E27FC236}">
                        <a16:creationId xmlns:a16="http://schemas.microsoft.com/office/drawing/2014/main" id="{27677267-3FDC-4E90-9686-A4DD33440911}"/>
                      </a:ext>
                    </a:extLst>
                  </p:cNvPr>
                  <p:cNvSpPr>
                    <a:spLocks noChangeArrowheads="1"/>
                  </p:cNvSpPr>
                  <p:nvPr/>
                </p:nvSpPr>
                <p:spPr bwMode="auto">
                  <a:xfrm>
                    <a:off x="5080392" y="3909559"/>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63" name="Freeform 306">
                    <a:extLst>
                      <a:ext uri="{FF2B5EF4-FFF2-40B4-BE49-F238E27FC236}">
                        <a16:creationId xmlns:a16="http://schemas.microsoft.com/office/drawing/2014/main" id="{00D01564-30C5-4A3D-830E-4742353D8994}"/>
                      </a:ext>
                    </a:extLst>
                  </p:cNvPr>
                  <p:cNvSpPr>
                    <a:spLocks noEditPoints="1"/>
                  </p:cNvSpPr>
                  <p:nvPr/>
                </p:nvSpPr>
                <p:spPr bwMode="auto">
                  <a:xfrm>
                    <a:off x="5010063" y="4966411"/>
                    <a:ext cx="58768" cy="57804"/>
                  </a:xfrm>
                  <a:custGeom>
                    <a:avLst/>
                    <a:gdLst>
                      <a:gd name="T0" fmla="*/ 2147483646 w 61"/>
                      <a:gd name="T1" fmla="*/ 2147483646 h 61"/>
                      <a:gd name="T2" fmla="*/ 2147483646 w 61"/>
                      <a:gd name="T3" fmla="*/ 2147483646 h 61"/>
                      <a:gd name="T4" fmla="*/ 2147483646 w 61"/>
                      <a:gd name="T5" fmla="*/ 2147483646 h 61"/>
                      <a:gd name="T6" fmla="*/ 2147483646 w 61"/>
                      <a:gd name="T7" fmla="*/ 2147483646 h 61"/>
                      <a:gd name="T8" fmla="*/ 2147483646 w 61"/>
                      <a:gd name="T9" fmla="*/ 2147483646 h 61"/>
                      <a:gd name="T10" fmla="*/ 2147483646 w 61"/>
                      <a:gd name="T11" fmla="*/ 2147483646 h 61"/>
                      <a:gd name="T12" fmla="*/ 2147483646 w 61"/>
                      <a:gd name="T13" fmla="*/ 2147483646 h 61"/>
                      <a:gd name="T14" fmla="*/ 2147483646 w 61"/>
                      <a:gd name="T15" fmla="*/ 0 h 61"/>
                      <a:gd name="T16" fmla="*/ 2147483646 w 61"/>
                      <a:gd name="T17" fmla="*/ 2147483646 h 61"/>
                      <a:gd name="T18" fmla="*/ 2147483646 w 61"/>
                      <a:gd name="T19" fmla="*/ 2147483646 h 61"/>
                      <a:gd name="T20" fmla="*/ 2147483646 w 61"/>
                      <a:gd name="T21" fmla="*/ 2147483646 h 61"/>
                      <a:gd name="T22" fmla="*/ 2147483646 w 61"/>
                      <a:gd name="T23" fmla="*/ 0 h 61"/>
                      <a:gd name="T24" fmla="*/ 2147483646 w 61"/>
                      <a:gd name="T25" fmla="*/ 2147483646 h 61"/>
                      <a:gd name="T26" fmla="*/ 0 w 61"/>
                      <a:gd name="T27" fmla="*/ 2147483646 h 61"/>
                      <a:gd name="T28" fmla="*/ 2147483646 w 61"/>
                      <a:gd name="T29" fmla="*/ 2147483646 h 61"/>
                      <a:gd name="T30" fmla="*/ 2147483646 w 61"/>
                      <a:gd name="T31" fmla="*/ 2147483646 h 61"/>
                      <a:gd name="T32" fmla="*/ 2147483646 w 61"/>
                      <a:gd name="T33" fmla="*/ 2147483646 h 61"/>
                      <a:gd name="T34" fmla="*/ 0 w 61"/>
                      <a:gd name="T35" fmla="*/ 2147483646 h 61"/>
                      <a:gd name="T36" fmla="*/ 2147483646 w 61"/>
                      <a:gd name="T37" fmla="*/ 2147483646 h 61"/>
                      <a:gd name="T38" fmla="*/ 2147483646 w 61"/>
                      <a:gd name="T39" fmla="*/ 2147483646 h 61"/>
                      <a:gd name="T40" fmla="*/ 2147483646 w 61"/>
                      <a:gd name="T41" fmla="*/ 2147483646 h 61"/>
                      <a:gd name="T42" fmla="*/ 2147483646 w 61"/>
                      <a:gd name="T43" fmla="*/ 2147483646 h 61"/>
                      <a:gd name="T44" fmla="*/ 2147483646 w 61"/>
                      <a:gd name="T45" fmla="*/ 2147483646 h 61"/>
                      <a:gd name="T46" fmla="*/ 2147483646 w 61"/>
                      <a:gd name="T47" fmla="*/ 2147483646 h 61"/>
                      <a:gd name="T48" fmla="*/ 2147483646 w 61"/>
                      <a:gd name="T49" fmla="*/ 2147483646 h 61"/>
                      <a:gd name="T50" fmla="*/ 2147483646 w 61"/>
                      <a:gd name="T51" fmla="*/ 2147483646 h 61"/>
                      <a:gd name="T52" fmla="*/ 2147483646 w 61"/>
                      <a:gd name="T53" fmla="*/ 2147483646 h 61"/>
                      <a:gd name="T54" fmla="*/ 2147483646 w 61"/>
                      <a:gd name="T55" fmla="*/ 2147483646 h 61"/>
                      <a:gd name="T56" fmla="*/ 2147483646 w 61"/>
                      <a:gd name="T57" fmla="*/ 2147483646 h 61"/>
                      <a:gd name="T58" fmla="*/ 2147483646 w 61"/>
                      <a:gd name="T59" fmla="*/ 2147483646 h 61"/>
                      <a:gd name="T60" fmla="*/ 2147483646 w 61"/>
                      <a:gd name="T61" fmla="*/ 2147483646 h 61"/>
                      <a:gd name="T62" fmla="*/ 2147483646 w 61"/>
                      <a:gd name="T63" fmla="*/ 2147483646 h 61"/>
                      <a:gd name="T64" fmla="*/ 2147483646 w 61"/>
                      <a:gd name="T65" fmla="*/ 2147483646 h 61"/>
                      <a:gd name="T66" fmla="*/ 2147483646 w 61"/>
                      <a:gd name="T67" fmla="*/ 2147483646 h 61"/>
                      <a:gd name="T68" fmla="*/ 2147483646 w 61"/>
                      <a:gd name="T69" fmla="*/ 2147483646 h 61"/>
                      <a:gd name="T70" fmla="*/ 2147483646 w 61"/>
                      <a:gd name="T71" fmla="*/ 2147483646 h 61"/>
                      <a:gd name="T72" fmla="*/ 2147483646 w 61"/>
                      <a:gd name="T73" fmla="*/ 2147483646 h 61"/>
                      <a:gd name="T74" fmla="*/ 2147483646 w 61"/>
                      <a:gd name="T75" fmla="*/ 2147483646 h 61"/>
                      <a:gd name="T76" fmla="*/ 2147483646 w 61"/>
                      <a:gd name="T77" fmla="*/ 2147483646 h 61"/>
                      <a:gd name="T78" fmla="*/ 2147483646 w 61"/>
                      <a:gd name="T79" fmla="*/ 2147483646 h 61"/>
                      <a:gd name="T80" fmla="*/ 2147483646 w 61"/>
                      <a:gd name="T81" fmla="*/ 2147483646 h 61"/>
                      <a:gd name="T82" fmla="*/ 2147483646 w 61"/>
                      <a:gd name="T83" fmla="*/ 2147483646 h 61"/>
                      <a:gd name="T84" fmla="*/ 2147483646 w 61"/>
                      <a:gd name="T85" fmla="*/ 2147483646 h 61"/>
                      <a:gd name="T86" fmla="*/ 2147483646 w 61"/>
                      <a:gd name="T87" fmla="*/ 2147483646 h 61"/>
                      <a:gd name="T88" fmla="*/ 2147483646 w 61"/>
                      <a:gd name="T89" fmla="*/ 2147483646 h 61"/>
                      <a:gd name="T90" fmla="*/ 2147483646 w 61"/>
                      <a:gd name="T91" fmla="*/ 2147483646 h 61"/>
                      <a:gd name="T92" fmla="*/ 2147483646 w 61"/>
                      <a:gd name="T93" fmla="*/ 2147483646 h 61"/>
                      <a:gd name="T94" fmla="*/ 2147483646 w 61"/>
                      <a:gd name="T95" fmla="*/ 2147483646 h 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1" h="61">
                        <a:moveTo>
                          <a:pt x="60" y="10"/>
                        </a:moveTo>
                        <a:cubicBezTo>
                          <a:pt x="61" y="9"/>
                          <a:pt x="61" y="7"/>
                          <a:pt x="61" y="6"/>
                        </a:cubicBezTo>
                        <a:cubicBezTo>
                          <a:pt x="61" y="5"/>
                          <a:pt x="61" y="4"/>
                          <a:pt x="61" y="4"/>
                        </a:cubicBezTo>
                        <a:cubicBezTo>
                          <a:pt x="60" y="3"/>
                          <a:pt x="60" y="2"/>
                          <a:pt x="59" y="2"/>
                        </a:cubicBezTo>
                        <a:cubicBezTo>
                          <a:pt x="59" y="2"/>
                          <a:pt x="59" y="2"/>
                          <a:pt x="59" y="2"/>
                        </a:cubicBezTo>
                        <a:cubicBezTo>
                          <a:pt x="59" y="1"/>
                          <a:pt x="58" y="1"/>
                          <a:pt x="57" y="1"/>
                        </a:cubicBezTo>
                        <a:cubicBezTo>
                          <a:pt x="57" y="1"/>
                          <a:pt x="57" y="1"/>
                          <a:pt x="57" y="1"/>
                        </a:cubicBezTo>
                        <a:cubicBezTo>
                          <a:pt x="57" y="0"/>
                          <a:pt x="56" y="0"/>
                          <a:pt x="55" y="0"/>
                        </a:cubicBezTo>
                        <a:cubicBezTo>
                          <a:pt x="54" y="0"/>
                          <a:pt x="52" y="1"/>
                          <a:pt x="51" y="2"/>
                        </a:cubicBezTo>
                        <a:cubicBezTo>
                          <a:pt x="48" y="5"/>
                          <a:pt x="48" y="5"/>
                          <a:pt x="48" y="5"/>
                        </a:cubicBezTo>
                        <a:cubicBezTo>
                          <a:pt x="45" y="4"/>
                          <a:pt x="43" y="3"/>
                          <a:pt x="40" y="2"/>
                        </a:cubicBezTo>
                        <a:cubicBezTo>
                          <a:pt x="37" y="1"/>
                          <a:pt x="34" y="0"/>
                          <a:pt x="31" y="0"/>
                        </a:cubicBezTo>
                        <a:cubicBezTo>
                          <a:pt x="22" y="0"/>
                          <a:pt x="15" y="3"/>
                          <a:pt x="9" y="9"/>
                        </a:cubicBezTo>
                        <a:cubicBezTo>
                          <a:pt x="3" y="15"/>
                          <a:pt x="0" y="22"/>
                          <a:pt x="0" y="31"/>
                        </a:cubicBezTo>
                        <a:cubicBezTo>
                          <a:pt x="0" y="34"/>
                          <a:pt x="1" y="37"/>
                          <a:pt x="2" y="40"/>
                        </a:cubicBezTo>
                        <a:cubicBezTo>
                          <a:pt x="3" y="43"/>
                          <a:pt x="4" y="45"/>
                          <a:pt x="6" y="48"/>
                        </a:cubicBezTo>
                        <a:cubicBezTo>
                          <a:pt x="2" y="51"/>
                          <a:pt x="2" y="51"/>
                          <a:pt x="2" y="51"/>
                        </a:cubicBezTo>
                        <a:cubicBezTo>
                          <a:pt x="1" y="52"/>
                          <a:pt x="0" y="54"/>
                          <a:pt x="0" y="55"/>
                        </a:cubicBezTo>
                        <a:cubicBezTo>
                          <a:pt x="0" y="56"/>
                          <a:pt x="0" y="57"/>
                          <a:pt x="1" y="57"/>
                        </a:cubicBezTo>
                        <a:cubicBezTo>
                          <a:pt x="1" y="58"/>
                          <a:pt x="1" y="59"/>
                          <a:pt x="2" y="59"/>
                        </a:cubicBezTo>
                        <a:cubicBezTo>
                          <a:pt x="2" y="59"/>
                          <a:pt x="2" y="59"/>
                          <a:pt x="2" y="59"/>
                        </a:cubicBezTo>
                        <a:cubicBezTo>
                          <a:pt x="2" y="60"/>
                          <a:pt x="3" y="60"/>
                          <a:pt x="4" y="60"/>
                        </a:cubicBezTo>
                        <a:cubicBezTo>
                          <a:pt x="4" y="60"/>
                          <a:pt x="4" y="60"/>
                          <a:pt x="4" y="60"/>
                        </a:cubicBezTo>
                        <a:cubicBezTo>
                          <a:pt x="4" y="61"/>
                          <a:pt x="5" y="61"/>
                          <a:pt x="6" y="61"/>
                        </a:cubicBezTo>
                        <a:cubicBezTo>
                          <a:pt x="8" y="61"/>
                          <a:pt x="9" y="60"/>
                          <a:pt x="10" y="59"/>
                        </a:cubicBezTo>
                        <a:cubicBezTo>
                          <a:pt x="10" y="59"/>
                          <a:pt x="10" y="59"/>
                          <a:pt x="10" y="59"/>
                        </a:cubicBezTo>
                        <a:cubicBezTo>
                          <a:pt x="14" y="56"/>
                          <a:pt x="14" y="56"/>
                          <a:pt x="14" y="56"/>
                        </a:cubicBezTo>
                        <a:cubicBezTo>
                          <a:pt x="16" y="57"/>
                          <a:pt x="18" y="59"/>
                          <a:pt x="21" y="59"/>
                        </a:cubicBezTo>
                        <a:cubicBezTo>
                          <a:pt x="24" y="60"/>
                          <a:pt x="27" y="61"/>
                          <a:pt x="31" y="61"/>
                        </a:cubicBezTo>
                        <a:cubicBezTo>
                          <a:pt x="39" y="61"/>
                          <a:pt x="46" y="58"/>
                          <a:pt x="52" y="52"/>
                        </a:cubicBezTo>
                        <a:cubicBezTo>
                          <a:pt x="58" y="46"/>
                          <a:pt x="61" y="39"/>
                          <a:pt x="61" y="31"/>
                        </a:cubicBezTo>
                        <a:cubicBezTo>
                          <a:pt x="61" y="27"/>
                          <a:pt x="60" y="24"/>
                          <a:pt x="59" y="21"/>
                        </a:cubicBezTo>
                        <a:cubicBezTo>
                          <a:pt x="59" y="18"/>
                          <a:pt x="57" y="16"/>
                          <a:pt x="56" y="14"/>
                        </a:cubicBezTo>
                        <a:cubicBezTo>
                          <a:pt x="60" y="10"/>
                          <a:pt x="60" y="10"/>
                          <a:pt x="60" y="10"/>
                        </a:cubicBezTo>
                        <a:close/>
                        <a:moveTo>
                          <a:pt x="23" y="13"/>
                        </a:moveTo>
                        <a:cubicBezTo>
                          <a:pt x="26" y="12"/>
                          <a:pt x="28" y="12"/>
                          <a:pt x="31" y="12"/>
                        </a:cubicBezTo>
                        <a:cubicBezTo>
                          <a:pt x="34" y="12"/>
                          <a:pt x="37" y="12"/>
                          <a:pt x="39" y="14"/>
                        </a:cubicBezTo>
                        <a:cubicBezTo>
                          <a:pt x="14" y="39"/>
                          <a:pt x="14" y="39"/>
                          <a:pt x="14" y="39"/>
                        </a:cubicBezTo>
                        <a:cubicBezTo>
                          <a:pt x="12" y="37"/>
                          <a:pt x="12" y="34"/>
                          <a:pt x="12" y="31"/>
                        </a:cubicBezTo>
                        <a:cubicBezTo>
                          <a:pt x="12" y="28"/>
                          <a:pt x="12" y="26"/>
                          <a:pt x="13" y="23"/>
                        </a:cubicBezTo>
                        <a:cubicBezTo>
                          <a:pt x="14" y="21"/>
                          <a:pt x="15" y="19"/>
                          <a:pt x="17" y="17"/>
                        </a:cubicBezTo>
                        <a:cubicBezTo>
                          <a:pt x="19" y="15"/>
                          <a:pt x="21" y="14"/>
                          <a:pt x="23" y="13"/>
                        </a:cubicBezTo>
                        <a:close/>
                        <a:moveTo>
                          <a:pt x="31" y="49"/>
                        </a:moveTo>
                        <a:cubicBezTo>
                          <a:pt x="27" y="49"/>
                          <a:pt x="25" y="49"/>
                          <a:pt x="22" y="47"/>
                        </a:cubicBezTo>
                        <a:cubicBezTo>
                          <a:pt x="47" y="22"/>
                          <a:pt x="47" y="22"/>
                          <a:pt x="47" y="22"/>
                        </a:cubicBezTo>
                        <a:cubicBezTo>
                          <a:pt x="49" y="25"/>
                          <a:pt x="49" y="27"/>
                          <a:pt x="49" y="31"/>
                        </a:cubicBezTo>
                        <a:cubicBezTo>
                          <a:pt x="49" y="36"/>
                          <a:pt x="48" y="40"/>
                          <a:pt x="44" y="44"/>
                        </a:cubicBezTo>
                        <a:cubicBezTo>
                          <a:pt x="40" y="48"/>
                          <a:pt x="36" y="49"/>
                          <a:pt x="31" y="49"/>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64" name="Freeform 307">
                    <a:extLst>
                      <a:ext uri="{FF2B5EF4-FFF2-40B4-BE49-F238E27FC236}">
                        <a16:creationId xmlns:a16="http://schemas.microsoft.com/office/drawing/2014/main" id="{459B5972-690A-4F2D-91F9-9E559B16E219}"/>
                      </a:ext>
                    </a:extLst>
                  </p:cNvPr>
                  <p:cNvSpPr>
                    <a:spLocks noEditPoints="1"/>
                  </p:cNvSpPr>
                  <p:nvPr/>
                </p:nvSpPr>
                <p:spPr bwMode="auto">
                  <a:xfrm>
                    <a:off x="5749956" y="4161007"/>
                    <a:ext cx="58768" cy="58768"/>
                  </a:xfrm>
                  <a:custGeom>
                    <a:avLst/>
                    <a:gdLst>
                      <a:gd name="T0" fmla="*/ 2147483646 w 61"/>
                      <a:gd name="T1" fmla="*/ 2147483646 h 61"/>
                      <a:gd name="T2" fmla="*/ 2147483646 w 61"/>
                      <a:gd name="T3" fmla="*/ 2147483646 h 61"/>
                      <a:gd name="T4" fmla="*/ 2147483646 w 61"/>
                      <a:gd name="T5" fmla="*/ 2147483646 h 61"/>
                      <a:gd name="T6" fmla="*/ 0 w 61"/>
                      <a:gd name="T7" fmla="*/ 2147483646 h 61"/>
                      <a:gd name="T8" fmla="*/ 2147483646 w 61"/>
                      <a:gd name="T9" fmla="*/ 2147483646 h 61"/>
                      <a:gd name="T10" fmla="*/ 2147483646 w 61"/>
                      <a:gd name="T11" fmla="*/ 2147483646 h 61"/>
                      <a:gd name="T12" fmla="*/ 2147483646 w 61"/>
                      <a:gd name="T13" fmla="*/ 2147483646 h 61"/>
                      <a:gd name="T14" fmla="*/ 2147483646 w 61"/>
                      <a:gd name="T15" fmla="*/ 2147483646 h 61"/>
                      <a:gd name="T16" fmla="*/ 2147483646 w 61"/>
                      <a:gd name="T17" fmla="*/ 2147483646 h 61"/>
                      <a:gd name="T18" fmla="*/ 2147483646 w 61"/>
                      <a:gd name="T19" fmla="*/ 2147483646 h 61"/>
                      <a:gd name="T20" fmla="*/ 2147483646 w 61"/>
                      <a:gd name="T21" fmla="*/ 2147483646 h 61"/>
                      <a:gd name="T22" fmla="*/ 2147483646 w 61"/>
                      <a:gd name="T23" fmla="*/ 2147483646 h 61"/>
                      <a:gd name="T24" fmla="*/ 2147483646 w 61"/>
                      <a:gd name="T25" fmla="*/ 2147483646 h 61"/>
                      <a:gd name="T26" fmla="*/ 2147483646 w 61"/>
                      <a:gd name="T27" fmla="*/ 2147483646 h 61"/>
                      <a:gd name="T28" fmla="*/ 2147483646 w 61"/>
                      <a:gd name="T29" fmla="*/ 2147483646 h 61"/>
                      <a:gd name="T30" fmla="*/ 2147483646 w 61"/>
                      <a:gd name="T31" fmla="*/ 2147483646 h 61"/>
                      <a:gd name="T32" fmla="*/ 2147483646 w 61"/>
                      <a:gd name="T33" fmla="*/ 2147483646 h 61"/>
                      <a:gd name="T34" fmla="*/ 2147483646 w 61"/>
                      <a:gd name="T35" fmla="*/ 2147483646 h 61"/>
                      <a:gd name="T36" fmla="*/ 2147483646 w 61"/>
                      <a:gd name="T37" fmla="*/ 2147483646 h 61"/>
                      <a:gd name="T38" fmla="*/ 2147483646 w 61"/>
                      <a:gd name="T39" fmla="*/ 2147483646 h 61"/>
                      <a:gd name="T40" fmla="*/ 2147483646 w 61"/>
                      <a:gd name="T41" fmla="*/ 2147483646 h 61"/>
                      <a:gd name="T42" fmla="*/ 2147483646 w 61"/>
                      <a:gd name="T43" fmla="*/ 2147483646 h 61"/>
                      <a:gd name="T44" fmla="*/ 2147483646 w 61"/>
                      <a:gd name="T45" fmla="*/ 2147483646 h 61"/>
                      <a:gd name="T46" fmla="*/ 2147483646 w 61"/>
                      <a:gd name="T47" fmla="*/ 2147483646 h 61"/>
                      <a:gd name="T48" fmla="*/ 2147483646 w 61"/>
                      <a:gd name="T49" fmla="*/ 2147483646 h 61"/>
                      <a:gd name="T50" fmla="*/ 2147483646 w 61"/>
                      <a:gd name="T51" fmla="*/ 0 h 61"/>
                      <a:gd name="T52" fmla="*/ 2147483646 w 61"/>
                      <a:gd name="T53" fmla="*/ 2147483646 h 61"/>
                      <a:gd name="T54" fmla="*/ 2147483646 w 61"/>
                      <a:gd name="T55" fmla="*/ 2147483646 h 61"/>
                      <a:gd name="T56" fmla="*/ 2147483646 w 61"/>
                      <a:gd name="T57" fmla="*/ 2147483646 h 61"/>
                      <a:gd name="T58" fmla="*/ 2147483646 w 61"/>
                      <a:gd name="T59" fmla="*/ 0 h 61"/>
                      <a:gd name="T60" fmla="*/ 2147483646 w 61"/>
                      <a:gd name="T61" fmla="*/ 2147483646 h 61"/>
                      <a:gd name="T62" fmla="*/ 0 w 61"/>
                      <a:gd name="T63" fmla="*/ 2147483646 h 61"/>
                      <a:gd name="T64" fmla="*/ 2147483646 w 61"/>
                      <a:gd name="T65" fmla="*/ 2147483646 h 61"/>
                      <a:gd name="T66" fmla="*/ 2147483646 w 61"/>
                      <a:gd name="T67" fmla="*/ 2147483646 h 61"/>
                      <a:gd name="T68" fmla="*/ 2147483646 w 61"/>
                      <a:gd name="T69" fmla="*/ 2147483646 h 61"/>
                      <a:gd name="T70" fmla="*/ 2147483646 w 61"/>
                      <a:gd name="T71" fmla="*/ 2147483646 h 61"/>
                      <a:gd name="T72" fmla="*/ 2147483646 w 61"/>
                      <a:gd name="T73" fmla="*/ 2147483646 h 61"/>
                      <a:gd name="T74" fmla="*/ 2147483646 w 61"/>
                      <a:gd name="T75" fmla="*/ 2147483646 h 61"/>
                      <a:gd name="T76" fmla="*/ 2147483646 w 61"/>
                      <a:gd name="T77" fmla="*/ 2147483646 h 61"/>
                      <a:gd name="T78" fmla="*/ 2147483646 w 61"/>
                      <a:gd name="T79" fmla="*/ 2147483646 h 61"/>
                      <a:gd name="T80" fmla="*/ 2147483646 w 61"/>
                      <a:gd name="T81" fmla="*/ 2147483646 h 61"/>
                      <a:gd name="T82" fmla="*/ 2147483646 w 61"/>
                      <a:gd name="T83" fmla="*/ 2147483646 h 61"/>
                      <a:gd name="T84" fmla="*/ 2147483646 w 61"/>
                      <a:gd name="T85" fmla="*/ 2147483646 h 61"/>
                      <a:gd name="T86" fmla="*/ 2147483646 w 61"/>
                      <a:gd name="T87" fmla="*/ 2147483646 h 61"/>
                      <a:gd name="T88" fmla="*/ 2147483646 w 61"/>
                      <a:gd name="T89" fmla="*/ 2147483646 h 61"/>
                      <a:gd name="T90" fmla="*/ 2147483646 w 61"/>
                      <a:gd name="T91" fmla="*/ 2147483646 h 61"/>
                      <a:gd name="T92" fmla="*/ 2147483646 w 61"/>
                      <a:gd name="T93" fmla="*/ 2147483646 h 6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61" h="61">
                        <a:moveTo>
                          <a:pt x="2" y="40"/>
                        </a:moveTo>
                        <a:cubicBezTo>
                          <a:pt x="3" y="43"/>
                          <a:pt x="4" y="45"/>
                          <a:pt x="6" y="47"/>
                        </a:cubicBezTo>
                        <a:cubicBezTo>
                          <a:pt x="2" y="51"/>
                          <a:pt x="2" y="51"/>
                          <a:pt x="2" y="51"/>
                        </a:cubicBezTo>
                        <a:cubicBezTo>
                          <a:pt x="1" y="52"/>
                          <a:pt x="0" y="54"/>
                          <a:pt x="0" y="55"/>
                        </a:cubicBezTo>
                        <a:cubicBezTo>
                          <a:pt x="0" y="56"/>
                          <a:pt x="0" y="57"/>
                          <a:pt x="1" y="57"/>
                        </a:cubicBezTo>
                        <a:cubicBezTo>
                          <a:pt x="1" y="58"/>
                          <a:pt x="1" y="59"/>
                          <a:pt x="2" y="59"/>
                        </a:cubicBezTo>
                        <a:cubicBezTo>
                          <a:pt x="3" y="60"/>
                          <a:pt x="3" y="60"/>
                          <a:pt x="4" y="60"/>
                        </a:cubicBezTo>
                        <a:cubicBezTo>
                          <a:pt x="4" y="60"/>
                          <a:pt x="4" y="60"/>
                          <a:pt x="4" y="60"/>
                        </a:cubicBezTo>
                        <a:cubicBezTo>
                          <a:pt x="5" y="61"/>
                          <a:pt x="5" y="61"/>
                          <a:pt x="6" y="61"/>
                        </a:cubicBezTo>
                        <a:cubicBezTo>
                          <a:pt x="8" y="61"/>
                          <a:pt x="9" y="60"/>
                          <a:pt x="10" y="59"/>
                        </a:cubicBezTo>
                        <a:cubicBezTo>
                          <a:pt x="10" y="59"/>
                          <a:pt x="10" y="59"/>
                          <a:pt x="10" y="59"/>
                        </a:cubicBezTo>
                        <a:cubicBezTo>
                          <a:pt x="14" y="56"/>
                          <a:pt x="14" y="56"/>
                          <a:pt x="14" y="56"/>
                        </a:cubicBezTo>
                        <a:cubicBezTo>
                          <a:pt x="16" y="57"/>
                          <a:pt x="18" y="58"/>
                          <a:pt x="21" y="59"/>
                        </a:cubicBezTo>
                        <a:cubicBezTo>
                          <a:pt x="24" y="60"/>
                          <a:pt x="27" y="61"/>
                          <a:pt x="31" y="61"/>
                        </a:cubicBezTo>
                        <a:cubicBezTo>
                          <a:pt x="39" y="61"/>
                          <a:pt x="46" y="58"/>
                          <a:pt x="52" y="52"/>
                        </a:cubicBezTo>
                        <a:cubicBezTo>
                          <a:pt x="58" y="46"/>
                          <a:pt x="61" y="39"/>
                          <a:pt x="61" y="31"/>
                        </a:cubicBezTo>
                        <a:cubicBezTo>
                          <a:pt x="61" y="27"/>
                          <a:pt x="61" y="24"/>
                          <a:pt x="60" y="21"/>
                        </a:cubicBezTo>
                        <a:cubicBezTo>
                          <a:pt x="59" y="18"/>
                          <a:pt x="57" y="16"/>
                          <a:pt x="56" y="14"/>
                        </a:cubicBezTo>
                        <a:cubicBezTo>
                          <a:pt x="60" y="10"/>
                          <a:pt x="60" y="10"/>
                          <a:pt x="60" y="10"/>
                        </a:cubicBezTo>
                        <a:cubicBezTo>
                          <a:pt x="60" y="10"/>
                          <a:pt x="60" y="10"/>
                          <a:pt x="60" y="10"/>
                        </a:cubicBezTo>
                        <a:cubicBezTo>
                          <a:pt x="61" y="9"/>
                          <a:pt x="61" y="7"/>
                          <a:pt x="61" y="6"/>
                        </a:cubicBezTo>
                        <a:cubicBezTo>
                          <a:pt x="61" y="5"/>
                          <a:pt x="61" y="4"/>
                          <a:pt x="61" y="4"/>
                        </a:cubicBezTo>
                        <a:cubicBezTo>
                          <a:pt x="61" y="4"/>
                          <a:pt x="61" y="4"/>
                          <a:pt x="61" y="4"/>
                        </a:cubicBezTo>
                        <a:cubicBezTo>
                          <a:pt x="60" y="3"/>
                          <a:pt x="60" y="2"/>
                          <a:pt x="59" y="2"/>
                        </a:cubicBezTo>
                        <a:cubicBezTo>
                          <a:pt x="59" y="1"/>
                          <a:pt x="58" y="1"/>
                          <a:pt x="58" y="1"/>
                        </a:cubicBezTo>
                        <a:cubicBezTo>
                          <a:pt x="57" y="0"/>
                          <a:pt x="56" y="0"/>
                          <a:pt x="55" y="0"/>
                        </a:cubicBezTo>
                        <a:cubicBezTo>
                          <a:pt x="54" y="0"/>
                          <a:pt x="52" y="1"/>
                          <a:pt x="51" y="2"/>
                        </a:cubicBezTo>
                        <a:cubicBezTo>
                          <a:pt x="48" y="5"/>
                          <a:pt x="48" y="5"/>
                          <a:pt x="48" y="5"/>
                        </a:cubicBezTo>
                        <a:cubicBezTo>
                          <a:pt x="45" y="4"/>
                          <a:pt x="43" y="3"/>
                          <a:pt x="41" y="2"/>
                        </a:cubicBezTo>
                        <a:cubicBezTo>
                          <a:pt x="37" y="1"/>
                          <a:pt x="34" y="0"/>
                          <a:pt x="31" y="0"/>
                        </a:cubicBezTo>
                        <a:cubicBezTo>
                          <a:pt x="22" y="0"/>
                          <a:pt x="15" y="3"/>
                          <a:pt x="9" y="9"/>
                        </a:cubicBezTo>
                        <a:cubicBezTo>
                          <a:pt x="3" y="15"/>
                          <a:pt x="0" y="22"/>
                          <a:pt x="0" y="31"/>
                        </a:cubicBezTo>
                        <a:cubicBezTo>
                          <a:pt x="0" y="34"/>
                          <a:pt x="1" y="37"/>
                          <a:pt x="2" y="40"/>
                        </a:cubicBezTo>
                        <a:close/>
                        <a:moveTo>
                          <a:pt x="31" y="49"/>
                        </a:moveTo>
                        <a:cubicBezTo>
                          <a:pt x="27" y="49"/>
                          <a:pt x="25" y="49"/>
                          <a:pt x="22" y="47"/>
                        </a:cubicBezTo>
                        <a:cubicBezTo>
                          <a:pt x="47" y="22"/>
                          <a:pt x="47" y="22"/>
                          <a:pt x="47" y="22"/>
                        </a:cubicBezTo>
                        <a:cubicBezTo>
                          <a:pt x="49" y="25"/>
                          <a:pt x="50" y="27"/>
                          <a:pt x="50" y="31"/>
                        </a:cubicBezTo>
                        <a:cubicBezTo>
                          <a:pt x="50" y="36"/>
                          <a:pt x="48" y="40"/>
                          <a:pt x="44" y="44"/>
                        </a:cubicBezTo>
                        <a:cubicBezTo>
                          <a:pt x="40" y="48"/>
                          <a:pt x="36" y="49"/>
                          <a:pt x="31" y="49"/>
                        </a:cubicBezTo>
                        <a:close/>
                        <a:moveTo>
                          <a:pt x="23" y="13"/>
                        </a:moveTo>
                        <a:cubicBezTo>
                          <a:pt x="26" y="12"/>
                          <a:pt x="28" y="12"/>
                          <a:pt x="31" y="12"/>
                        </a:cubicBezTo>
                        <a:cubicBezTo>
                          <a:pt x="34" y="12"/>
                          <a:pt x="37" y="12"/>
                          <a:pt x="39" y="14"/>
                        </a:cubicBezTo>
                        <a:cubicBezTo>
                          <a:pt x="14" y="39"/>
                          <a:pt x="14" y="39"/>
                          <a:pt x="14" y="39"/>
                        </a:cubicBezTo>
                        <a:cubicBezTo>
                          <a:pt x="13" y="37"/>
                          <a:pt x="12" y="34"/>
                          <a:pt x="12" y="31"/>
                        </a:cubicBezTo>
                        <a:cubicBezTo>
                          <a:pt x="12" y="28"/>
                          <a:pt x="12" y="25"/>
                          <a:pt x="13" y="23"/>
                        </a:cubicBezTo>
                        <a:cubicBezTo>
                          <a:pt x="14" y="21"/>
                          <a:pt x="15" y="19"/>
                          <a:pt x="17" y="17"/>
                        </a:cubicBezTo>
                        <a:cubicBezTo>
                          <a:pt x="19" y="15"/>
                          <a:pt x="21" y="14"/>
                          <a:pt x="23" y="13"/>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65" name="Rectangle 308">
                    <a:extLst>
                      <a:ext uri="{FF2B5EF4-FFF2-40B4-BE49-F238E27FC236}">
                        <a16:creationId xmlns:a16="http://schemas.microsoft.com/office/drawing/2014/main" id="{DBF251E2-F415-406A-BFC1-77167A703830}"/>
                      </a:ext>
                    </a:extLst>
                  </p:cNvPr>
                  <p:cNvSpPr>
                    <a:spLocks noChangeArrowheads="1"/>
                  </p:cNvSpPr>
                  <p:nvPr/>
                </p:nvSpPr>
                <p:spPr bwMode="auto">
                  <a:xfrm>
                    <a:off x="5805833" y="4161970"/>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66" name="Rectangle 309">
                    <a:extLst>
                      <a:ext uri="{FF2B5EF4-FFF2-40B4-BE49-F238E27FC236}">
                        <a16:creationId xmlns:a16="http://schemas.microsoft.com/office/drawing/2014/main" id="{10510BE9-D25D-4FF4-8B3D-E64398DCB002}"/>
                      </a:ext>
                    </a:extLst>
                  </p:cNvPr>
                  <p:cNvSpPr>
                    <a:spLocks noChangeArrowheads="1"/>
                  </p:cNvSpPr>
                  <p:nvPr/>
                </p:nvSpPr>
                <p:spPr bwMode="auto">
                  <a:xfrm>
                    <a:off x="5751883" y="4217848"/>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67" name="Freeform 310">
                    <a:extLst>
                      <a:ext uri="{FF2B5EF4-FFF2-40B4-BE49-F238E27FC236}">
                        <a16:creationId xmlns:a16="http://schemas.microsoft.com/office/drawing/2014/main" id="{F3A6AE08-4971-4C6F-9735-A1A2780B06E8}"/>
                      </a:ext>
                    </a:extLst>
                  </p:cNvPr>
                  <p:cNvSpPr>
                    <a:spLocks noEditPoints="1"/>
                  </p:cNvSpPr>
                  <p:nvPr/>
                </p:nvSpPr>
                <p:spPr bwMode="auto">
                  <a:xfrm>
                    <a:off x="4546667" y="4314188"/>
                    <a:ext cx="57804" cy="58768"/>
                  </a:xfrm>
                  <a:custGeom>
                    <a:avLst/>
                    <a:gdLst>
                      <a:gd name="T0" fmla="*/ 2147483646 w 61"/>
                      <a:gd name="T1" fmla="*/ 0 h 61"/>
                      <a:gd name="T2" fmla="*/ 2147483646 w 61"/>
                      <a:gd name="T3" fmla="*/ 2147483646 h 61"/>
                      <a:gd name="T4" fmla="*/ 2147483646 w 61"/>
                      <a:gd name="T5" fmla="*/ 2147483646 h 61"/>
                      <a:gd name="T6" fmla="*/ 2147483646 w 61"/>
                      <a:gd name="T7" fmla="*/ 2147483646 h 61"/>
                      <a:gd name="T8" fmla="*/ 2147483646 w 61"/>
                      <a:gd name="T9" fmla="*/ 0 h 61"/>
                      <a:gd name="T10" fmla="*/ 2147483646 w 61"/>
                      <a:gd name="T11" fmla="*/ 2147483646 h 61"/>
                      <a:gd name="T12" fmla="*/ 0 w 61"/>
                      <a:gd name="T13" fmla="*/ 2147483646 h 61"/>
                      <a:gd name="T14" fmla="*/ 2147483646 w 61"/>
                      <a:gd name="T15" fmla="*/ 2147483646 h 61"/>
                      <a:gd name="T16" fmla="*/ 2147483646 w 61"/>
                      <a:gd name="T17" fmla="*/ 2147483646 h 61"/>
                      <a:gd name="T18" fmla="*/ 2147483646 w 61"/>
                      <a:gd name="T19" fmla="*/ 2147483646 h 61"/>
                      <a:gd name="T20" fmla="*/ 0 w 61"/>
                      <a:gd name="T21" fmla="*/ 2147483646 h 61"/>
                      <a:gd name="T22" fmla="*/ 2147483646 w 61"/>
                      <a:gd name="T23" fmla="*/ 2147483646 h 61"/>
                      <a:gd name="T24" fmla="*/ 2147483646 w 61"/>
                      <a:gd name="T25" fmla="*/ 2147483646 h 61"/>
                      <a:gd name="T26" fmla="*/ 2147483646 w 61"/>
                      <a:gd name="T27" fmla="*/ 2147483646 h 61"/>
                      <a:gd name="T28" fmla="*/ 2147483646 w 61"/>
                      <a:gd name="T29" fmla="*/ 2147483646 h 61"/>
                      <a:gd name="T30" fmla="*/ 2147483646 w 61"/>
                      <a:gd name="T31" fmla="*/ 2147483646 h 61"/>
                      <a:gd name="T32" fmla="*/ 2147483646 w 61"/>
                      <a:gd name="T33" fmla="*/ 2147483646 h 61"/>
                      <a:gd name="T34" fmla="*/ 2147483646 w 61"/>
                      <a:gd name="T35" fmla="*/ 2147483646 h 61"/>
                      <a:gd name="T36" fmla="*/ 2147483646 w 61"/>
                      <a:gd name="T37" fmla="*/ 2147483646 h 61"/>
                      <a:gd name="T38" fmla="*/ 2147483646 w 61"/>
                      <a:gd name="T39" fmla="*/ 2147483646 h 61"/>
                      <a:gd name="T40" fmla="*/ 2147483646 w 61"/>
                      <a:gd name="T41" fmla="*/ 2147483646 h 61"/>
                      <a:gd name="T42" fmla="*/ 2147483646 w 61"/>
                      <a:gd name="T43" fmla="*/ 2147483646 h 61"/>
                      <a:gd name="T44" fmla="*/ 2147483646 w 61"/>
                      <a:gd name="T45" fmla="*/ 2147483646 h 61"/>
                      <a:gd name="T46" fmla="*/ 2147483646 w 61"/>
                      <a:gd name="T47" fmla="*/ 2147483646 h 61"/>
                      <a:gd name="T48" fmla="*/ 2147483646 w 61"/>
                      <a:gd name="T49" fmla="*/ 2147483646 h 61"/>
                      <a:gd name="T50" fmla="*/ 2147483646 w 61"/>
                      <a:gd name="T51" fmla="*/ 2147483646 h 61"/>
                      <a:gd name="T52" fmla="*/ 2147483646 w 61"/>
                      <a:gd name="T53" fmla="*/ 2147483646 h 61"/>
                      <a:gd name="T54" fmla="*/ 2147483646 w 61"/>
                      <a:gd name="T55" fmla="*/ 2147483646 h 61"/>
                      <a:gd name="T56" fmla="*/ 2147483646 w 61"/>
                      <a:gd name="T57" fmla="*/ 2147483646 h 61"/>
                      <a:gd name="T58" fmla="*/ 2147483646 w 61"/>
                      <a:gd name="T59" fmla="*/ 2147483646 h 61"/>
                      <a:gd name="T60" fmla="*/ 2147483646 w 61"/>
                      <a:gd name="T61" fmla="*/ 2147483646 h 61"/>
                      <a:gd name="T62" fmla="*/ 2147483646 w 61"/>
                      <a:gd name="T63" fmla="*/ 2147483646 h 61"/>
                      <a:gd name="T64" fmla="*/ 2147483646 w 61"/>
                      <a:gd name="T65" fmla="*/ 2147483646 h 61"/>
                      <a:gd name="T66" fmla="*/ 2147483646 w 61"/>
                      <a:gd name="T67" fmla="*/ 0 h 61"/>
                      <a:gd name="T68" fmla="*/ 2147483646 w 61"/>
                      <a:gd name="T69" fmla="*/ 2147483646 h 61"/>
                      <a:gd name="T70" fmla="*/ 2147483646 w 61"/>
                      <a:gd name="T71" fmla="*/ 2147483646 h 61"/>
                      <a:gd name="T72" fmla="*/ 2147483646 w 61"/>
                      <a:gd name="T73" fmla="*/ 2147483646 h 61"/>
                      <a:gd name="T74" fmla="*/ 2147483646 w 61"/>
                      <a:gd name="T75" fmla="*/ 2147483646 h 61"/>
                      <a:gd name="T76" fmla="*/ 2147483646 w 61"/>
                      <a:gd name="T77" fmla="*/ 2147483646 h 61"/>
                      <a:gd name="T78" fmla="*/ 2147483646 w 61"/>
                      <a:gd name="T79" fmla="*/ 2147483646 h 61"/>
                      <a:gd name="T80" fmla="*/ 2147483646 w 61"/>
                      <a:gd name="T81" fmla="*/ 2147483646 h 61"/>
                      <a:gd name="T82" fmla="*/ 2147483646 w 61"/>
                      <a:gd name="T83" fmla="*/ 2147483646 h 61"/>
                      <a:gd name="T84" fmla="*/ 2147483646 w 61"/>
                      <a:gd name="T85" fmla="*/ 2147483646 h 61"/>
                      <a:gd name="T86" fmla="*/ 2147483646 w 61"/>
                      <a:gd name="T87" fmla="*/ 2147483646 h 61"/>
                      <a:gd name="T88" fmla="*/ 2147483646 w 61"/>
                      <a:gd name="T89" fmla="*/ 2147483646 h 61"/>
                      <a:gd name="T90" fmla="*/ 2147483646 w 61"/>
                      <a:gd name="T91" fmla="*/ 2147483646 h 61"/>
                      <a:gd name="T92" fmla="*/ 2147483646 w 61"/>
                      <a:gd name="T93" fmla="*/ 2147483646 h 61"/>
                      <a:gd name="T94" fmla="*/ 2147483646 w 61"/>
                      <a:gd name="T95" fmla="*/ 2147483646 h 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1" h="61">
                        <a:moveTo>
                          <a:pt x="55" y="0"/>
                        </a:moveTo>
                        <a:cubicBezTo>
                          <a:pt x="54" y="0"/>
                          <a:pt x="52" y="1"/>
                          <a:pt x="51" y="2"/>
                        </a:cubicBezTo>
                        <a:cubicBezTo>
                          <a:pt x="48" y="5"/>
                          <a:pt x="48" y="5"/>
                          <a:pt x="48" y="5"/>
                        </a:cubicBezTo>
                        <a:cubicBezTo>
                          <a:pt x="45" y="4"/>
                          <a:pt x="43" y="3"/>
                          <a:pt x="40" y="2"/>
                        </a:cubicBezTo>
                        <a:cubicBezTo>
                          <a:pt x="37" y="1"/>
                          <a:pt x="34" y="0"/>
                          <a:pt x="31" y="0"/>
                        </a:cubicBezTo>
                        <a:cubicBezTo>
                          <a:pt x="22" y="0"/>
                          <a:pt x="15" y="3"/>
                          <a:pt x="9" y="9"/>
                        </a:cubicBezTo>
                        <a:cubicBezTo>
                          <a:pt x="3" y="15"/>
                          <a:pt x="0" y="22"/>
                          <a:pt x="0" y="31"/>
                        </a:cubicBezTo>
                        <a:cubicBezTo>
                          <a:pt x="0" y="34"/>
                          <a:pt x="1" y="37"/>
                          <a:pt x="2" y="40"/>
                        </a:cubicBezTo>
                        <a:cubicBezTo>
                          <a:pt x="3" y="43"/>
                          <a:pt x="4" y="45"/>
                          <a:pt x="5" y="47"/>
                        </a:cubicBezTo>
                        <a:cubicBezTo>
                          <a:pt x="2" y="51"/>
                          <a:pt x="2" y="51"/>
                          <a:pt x="2" y="51"/>
                        </a:cubicBezTo>
                        <a:cubicBezTo>
                          <a:pt x="1" y="52"/>
                          <a:pt x="0" y="54"/>
                          <a:pt x="0" y="55"/>
                        </a:cubicBezTo>
                        <a:cubicBezTo>
                          <a:pt x="0" y="56"/>
                          <a:pt x="0" y="57"/>
                          <a:pt x="1" y="57"/>
                        </a:cubicBezTo>
                        <a:cubicBezTo>
                          <a:pt x="1" y="58"/>
                          <a:pt x="1" y="59"/>
                          <a:pt x="2" y="59"/>
                        </a:cubicBezTo>
                        <a:cubicBezTo>
                          <a:pt x="2" y="60"/>
                          <a:pt x="3" y="60"/>
                          <a:pt x="4" y="60"/>
                        </a:cubicBezTo>
                        <a:cubicBezTo>
                          <a:pt x="4" y="60"/>
                          <a:pt x="4" y="60"/>
                          <a:pt x="4" y="60"/>
                        </a:cubicBezTo>
                        <a:cubicBezTo>
                          <a:pt x="4" y="61"/>
                          <a:pt x="5" y="61"/>
                          <a:pt x="6" y="61"/>
                        </a:cubicBezTo>
                        <a:cubicBezTo>
                          <a:pt x="7" y="61"/>
                          <a:pt x="9" y="60"/>
                          <a:pt x="10" y="59"/>
                        </a:cubicBezTo>
                        <a:cubicBezTo>
                          <a:pt x="10" y="59"/>
                          <a:pt x="10" y="59"/>
                          <a:pt x="10" y="59"/>
                        </a:cubicBezTo>
                        <a:cubicBezTo>
                          <a:pt x="14" y="56"/>
                          <a:pt x="14" y="56"/>
                          <a:pt x="14" y="56"/>
                        </a:cubicBezTo>
                        <a:cubicBezTo>
                          <a:pt x="16" y="57"/>
                          <a:pt x="18" y="59"/>
                          <a:pt x="21" y="59"/>
                        </a:cubicBezTo>
                        <a:cubicBezTo>
                          <a:pt x="24" y="60"/>
                          <a:pt x="27" y="61"/>
                          <a:pt x="31" y="61"/>
                        </a:cubicBezTo>
                        <a:cubicBezTo>
                          <a:pt x="39" y="61"/>
                          <a:pt x="46" y="58"/>
                          <a:pt x="52" y="52"/>
                        </a:cubicBezTo>
                        <a:cubicBezTo>
                          <a:pt x="58" y="46"/>
                          <a:pt x="61" y="39"/>
                          <a:pt x="61" y="31"/>
                        </a:cubicBezTo>
                        <a:cubicBezTo>
                          <a:pt x="61" y="27"/>
                          <a:pt x="60" y="24"/>
                          <a:pt x="59" y="21"/>
                        </a:cubicBezTo>
                        <a:cubicBezTo>
                          <a:pt x="59" y="18"/>
                          <a:pt x="57" y="16"/>
                          <a:pt x="56" y="14"/>
                        </a:cubicBezTo>
                        <a:cubicBezTo>
                          <a:pt x="60" y="10"/>
                          <a:pt x="60" y="10"/>
                          <a:pt x="60" y="10"/>
                        </a:cubicBezTo>
                        <a:cubicBezTo>
                          <a:pt x="60" y="10"/>
                          <a:pt x="60" y="10"/>
                          <a:pt x="60" y="10"/>
                        </a:cubicBezTo>
                        <a:cubicBezTo>
                          <a:pt x="60" y="9"/>
                          <a:pt x="61" y="7"/>
                          <a:pt x="61" y="6"/>
                        </a:cubicBezTo>
                        <a:cubicBezTo>
                          <a:pt x="61" y="5"/>
                          <a:pt x="61" y="4"/>
                          <a:pt x="60" y="4"/>
                        </a:cubicBezTo>
                        <a:cubicBezTo>
                          <a:pt x="60" y="4"/>
                          <a:pt x="60" y="4"/>
                          <a:pt x="60" y="4"/>
                        </a:cubicBezTo>
                        <a:cubicBezTo>
                          <a:pt x="60" y="3"/>
                          <a:pt x="60" y="2"/>
                          <a:pt x="59" y="2"/>
                        </a:cubicBezTo>
                        <a:cubicBezTo>
                          <a:pt x="59" y="1"/>
                          <a:pt x="58" y="1"/>
                          <a:pt x="57" y="1"/>
                        </a:cubicBezTo>
                        <a:cubicBezTo>
                          <a:pt x="57" y="1"/>
                          <a:pt x="57" y="1"/>
                          <a:pt x="57" y="1"/>
                        </a:cubicBezTo>
                        <a:cubicBezTo>
                          <a:pt x="57" y="0"/>
                          <a:pt x="56" y="0"/>
                          <a:pt x="55" y="0"/>
                        </a:cubicBezTo>
                        <a:close/>
                        <a:moveTo>
                          <a:pt x="23" y="13"/>
                        </a:moveTo>
                        <a:cubicBezTo>
                          <a:pt x="25" y="12"/>
                          <a:pt x="28" y="12"/>
                          <a:pt x="31" y="12"/>
                        </a:cubicBezTo>
                        <a:cubicBezTo>
                          <a:pt x="34" y="12"/>
                          <a:pt x="37" y="12"/>
                          <a:pt x="39" y="14"/>
                        </a:cubicBezTo>
                        <a:cubicBezTo>
                          <a:pt x="14" y="39"/>
                          <a:pt x="14" y="39"/>
                          <a:pt x="14" y="39"/>
                        </a:cubicBezTo>
                        <a:cubicBezTo>
                          <a:pt x="12" y="37"/>
                          <a:pt x="12" y="34"/>
                          <a:pt x="12" y="31"/>
                        </a:cubicBezTo>
                        <a:cubicBezTo>
                          <a:pt x="12" y="28"/>
                          <a:pt x="12" y="25"/>
                          <a:pt x="13" y="23"/>
                        </a:cubicBezTo>
                        <a:cubicBezTo>
                          <a:pt x="14" y="21"/>
                          <a:pt x="15" y="19"/>
                          <a:pt x="17" y="17"/>
                        </a:cubicBezTo>
                        <a:cubicBezTo>
                          <a:pt x="19" y="15"/>
                          <a:pt x="21" y="14"/>
                          <a:pt x="23" y="13"/>
                        </a:cubicBezTo>
                        <a:close/>
                        <a:moveTo>
                          <a:pt x="31" y="49"/>
                        </a:moveTo>
                        <a:cubicBezTo>
                          <a:pt x="27" y="49"/>
                          <a:pt x="25" y="49"/>
                          <a:pt x="22" y="47"/>
                        </a:cubicBezTo>
                        <a:cubicBezTo>
                          <a:pt x="47" y="22"/>
                          <a:pt x="47" y="22"/>
                          <a:pt x="47" y="22"/>
                        </a:cubicBezTo>
                        <a:cubicBezTo>
                          <a:pt x="49" y="25"/>
                          <a:pt x="49" y="27"/>
                          <a:pt x="49" y="31"/>
                        </a:cubicBezTo>
                        <a:cubicBezTo>
                          <a:pt x="49" y="36"/>
                          <a:pt x="48" y="40"/>
                          <a:pt x="44" y="44"/>
                        </a:cubicBezTo>
                        <a:cubicBezTo>
                          <a:pt x="40" y="48"/>
                          <a:pt x="36" y="49"/>
                          <a:pt x="31" y="49"/>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68" name="Freeform 311">
                    <a:extLst>
                      <a:ext uri="{FF2B5EF4-FFF2-40B4-BE49-F238E27FC236}">
                        <a16:creationId xmlns:a16="http://schemas.microsoft.com/office/drawing/2014/main" id="{6DD967C2-D814-4DD2-B5A8-F2C9DD74F8E8}"/>
                      </a:ext>
                    </a:extLst>
                  </p:cNvPr>
                  <p:cNvSpPr>
                    <a:spLocks/>
                  </p:cNvSpPr>
                  <p:nvPr/>
                </p:nvSpPr>
                <p:spPr bwMode="auto">
                  <a:xfrm>
                    <a:off x="4548594" y="4371028"/>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69" name="Rectangle 312">
                    <a:extLst>
                      <a:ext uri="{FF2B5EF4-FFF2-40B4-BE49-F238E27FC236}">
                        <a16:creationId xmlns:a16="http://schemas.microsoft.com/office/drawing/2014/main" id="{7D1D4B9B-41B8-41F9-93C8-8E99982B666B}"/>
                      </a:ext>
                    </a:extLst>
                  </p:cNvPr>
                  <p:cNvSpPr>
                    <a:spLocks noChangeArrowheads="1"/>
                  </p:cNvSpPr>
                  <p:nvPr/>
                </p:nvSpPr>
                <p:spPr bwMode="auto">
                  <a:xfrm>
                    <a:off x="5384827" y="5795900"/>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70" name="Freeform 313">
                    <a:extLst>
                      <a:ext uri="{FF2B5EF4-FFF2-40B4-BE49-F238E27FC236}">
                        <a16:creationId xmlns:a16="http://schemas.microsoft.com/office/drawing/2014/main" id="{383BE456-AAB1-477B-A6C7-A9B9863FF94C}"/>
                      </a:ext>
                    </a:extLst>
                  </p:cNvPr>
                  <p:cNvSpPr>
                    <a:spLocks/>
                  </p:cNvSpPr>
                  <p:nvPr/>
                </p:nvSpPr>
                <p:spPr bwMode="auto">
                  <a:xfrm>
                    <a:off x="5385790" y="5722682"/>
                    <a:ext cx="963" cy="0"/>
                  </a:xfrm>
                  <a:custGeom>
                    <a:avLst/>
                    <a:gdLst>
                      <a:gd name="T0" fmla="*/ 0 w 1"/>
                      <a:gd name="T1" fmla="*/ 0 w 1"/>
                      <a:gd name="T2" fmla="*/ 2147483646 w 1"/>
                      <a:gd name="T3" fmla="*/ 0 w 1"/>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
                        <a:moveTo>
                          <a:pt x="0" y="0"/>
                        </a:moveTo>
                        <a:cubicBezTo>
                          <a:pt x="0" y="0"/>
                          <a:pt x="0" y="0"/>
                          <a:pt x="0" y="0"/>
                        </a:cubicBezTo>
                        <a:cubicBezTo>
                          <a:pt x="1" y="0"/>
                          <a:pt x="1" y="0"/>
                          <a:pt x="1" y="0"/>
                        </a:cubicBezTo>
                        <a:lnTo>
                          <a:pt x="0" y="0"/>
                        </a:ln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1" name="Freeform 314">
                    <a:extLst>
                      <a:ext uri="{FF2B5EF4-FFF2-40B4-BE49-F238E27FC236}">
                        <a16:creationId xmlns:a16="http://schemas.microsoft.com/office/drawing/2014/main" id="{5655D29E-3E03-430B-A399-DBB121755663}"/>
                      </a:ext>
                    </a:extLst>
                  </p:cNvPr>
                  <p:cNvSpPr>
                    <a:spLocks/>
                  </p:cNvSpPr>
                  <p:nvPr/>
                </p:nvSpPr>
                <p:spPr bwMode="auto">
                  <a:xfrm>
                    <a:off x="5339547" y="5720755"/>
                    <a:ext cx="48170" cy="75145"/>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0 h 78"/>
                      <a:gd name="T14" fmla="*/ 2147483646 w 50"/>
                      <a:gd name="T15" fmla="*/ 0 h 78"/>
                      <a:gd name="T16" fmla="*/ 2147483646 w 50"/>
                      <a:gd name="T17" fmla="*/ 2147483646 h 78"/>
                      <a:gd name="T18" fmla="*/ 0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0 w 50"/>
                      <a:gd name="T31" fmla="*/ 2147483646 h 78"/>
                      <a:gd name="T32" fmla="*/ 2147483646 w 50"/>
                      <a:gd name="T33" fmla="*/ 2147483646 h 78"/>
                      <a:gd name="T34" fmla="*/ 2147483646 w 50"/>
                      <a:gd name="T35" fmla="*/ 2147483646 h 78"/>
                      <a:gd name="T36" fmla="*/ 2147483646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2147483646 h 78"/>
                      <a:gd name="T52" fmla="*/ 2147483646 w 50"/>
                      <a:gd name="T53" fmla="*/ 2147483646 h 78"/>
                      <a:gd name="T54" fmla="*/ 2147483646 w 50"/>
                      <a:gd name="T55" fmla="*/ 2147483646 h 78"/>
                      <a:gd name="T56" fmla="*/ 2147483646 w 50"/>
                      <a:gd name="T57" fmla="*/ 2147483646 h 78"/>
                      <a:gd name="T58" fmla="*/ 2147483646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0" h="78">
                        <a:moveTo>
                          <a:pt x="48" y="10"/>
                        </a:moveTo>
                        <a:cubicBezTo>
                          <a:pt x="50" y="9"/>
                          <a:pt x="50" y="8"/>
                          <a:pt x="50" y="6"/>
                        </a:cubicBezTo>
                        <a:cubicBezTo>
                          <a:pt x="50" y="5"/>
                          <a:pt x="50" y="4"/>
                          <a:pt x="50" y="4"/>
                        </a:cubicBezTo>
                        <a:cubicBezTo>
                          <a:pt x="50" y="4"/>
                          <a:pt x="50" y="4"/>
                          <a:pt x="50" y="4"/>
                        </a:cubicBezTo>
                        <a:cubicBezTo>
                          <a:pt x="49" y="3"/>
                          <a:pt x="49" y="3"/>
                          <a:pt x="48" y="2"/>
                        </a:cubicBezTo>
                        <a:cubicBezTo>
                          <a:pt x="48" y="1"/>
                          <a:pt x="47" y="1"/>
                          <a:pt x="47" y="1"/>
                        </a:cubicBezTo>
                        <a:cubicBezTo>
                          <a:pt x="46" y="0"/>
                          <a:pt x="45" y="0"/>
                          <a:pt x="44" y="0"/>
                        </a:cubicBezTo>
                        <a:cubicBezTo>
                          <a:pt x="6" y="0"/>
                          <a:pt x="6" y="0"/>
                          <a:pt x="6" y="0"/>
                        </a:cubicBezTo>
                        <a:cubicBezTo>
                          <a:pt x="4" y="0"/>
                          <a:pt x="3" y="1"/>
                          <a:pt x="2" y="2"/>
                        </a:cubicBezTo>
                        <a:cubicBezTo>
                          <a:pt x="1" y="3"/>
                          <a:pt x="0" y="5"/>
                          <a:pt x="0" y="6"/>
                        </a:cubicBezTo>
                        <a:cubicBezTo>
                          <a:pt x="0" y="7"/>
                          <a:pt x="0" y="9"/>
                          <a:pt x="1" y="10"/>
                        </a:cubicBezTo>
                        <a:cubicBezTo>
                          <a:pt x="1" y="10"/>
                          <a:pt x="1" y="10"/>
                          <a:pt x="1" y="10"/>
                        </a:cubicBezTo>
                        <a:cubicBezTo>
                          <a:pt x="26" y="39"/>
                          <a:pt x="26" y="39"/>
                          <a:pt x="26" y="39"/>
                        </a:cubicBezTo>
                        <a:cubicBezTo>
                          <a:pt x="1" y="69"/>
                          <a:pt x="1" y="69"/>
                          <a:pt x="1" y="69"/>
                        </a:cubicBezTo>
                        <a:cubicBezTo>
                          <a:pt x="1" y="69"/>
                          <a:pt x="1" y="69"/>
                          <a:pt x="1" y="69"/>
                        </a:cubicBezTo>
                        <a:cubicBezTo>
                          <a:pt x="0" y="70"/>
                          <a:pt x="0" y="71"/>
                          <a:pt x="0" y="72"/>
                        </a:cubicBezTo>
                        <a:cubicBezTo>
                          <a:pt x="0" y="74"/>
                          <a:pt x="1" y="75"/>
                          <a:pt x="2" y="76"/>
                        </a:cubicBezTo>
                        <a:cubicBezTo>
                          <a:pt x="3" y="78"/>
                          <a:pt x="5" y="78"/>
                          <a:pt x="6" y="78"/>
                        </a:cubicBezTo>
                        <a:cubicBezTo>
                          <a:pt x="44" y="78"/>
                          <a:pt x="44" y="78"/>
                          <a:pt x="44" y="78"/>
                        </a:cubicBezTo>
                        <a:cubicBezTo>
                          <a:pt x="45" y="78"/>
                          <a:pt x="46" y="78"/>
                          <a:pt x="47" y="78"/>
                        </a:cubicBezTo>
                        <a:cubicBezTo>
                          <a:pt x="47" y="77"/>
                          <a:pt x="48" y="77"/>
                          <a:pt x="49" y="76"/>
                        </a:cubicBezTo>
                        <a:cubicBezTo>
                          <a:pt x="49" y="76"/>
                          <a:pt x="49" y="76"/>
                          <a:pt x="49" y="76"/>
                        </a:cubicBezTo>
                        <a:cubicBezTo>
                          <a:pt x="49" y="76"/>
                          <a:pt x="49" y="75"/>
                          <a:pt x="50" y="75"/>
                        </a:cubicBezTo>
                        <a:cubicBezTo>
                          <a:pt x="50" y="75"/>
                          <a:pt x="50" y="75"/>
                          <a:pt x="50" y="75"/>
                        </a:cubicBezTo>
                        <a:cubicBezTo>
                          <a:pt x="50" y="74"/>
                          <a:pt x="50" y="73"/>
                          <a:pt x="50" y="72"/>
                        </a:cubicBezTo>
                        <a:cubicBezTo>
                          <a:pt x="50" y="71"/>
                          <a:pt x="50" y="69"/>
                          <a:pt x="48" y="68"/>
                        </a:cubicBezTo>
                        <a:cubicBezTo>
                          <a:pt x="47" y="67"/>
                          <a:pt x="46" y="66"/>
                          <a:pt x="44" y="66"/>
                        </a:cubicBezTo>
                        <a:cubicBezTo>
                          <a:pt x="18" y="66"/>
                          <a:pt x="18" y="66"/>
                          <a:pt x="18" y="66"/>
                        </a:cubicBezTo>
                        <a:cubicBezTo>
                          <a:pt x="38" y="43"/>
                          <a:pt x="38" y="43"/>
                          <a:pt x="38" y="43"/>
                        </a:cubicBezTo>
                        <a:cubicBezTo>
                          <a:pt x="38" y="43"/>
                          <a:pt x="38" y="43"/>
                          <a:pt x="38" y="43"/>
                        </a:cubicBezTo>
                        <a:cubicBezTo>
                          <a:pt x="39" y="42"/>
                          <a:pt x="39" y="40"/>
                          <a:pt x="39" y="39"/>
                        </a:cubicBezTo>
                        <a:cubicBezTo>
                          <a:pt x="39" y="38"/>
                          <a:pt x="39" y="37"/>
                          <a:pt x="38" y="35"/>
                        </a:cubicBezTo>
                        <a:cubicBezTo>
                          <a:pt x="38" y="35"/>
                          <a:pt x="38" y="35"/>
                          <a:pt x="38" y="35"/>
                        </a:cubicBezTo>
                        <a:cubicBezTo>
                          <a:pt x="18" y="12"/>
                          <a:pt x="18" y="12"/>
                          <a:pt x="18" y="12"/>
                        </a:cubicBezTo>
                        <a:cubicBezTo>
                          <a:pt x="44" y="12"/>
                          <a:pt x="44" y="12"/>
                          <a:pt x="44" y="12"/>
                        </a:cubicBezTo>
                        <a:cubicBezTo>
                          <a:pt x="46" y="12"/>
                          <a:pt x="47" y="11"/>
                          <a:pt x="48" y="1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2" name="Freeform 315">
                    <a:extLst>
                      <a:ext uri="{FF2B5EF4-FFF2-40B4-BE49-F238E27FC236}">
                        <a16:creationId xmlns:a16="http://schemas.microsoft.com/office/drawing/2014/main" id="{AEF71726-BB32-4BBE-ADB3-866FB6C732ED}"/>
                      </a:ext>
                    </a:extLst>
                  </p:cNvPr>
                  <p:cNvSpPr>
                    <a:spLocks/>
                  </p:cNvSpPr>
                  <p:nvPr/>
                </p:nvSpPr>
                <p:spPr bwMode="auto">
                  <a:xfrm>
                    <a:off x="4910833" y="4724597"/>
                    <a:ext cx="47207" cy="75145"/>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0 h 78"/>
                      <a:gd name="T14" fmla="*/ 2147483646 w 50"/>
                      <a:gd name="T15" fmla="*/ 0 h 78"/>
                      <a:gd name="T16" fmla="*/ 2147483646 w 50"/>
                      <a:gd name="T17" fmla="*/ 2147483646 h 78"/>
                      <a:gd name="T18" fmla="*/ 0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2147483646 w 50"/>
                      <a:gd name="T31" fmla="*/ 2147483646 h 78"/>
                      <a:gd name="T32" fmla="*/ 2147483646 w 50"/>
                      <a:gd name="T33" fmla="*/ 2147483646 h 78"/>
                      <a:gd name="T34" fmla="*/ 2147483646 w 50"/>
                      <a:gd name="T35" fmla="*/ 2147483646 h 78"/>
                      <a:gd name="T36" fmla="*/ 0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2147483646 h 78"/>
                      <a:gd name="T52" fmla="*/ 2147483646 w 50"/>
                      <a:gd name="T53" fmla="*/ 2147483646 h 78"/>
                      <a:gd name="T54" fmla="*/ 2147483646 w 50"/>
                      <a:gd name="T55" fmla="*/ 2147483646 h 78"/>
                      <a:gd name="T56" fmla="*/ 2147483646 w 50"/>
                      <a:gd name="T57" fmla="*/ 2147483646 h 78"/>
                      <a:gd name="T58" fmla="*/ 2147483646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2147483646 w 50"/>
                      <a:gd name="T73" fmla="*/ 2147483646 h 7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0" h="78">
                        <a:moveTo>
                          <a:pt x="48" y="10"/>
                        </a:moveTo>
                        <a:cubicBezTo>
                          <a:pt x="50" y="9"/>
                          <a:pt x="50" y="8"/>
                          <a:pt x="50" y="6"/>
                        </a:cubicBezTo>
                        <a:cubicBezTo>
                          <a:pt x="50" y="5"/>
                          <a:pt x="50" y="4"/>
                          <a:pt x="50" y="4"/>
                        </a:cubicBezTo>
                        <a:cubicBezTo>
                          <a:pt x="50" y="4"/>
                          <a:pt x="50" y="4"/>
                          <a:pt x="50" y="4"/>
                        </a:cubicBezTo>
                        <a:cubicBezTo>
                          <a:pt x="49" y="3"/>
                          <a:pt x="49" y="2"/>
                          <a:pt x="48" y="2"/>
                        </a:cubicBezTo>
                        <a:cubicBezTo>
                          <a:pt x="48" y="1"/>
                          <a:pt x="47" y="1"/>
                          <a:pt x="47" y="1"/>
                        </a:cubicBezTo>
                        <a:cubicBezTo>
                          <a:pt x="46" y="0"/>
                          <a:pt x="45" y="0"/>
                          <a:pt x="44" y="0"/>
                        </a:cubicBezTo>
                        <a:cubicBezTo>
                          <a:pt x="6" y="0"/>
                          <a:pt x="6" y="0"/>
                          <a:pt x="6" y="0"/>
                        </a:cubicBezTo>
                        <a:cubicBezTo>
                          <a:pt x="4" y="0"/>
                          <a:pt x="3" y="1"/>
                          <a:pt x="2" y="2"/>
                        </a:cubicBezTo>
                        <a:cubicBezTo>
                          <a:pt x="1" y="3"/>
                          <a:pt x="0" y="4"/>
                          <a:pt x="0" y="6"/>
                        </a:cubicBezTo>
                        <a:cubicBezTo>
                          <a:pt x="0" y="7"/>
                          <a:pt x="0" y="9"/>
                          <a:pt x="1" y="10"/>
                        </a:cubicBezTo>
                        <a:cubicBezTo>
                          <a:pt x="1" y="10"/>
                          <a:pt x="1" y="10"/>
                          <a:pt x="1" y="10"/>
                        </a:cubicBezTo>
                        <a:cubicBezTo>
                          <a:pt x="1" y="10"/>
                          <a:pt x="1" y="10"/>
                          <a:pt x="1" y="10"/>
                        </a:cubicBezTo>
                        <a:cubicBezTo>
                          <a:pt x="1" y="10"/>
                          <a:pt x="1" y="10"/>
                          <a:pt x="1" y="10"/>
                        </a:cubicBezTo>
                        <a:cubicBezTo>
                          <a:pt x="1" y="10"/>
                          <a:pt x="1" y="10"/>
                          <a:pt x="1" y="10"/>
                        </a:cubicBezTo>
                        <a:cubicBezTo>
                          <a:pt x="26" y="39"/>
                          <a:pt x="26" y="39"/>
                          <a:pt x="26" y="39"/>
                        </a:cubicBezTo>
                        <a:cubicBezTo>
                          <a:pt x="1" y="68"/>
                          <a:pt x="1" y="68"/>
                          <a:pt x="1" y="68"/>
                        </a:cubicBezTo>
                        <a:cubicBezTo>
                          <a:pt x="1" y="68"/>
                          <a:pt x="1" y="68"/>
                          <a:pt x="1" y="68"/>
                        </a:cubicBezTo>
                        <a:cubicBezTo>
                          <a:pt x="0" y="69"/>
                          <a:pt x="0" y="71"/>
                          <a:pt x="0" y="72"/>
                        </a:cubicBezTo>
                        <a:cubicBezTo>
                          <a:pt x="0" y="74"/>
                          <a:pt x="1" y="75"/>
                          <a:pt x="2" y="76"/>
                        </a:cubicBezTo>
                        <a:cubicBezTo>
                          <a:pt x="3" y="77"/>
                          <a:pt x="5" y="78"/>
                          <a:pt x="6" y="78"/>
                        </a:cubicBezTo>
                        <a:cubicBezTo>
                          <a:pt x="44" y="78"/>
                          <a:pt x="44" y="78"/>
                          <a:pt x="44" y="78"/>
                        </a:cubicBezTo>
                        <a:cubicBezTo>
                          <a:pt x="45" y="78"/>
                          <a:pt x="46" y="78"/>
                          <a:pt x="47" y="77"/>
                        </a:cubicBezTo>
                        <a:cubicBezTo>
                          <a:pt x="47" y="77"/>
                          <a:pt x="48" y="77"/>
                          <a:pt x="48" y="76"/>
                        </a:cubicBezTo>
                        <a:cubicBezTo>
                          <a:pt x="49" y="76"/>
                          <a:pt x="49" y="75"/>
                          <a:pt x="50" y="74"/>
                        </a:cubicBezTo>
                        <a:cubicBezTo>
                          <a:pt x="50" y="74"/>
                          <a:pt x="50" y="74"/>
                          <a:pt x="50" y="74"/>
                        </a:cubicBezTo>
                        <a:cubicBezTo>
                          <a:pt x="50" y="74"/>
                          <a:pt x="50" y="73"/>
                          <a:pt x="50" y="72"/>
                        </a:cubicBezTo>
                        <a:cubicBezTo>
                          <a:pt x="50" y="71"/>
                          <a:pt x="50" y="69"/>
                          <a:pt x="48" y="68"/>
                        </a:cubicBezTo>
                        <a:cubicBezTo>
                          <a:pt x="47" y="67"/>
                          <a:pt x="46" y="66"/>
                          <a:pt x="44" y="66"/>
                        </a:cubicBezTo>
                        <a:cubicBezTo>
                          <a:pt x="18" y="66"/>
                          <a:pt x="18" y="66"/>
                          <a:pt x="18" y="66"/>
                        </a:cubicBezTo>
                        <a:cubicBezTo>
                          <a:pt x="38" y="43"/>
                          <a:pt x="38" y="43"/>
                          <a:pt x="38" y="43"/>
                        </a:cubicBezTo>
                        <a:cubicBezTo>
                          <a:pt x="39" y="42"/>
                          <a:pt x="39" y="40"/>
                          <a:pt x="39" y="39"/>
                        </a:cubicBezTo>
                        <a:cubicBezTo>
                          <a:pt x="39" y="38"/>
                          <a:pt x="39" y="36"/>
                          <a:pt x="38" y="35"/>
                        </a:cubicBezTo>
                        <a:cubicBezTo>
                          <a:pt x="38" y="35"/>
                          <a:pt x="38" y="35"/>
                          <a:pt x="38" y="35"/>
                        </a:cubicBezTo>
                        <a:cubicBezTo>
                          <a:pt x="18" y="12"/>
                          <a:pt x="18" y="12"/>
                          <a:pt x="18" y="12"/>
                        </a:cubicBezTo>
                        <a:cubicBezTo>
                          <a:pt x="44" y="12"/>
                          <a:pt x="44" y="12"/>
                          <a:pt x="44" y="12"/>
                        </a:cubicBezTo>
                        <a:cubicBezTo>
                          <a:pt x="46" y="12"/>
                          <a:pt x="47" y="11"/>
                          <a:pt x="48" y="1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3" name="Freeform 316">
                    <a:extLst>
                      <a:ext uri="{FF2B5EF4-FFF2-40B4-BE49-F238E27FC236}">
                        <a16:creationId xmlns:a16="http://schemas.microsoft.com/office/drawing/2014/main" id="{8B431FE7-1E4E-4B27-8257-FB69291F9A73}"/>
                      </a:ext>
                    </a:extLst>
                  </p:cNvPr>
                  <p:cNvSpPr>
                    <a:spLocks/>
                  </p:cNvSpPr>
                  <p:nvPr/>
                </p:nvSpPr>
                <p:spPr bwMode="auto">
                  <a:xfrm>
                    <a:off x="4955149" y="4798779"/>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4" name="Freeform 317">
                    <a:extLst>
                      <a:ext uri="{FF2B5EF4-FFF2-40B4-BE49-F238E27FC236}">
                        <a16:creationId xmlns:a16="http://schemas.microsoft.com/office/drawing/2014/main" id="{44D1C8BC-76B5-476E-B943-6D05113F4FFF}"/>
                      </a:ext>
                    </a:extLst>
                  </p:cNvPr>
                  <p:cNvSpPr>
                    <a:spLocks/>
                  </p:cNvSpPr>
                  <p:nvPr/>
                </p:nvSpPr>
                <p:spPr bwMode="auto">
                  <a:xfrm>
                    <a:off x="5942637" y="4643671"/>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5" name="Rectangle 318">
                    <a:extLst>
                      <a:ext uri="{FF2B5EF4-FFF2-40B4-BE49-F238E27FC236}">
                        <a16:creationId xmlns:a16="http://schemas.microsoft.com/office/drawing/2014/main" id="{63F9A8DF-BE0F-4781-A035-FFD96B0BB463}"/>
                      </a:ext>
                    </a:extLst>
                  </p:cNvPr>
                  <p:cNvSpPr>
                    <a:spLocks noChangeArrowheads="1"/>
                  </p:cNvSpPr>
                  <p:nvPr/>
                </p:nvSpPr>
                <p:spPr bwMode="auto">
                  <a:xfrm>
                    <a:off x="5942637" y="4588757"/>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76" name="Freeform 319">
                    <a:extLst>
                      <a:ext uri="{FF2B5EF4-FFF2-40B4-BE49-F238E27FC236}">
                        <a16:creationId xmlns:a16="http://schemas.microsoft.com/office/drawing/2014/main" id="{7C59FEB6-F891-418C-BF5D-CFA2443F132F}"/>
                      </a:ext>
                    </a:extLst>
                  </p:cNvPr>
                  <p:cNvSpPr>
                    <a:spLocks/>
                  </p:cNvSpPr>
                  <p:nvPr/>
                </p:nvSpPr>
                <p:spPr bwMode="auto">
                  <a:xfrm>
                    <a:off x="5895430" y="4579123"/>
                    <a:ext cx="48170" cy="74182"/>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2147483646 h 78"/>
                      <a:gd name="T14" fmla="*/ 2147483646 w 50"/>
                      <a:gd name="T15" fmla="*/ 2147483646 h 78"/>
                      <a:gd name="T16" fmla="*/ 2147483646 w 50"/>
                      <a:gd name="T17" fmla="*/ 2147483646 h 78"/>
                      <a:gd name="T18" fmla="*/ 2147483646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2147483646 w 50"/>
                      <a:gd name="T31" fmla="*/ 2147483646 h 78"/>
                      <a:gd name="T32" fmla="*/ 2147483646 w 50"/>
                      <a:gd name="T33" fmla="*/ 0 h 78"/>
                      <a:gd name="T34" fmla="*/ 2147483646 w 50"/>
                      <a:gd name="T35" fmla="*/ 0 h 78"/>
                      <a:gd name="T36" fmla="*/ 2147483646 w 50"/>
                      <a:gd name="T37" fmla="*/ 2147483646 h 78"/>
                      <a:gd name="T38" fmla="*/ 0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2147483646 h 78"/>
                      <a:gd name="T52" fmla="*/ 2147483646 w 50"/>
                      <a:gd name="T53" fmla="*/ 2147483646 h 78"/>
                      <a:gd name="T54" fmla="*/ 2147483646 w 50"/>
                      <a:gd name="T55" fmla="*/ 2147483646 h 78"/>
                      <a:gd name="T56" fmla="*/ 0 w 50"/>
                      <a:gd name="T57" fmla="*/ 2147483646 h 78"/>
                      <a:gd name="T58" fmla="*/ 2147483646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2147483646 w 50"/>
                      <a:gd name="T73" fmla="*/ 2147483646 h 78"/>
                      <a:gd name="T74" fmla="*/ 2147483646 w 50"/>
                      <a:gd name="T75" fmla="*/ 2147483646 h 78"/>
                      <a:gd name="T76" fmla="*/ 2147483646 w 50"/>
                      <a:gd name="T77" fmla="*/ 2147483646 h 78"/>
                      <a:gd name="T78" fmla="*/ 2147483646 w 50"/>
                      <a:gd name="T79" fmla="*/ 2147483646 h 78"/>
                      <a:gd name="T80" fmla="*/ 2147483646 w 50"/>
                      <a:gd name="T81" fmla="*/ 2147483646 h 7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0" h="78">
                        <a:moveTo>
                          <a:pt x="44" y="66"/>
                        </a:moveTo>
                        <a:cubicBezTo>
                          <a:pt x="18" y="66"/>
                          <a:pt x="18" y="66"/>
                          <a:pt x="18" y="66"/>
                        </a:cubicBezTo>
                        <a:cubicBezTo>
                          <a:pt x="38" y="43"/>
                          <a:pt x="38" y="43"/>
                          <a:pt x="38" y="43"/>
                        </a:cubicBezTo>
                        <a:cubicBezTo>
                          <a:pt x="39" y="42"/>
                          <a:pt x="39" y="40"/>
                          <a:pt x="39" y="39"/>
                        </a:cubicBezTo>
                        <a:cubicBezTo>
                          <a:pt x="39" y="38"/>
                          <a:pt x="39" y="36"/>
                          <a:pt x="38" y="35"/>
                        </a:cubicBezTo>
                        <a:cubicBezTo>
                          <a:pt x="38" y="35"/>
                          <a:pt x="38" y="35"/>
                          <a:pt x="38" y="35"/>
                        </a:cubicBezTo>
                        <a:cubicBezTo>
                          <a:pt x="18" y="12"/>
                          <a:pt x="18" y="12"/>
                          <a:pt x="18" y="12"/>
                        </a:cubicBezTo>
                        <a:cubicBezTo>
                          <a:pt x="44" y="12"/>
                          <a:pt x="44" y="12"/>
                          <a:pt x="44" y="12"/>
                        </a:cubicBezTo>
                        <a:cubicBezTo>
                          <a:pt x="46" y="12"/>
                          <a:pt x="47" y="11"/>
                          <a:pt x="49" y="10"/>
                        </a:cubicBezTo>
                        <a:cubicBezTo>
                          <a:pt x="50" y="9"/>
                          <a:pt x="50" y="8"/>
                          <a:pt x="50" y="6"/>
                        </a:cubicBezTo>
                        <a:cubicBezTo>
                          <a:pt x="50" y="5"/>
                          <a:pt x="50" y="4"/>
                          <a:pt x="50" y="4"/>
                        </a:cubicBezTo>
                        <a:cubicBezTo>
                          <a:pt x="50" y="4"/>
                          <a:pt x="50" y="4"/>
                          <a:pt x="50" y="4"/>
                        </a:cubicBezTo>
                        <a:cubicBezTo>
                          <a:pt x="49" y="3"/>
                          <a:pt x="49" y="2"/>
                          <a:pt x="49" y="2"/>
                        </a:cubicBezTo>
                        <a:cubicBezTo>
                          <a:pt x="49" y="2"/>
                          <a:pt x="49" y="2"/>
                          <a:pt x="49" y="2"/>
                        </a:cubicBezTo>
                        <a:cubicBezTo>
                          <a:pt x="48" y="1"/>
                          <a:pt x="47" y="1"/>
                          <a:pt x="47" y="1"/>
                        </a:cubicBezTo>
                        <a:cubicBezTo>
                          <a:pt x="47" y="1"/>
                          <a:pt x="47" y="1"/>
                          <a:pt x="47" y="1"/>
                        </a:cubicBezTo>
                        <a:cubicBezTo>
                          <a:pt x="46" y="0"/>
                          <a:pt x="45" y="0"/>
                          <a:pt x="44" y="0"/>
                        </a:cubicBezTo>
                        <a:cubicBezTo>
                          <a:pt x="6" y="0"/>
                          <a:pt x="6" y="0"/>
                          <a:pt x="6" y="0"/>
                        </a:cubicBezTo>
                        <a:cubicBezTo>
                          <a:pt x="4" y="0"/>
                          <a:pt x="3" y="1"/>
                          <a:pt x="2" y="2"/>
                        </a:cubicBezTo>
                        <a:cubicBezTo>
                          <a:pt x="1" y="3"/>
                          <a:pt x="0" y="4"/>
                          <a:pt x="0" y="6"/>
                        </a:cubicBezTo>
                        <a:cubicBezTo>
                          <a:pt x="0" y="7"/>
                          <a:pt x="1" y="9"/>
                          <a:pt x="1" y="10"/>
                        </a:cubicBezTo>
                        <a:cubicBezTo>
                          <a:pt x="1" y="10"/>
                          <a:pt x="1" y="10"/>
                          <a:pt x="1" y="10"/>
                        </a:cubicBezTo>
                        <a:cubicBezTo>
                          <a:pt x="1" y="10"/>
                          <a:pt x="1" y="10"/>
                          <a:pt x="1" y="10"/>
                        </a:cubicBezTo>
                        <a:cubicBezTo>
                          <a:pt x="1" y="10"/>
                          <a:pt x="1" y="10"/>
                          <a:pt x="1" y="10"/>
                        </a:cubicBezTo>
                        <a:cubicBezTo>
                          <a:pt x="1" y="10"/>
                          <a:pt x="1" y="10"/>
                          <a:pt x="1" y="10"/>
                        </a:cubicBezTo>
                        <a:cubicBezTo>
                          <a:pt x="26" y="39"/>
                          <a:pt x="26" y="39"/>
                          <a:pt x="26" y="39"/>
                        </a:cubicBezTo>
                        <a:cubicBezTo>
                          <a:pt x="1" y="68"/>
                          <a:pt x="1" y="68"/>
                          <a:pt x="1" y="68"/>
                        </a:cubicBezTo>
                        <a:cubicBezTo>
                          <a:pt x="1" y="68"/>
                          <a:pt x="1" y="68"/>
                          <a:pt x="1" y="68"/>
                        </a:cubicBezTo>
                        <a:cubicBezTo>
                          <a:pt x="1" y="69"/>
                          <a:pt x="0" y="71"/>
                          <a:pt x="0" y="72"/>
                        </a:cubicBezTo>
                        <a:cubicBezTo>
                          <a:pt x="0" y="74"/>
                          <a:pt x="1" y="75"/>
                          <a:pt x="2" y="76"/>
                        </a:cubicBezTo>
                        <a:cubicBezTo>
                          <a:pt x="3" y="77"/>
                          <a:pt x="5" y="78"/>
                          <a:pt x="6" y="78"/>
                        </a:cubicBezTo>
                        <a:cubicBezTo>
                          <a:pt x="44" y="78"/>
                          <a:pt x="44" y="78"/>
                          <a:pt x="44" y="78"/>
                        </a:cubicBezTo>
                        <a:cubicBezTo>
                          <a:pt x="45" y="78"/>
                          <a:pt x="46" y="78"/>
                          <a:pt x="47" y="77"/>
                        </a:cubicBezTo>
                        <a:cubicBezTo>
                          <a:pt x="47" y="77"/>
                          <a:pt x="47" y="77"/>
                          <a:pt x="47" y="77"/>
                        </a:cubicBezTo>
                        <a:cubicBezTo>
                          <a:pt x="47" y="77"/>
                          <a:pt x="48" y="77"/>
                          <a:pt x="49" y="76"/>
                        </a:cubicBezTo>
                        <a:cubicBezTo>
                          <a:pt x="49" y="76"/>
                          <a:pt x="49" y="76"/>
                          <a:pt x="49" y="76"/>
                        </a:cubicBezTo>
                        <a:cubicBezTo>
                          <a:pt x="49" y="76"/>
                          <a:pt x="49" y="75"/>
                          <a:pt x="50" y="74"/>
                        </a:cubicBezTo>
                        <a:cubicBezTo>
                          <a:pt x="50" y="74"/>
                          <a:pt x="50" y="74"/>
                          <a:pt x="50" y="74"/>
                        </a:cubicBezTo>
                        <a:cubicBezTo>
                          <a:pt x="50" y="74"/>
                          <a:pt x="50" y="73"/>
                          <a:pt x="50" y="72"/>
                        </a:cubicBezTo>
                        <a:cubicBezTo>
                          <a:pt x="50" y="71"/>
                          <a:pt x="50" y="69"/>
                          <a:pt x="49" y="68"/>
                        </a:cubicBezTo>
                        <a:cubicBezTo>
                          <a:pt x="47" y="67"/>
                          <a:pt x="46" y="66"/>
                          <a:pt x="44" y="66"/>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7" name="Freeform 320">
                    <a:extLst>
                      <a:ext uri="{FF2B5EF4-FFF2-40B4-BE49-F238E27FC236}">
                        <a16:creationId xmlns:a16="http://schemas.microsoft.com/office/drawing/2014/main" id="{AF0DE1E3-64D1-40CD-B8F7-73E1488D4C81}"/>
                      </a:ext>
                    </a:extLst>
                  </p:cNvPr>
                  <p:cNvSpPr>
                    <a:spLocks/>
                  </p:cNvSpPr>
                  <p:nvPr/>
                </p:nvSpPr>
                <p:spPr bwMode="auto">
                  <a:xfrm>
                    <a:off x="5496581" y="4149446"/>
                    <a:ext cx="48170" cy="75145"/>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2147483646 h 78"/>
                      <a:gd name="T14" fmla="*/ 2147483646 w 50"/>
                      <a:gd name="T15" fmla="*/ 2147483646 h 78"/>
                      <a:gd name="T16" fmla="*/ 2147483646 w 50"/>
                      <a:gd name="T17" fmla="*/ 2147483646 h 78"/>
                      <a:gd name="T18" fmla="*/ 2147483646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2147483646 w 50"/>
                      <a:gd name="T31" fmla="*/ 2147483646 h 78"/>
                      <a:gd name="T32" fmla="*/ 2147483646 w 50"/>
                      <a:gd name="T33" fmla="*/ 2147483646 h 78"/>
                      <a:gd name="T34" fmla="*/ 2147483646 w 50"/>
                      <a:gd name="T35" fmla="*/ 2147483646 h 78"/>
                      <a:gd name="T36" fmla="*/ 2147483646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0 h 78"/>
                      <a:gd name="T52" fmla="*/ 2147483646 w 50"/>
                      <a:gd name="T53" fmla="*/ 0 h 78"/>
                      <a:gd name="T54" fmla="*/ 2147483646 w 50"/>
                      <a:gd name="T55" fmla="*/ 2147483646 h 78"/>
                      <a:gd name="T56" fmla="*/ 0 w 50"/>
                      <a:gd name="T57" fmla="*/ 2147483646 h 78"/>
                      <a:gd name="T58" fmla="*/ 2147483646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0 w 50"/>
                      <a:gd name="T69" fmla="*/ 2147483646 h 78"/>
                      <a:gd name="T70" fmla="*/ 2147483646 w 50"/>
                      <a:gd name="T71" fmla="*/ 2147483646 h 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0" h="78">
                        <a:moveTo>
                          <a:pt x="2" y="76"/>
                        </a:moveTo>
                        <a:cubicBezTo>
                          <a:pt x="3" y="77"/>
                          <a:pt x="5" y="78"/>
                          <a:pt x="6" y="78"/>
                        </a:cubicBezTo>
                        <a:cubicBezTo>
                          <a:pt x="44" y="78"/>
                          <a:pt x="44" y="78"/>
                          <a:pt x="44" y="78"/>
                        </a:cubicBezTo>
                        <a:cubicBezTo>
                          <a:pt x="45" y="78"/>
                          <a:pt x="46" y="78"/>
                          <a:pt x="47" y="77"/>
                        </a:cubicBezTo>
                        <a:cubicBezTo>
                          <a:pt x="47" y="77"/>
                          <a:pt x="48" y="77"/>
                          <a:pt x="49" y="76"/>
                        </a:cubicBezTo>
                        <a:cubicBezTo>
                          <a:pt x="49" y="76"/>
                          <a:pt x="49" y="76"/>
                          <a:pt x="49" y="76"/>
                        </a:cubicBezTo>
                        <a:cubicBezTo>
                          <a:pt x="49" y="76"/>
                          <a:pt x="49" y="75"/>
                          <a:pt x="50" y="74"/>
                        </a:cubicBezTo>
                        <a:cubicBezTo>
                          <a:pt x="50" y="74"/>
                          <a:pt x="50" y="74"/>
                          <a:pt x="50" y="74"/>
                        </a:cubicBezTo>
                        <a:cubicBezTo>
                          <a:pt x="50" y="74"/>
                          <a:pt x="50" y="73"/>
                          <a:pt x="50" y="72"/>
                        </a:cubicBezTo>
                        <a:cubicBezTo>
                          <a:pt x="50" y="70"/>
                          <a:pt x="50" y="69"/>
                          <a:pt x="48" y="68"/>
                        </a:cubicBezTo>
                        <a:cubicBezTo>
                          <a:pt x="47" y="67"/>
                          <a:pt x="46" y="66"/>
                          <a:pt x="44" y="66"/>
                        </a:cubicBezTo>
                        <a:cubicBezTo>
                          <a:pt x="18" y="66"/>
                          <a:pt x="18" y="66"/>
                          <a:pt x="18" y="66"/>
                        </a:cubicBezTo>
                        <a:cubicBezTo>
                          <a:pt x="38" y="43"/>
                          <a:pt x="38" y="43"/>
                          <a:pt x="38" y="43"/>
                        </a:cubicBezTo>
                        <a:cubicBezTo>
                          <a:pt x="38" y="43"/>
                          <a:pt x="38" y="43"/>
                          <a:pt x="38" y="43"/>
                        </a:cubicBezTo>
                        <a:cubicBezTo>
                          <a:pt x="39" y="42"/>
                          <a:pt x="39" y="40"/>
                          <a:pt x="39" y="39"/>
                        </a:cubicBezTo>
                        <a:cubicBezTo>
                          <a:pt x="39" y="38"/>
                          <a:pt x="39" y="36"/>
                          <a:pt x="38" y="35"/>
                        </a:cubicBezTo>
                        <a:cubicBezTo>
                          <a:pt x="38" y="35"/>
                          <a:pt x="38" y="35"/>
                          <a:pt x="38" y="35"/>
                        </a:cubicBezTo>
                        <a:cubicBezTo>
                          <a:pt x="18" y="12"/>
                          <a:pt x="18" y="12"/>
                          <a:pt x="18" y="12"/>
                        </a:cubicBezTo>
                        <a:cubicBezTo>
                          <a:pt x="44" y="12"/>
                          <a:pt x="44" y="12"/>
                          <a:pt x="44" y="12"/>
                        </a:cubicBezTo>
                        <a:cubicBezTo>
                          <a:pt x="46" y="12"/>
                          <a:pt x="47" y="11"/>
                          <a:pt x="48" y="10"/>
                        </a:cubicBezTo>
                        <a:cubicBezTo>
                          <a:pt x="50" y="9"/>
                          <a:pt x="50" y="7"/>
                          <a:pt x="50" y="6"/>
                        </a:cubicBezTo>
                        <a:cubicBezTo>
                          <a:pt x="50" y="5"/>
                          <a:pt x="50" y="4"/>
                          <a:pt x="50" y="4"/>
                        </a:cubicBezTo>
                        <a:cubicBezTo>
                          <a:pt x="50" y="4"/>
                          <a:pt x="50" y="4"/>
                          <a:pt x="50" y="4"/>
                        </a:cubicBezTo>
                        <a:cubicBezTo>
                          <a:pt x="49" y="3"/>
                          <a:pt x="49" y="2"/>
                          <a:pt x="49" y="2"/>
                        </a:cubicBezTo>
                        <a:cubicBezTo>
                          <a:pt x="48" y="1"/>
                          <a:pt x="47" y="1"/>
                          <a:pt x="47" y="1"/>
                        </a:cubicBezTo>
                        <a:cubicBezTo>
                          <a:pt x="46" y="0"/>
                          <a:pt x="45" y="0"/>
                          <a:pt x="44" y="0"/>
                        </a:cubicBezTo>
                        <a:cubicBezTo>
                          <a:pt x="6" y="0"/>
                          <a:pt x="6" y="0"/>
                          <a:pt x="6" y="0"/>
                        </a:cubicBezTo>
                        <a:cubicBezTo>
                          <a:pt x="4" y="0"/>
                          <a:pt x="3" y="1"/>
                          <a:pt x="2" y="2"/>
                        </a:cubicBezTo>
                        <a:cubicBezTo>
                          <a:pt x="1" y="3"/>
                          <a:pt x="0" y="4"/>
                          <a:pt x="0" y="6"/>
                        </a:cubicBezTo>
                        <a:cubicBezTo>
                          <a:pt x="0" y="7"/>
                          <a:pt x="0" y="9"/>
                          <a:pt x="1" y="10"/>
                        </a:cubicBezTo>
                        <a:cubicBezTo>
                          <a:pt x="1" y="10"/>
                          <a:pt x="1" y="10"/>
                          <a:pt x="1" y="10"/>
                        </a:cubicBezTo>
                        <a:cubicBezTo>
                          <a:pt x="26" y="39"/>
                          <a:pt x="26" y="39"/>
                          <a:pt x="26" y="39"/>
                        </a:cubicBezTo>
                        <a:cubicBezTo>
                          <a:pt x="1" y="68"/>
                          <a:pt x="1" y="68"/>
                          <a:pt x="1" y="68"/>
                        </a:cubicBezTo>
                        <a:cubicBezTo>
                          <a:pt x="1" y="68"/>
                          <a:pt x="1" y="68"/>
                          <a:pt x="1" y="68"/>
                        </a:cubicBezTo>
                        <a:cubicBezTo>
                          <a:pt x="0" y="69"/>
                          <a:pt x="0" y="71"/>
                          <a:pt x="0" y="72"/>
                        </a:cubicBezTo>
                        <a:cubicBezTo>
                          <a:pt x="0" y="74"/>
                          <a:pt x="1" y="75"/>
                          <a:pt x="2" y="76"/>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8" name="Freeform 321">
                    <a:extLst>
                      <a:ext uri="{FF2B5EF4-FFF2-40B4-BE49-F238E27FC236}">
                        <a16:creationId xmlns:a16="http://schemas.microsoft.com/office/drawing/2014/main" id="{4DC3625C-94BF-4C89-A2D2-D37347BD4795}"/>
                      </a:ext>
                    </a:extLst>
                  </p:cNvPr>
                  <p:cNvSpPr>
                    <a:spLocks/>
                  </p:cNvSpPr>
                  <p:nvPr/>
                </p:nvSpPr>
                <p:spPr bwMode="auto">
                  <a:xfrm>
                    <a:off x="5541861" y="4223628"/>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79" name="Freeform 322">
                    <a:extLst>
                      <a:ext uri="{FF2B5EF4-FFF2-40B4-BE49-F238E27FC236}">
                        <a16:creationId xmlns:a16="http://schemas.microsoft.com/office/drawing/2014/main" id="{19D0AFEF-904D-45BD-9CEB-635A31EA5463}"/>
                      </a:ext>
                    </a:extLst>
                  </p:cNvPr>
                  <p:cNvSpPr>
                    <a:spLocks/>
                  </p:cNvSpPr>
                  <p:nvPr/>
                </p:nvSpPr>
                <p:spPr bwMode="auto">
                  <a:xfrm>
                    <a:off x="5543788" y="4151373"/>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0" name="Rectangle 323">
                    <a:extLst>
                      <a:ext uri="{FF2B5EF4-FFF2-40B4-BE49-F238E27FC236}">
                        <a16:creationId xmlns:a16="http://schemas.microsoft.com/office/drawing/2014/main" id="{A8BE466C-86DE-4F02-A748-5E345D186723}"/>
                      </a:ext>
                    </a:extLst>
                  </p:cNvPr>
                  <p:cNvSpPr>
                    <a:spLocks noChangeArrowheads="1"/>
                  </p:cNvSpPr>
                  <p:nvPr/>
                </p:nvSpPr>
                <p:spPr bwMode="auto">
                  <a:xfrm>
                    <a:off x="5239353" y="5381637"/>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81" name="Freeform 324">
                    <a:extLst>
                      <a:ext uri="{FF2B5EF4-FFF2-40B4-BE49-F238E27FC236}">
                        <a16:creationId xmlns:a16="http://schemas.microsoft.com/office/drawing/2014/main" id="{139B9CAC-684C-4D0F-B8F6-13C08D7FA364}"/>
                      </a:ext>
                    </a:extLst>
                  </p:cNvPr>
                  <p:cNvSpPr>
                    <a:spLocks/>
                  </p:cNvSpPr>
                  <p:nvPr/>
                </p:nvSpPr>
                <p:spPr bwMode="auto">
                  <a:xfrm>
                    <a:off x="5194073" y="5307455"/>
                    <a:ext cx="48170" cy="74182"/>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2147483646 h 78"/>
                      <a:gd name="T14" fmla="*/ 2147483646 w 50"/>
                      <a:gd name="T15" fmla="*/ 2147483646 h 78"/>
                      <a:gd name="T16" fmla="*/ 2147483646 w 50"/>
                      <a:gd name="T17" fmla="*/ 2147483646 h 78"/>
                      <a:gd name="T18" fmla="*/ 2147483646 w 50"/>
                      <a:gd name="T19" fmla="*/ 2147483646 h 78"/>
                      <a:gd name="T20" fmla="*/ 2147483646 w 50"/>
                      <a:gd name="T21" fmla="*/ 2147483646 h 78"/>
                      <a:gd name="T22" fmla="*/ 2147483646 w 50"/>
                      <a:gd name="T23" fmla="*/ 0 h 78"/>
                      <a:gd name="T24" fmla="*/ 2147483646 w 50"/>
                      <a:gd name="T25" fmla="*/ 0 h 78"/>
                      <a:gd name="T26" fmla="*/ 2147483646 w 50"/>
                      <a:gd name="T27" fmla="*/ 2147483646 h 78"/>
                      <a:gd name="T28" fmla="*/ 0 w 50"/>
                      <a:gd name="T29" fmla="*/ 2147483646 h 78"/>
                      <a:gd name="T30" fmla="*/ 2147483646 w 50"/>
                      <a:gd name="T31" fmla="*/ 2147483646 h 78"/>
                      <a:gd name="T32" fmla="*/ 2147483646 w 50"/>
                      <a:gd name="T33" fmla="*/ 2147483646 h 78"/>
                      <a:gd name="T34" fmla="*/ 2147483646 w 50"/>
                      <a:gd name="T35" fmla="*/ 2147483646 h 78"/>
                      <a:gd name="T36" fmla="*/ 2147483646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0 w 50"/>
                      <a:gd name="T47" fmla="*/ 2147483646 h 78"/>
                      <a:gd name="T48" fmla="*/ 2147483646 w 50"/>
                      <a:gd name="T49" fmla="*/ 2147483646 h 78"/>
                      <a:gd name="T50" fmla="*/ 2147483646 w 50"/>
                      <a:gd name="T51" fmla="*/ 2147483646 h 78"/>
                      <a:gd name="T52" fmla="*/ 2147483646 w 50"/>
                      <a:gd name="T53" fmla="*/ 2147483646 h 78"/>
                      <a:gd name="T54" fmla="*/ 2147483646 w 50"/>
                      <a:gd name="T55" fmla="*/ 2147483646 h 78"/>
                      <a:gd name="T56" fmla="*/ 2147483646 w 50"/>
                      <a:gd name="T57" fmla="*/ 2147483646 h 78"/>
                      <a:gd name="T58" fmla="*/ 2147483646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2147483646 w 50"/>
                      <a:gd name="T73" fmla="*/ 2147483646 h 78"/>
                      <a:gd name="T74" fmla="*/ 2147483646 w 50"/>
                      <a:gd name="T75" fmla="*/ 2147483646 h 78"/>
                      <a:gd name="T76" fmla="*/ 2147483646 w 50"/>
                      <a:gd name="T77" fmla="*/ 2147483646 h 78"/>
                      <a:gd name="T78" fmla="*/ 2147483646 w 50"/>
                      <a:gd name="T79" fmla="*/ 2147483646 h 78"/>
                      <a:gd name="T80" fmla="*/ 2147483646 w 50"/>
                      <a:gd name="T81" fmla="*/ 2147483646 h 78"/>
                      <a:gd name="T82" fmla="*/ 2147483646 w 50"/>
                      <a:gd name="T83" fmla="*/ 2147483646 h 78"/>
                      <a:gd name="T84" fmla="*/ 2147483646 w 50"/>
                      <a:gd name="T85" fmla="*/ 2147483646 h 78"/>
                      <a:gd name="T86" fmla="*/ 2147483646 w 50"/>
                      <a:gd name="T87" fmla="*/ 2147483646 h 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0" h="78">
                        <a:moveTo>
                          <a:pt x="48" y="10"/>
                        </a:moveTo>
                        <a:cubicBezTo>
                          <a:pt x="50" y="9"/>
                          <a:pt x="50" y="8"/>
                          <a:pt x="50" y="6"/>
                        </a:cubicBezTo>
                        <a:cubicBezTo>
                          <a:pt x="50" y="5"/>
                          <a:pt x="50" y="4"/>
                          <a:pt x="50" y="4"/>
                        </a:cubicBezTo>
                        <a:cubicBezTo>
                          <a:pt x="50" y="4"/>
                          <a:pt x="50" y="4"/>
                          <a:pt x="50" y="4"/>
                        </a:cubicBezTo>
                        <a:cubicBezTo>
                          <a:pt x="50" y="4"/>
                          <a:pt x="50" y="4"/>
                          <a:pt x="50" y="4"/>
                        </a:cubicBezTo>
                        <a:cubicBezTo>
                          <a:pt x="49" y="3"/>
                          <a:pt x="49" y="2"/>
                          <a:pt x="48" y="2"/>
                        </a:cubicBezTo>
                        <a:cubicBezTo>
                          <a:pt x="49" y="2"/>
                          <a:pt x="49" y="2"/>
                          <a:pt x="49" y="2"/>
                        </a:cubicBezTo>
                        <a:cubicBezTo>
                          <a:pt x="49" y="2"/>
                          <a:pt x="48" y="2"/>
                          <a:pt x="48" y="2"/>
                        </a:cubicBezTo>
                        <a:cubicBezTo>
                          <a:pt x="48" y="2"/>
                          <a:pt x="48" y="2"/>
                          <a:pt x="48" y="2"/>
                        </a:cubicBezTo>
                        <a:cubicBezTo>
                          <a:pt x="48" y="2"/>
                          <a:pt x="48" y="2"/>
                          <a:pt x="48" y="2"/>
                        </a:cubicBezTo>
                        <a:cubicBezTo>
                          <a:pt x="48" y="1"/>
                          <a:pt x="47" y="1"/>
                          <a:pt x="47" y="1"/>
                        </a:cubicBezTo>
                        <a:cubicBezTo>
                          <a:pt x="46" y="0"/>
                          <a:pt x="45" y="0"/>
                          <a:pt x="44" y="0"/>
                        </a:cubicBezTo>
                        <a:cubicBezTo>
                          <a:pt x="6" y="0"/>
                          <a:pt x="6" y="0"/>
                          <a:pt x="6" y="0"/>
                        </a:cubicBezTo>
                        <a:cubicBezTo>
                          <a:pt x="4" y="0"/>
                          <a:pt x="3" y="1"/>
                          <a:pt x="2" y="2"/>
                        </a:cubicBezTo>
                        <a:cubicBezTo>
                          <a:pt x="1" y="3"/>
                          <a:pt x="0" y="5"/>
                          <a:pt x="0" y="6"/>
                        </a:cubicBezTo>
                        <a:cubicBezTo>
                          <a:pt x="0" y="7"/>
                          <a:pt x="0" y="9"/>
                          <a:pt x="1" y="10"/>
                        </a:cubicBezTo>
                        <a:cubicBezTo>
                          <a:pt x="1" y="10"/>
                          <a:pt x="1" y="10"/>
                          <a:pt x="1" y="10"/>
                        </a:cubicBezTo>
                        <a:cubicBezTo>
                          <a:pt x="1" y="10"/>
                          <a:pt x="1" y="10"/>
                          <a:pt x="1" y="10"/>
                        </a:cubicBezTo>
                        <a:cubicBezTo>
                          <a:pt x="1" y="10"/>
                          <a:pt x="1" y="10"/>
                          <a:pt x="1" y="10"/>
                        </a:cubicBezTo>
                        <a:cubicBezTo>
                          <a:pt x="1" y="10"/>
                          <a:pt x="1" y="10"/>
                          <a:pt x="1" y="10"/>
                        </a:cubicBezTo>
                        <a:cubicBezTo>
                          <a:pt x="26" y="39"/>
                          <a:pt x="26" y="39"/>
                          <a:pt x="26" y="39"/>
                        </a:cubicBezTo>
                        <a:cubicBezTo>
                          <a:pt x="1" y="69"/>
                          <a:pt x="1" y="69"/>
                          <a:pt x="1" y="69"/>
                        </a:cubicBezTo>
                        <a:cubicBezTo>
                          <a:pt x="1" y="69"/>
                          <a:pt x="1" y="69"/>
                          <a:pt x="1" y="69"/>
                        </a:cubicBezTo>
                        <a:cubicBezTo>
                          <a:pt x="0" y="70"/>
                          <a:pt x="0" y="71"/>
                          <a:pt x="0" y="72"/>
                        </a:cubicBezTo>
                        <a:cubicBezTo>
                          <a:pt x="0" y="74"/>
                          <a:pt x="1" y="75"/>
                          <a:pt x="2" y="76"/>
                        </a:cubicBezTo>
                        <a:cubicBezTo>
                          <a:pt x="3" y="78"/>
                          <a:pt x="5" y="78"/>
                          <a:pt x="6" y="78"/>
                        </a:cubicBezTo>
                        <a:cubicBezTo>
                          <a:pt x="44" y="78"/>
                          <a:pt x="44" y="78"/>
                          <a:pt x="44" y="78"/>
                        </a:cubicBezTo>
                        <a:cubicBezTo>
                          <a:pt x="45" y="78"/>
                          <a:pt x="46" y="78"/>
                          <a:pt x="47" y="78"/>
                        </a:cubicBezTo>
                        <a:cubicBezTo>
                          <a:pt x="47" y="77"/>
                          <a:pt x="48" y="77"/>
                          <a:pt x="49" y="76"/>
                        </a:cubicBezTo>
                        <a:cubicBezTo>
                          <a:pt x="49" y="76"/>
                          <a:pt x="49" y="76"/>
                          <a:pt x="49" y="76"/>
                        </a:cubicBezTo>
                        <a:cubicBezTo>
                          <a:pt x="49" y="76"/>
                          <a:pt x="49" y="75"/>
                          <a:pt x="50" y="74"/>
                        </a:cubicBezTo>
                        <a:cubicBezTo>
                          <a:pt x="50" y="74"/>
                          <a:pt x="50" y="74"/>
                          <a:pt x="50" y="74"/>
                        </a:cubicBezTo>
                        <a:cubicBezTo>
                          <a:pt x="50" y="74"/>
                          <a:pt x="50" y="73"/>
                          <a:pt x="50" y="72"/>
                        </a:cubicBezTo>
                        <a:cubicBezTo>
                          <a:pt x="50" y="71"/>
                          <a:pt x="50" y="69"/>
                          <a:pt x="48" y="68"/>
                        </a:cubicBezTo>
                        <a:cubicBezTo>
                          <a:pt x="47" y="67"/>
                          <a:pt x="46" y="66"/>
                          <a:pt x="44" y="66"/>
                        </a:cubicBezTo>
                        <a:cubicBezTo>
                          <a:pt x="18" y="66"/>
                          <a:pt x="18" y="66"/>
                          <a:pt x="18" y="66"/>
                        </a:cubicBezTo>
                        <a:cubicBezTo>
                          <a:pt x="38" y="43"/>
                          <a:pt x="38" y="43"/>
                          <a:pt x="38" y="43"/>
                        </a:cubicBezTo>
                        <a:cubicBezTo>
                          <a:pt x="38" y="43"/>
                          <a:pt x="38" y="43"/>
                          <a:pt x="38" y="43"/>
                        </a:cubicBezTo>
                        <a:cubicBezTo>
                          <a:pt x="39" y="42"/>
                          <a:pt x="39" y="40"/>
                          <a:pt x="39" y="39"/>
                        </a:cubicBezTo>
                        <a:cubicBezTo>
                          <a:pt x="39" y="38"/>
                          <a:pt x="39" y="36"/>
                          <a:pt x="38" y="35"/>
                        </a:cubicBezTo>
                        <a:cubicBezTo>
                          <a:pt x="38" y="35"/>
                          <a:pt x="38" y="35"/>
                          <a:pt x="38" y="35"/>
                        </a:cubicBezTo>
                        <a:cubicBezTo>
                          <a:pt x="18" y="12"/>
                          <a:pt x="18" y="12"/>
                          <a:pt x="18" y="12"/>
                        </a:cubicBezTo>
                        <a:cubicBezTo>
                          <a:pt x="44" y="12"/>
                          <a:pt x="44" y="12"/>
                          <a:pt x="44" y="12"/>
                        </a:cubicBezTo>
                        <a:cubicBezTo>
                          <a:pt x="46" y="12"/>
                          <a:pt x="47" y="11"/>
                          <a:pt x="48" y="1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2" name="Freeform 325">
                    <a:extLst>
                      <a:ext uri="{FF2B5EF4-FFF2-40B4-BE49-F238E27FC236}">
                        <a16:creationId xmlns:a16="http://schemas.microsoft.com/office/drawing/2014/main" id="{C983ECDB-A401-4C73-8D80-B59E83F68BAA}"/>
                      </a:ext>
                    </a:extLst>
                  </p:cNvPr>
                  <p:cNvSpPr>
                    <a:spLocks/>
                  </p:cNvSpPr>
                  <p:nvPr/>
                </p:nvSpPr>
                <p:spPr bwMode="auto">
                  <a:xfrm>
                    <a:off x="5196000" y="5379711"/>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3" name="Freeform 326">
                    <a:extLst>
                      <a:ext uri="{FF2B5EF4-FFF2-40B4-BE49-F238E27FC236}">
                        <a16:creationId xmlns:a16="http://schemas.microsoft.com/office/drawing/2014/main" id="{091E2AE3-ABC6-4EFD-AACD-A9484BBA614D}"/>
                      </a:ext>
                    </a:extLst>
                  </p:cNvPr>
                  <p:cNvSpPr>
                    <a:spLocks/>
                  </p:cNvSpPr>
                  <p:nvPr/>
                </p:nvSpPr>
                <p:spPr bwMode="auto">
                  <a:xfrm>
                    <a:off x="4978271" y="385175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4" name="Freeform 327">
                    <a:extLst>
                      <a:ext uri="{FF2B5EF4-FFF2-40B4-BE49-F238E27FC236}">
                        <a16:creationId xmlns:a16="http://schemas.microsoft.com/office/drawing/2014/main" id="{F5DDFCD8-71A6-43D3-92B6-1D5CF4921FEF}"/>
                      </a:ext>
                    </a:extLst>
                  </p:cNvPr>
                  <p:cNvSpPr>
                    <a:spLocks/>
                  </p:cNvSpPr>
                  <p:nvPr/>
                </p:nvSpPr>
                <p:spPr bwMode="auto">
                  <a:xfrm>
                    <a:off x="4933955" y="3850791"/>
                    <a:ext cx="47207" cy="75145"/>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2147483646 h 78"/>
                      <a:gd name="T14" fmla="*/ 2147483646 w 50"/>
                      <a:gd name="T15" fmla="*/ 2147483646 h 78"/>
                      <a:gd name="T16" fmla="*/ 2147483646 w 50"/>
                      <a:gd name="T17" fmla="*/ 2147483646 h 78"/>
                      <a:gd name="T18" fmla="*/ 2147483646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2147483646 w 50"/>
                      <a:gd name="T31" fmla="*/ 2147483646 h 78"/>
                      <a:gd name="T32" fmla="*/ 2147483646 w 50"/>
                      <a:gd name="T33" fmla="*/ 2147483646 h 78"/>
                      <a:gd name="T34" fmla="*/ 2147483646 w 50"/>
                      <a:gd name="T35" fmla="*/ 2147483646 h 78"/>
                      <a:gd name="T36" fmla="*/ 2147483646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2147483646 h 78"/>
                      <a:gd name="T52" fmla="*/ 2147483646 w 50"/>
                      <a:gd name="T53" fmla="*/ 2147483646 h 78"/>
                      <a:gd name="T54" fmla="*/ 2147483646 w 50"/>
                      <a:gd name="T55" fmla="*/ 0 h 78"/>
                      <a:gd name="T56" fmla="*/ 2147483646 w 50"/>
                      <a:gd name="T57" fmla="*/ 0 h 78"/>
                      <a:gd name="T58" fmla="*/ 2147483646 w 50"/>
                      <a:gd name="T59" fmla="*/ 2147483646 h 78"/>
                      <a:gd name="T60" fmla="*/ 0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2147483646 w 50"/>
                      <a:gd name="T73" fmla="*/ 2147483646 h 78"/>
                      <a:gd name="T74" fmla="*/ 2147483646 w 50"/>
                      <a:gd name="T75" fmla="*/ 2147483646 h 78"/>
                      <a:gd name="T76" fmla="*/ 2147483646 w 50"/>
                      <a:gd name="T77" fmla="*/ 2147483646 h 78"/>
                      <a:gd name="T78" fmla="*/ 0 w 50"/>
                      <a:gd name="T79" fmla="*/ 2147483646 h 78"/>
                      <a:gd name="T80" fmla="*/ 2147483646 w 50"/>
                      <a:gd name="T81" fmla="*/ 2147483646 h 7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0" h="78">
                        <a:moveTo>
                          <a:pt x="2" y="76"/>
                        </a:moveTo>
                        <a:cubicBezTo>
                          <a:pt x="3" y="77"/>
                          <a:pt x="5" y="78"/>
                          <a:pt x="6" y="78"/>
                        </a:cubicBezTo>
                        <a:cubicBezTo>
                          <a:pt x="44" y="78"/>
                          <a:pt x="44" y="78"/>
                          <a:pt x="44" y="78"/>
                        </a:cubicBezTo>
                        <a:cubicBezTo>
                          <a:pt x="45" y="78"/>
                          <a:pt x="46" y="78"/>
                          <a:pt x="47" y="77"/>
                        </a:cubicBezTo>
                        <a:cubicBezTo>
                          <a:pt x="47" y="77"/>
                          <a:pt x="48" y="77"/>
                          <a:pt x="48" y="76"/>
                        </a:cubicBezTo>
                        <a:cubicBezTo>
                          <a:pt x="48" y="76"/>
                          <a:pt x="48" y="76"/>
                          <a:pt x="48" y="76"/>
                        </a:cubicBezTo>
                        <a:cubicBezTo>
                          <a:pt x="49" y="76"/>
                          <a:pt x="49" y="75"/>
                          <a:pt x="50" y="74"/>
                        </a:cubicBezTo>
                        <a:cubicBezTo>
                          <a:pt x="50" y="74"/>
                          <a:pt x="50" y="74"/>
                          <a:pt x="50" y="74"/>
                        </a:cubicBezTo>
                        <a:cubicBezTo>
                          <a:pt x="50" y="74"/>
                          <a:pt x="50" y="73"/>
                          <a:pt x="50" y="72"/>
                        </a:cubicBezTo>
                        <a:cubicBezTo>
                          <a:pt x="50" y="70"/>
                          <a:pt x="50" y="69"/>
                          <a:pt x="48" y="68"/>
                        </a:cubicBezTo>
                        <a:cubicBezTo>
                          <a:pt x="47" y="67"/>
                          <a:pt x="46" y="66"/>
                          <a:pt x="44" y="66"/>
                        </a:cubicBezTo>
                        <a:cubicBezTo>
                          <a:pt x="18" y="66"/>
                          <a:pt x="18" y="66"/>
                          <a:pt x="18" y="66"/>
                        </a:cubicBezTo>
                        <a:cubicBezTo>
                          <a:pt x="38" y="43"/>
                          <a:pt x="38" y="43"/>
                          <a:pt x="38" y="43"/>
                        </a:cubicBezTo>
                        <a:cubicBezTo>
                          <a:pt x="39" y="42"/>
                          <a:pt x="39" y="40"/>
                          <a:pt x="39" y="39"/>
                        </a:cubicBezTo>
                        <a:cubicBezTo>
                          <a:pt x="39" y="38"/>
                          <a:pt x="39" y="36"/>
                          <a:pt x="38" y="35"/>
                        </a:cubicBezTo>
                        <a:cubicBezTo>
                          <a:pt x="38" y="35"/>
                          <a:pt x="38" y="35"/>
                          <a:pt x="38" y="35"/>
                        </a:cubicBezTo>
                        <a:cubicBezTo>
                          <a:pt x="18" y="12"/>
                          <a:pt x="18" y="12"/>
                          <a:pt x="18" y="12"/>
                        </a:cubicBezTo>
                        <a:cubicBezTo>
                          <a:pt x="44" y="12"/>
                          <a:pt x="44" y="12"/>
                          <a:pt x="44" y="12"/>
                        </a:cubicBezTo>
                        <a:cubicBezTo>
                          <a:pt x="46" y="12"/>
                          <a:pt x="47" y="11"/>
                          <a:pt x="48" y="10"/>
                        </a:cubicBezTo>
                        <a:cubicBezTo>
                          <a:pt x="50" y="9"/>
                          <a:pt x="50" y="7"/>
                          <a:pt x="50" y="6"/>
                        </a:cubicBezTo>
                        <a:cubicBezTo>
                          <a:pt x="50" y="5"/>
                          <a:pt x="50" y="4"/>
                          <a:pt x="50" y="4"/>
                        </a:cubicBezTo>
                        <a:cubicBezTo>
                          <a:pt x="50" y="4"/>
                          <a:pt x="50" y="4"/>
                          <a:pt x="50" y="4"/>
                        </a:cubicBezTo>
                        <a:cubicBezTo>
                          <a:pt x="50" y="4"/>
                          <a:pt x="50" y="4"/>
                          <a:pt x="50" y="4"/>
                        </a:cubicBezTo>
                        <a:cubicBezTo>
                          <a:pt x="49" y="3"/>
                          <a:pt x="49" y="2"/>
                          <a:pt x="48" y="2"/>
                        </a:cubicBezTo>
                        <a:cubicBezTo>
                          <a:pt x="48" y="2"/>
                          <a:pt x="48" y="2"/>
                          <a:pt x="48" y="2"/>
                        </a:cubicBezTo>
                        <a:cubicBezTo>
                          <a:pt x="48" y="2"/>
                          <a:pt x="48" y="2"/>
                          <a:pt x="48" y="2"/>
                        </a:cubicBezTo>
                        <a:cubicBezTo>
                          <a:pt x="48" y="1"/>
                          <a:pt x="47" y="1"/>
                          <a:pt x="47" y="1"/>
                        </a:cubicBezTo>
                        <a:cubicBezTo>
                          <a:pt x="46" y="0"/>
                          <a:pt x="45" y="0"/>
                          <a:pt x="44" y="0"/>
                        </a:cubicBezTo>
                        <a:cubicBezTo>
                          <a:pt x="6" y="0"/>
                          <a:pt x="6" y="0"/>
                          <a:pt x="6" y="0"/>
                        </a:cubicBezTo>
                        <a:cubicBezTo>
                          <a:pt x="4" y="0"/>
                          <a:pt x="3" y="1"/>
                          <a:pt x="2" y="2"/>
                        </a:cubicBezTo>
                        <a:cubicBezTo>
                          <a:pt x="1" y="3"/>
                          <a:pt x="0" y="4"/>
                          <a:pt x="0" y="6"/>
                        </a:cubicBezTo>
                        <a:cubicBezTo>
                          <a:pt x="0" y="7"/>
                          <a:pt x="0" y="9"/>
                          <a:pt x="1" y="10"/>
                        </a:cubicBezTo>
                        <a:cubicBezTo>
                          <a:pt x="1" y="10"/>
                          <a:pt x="1" y="10"/>
                          <a:pt x="1" y="10"/>
                        </a:cubicBezTo>
                        <a:cubicBezTo>
                          <a:pt x="1" y="10"/>
                          <a:pt x="1" y="10"/>
                          <a:pt x="1" y="10"/>
                        </a:cubicBezTo>
                        <a:cubicBezTo>
                          <a:pt x="1" y="10"/>
                          <a:pt x="1" y="10"/>
                          <a:pt x="1" y="10"/>
                        </a:cubicBezTo>
                        <a:cubicBezTo>
                          <a:pt x="1" y="10"/>
                          <a:pt x="1" y="10"/>
                          <a:pt x="1" y="10"/>
                        </a:cubicBezTo>
                        <a:cubicBezTo>
                          <a:pt x="26" y="39"/>
                          <a:pt x="26" y="39"/>
                          <a:pt x="26" y="39"/>
                        </a:cubicBezTo>
                        <a:cubicBezTo>
                          <a:pt x="1" y="68"/>
                          <a:pt x="1" y="68"/>
                          <a:pt x="1" y="68"/>
                        </a:cubicBezTo>
                        <a:cubicBezTo>
                          <a:pt x="1" y="68"/>
                          <a:pt x="1" y="68"/>
                          <a:pt x="1" y="68"/>
                        </a:cubicBezTo>
                        <a:cubicBezTo>
                          <a:pt x="0" y="69"/>
                          <a:pt x="0" y="71"/>
                          <a:pt x="0" y="72"/>
                        </a:cubicBezTo>
                        <a:cubicBezTo>
                          <a:pt x="0" y="74"/>
                          <a:pt x="1" y="75"/>
                          <a:pt x="2" y="76"/>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5" name="Freeform 328">
                    <a:extLst>
                      <a:ext uri="{FF2B5EF4-FFF2-40B4-BE49-F238E27FC236}">
                        <a16:creationId xmlns:a16="http://schemas.microsoft.com/office/drawing/2014/main" id="{AC66EECC-06A2-4883-8B1F-03588927E55F}"/>
                      </a:ext>
                    </a:extLst>
                  </p:cNvPr>
                  <p:cNvSpPr>
                    <a:spLocks/>
                  </p:cNvSpPr>
                  <p:nvPr/>
                </p:nvSpPr>
                <p:spPr bwMode="auto">
                  <a:xfrm>
                    <a:off x="4969600" y="3892218"/>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178BC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6" name="Rectangle 329">
                    <a:extLst>
                      <a:ext uri="{FF2B5EF4-FFF2-40B4-BE49-F238E27FC236}">
                        <a16:creationId xmlns:a16="http://schemas.microsoft.com/office/drawing/2014/main" id="{73F0DFC0-7841-4546-B6CF-237C442E9004}"/>
                      </a:ext>
                    </a:extLst>
                  </p:cNvPr>
                  <p:cNvSpPr>
                    <a:spLocks noChangeArrowheads="1"/>
                  </p:cNvSpPr>
                  <p:nvPr/>
                </p:nvSpPr>
                <p:spPr bwMode="auto">
                  <a:xfrm>
                    <a:off x="4300999" y="4398967"/>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87" name="Freeform 330">
                    <a:extLst>
                      <a:ext uri="{FF2B5EF4-FFF2-40B4-BE49-F238E27FC236}">
                        <a16:creationId xmlns:a16="http://schemas.microsoft.com/office/drawing/2014/main" id="{5D0E9D38-038C-4C94-A27B-C7EA9D3DEE7F}"/>
                      </a:ext>
                    </a:extLst>
                  </p:cNvPr>
                  <p:cNvSpPr>
                    <a:spLocks/>
                  </p:cNvSpPr>
                  <p:nvPr/>
                </p:nvSpPr>
                <p:spPr bwMode="auto">
                  <a:xfrm>
                    <a:off x="4254756" y="4325749"/>
                    <a:ext cx="48170" cy="75145"/>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2147483646 h 78"/>
                      <a:gd name="T14" fmla="*/ 2147483646 w 50"/>
                      <a:gd name="T15" fmla="*/ 2147483646 h 78"/>
                      <a:gd name="T16" fmla="*/ 2147483646 w 50"/>
                      <a:gd name="T17" fmla="*/ 2147483646 h 78"/>
                      <a:gd name="T18" fmla="*/ 2147483646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2147483646 w 50"/>
                      <a:gd name="T31" fmla="*/ 2147483646 h 78"/>
                      <a:gd name="T32" fmla="*/ 2147483646 w 50"/>
                      <a:gd name="T33" fmla="*/ 2147483646 h 78"/>
                      <a:gd name="T34" fmla="*/ 2147483646 w 50"/>
                      <a:gd name="T35" fmla="*/ 2147483646 h 78"/>
                      <a:gd name="T36" fmla="*/ 2147483646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2147483646 h 78"/>
                      <a:gd name="T52" fmla="*/ 2147483646 w 50"/>
                      <a:gd name="T53" fmla="*/ 0 h 78"/>
                      <a:gd name="T54" fmla="*/ 2147483646 w 50"/>
                      <a:gd name="T55" fmla="*/ 0 h 78"/>
                      <a:gd name="T56" fmla="*/ 2147483646 w 50"/>
                      <a:gd name="T57" fmla="*/ 2147483646 h 78"/>
                      <a:gd name="T58" fmla="*/ 0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2147483646 w 50"/>
                      <a:gd name="T73" fmla="*/ 2147483646 h 78"/>
                      <a:gd name="T74" fmla="*/ 2147483646 w 50"/>
                      <a:gd name="T75" fmla="*/ 2147483646 h 78"/>
                      <a:gd name="T76" fmla="*/ 0 w 50"/>
                      <a:gd name="T77" fmla="*/ 2147483646 h 78"/>
                      <a:gd name="T78" fmla="*/ 2147483646 w 50"/>
                      <a:gd name="T79" fmla="*/ 2147483646 h 7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0" h="78">
                        <a:moveTo>
                          <a:pt x="2" y="76"/>
                        </a:moveTo>
                        <a:cubicBezTo>
                          <a:pt x="3" y="77"/>
                          <a:pt x="4" y="78"/>
                          <a:pt x="6" y="78"/>
                        </a:cubicBezTo>
                        <a:cubicBezTo>
                          <a:pt x="44" y="78"/>
                          <a:pt x="44" y="78"/>
                          <a:pt x="44" y="78"/>
                        </a:cubicBezTo>
                        <a:cubicBezTo>
                          <a:pt x="45" y="78"/>
                          <a:pt x="46" y="78"/>
                          <a:pt x="47" y="77"/>
                        </a:cubicBezTo>
                        <a:cubicBezTo>
                          <a:pt x="47" y="77"/>
                          <a:pt x="47" y="77"/>
                          <a:pt x="47" y="77"/>
                        </a:cubicBezTo>
                        <a:cubicBezTo>
                          <a:pt x="47" y="77"/>
                          <a:pt x="48" y="77"/>
                          <a:pt x="48" y="76"/>
                        </a:cubicBezTo>
                        <a:cubicBezTo>
                          <a:pt x="49" y="76"/>
                          <a:pt x="49" y="75"/>
                          <a:pt x="50" y="74"/>
                        </a:cubicBezTo>
                        <a:cubicBezTo>
                          <a:pt x="50" y="74"/>
                          <a:pt x="50" y="74"/>
                          <a:pt x="50" y="74"/>
                        </a:cubicBezTo>
                        <a:cubicBezTo>
                          <a:pt x="50" y="74"/>
                          <a:pt x="50" y="73"/>
                          <a:pt x="50" y="72"/>
                        </a:cubicBezTo>
                        <a:cubicBezTo>
                          <a:pt x="50" y="70"/>
                          <a:pt x="49" y="69"/>
                          <a:pt x="48" y="68"/>
                        </a:cubicBezTo>
                        <a:cubicBezTo>
                          <a:pt x="47" y="67"/>
                          <a:pt x="46" y="66"/>
                          <a:pt x="44" y="66"/>
                        </a:cubicBezTo>
                        <a:cubicBezTo>
                          <a:pt x="18" y="66"/>
                          <a:pt x="18" y="66"/>
                          <a:pt x="18" y="66"/>
                        </a:cubicBezTo>
                        <a:cubicBezTo>
                          <a:pt x="38" y="43"/>
                          <a:pt x="38" y="43"/>
                          <a:pt x="38" y="43"/>
                        </a:cubicBezTo>
                        <a:cubicBezTo>
                          <a:pt x="39" y="42"/>
                          <a:pt x="39" y="40"/>
                          <a:pt x="39" y="39"/>
                        </a:cubicBezTo>
                        <a:cubicBezTo>
                          <a:pt x="39" y="38"/>
                          <a:pt x="39" y="36"/>
                          <a:pt x="38" y="35"/>
                        </a:cubicBezTo>
                        <a:cubicBezTo>
                          <a:pt x="38" y="35"/>
                          <a:pt x="38" y="35"/>
                          <a:pt x="38" y="35"/>
                        </a:cubicBezTo>
                        <a:cubicBezTo>
                          <a:pt x="18" y="12"/>
                          <a:pt x="18" y="12"/>
                          <a:pt x="18" y="12"/>
                        </a:cubicBezTo>
                        <a:cubicBezTo>
                          <a:pt x="44" y="12"/>
                          <a:pt x="44" y="12"/>
                          <a:pt x="44" y="12"/>
                        </a:cubicBezTo>
                        <a:cubicBezTo>
                          <a:pt x="46" y="12"/>
                          <a:pt x="47" y="11"/>
                          <a:pt x="48" y="10"/>
                        </a:cubicBezTo>
                        <a:cubicBezTo>
                          <a:pt x="49" y="9"/>
                          <a:pt x="50" y="7"/>
                          <a:pt x="50" y="6"/>
                        </a:cubicBezTo>
                        <a:cubicBezTo>
                          <a:pt x="50" y="5"/>
                          <a:pt x="50" y="4"/>
                          <a:pt x="50" y="4"/>
                        </a:cubicBezTo>
                        <a:cubicBezTo>
                          <a:pt x="50" y="4"/>
                          <a:pt x="50" y="4"/>
                          <a:pt x="50" y="4"/>
                        </a:cubicBezTo>
                        <a:cubicBezTo>
                          <a:pt x="49" y="3"/>
                          <a:pt x="49" y="2"/>
                          <a:pt x="48" y="2"/>
                        </a:cubicBezTo>
                        <a:cubicBezTo>
                          <a:pt x="48" y="2"/>
                          <a:pt x="48" y="2"/>
                          <a:pt x="48" y="2"/>
                        </a:cubicBezTo>
                        <a:cubicBezTo>
                          <a:pt x="48" y="1"/>
                          <a:pt x="47" y="1"/>
                          <a:pt x="47" y="1"/>
                        </a:cubicBezTo>
                        <a:cubicBezTo>
                          <a:pt x="47" y="1"/>
                          <a:pt x="47" y="1"/>
                          <a:pt x="47" y="1"/>
                        </a:cubicBezTo>
                        <a:cubicBezTo>
                          <a:pt x="46" y="0"/>
                          <a:pt x="45" y="0"/>
                          <a:pt x="44" y="0"/>
                        </a:cubicBezTo>
                        <a:cubicBezTo>
                          <a:pt x="6" y="0"/>
                          <a:pt x="6" y="0"/>
                          <a:pt x="6" y="0"/>
                        </a:cubicBezTo>
                        <a:cubicBezTo>
                          <a:pt x="4" y="0"/>
                          <a:pt x="3" y="1"/>
                          <a:pt x="2" y="2"/>
                        </a:cubicBezTo>
                        <a:cubicBezTo>
                          <a:pt x="0" y="3"/>
                          <a:pt x="0" y="4"/>
                          <a:pt x="0" y="6"/>
                        </a:cubicBezTo>
                        <a:cubicBezTo>
                          <a:pt x="0" y="7"/>
                          <a:pt x="0" y="9"/>
                          <a:pt x="1" y="10"/>
                        </a:cubicBezTo>
                        <a:cubicBezTo>
                          <a:pt x="1" y="10"/>
                          <a:pt x="1" y="10"/>
                          <a:pt x="1" y="10"/>
                        </a:cubicBezTo>
                        <a:cubicBezTo>
                          <a:pt x="26" y="39"/>
                          <a:pt x="26" y="39"/>
                          <a:pt x="26" y="39"/>
                        </a:cubicBezTo>
                        <a:cubicBezTo>
                          <a:pt x="1" y="68"/>
                          <a:pt x="1" y="68"/>
                          <a:pt x="1" y="68"/>
                        </a:cubicBezTo>
                        <a:cubicBezTo>
                          <a:pt x="1" y="68"/>
                          <a:pt x="1" y="68"/>
                          <a:pt x="1" y="68"/>
                        </a:cubicBezTo>
                        <a:cubicBezTo>
                          <a:pt x="1" y="68"/>
                          <a:pt x="1" y="68"/>
                          <a:pt x="1" y="68"/>
                        </a:cubicBezTo>
                        <a:cubicBezTo>
                          <a:pt x="1" y="68"/>
                          <a:pt x="1" y="68"/>
                          <a:pt x="1" y="68"/>
                        </a:cubicBezTo>
                        <a:cubicBezTo>
                          <a:pt x="1" y="68"/>
                          <a:pt x="1" y="68"/>
                          <a:pt x="1" y="68"/>
                        </a:cubicBezTo>
                        <a:cubicBezTo>
                          <a:pt x="0" y="69"/>
                          <a:pt x="0" y="71"/>
                          <a:pt x="0" y="72"/>
                        </a:cubicBezTo>
                        <a:cubicBezTo>
                          <a:pt x="0" y="74"/>
                          <a:pt x="0" y="75"/>
                          <a:pt x="2" y="76"/>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8" name="Freeform 331">
                    <a:extLst>
                      <a:ext uri="{FF2B5EF4-FFF2-40B4-BE49-F238E27FC236}">
                        <a16:creationId xmlns:a16="http://schemas.microsoft.com/office/drawing/2014/main" id="{B89F2F8A-91B4-4839-99CD-335F4EAD51BE}"/>
                      </a:ext>
                    </a:extLst>
                  </p:cNvPr>
                  <p:cNvSpPr>
                    <a:spLocks/>
                  </p:cNvSpPr>
                  <p:nvPr/>
                </p:nvSpPr>
                <p:spPr bwMode="auto">
                  <a:xfrm>
                    <a:off x="4300999" y="4335383"/>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89" name="Freeform 332">
                    <a:extLst>
                      <a:ext uri="{FF2B5EF4-FFF2-40B4-BE49-F238E27FC236}">
                        <a16:creationId xmlns:a16="http://schemas.microsoft.com/office/drawing/2014/main" id="{B49266C8-BCAF-431D-8A2A-234F99D751F7}"/>
                      </a:ext>
                    </a:extLst>
                  </p:cNvPr>
                  <p:cNvSpPr>
                    <a:spLocks/>
                  </p:cNvSpPr>
                  <p:nvPr/>
                </p:nvSpPr>
                <p:spPr bwMode="auto">
                  <a:xfrm>
                    <a:off x="4300999" y="4391260"/>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0" name="Freeform 333">
                    <a:extLst>
                      <a:ext uri="{FF2B5EF4-FFF2-40B4-BE49-F238E27FC236}">
                        <a16:creationId xmlns:a16="http://schemas.microsoft.com/office/drawing/2014/main" id="{5E6B3E87-AC0E-4611-8D42-F652B128F17A}"/>
                      </a:ext>
                    </a:extLst>
                  </p:cNvPr>
                  <p:cNvSpPr>
                    <a:spLocks/>
                  </p:cNvSpPr>
                  <p:nvPr/>
                </p:nvSpPr>
                <p:spPr bwMode="auto">
                  <a:xfrm>
                    <a:off x="4868443" y="5858521"/>
                    <a:ext cx="48170" cy="75145"/>
                  </a:xfrm>
                  <a:custGeom>
                    <a:avLst/>
                    <a:gdLst>
                      <a:gd name="T0" fmla="*/ 2147483646 w 50"/>
                      <a:gd name="T1" fmla="*/ 2147483646 h 78"/>
                      <a:gd name="T2" fmla="*/ 2147483646 w 50"/>
                      <a:gd name="T3" fmla="*/ 2147483646 h 78"/>
                      <a:gd name="T4" fmla="*/ 2147483646 w 50"/>
                      <a:gd name="T5" fmla="*/ 2147483646 h 78"/>
                      <a:gd name="T6" fmla="*/ 2147483646 w 50"/>
                      <a:gd name="T7" fmla="*/ 2147483646 h 78"/>
                      <a:gd name="T8" fmla="*/ 2147483646 w 50"/>
                      <a:gd name="T9" fmla="*/ 2147483646 h 78"/>
                      <a:gd name="T10" fmla="*/ 2147483646 w 50"/>
                      <a:gd name="T11" fmla="*/ 2147483646 h 78"/>
                      <a:gd name="T12" fmla="*/ 2147483646 w 50"/>
                      <a:gd name="T13" fmla="*/ 0 h 78"/>
                      <a:gd name="T14" fmla="*/ 2147483646 w 50"/>
                      <a:gd name="T15" fmla="*/ 0 h 78"/>
                      <a:gd name="T16" fmla="*/ 2147483646 w 50"/>
                      <a:gd name="T17" fmla="*/ 2147483646 h 78"/>
                      <a:gd name="T18" fmla="*/ 0 w 50"/>
                      <a:gd name="T19" fmla="*/ 2147483646 h 78"/>
                      <a:gd name="T20" fmla="*/ 2147483646 w 50"/>
                      <a:gd name="T21" fmla="*/ 2147483646 h 78"/>
                      <a:gd name="T22" fmla="*/ 2147483646 w 50"/>
                      <a:gd name="T23" fmla="*/ 2147483646 h 78"/>
                      <a:gd name="T24" fmla="*/ 2147483646 w 50"/>
                      <a:gd name="T25" fmla="*/ 2147483646 h 78"/>
                      <a:gd name="T26" fmla="*/ 2147483646 w 50"/>
                      <a:gd name="T27" fmla="*/ 2147483646 h 78"/>
                      <a:gd name="T28" fmla="*/ 2147483646 w 50"/>
                      <a:gd name="T29" fmla="*/ 2147483646 h 78"/>
                      <a:gd name="T30" fmla="*/ 0 w 50"/>
                      <a:gd name="T31" fmla="*/ 2147483646 h 78"/>
                      <a:gd name="T32" fmla="*/ 2147483646 w 50"/>
                      <a:gd name="T33" fmla="*/ 2147483646 h 78"/>
                      <a:gd name="T34" fmla="*/ 2147483646 w 50"/>
                      <a:gd name="T35" fmla="*/ 2147483646 h 78"/>
                      <a:gd name="T36" fmla="*/ 2147483646 w 50"/>
                      <a:gd name="T37" fmla="*/ 2147483646 h 78"/>
                      <a:gd name="T38" fmla="*/ 2147483646 w 50"/>
                      <a:gd name="T39" fmla="*/ 2147483646 h 78"/>
                      <a:gd name="T40" fmla="*/ 2147483646 w 50"/>
                      <a:gd name="T41" fmla="*/ 2147483646 h 78"/>
                      <a:gd name="T42" fmla="*/ 2147483646 w 50"/>
                      <a:gd name="T43" fmla="*/ 2147483646 h 78"/>
                      <a:gd name="T44" fmla="*/ 2147483646 w 50"/>
                      <a:gd name="T45" fmla="*/ 2147483646 h 78"/>
                      <a:gd name="T46" fmla="*/ 2147483646 w 50"/>
                      <a:gd name="T47" fmla="*/ 2147483646 h 78"/>
                      <a:gd name="T48" fmla="*/ 2147483646 w 50"/>
                      <a:gd name="T49" fmla="*/ 2147483646 h 78"/>
                      <a:gd name="T50" fmla="*/ 2147483646 w 50"/>
                      <a:gd name="T51" fmla="*/ 2147483646 h 78"/>
                      <a:gd name="T52" fmla="*/ 2147483646 w 50"/>
                      <a:gd name="T53" fmla="*/ 2147483646 h 78"/>
                      <a:gd name="T54" fmla="*/ 2147483646 w 50"/>
                      <a:gd name="T55" fmla="*/ 2147483646 h 78"/>
                      <a:gd name="T56" fmla="*/ 2147483646 w 50"/>
                      <a:gd name="T57" fmla="*/ 2147483646 h 78"/>
                      <a:gd name="T58" fmla="*/ 2147483646 w 50"/>
                      <a:gd name="T59" fmla="*/ 2147483646 h 78"/>
                      <a:gd name="T60" fmla="*/ 2147483646 w 50"/>
                      <a:gd name="T61" fmla="*/ 2147483646 h 78"/>
                      <a:gd name="T62" fmla="*/ 2147483646 w 50"/>
                      <a:gd name="T63" fmla="*/ 2147483646 h 78"/>
                      <a:gd name="T64" fmla="*/ 2147483646 w 50"/>
                      <a:gd name="T65" fmla="*/ 2147483646 h 78"/>
                      <a:gd name="T66" fmla="*/ 2147483646 w 50"/>
                      <a:gd name="T67" fmla="*/ 2147483646 h 78"/>
                      <a:gd name="T68" fmla="*/ 2147483646 w 50"/>
                      <a:gd name="T69" fmla="*/ 2147483646 h 78"/>
                      <a:gd name="T70" fmla="*/ 2147483646 w 50"/>
                      <a:gd name="T71" fmla="*/ 2147483646 h 78"/>
                      <a:gd name="T72" fmla="*/ 2147483646 w 50"/>
                      <a:gd name="T73" fmla="*/ 2147483646 h 7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0" h="78">
                        <a:moveTo>
                          <a:pt x="48" y="10"/>
                        </a:moveTo>
                        <a:cubicBezTo>
                          <a:pt x="50" y="9"/>
                          <a:pt x="50" y="8"/>
                          <a:pt x="50" y="6"/>
                        </a:cubicBezTo>
                        <a:cubicBezTo>
                          <a:pt x="50" y="5"/>
                          <a:pt x="50" y="5"/>
                          <a:pt x="50" y="4"/>
                        </a:cubicBezTo>
                        <a:cubicBezTo>
                          <a:pt x="50" y="4"/>
                          <a:pt x="50" y="4"/>
                          <a:pt x="50" y="4"/>
                        </a:cubicBezTo>
                        <a:cubicBezTo>
                          <a:pt x="49" y="3"/>
                          <a:pt x="49" y="3"/>
                          <a:pt x="48" y="2"/>
                        </a:cubicBezTo>
                        <a:cubicBezTo>
                          <a:pt x="48" y="1"/>
                          <a:pt x="47" y="1"/>
                          <a:pt x="47" y="1"/>
                        </a:cubicBezTo>
                        <a:cubicBezTo>
                          <a:pt x="46" y="0"/>
                          <a:pt x="45" y="0"/>
                          <a:pt x="44" y="0"/>
                        </a:cubicBezTo>
                        <a:cubicBezTo>
                          <a:pt x="6" y="0"/>
                          <a:pt x="6" y="0"/>
                          <a:pt x="6" y="0"/>
                        </a:cubicBezTo>
                        <a:cubicBezTo>
                          <a:pt x="4" y="0"/>
                          <a:pt x="3" y="1"/>
                          <a:pt x="2" y="2"/>
                        </a:cubicBezTo>
                        <a:cubicBezTo>
                          <a:pt x="1" y="3"/>
                          <a:pt x="0" y="5"/>
                          <a:pt x="0" y="6"/>
                        </a:cubicBezTo>
                        <a:cubicBezTo>
                          <a:pt x="0" y="7"/>
                          <a:pt x="0" y="9"/>
                          <a:pt x="1" y="10"/>
                        </a:cubicBezTo>
                        <a:cubicBezTo>
                          <a:pt x="1" y="10"/>
                          <a:pt x="1" y="10"/>
                          <a:pt x="1" y="10"/>
                        </a:cubicBezTo>
                        <a:cubicBezTo>
                          <a:pt x="26" y="39"/>
                          <a:pt x="26" y="39"/>
                          <a:pt x="26" y="39"/>
                        </a:cubicBezTo>
                        <a:cubicBezTo>
                          <a:pt x="1" y="69"/>
                          <a:pt x="1" y="69"/>
                          <a:pt x="1" y="69"/>
                        </a:cubicBezTo>
                        <a:cubicBezTo>
                          <a:pt x="1" y="69"/>
                          <a:pt x="1" y="69"/>
                          <a:pt x="1" y="69"/>
                        </a:cubicBezTo>
                        <a:cubicBezTo>
                          <a:pt x="0" y="70"/>
                          <a:pt x="0" y="71"/>
                          <a:pt x="0" y="72"/>
                        </a:cubicBezTo>
                        <a:cubicBezTo>
                          <a:pt x="0" y="74"/>
                          <a:pt x="1" y="75"/>
                          <a:pt x="2" y="76"/>
                        </a:cubicBezTo>
                        <a:cubicBezTo>
                          <a:pt x="3" y="78"/>
                          <a:pt x="5" y="78"/>
                          <a:pt x="6" y="78"/>
                        </a:cubicBezTo>
                        <a:cubicBezTo>
                          <a:pt x="44" y="78"/>
                          <a:pt x="44" y="78"/>
                          <a:pt x="44" y="78"/>
                        </a:cubicBezTo>
                        <a:cubicBezTo>
                          <a:pt x="45" y="78"/>
                          <a:pt x="46" y="78"/>
                          <a:pt x="47" y="78"/>
                        </a:cubicBezTo>
                        <a:cubicBezTo>
                          <a:pt x="47" y="78"/>
                          <a:pt x="47" y="78"/>
                          <a:pt x="47" y="78"/>
                        </a:cubicBezTo>
                        <a:cubicBezTo>
                          <a:pt x="47" y="77"/>
                          <a:pt x="48" y="77"/>
                          <a:pt x="48" y="76"/>
                        </a:cubicBezTo>
                        <a:cubicBezTo>
                          <a:pt x="48" y="76"/>
                          <a:pt x="48" y="76"/>
                          <a:pt x="48" y="76"/>
                        </a:cubicBezTo>
                        <a:cubicBezTo>
                          <a:pt x="49" y="76"/>
                          <a:pt x="49" y="75"/>
                          <a:pt x="50" y="75"/>
                        </a:cubicBezTo>
                        <a:cubicBezTo>
                          <a:pt x="50" y="75"/>
                          <a:pt x="50" y="75"/>
                          <a:pt x="50" y="75"/>
                        </a:cubicBezTo>
                        <a:cubicBezTo>
                          <a:pt x="50" y="74"/>
                          <a:pt x="50" y="73"/>
                          <a:pt x="50" y="72"/>
                        </a:cubicBezTo>
                        <a:cubicBezTo>
                          <a:pt x="50" y="71"/>
                          <a:pt x="50" y="69"/>
                          <a:pt x="48" y="68"/>
                        </a:cubicBezTo>
                        <a:cubicBezTo>
                          <a:pt x="47" y="67"/>
                          <a:pt x="46" y="66"/>
                          <a:pt x="44" y="66"/>
                        </a:cubicBezTo>
                        <a:cubicBezTo>
                          <a:pt x="18" y="66"/>
                          <a:pt x="18" y="66"/>
                          <a:pt x="18" y="66"/>
                        </a:cubicBezTo>
                        <a:cubicBezTo>
                          <a:pt x="38" y="43"/>
                          <a:pt x="38" y="43"/>
                          <a:pt x="38" y="43"/>
                        </a:cubicBezTo>
                        <a:cubicBezTo>
                          <a:pt x="38" y="43"/>
                          <a:pt x="38" y="43"/>
                          <a:pt x="38" y="43"/>
                        </a:cubicBezTo>
                        <a:cubicBezTo>
                          <a:pt x="39" y="42"/>
                          <a:pt x="39" y="40"/>
                          <a:pt x="39" y="39"/>
                        </a:cubicBezTo>
                        <a:cubicBezTo>
                          <a:pt x="39" y="38"/>
                          <a:pt x="39" y="37"/>
                          <a:pt x="38" y="36"/>
                        </a:cubicBezTo>
                        <a:cubicBezTo>
                          <a:pt x="38" y="35"/>
                          <a:pt x="38" y="35"/>
                          <a:pt x="38" y="35"/>
                        </a:cubicBezTo>
                        <a:cubicBezTo>
                          <a:pt x="18" y="12"/>
                          <a:pt x="18" y="12"/>
                          <a:pt x="18" y="12"/>
                        </a:cubicBezTo>
                        <a:cubicBezTo>
                          <a:pt x="44" y="12"/>
                          <a:pt x="44" y="12"/>
                          <a:pt x="44" y="12"/>
                        </a:cubicBezTo>
                        <a:cubicBezTo>
                          <a:pt x="46" y="12"/>
                          <a:pt x="47" y="11"/>
                          <a:pt x="48" y="1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1" name="Freeform 334">
                    <a:extLst>
                      <a:ext uri="{FF2B5EF4-FFF2-40B4-BE49-F238E27FC236}">
                        <a16:creationId xmlns:a16="http://schemas.microsoft.com/office/drawing/2014/main" id="{E6B21350-6862-409D-9BC7-54DA8AA3AA19}"/>
                      </a:ext>
                    </a:extLst>
                  </p:cNvPr>
                  <p:cNvSpPr>
                    <a:spLocks/>
                  </p:cNvSpPr>
                  <p:nvPr/>
                </p:nvSpPr>
                <p:spPr bwMode="auto">
                  <a:xfrm>
                    <a:off x="4914687" y="5872009"/>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2" name="Freeform 335">
                    <a:extLst>
                      <a:ext uri="{FF2B5EF4-FFF2-40B4-BE49-F238E27FC236}">
                        <a16:creationId xmlns:a16="http://schemas.microsoft.com/office/drawing/2014/main" id="{1F652F2B-1413-4F26-A3F0-DD9E5693976C}"/>
                      </a:ext>
                    </a:extLst>
                  </p:cNvPr>
                  <p:cNvSpPr>
                    <a:spLocks noEditPoints="1"/>
                  </p:cNvSpPr>
                  <p:nvPr/>
                </p:nvSpPr>
                <p:spPr bwMode="auto">
                  <a:xfrm>
                    <a:off x="5098696" y="5334431"/>
                    <a:ext cx="52024" cy="31792"/>
                  </a:xfrm>
                  <a:custGeom>
                    <a:avLst/>
                    <a:gdLst>
                      <a:gd name="T0" fmla="*/ 2147483646 w 55"/>
                      <a:gd name="T1" fmla="*/ 2147483646 h 33"/>
                      <a:gd name="T2" fmla="*/ 2147483646 w 55"/>
                      <a:gd name="T3" fmla="*/ 0 h 33"/>
                      <a:gd name="T4" fmla="*/ 2147483646 w 55"/>
                      <a:gd name="T5" fmla="*/ 2147483646 h 33"/>
                      <a:gd name="T6" fmla="*/ 2147483646 w 55"/>
                      <a:gd name="T7" fmla="*/ 2147483646 h 33"/>
                      <a:gd name="T8" fmla="*/ 2147483646 w 55"/>
                      <a:gd name="T9" fmla="*/ 0 h 33"/>
                      <a:gd name="T10" fmla="*/ 2147483646 w 55"/>
                      <a:gd name="T11" fmla="*/ 2147483646 h 33"/>
                      <a:gd name="T12" fmla="*/ 2147483646 w 55"/>
                      <a:gd name="T13" fmla="*/ 2147483646 h 33"/>
                      <a:gd name="T14" fmla="*/ 2147483646 w 55"/>
                      <a:gd name="T15" fmla="*/ 2147483646 h 33"/>
                      <a:gd name="T16" fmla="*/ 0 w 55"/>
                      <a:gd name="T17" fmla="*/ 2147483646 h 33"/>
                      <a:gd name="T18" fmla="*/ 2147483646 w 55"/>
                      <a:gd name="T19" fmla="*/ 2147483646 h 33"/>
                      <a:gd name="T20" fmla="*/ 2147483646 w 55"/>
                      <a:gd name="T21" fmla="*/ 2147483646 h 33"/>
                      <a:gd name="T22" fmla="*/ 2147483646 w 55"/>
                      <a:gd name="T23" fmla="*/ 2147483646 h 33"/>
                      <a:gd name="T24" fmla="*/ 2147483646 w 55"/>
                      <a:gd name="T25" fmla="*/ 2147483646 h 33"/>
                      <a:gd name="T26" fmla="*/ 2147483646 w 55"/>
                      <a:gd name="T27" fmla="*/ 2147483646 h 33"/>
                      <a:gd name="T28" fmla="*/ 2147483646 w 55"/>
                      <a:gd name="T29" fmla="*/ 2147483646 h 33"/>
                      <a:gd name="T30" fmla="*/ 2147483646 w 55"/>
                      <a:gd name="T31" fmla="*/ 2147483646 h 33"/>
                      <a:gd name="T32" fmla="*/ 2147483646 w 55"/>
                      <a:gd name="T33" fmla="*/ 2147483646 h 33"/>
                      <a:gd name="T34" fmla="*/ 2147483646 w 55"/>
                      <a:gd name="T35" fmla="*/ 2147483646 h 33"/>
                      <a:gd name="T36" fmla="*/ 2147483646 w 55"/>
                      <a:gd name="T37" fmla="*/ 2147483646 h 33"/>
                      <a:gd name="T38" fmla="*/ 2147483646 w 55"/>
                      <a:gd name="T39" fmla="*/ 2147483646 h 33"/>
                      <a:gd name="T40" fmla="*/ 2147483646 w 55"/>
                      <a:gd name="T41" fmla="*/ 2147483646 h 33"/>
                      <a:gd name="T42" fmla="*/ 2147483646 w 55"/>
                      <a:gd name="T43" fmla="*/ 2147483646 h 33"/>
                      <a:gd name="T44" fmla="*/ 2147483646 w 55"/>
                      <a:gd name="T45" fmla="*/ 2147483646 h 33"/>
                      <a:gd name="T46" fmla="*/ 2147483646 w 55"/>
                      <a:gd name="T47" fmla="*/ 2147483646 h 33"/>
                      <a:gd name="T48" fmla="*/ 2147483646 w 55"/>
                      <a:gd name="T49" fmla="*/ 2147483646 h 33"/>
                      <a:gd name="T50" fmla="*/ 2147483646 w 55"/>
                      <a:gd name="T51" fmla="*/ 2147483646 h 33"/>
                      <a:gd name="T52" fmla="*/ 2147483646 w 55"/>
                      <a:gd name="T53" fmla="*/ 2147483646 h 33"/>
                      <a:gd name="T54" fmla="*/ 2147483646 w 55"/>
                      <a:gd name="T55" fmla="*/ 2147483646 h 33"/>
                      <a:gd name="T56" fmla="*/ 2147483646 w 55"/>
                      <a:gd name="T57" fmla="*/ 2147483646 h 33"/>
                      <a:gd name="T58" fmla="*/ 2147483646 w 55"/>
                      <a:gd name="T59" fmla="*/ 2147483646 h 33"/>
                      <a:gd name="T60" fmla="*/ 2147483646 w 55"/>
                      <a:gd name="T61" fmla="*/ 2147483646 h 33"/>
                      <a:gd name="T62" fmla="*/ 2147483646 w 55"/>
                      <a:gd name="T63" fmla="*/ 2147483646 h 33"/>
                      <a:gd name="T64" fmla="*/ 2147483646 w 55"/>
                      <a:gd name="T65" fmla="*/ 2147483646 h 33"/>
                      <a:gd name="T66" fmla="*/ 2147483646 w 55"/>
                      <a:gd name="T67" fmla="*/ 2147483646 h 33"/>
                      <a:gd name="T68" fmla="*/ 2147483646 w 55"/>
                      <a:gd name="T69" fmla="*/ 2147483646 h 33"/>
                      <a:gd name="T70" fmla="*/ 2147483646 w 55"/>
                      <a:gd name="T71" fmla="*/ 2147483646 h 33"/>
                      <a:gd name="T72" fmla="*/ 2147483646 w 55"/>
                      <a:gd name="T73" fmla="*/ 2147483646 h 33"/>
                      <a:gd name="T74" fmla="*/ 2147483646 w 55"/>
                      <a:gd name="T75" fmla="*/ 2147483646 h 33"/>
                      <a:gd name="T76" fmla="*/ 2147483646 w 55"/>
                      <a:gd name="T77" fmla="*/ 2147483646 h 33"/>
                      <a:gd name="T78" fmla="*/ 2147483646 w 55"/>
                      <a:gd name="T79" fmla="*/ 2147483646 h 33"/>
                      <a:gd name="T80" fmla="*/ 2147483646 w 55"/>
                      <a:gd name="T81" fmla="*/ 2147483646 h 33"/>
                      <a:gd name="T82" fmla="*/ 2147483646 w 55"/>
                      <a:gd name="T83" fmla="*/ 2147483646 h 33"/>
                      <a:gd name="T84" fmla="*/ 2147483646 w 55"/>
                      <a:gd name="T85" fmla="*/ 2147483646 h 33"/>
                      <a:gd name="T86" fmla="*/ 2147483646 w 55"/>
                      <a:gd name="T87" fmla="*/ 2147483646 h 33"/>
                      <a:gd name="T88" fmla="*/ 2147483646 w 55"/>
                      <a:gd name="T89" fmla="*/ 2147483646 h 33"/>
                      <a:gd name="T90" fmla="*/ 2147483646 w 55"/>
                      <a:gd name="T91" fmla="*/ 2147483646 h 33"/>
                      <a:gd name="T92" fmla="*/ 2147483646 w 55"/>
                      <a:gd name="T93" fmla="*/ 2147483646 h 33"/>
                      <a:gd name="T94" fmla="*/ 2147483646 w 55"/>
                      <a:gd name="T95" fmla="*/ 2147483646 h 33"/>
                      <a:gd name="T96" fmla="*/ 2147483646 w 55"/>
                      <a:gd name="T97" fmla="*/ 2147483646 h 33"/>
                      <a:gd name="T98" fmla="*/ 2147483646 w 55"/>
                      <a:gd name="T99" fmla="*/ 2147483646 h 33"/>
                      <a:gd name="T100" fmla="*/ 2147483646 w 55"/>
                      <a:gd name="T101" fmla="*/ 2147483646 h 33"/>
                      <a:gd name="T102" fmla="*/ 2147483646 w 55"/>
                      <a:gd name="T103" fmla="*/ 2147483646 h 33"/>
                      <a:gd name="T104" fmla="*/ 2147483646 w 55"/>
                      <a:gd name="T105" fmla="*/ 2147483646 h 33"/>
                      <a:gd name="T106" fmla="*/ 2147483646 w 55"/>
                      <a:gd name="T107" fmla="*/ 2147483646 h 33"/>
                      <a:gd name="T108" fmla="*/ 2147483646 w 55"/>
                      <a:gd name="T109" fmla="*/ 2147483646 h 33"/>
                      <a:gd name="T110" fmla="*/ 2147483646 w 55"/>
                      <a:gd name="T111" fmla="*/ 2147483646 h 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5" h="33">
                        <a:moveTo>
                          <a:pt x="45" y="2"/>
                        </a:moveTo>
                        <a:cubicBezTo>
                          <a:pt x="43" y="1"/>
                          <a:pt x="41" y="0"/>
                          <a:pt x="38" y="0"/>
                        </a:cubicBezTo>
                        <a:cubicBezTo>
                          <a:pt x="34" y="0"/>
                          <a:pt x="31" y="2"/>
                          <a:pt x="28" y="4"/>
                        </a:cubicBezTo>
                        <a:cubicBezTo>
                          <a:pt x="26" y="3"/>
                          <a:pt x="25" y="2"/>
                          <a:pt x="24" y="2"/>
                        </a:cubicBezTo>
                        <a:cubicBezTo>
                          <a:pt x="21" y="1"/>
                          <a:pt x="19" y="0"/>
                          <a:pt x="17" y="0"/>
                        </a:cubicBezTo>
                        <a:cubicBezTo>
                          <a:pt x="15" y="0"/>
                          <a:pt x="13" y="1"/>
                          <a:pt x="11" y="2"/>
                        </a:cubicBezTo>
                        <a:cubicBezTo>
                          <a:pt x="9" y="2"/>
                          <a:pt x="7" y="4"/>
                          <a:pt x="5" y="5"/>
                        </a:cubicBezTo>
                        <a:cubicBezTo>
                          <a:pt x="4" y="7"/>
                          <a:pt x="3" y="8"/>
                          <a:pt x="2" y="10"/>
                        </a:cubicBezTo>
                        <a:cubicBezTo>
                          <a:pt x="1" y="12"/>
                          <a:pt x="0" y="15"/>
                          <a:pt x="0" y="17"/>
                        </a:cubicBezTo>
                        <a:cubicBezTo>
                          <a:pt x="0" y="19"/>
                          <a:pt x="1" y="21"/>
                          <a:pt x="2" y="23"/>
                        </a:cubicBezTo>
                        <a:cubicBezTo>
                          <a:pt x="3" y="25"/>
                          <a:pt x="4" y="27"/>
                          <a:pt x="5" y="28"/>
                        </a:cubicBezTo>
                        <a:cubicBezTo>
                          <a:pt x="7" y="30"/>
                          <a:pt x="9" y="31"/>
                          <a:pt x="10" y="32"/>
                        </a:cubicBezTo>
                        <a:cubicBezTo>
                          <a:pt x="12" y="33"/>
                          <a:pt x="15" y="33"/>
                          <a:pt x="17" y="33"/>
                        </a:cubicBezTo>
                        <a:cubicBezTo>
                          <a:pt x="21" y="33"/>
                          <a:pt x="25" y="32"/>
                          <a:pt x="28" y="29"/>
                        </a:cubicBezTo>
                        <a:cubicBezTo>
                          <a:pt x="31" y="32"/>
                          <a:pt x="34" y="33"/>
                          <a:pt x="38" y="33"/>
                        </a:cubicBezTo>
                        <a:cubicBezTo>
                          <a:pt x="41" y="33"/>
                          <a:pt x="43" y="33"/>
                          <a:pt x="45" y="32"/>
                        </a:cubicBezTo>
                        <a:cubicBezTo>
                          <a:pt x="47" y="31"/>
                          <a:pt x="49" y="30"/>
                          <a:pt x="50" y="28"/>
                        </a:cubicBezTo>
                        <a:cubicBezTo>
                          <a:pt x="52" y="27"/>
                          <a:pt x="53" y="25"/>
                          <a:pt x="54" y="23"/>
                        </a:cubicBezTo>
                        <a:cubicBezTo>
                          <a:pt x="54" y="21"/>
                          <a:pt x="55" y="19"/>
                          <a:pt x="55" y="17"/>
                        </a:cubicBezTo>
                        <a:cubicBezTo>
                          <a:pt x="55" y="15"/>
                          <a:pt x="54" y="12"/>
                          <a:pt x="54" y="10"/>
                        </a:cubicBezTo>
                        <a:cubicBezTo>
                          <a:pt x="53" y="8"/>
                          <a:pt x="52" y="7"/>
                          <a:pt x="50" y="5"/>
                        </a:cubicBezTo>
                        <a:cubicBezTo>
                          <a:pt x="49" y="4"/>
                          <a:pt x="47" y="2"/>
                          <a:pt x="45" y="2"/>
                        </a:cubicBezTo>
                        <a:close/>
                        <a:moveTo>
                          <a:pt x="13" y="13"/>
                        </a:moveTo>
                        <a:cubicBezTo>
                          <a:pt x="14" y="13"/>
                          <a:pt x="14" y="12"/>
                          <a:pt x="15" y="12"/>
                        </a:cubicBezTo>
                        <a:cubicBezTo>
                          <a:pt x="16" y="12"/>
                          <a:pt x="16" y="12"/>
                          <a:pt x="17" y="12"/>
                        </a:cubicBezTo>
                        <a:cubicBezTo>
                          <a:pt x="18" y="12"/>
                          <a:pt x="18" y="12"/>
                          <a:pt x="19" y="12"/>
                        </a:cubicBezTo>
                        <a:cubicBezTo>
                          <a:pt x="19" y="12"/>
                          <a:pt x="20" y="13"/>
                          <a:pt x="20" y="13"/>
                        </a:cubicBezTo>
                        <a:cubicBezTo>
                          <a:pt x="21" y="14"/>
                          <a:pt x="21" y="14"/>
                          <a:pt x="22" y="15"/>
                        </a:cubicBezTo>
                        <a:cubicBezTo>
                          <a:pt x="22" y="15"/>
                          <a:pt x="22" y="16"/>
                          <a:pt x="22" y="17"/>
                        </a:cubicBezTo>
                        <a:cubicBezTo>
                          <a:pt x="22" y="17"/>
                          <a:pt x="22" y="18"/>
                          <a:pt x="22" y="19"/>
                        </a:cubicBezTo>
                        <a:cubicBezTo>
                          <a:pt x="21" y="19"/>
                          <a:pt x="21" y="20"/>
                          <a:pt x="20" y="20"/>
                        </a:cubicBezTo>
                        <a:cubicBezTo>
                          <a:pt x="20" y="21"/>
                          <a:pt x="19" y="21"/>
                          <a:pt x="19" y="21"/>
                        </a:cubicBezTo>
                        <a:cubicBezTo>
                          <a:pt x="18" y="22"/>
                          <a:pt x="18" y="22"/>
                          <a:pt x="17" y="22"/>
                        </a:cubicBezTo>
                        <a:cubicBezTo>
                          <a:pt x="16" y="22"/>
                          <a:pt x="16" y="22"/>
                          <a:pt x="15" y="21"/>
                        </a:cubicBezTo>
                        <a:cubicBezTo>
                          <a:pt x="14" y="21"/>
                          <a:pt x="14" y="21"/>
                          <a:pt x="13" y="20"/>
                        </a:cubicBezTo>
                        <a:cubicBezTo>
                          <a:pt x="13" y="20"/>
                          <a:pt x="12" y="19"/>
                          <a:pt x="12" y="19"/>
                        </a:cubicBezTo>
                        <a:cubicBezTo>
                          <a:pt x="12" y="18"/>
                          <a:pt x="12" y="17"/>
                          <a:pt x="12" y="17"/>
                        </a:cubicBezTo>
                        <a:cubicBezTo>
                          <a:pt x="12" y="16"/>
                          <a:pt x="12" y="15"/>
                          <a:pt x="12" y="15"/>
                        </a:cubicBezTo>
                        <a:cubicBezTo>
                          <a:pt x="13" y="14"/>
                          <a:pt x="13" y="14"/>
                          <a:pt x="13" y="13"/>
                        </a:cubicBezTo>
                        <a:close/>
                        <a:moveTo>
                          <a:pt x="38" y="22"/>
                        </a:moveTo>
                        <a:cubicBezTo>
                          <a:pt x="38" y="22"/>
                          <a:pt x="37" y="22"/>
                          <a:pt x="36" y="21"/>
                        </a:cubicBezTo>
                        <a:cubicBezTo>
                          <a:pt x="36" y="21"/>
                          <a:pt x="35" y="21"/>
                          <a:pt x="35" y="20"/>
                        </a:cubicBezTo>
                        <a:cubicBezTo>
                          <a:pt x="34" y="20"/>
                          <a:pt x="34" y="19"/>
                          <a:pt x="34" y="19"/>
                        </a:cubicBezTo>
                        <a:cubicBezTo>
                          <a:pt x="33" y="18"/>
                          <a:pt x="33" y="18"/>
                          <a:pt x="33" y="17"/>
                        </a:cubicBezTo>
                        <a:cubicBezTo>
                          <a:pt x="33" y="16"/>
                          <a:pt x="33" y="15"/>
                          <a:pt x="34" y="15"/>
                        </a:cubicBezTo>
                        <a:cubicBezTo>
                          <a:pt x="34" y="14"/>
                          <a:pt x="34" y="14"/>
                          <a:pt x="35" y="13"/>
                        </a:cubicBezTo>
                        <a:cubicBezTo>
                          <a:pt x="35" y="13"/>
                          <a:pt x="36" y="12"/>
                          <a:pt x="36" y="12"/>
                        </a:cubicBezTo>
                        <a:cubicBezTo>
                          <a:pt x="37" y="12"/>
                          <a:pt x="38" y="12"/>
                          <a:pt x="38" y="12"/>
                        </a:cubicBezTo>
                        <a:cubicBezTo>
                          <a:pt x="39" y="12"/>
                          <a:pt x="40" y="12"/>
                          <a:pt x="40" y="12"/>
                        </a:cubicBezTo>
                        <a:cubicBezTo>
                          <a:pt x="41" y="12"/>
                          <a:pt x="42" y="13"/>
                          <a:pt x="42" y="13"/>
                        </a:cubicBezTo>
                        <a:cubicBezTo>
                          <a:pt x="42" y="14"/>
                          <a:pt x="43" y="14"/>
                          <a:pt x="43" y="15"/>
                        </a:cubicBezTo>
                        <a:cubicBezTo>
                          <a:pt x="43" y="15"/>
                          <a:pt x="43" y="16"/>
                          <a:pt x="43" y="17"/>
                        </a:cubicBezTo>
                        <a:cubicBezTo>
                          <a:pt x="43" y="17"/>
                          <a:pt x="43" y="18"/>
                          <a:pt x="43" y="19"/>
                        </a:cubicBezTo>
                        <a:cubicBezTo>
                          <a:pt x="43" y="19"/>
                          <a:pt x="42" y="20"/>
                          <a:pt x="42" y="20"/>
                        </a:cubicBezTo>
                        <a:cubicBezTo>
                          <a:pt x="42" y="21"/>
                          <a:pt x="41" y="21"/>
                          <a:pt x="40" y="21"/>
                        </a:cubicBezTo>
                        <a:cubicBezTo>
                          <a:pt x="40" y="22"/>
                          <a:pt x="39" y="22"/>
                          <a:pt x="38" y="22"/>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3" name="Freeform 336">
                    <a:extLst>
                      <a:ext uri="{FF2B5EF4-FFF2-40B4-BE49-F238E27FC236}">
                        <a16:creationId xmlns:a16="http://schemas.microsoft.com/office/drawing/2014/main" id="{4E44FDFA-2D52-4CFC-BE3E-D11364564CA4}"/>
                      </a:ext>
                    </a:extLst>
                  </p:cNvPr>
                  <p:cNvSpPr>
                    <a:spLocks noEditPoints="1"/>
                  </p:cNvSpPr>
                  <p:nvPr/>
                </p:nvSpPr>
                <p:spPr bwMode="auto">
                  <a:xfrm>
                    <a:off x="4485009" y="5518440"/>
                    <a:ext cx="52987" cy="31792"/>
                  </a:xfrm>
                  <a:custGeom>
                    <a:avLst/>
                    <a:gdLst>
                      <a:gd name="T0" fmla="*/ 2147483646 w 55"/>
                      <a:gd name="T1" fmla="*/ 2147483646 h 33"/>
                      <a:gd name="T2" fmla="*/ 2147483646 w 55"/>
                      <a:gd name="T3" fmla="*/ 2147483646 h 33"/>
                      <a:gd name="T4" fmla="*/ 2147483646 w 55"/>
                      <a:gd name="T5" fmla="*/ 2147483646 h 33"/>
                      <a:gd name="T6" fmla="*/ 2147483646 w 55"/>
                      <a:gd name="T7" fmla="*/ 2147483646 h 33"/>
                      <a:gd name="T8" fmla="*/ 2147483646 w 55"/>
                      <a:gd name="T9" fmla="*/ 2147483646 h 33"/>
                      <a:gd name="T10" fmla="*/ 2147483646 w 55"/>
                      <a:gd name="T11" fmla="*/ 2147483646 h 33"/>
                      <a:gd name="T12" fmla="*/ 2147483646 w 55"/>
                      <a:gd name="T13" fmla="*/ 2147483646 h 33"/>
                      <a:gd name="T14" fmla="*/ 2147483646 w 55"/>
                      <a:gd name="T15" fmla="*/ 2147483646 h 33"/>
                      <a:gd name="T16" fmla="*/ 2147483646 w 55"/>
                      <a:gd name="T17" fmla="*/ 0 h 33"/>
                      <a:gd name="T18" fmla="*/ 2147483646 w 55"/>
                      <a:gd name="T19" fmla="*/ 2147483646 h 33"/>
                      <a:gd name="T20" fmla="*/ 2147483646 w 55"/>
                      <a:gd name="T21" fmla="*/ 2147483646 h 33"/>
                      <a:gd name="T22" fmla="*/ 2147483646 w 55"/>
                      <a:gd name="T23" fmla="*/ 0 h 33"/>
                      <a:gd name="T24" fmla="*/ 2147483646 w 55"/>
                      <a:gd name="T25" fmla="*/ 2147483646 h 33"/>
                      <a:gd name="T26" fmla="*/ 2147483646 w 55"/>
                      <a:gd name="T27" fmla="*/ 2147483646 h 33"/>
                      <a:gd name="T28" fmla="*/ 2147483646 w 55"/>
                      <a:gd name="T29" fmla="*/ 2147483646 h 33"/>
                      <a:gd name="T30" fmla="*/ 0 w 55"/>
                      <a:gd name="T31" fmla="*/ 2147483646 h 33"/>
                      <a:gd name="T32" fmla="*/ 2147483646 w 55"/>
                      <a:gd name="T33" fmla="*/ 2147483646 h 33"/>
                      <a:gd name="T34" fmla="*/ 2147483646 w 55"/>
                      <a:gd name="T35" fmla="*/ 2147483646 h 33"/>
                      <a:gd name="T36" fmla="*/ 2147483646 w 55"/>
                      <a:gd name="T37" fmla="*/ 2147483646 h 33"/>
                      <a:gd name="T38" fmla="*/ 2147483646 w 55"/>
                      <a:gd name="T39" fmla="*/ 2147483646 h 33"/>
                      <a:gd name="T40" fmla="*/ 2147483646 w 55"/>
                      <a:gd name="T41" fmla="*/ 2147483646 h 33"/>
                      <a:gd name="T42" fmla="*/ 2147483646 w 55"/>
                      <a:gd name="T43" fmla="*/ 2147483646 h 33"/>
                      <a:gd name="T44" fmla="*/ 2147483646 w 55"/>
                      <a:gd name="T45" fmla="*/ 2147483646 h 33"/>
                      <a:gd name="T46" fmla="*/ 2147483646 w 55"/>
                      <a:gd name="T47" fmla="*/ 2147483646 h 33"/>
                      <a:gd name="T48" fmla="*/ 2147483646 w 55"/>
                      <a:gd name="T49" fmla="*/ 2147483646 h 33"/>
                      <a:gd name="T50" fmla="*/ 2147483646 w 55"/>
                      <a:gd name="T51" fmla="*/ 2147483646 h 33"/>
                      <a:gd name="T52" fmla="*/ 2147483646 w 55"/>
                      <a:gd name="T53" fmla="*/ 2147483646 h 33"/>
                      <a:gd name="T54" fmla="*/ 2147483646 w 55"/>
                      <a:gd name="T55" fmla="*/ 2147483646 h 33"/>
                      <a:gd name="T56" fmla="*/ 2147483646 w 55"/>
                      <a:gd name="T57" fmla="*/ 2147483646 h 33"/>
                      <a:gd name="T58" fmla="*/ 2147483646 w 55"/>
                      <a:gd name="T59" fmla="*/ 2147483646 h 33"/>
                      <a:gd name="T60" fmla="*/ 2147483646 w 55"/>
                      <a:gd name="T61" fmla="*/ 2147483646 h 33"/>
                      <a:gd name="T62" fmla="*/ 2147483646 w 55"/>
                      <a:gd name="T63" fmla="*/ 2147483646 h 33"/>
                      <a:gd name="T64" fmla="*/ 2147483646 w 55"/>
                      <a:gd name="T65" fmla="*/ 2147483646 h 33"/>
                      <a:gd name="T66" fmla="*/ 2147483646 w 55"/>
                      <a:gd name="T67" fmla="*/ 2147483646 h 33"/>
                      <a:gd name="T68" fmla="*/ 2147483646 w 55"/>
                      <a:gd name="T69" fmla="*/ 2147483646 h 33"/>
                      <a:gd name="T70" fmla="*/ 2147483646 w 55"/>
                      <a:gd name="T71" fmla="*/ 2147483646 h 33"/>
                      <a:gd name="T72" fmla="*/ 2147483646 w 55"/>
                      <a:gd name="T73" fmla="*/ 2147483646 h 33"/>
                      <a:gd name="T74" fmla="*/ 2147483646 w 55"/>
                      <a:gd name="T75" fmla="*/ 2147483646 h 33"/>
                      <a:gd name="T76" fmla="*/ 2147483646 w 55"/>
                      <a:gd name="T77" fmla="*/ 2147483646 h 33"/>
                      <a:gd name="T78" fmla="*/ 2147483646 w 55"/>
                      <a:gd name="T79" fmla="*/ 2147483646 h 33"/>
                      <a:gd name="T80" fmla="*/ 2147483646 w 55"/>
                      <a:gd name="T81" fmla="*/ 2147483646 h 33"/>
                      <a:gd name="T82" fmla="*/ 2147483646 w 55"/>
                      <a:gd name="T83" fmla="*/ 2147483646 h 33"/>
                      <a:gd name="T84" fmla="*/ 2147483646 w 55"/>
                      <a:gd name="T85" fmla="*/ 2147483646 h 33"/>
                      <a:gd name="T86" fmla="*/ 2147483646 w 55"/>
                      <a:gd name="T87" fmla="*/ 2147483646 h 33"/>
                      <a:gd name="T88" fmla="*/ 2147483646 w 55"/>
                      <a:gd name="T89" fmla="*/ 2147483646 h 33"/>
                      <a:gd name="T90" fmla="*/ 2147483646 w 55"/>
                      <a:gd name="T91" fmla="*/ 2147483646 h 33"/>
                      <a:gd name="T92" fmla="*/ 2147483646 w 55"/>
                      <a:gd name="T93" fmla="*/ 2147483646 h 33"/>
                      <a:gd name="T94" fmla="*/ 2147483646 w 55"/>
                      <a:gd name="T95" fmla="*/ 2147483646 h 33"/>
                      <a:gd name="T96" fmla="*/ 2147483646 w 55"/>
                      <a:gd name="T97" fmla="*/ 2147483646 h 33"/>
                      <a:gd name="T98" fmla="*/ 2147483646 w 55"/>
                      <a:gd name="T99" fmla="*/ 2147483646 h 33"/>
                      <a:gd name="T100" fmla="*/ 2147483646 w 55"/>
                      <a:gd name="T101" fmla="*/ 2147483646 h 33"/>
                      <a:gd name="T102" fmla="*/ 2147483646 w 55"/>
                      <a:gd name="T103" fmla="*/ 2147483646 h 33"/>
                      <a:gd name="T104" fmla="*/ 2147483646 w 55"/>
                      <a:gd name="T105" fmla="*/ 2147483646 h 33"/>
                      <a:gd name="T106" fmla="*/ 2147483646 w 55"/>
                      <a:gd name="T107" fmla="*/ 2147483646 h 33"/>
                      <a:gd name="T108" fmla="*/ 2147483646 w 55"/>
                      <a:gd name="T109" fmla="*/ 2147483646 h 33"/>
                      <a:gd name="T110" fmla="*/ 2147483646 w 55"/>
                      <a:gd name="T111" fmla="*/ 2147483646 h 33"/>
                      <a:gd name="T112" fmla="*/ 2147483646 w 55"/>
                      <a:gd name="T113" fmla="*/ 2147483646 h 3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5" h="33">
                        <a:moveTo>
                          <a:pt x="38" y="33"/>
                        </a:moveTo>
                        <a:cubicBezTo>
                          <a:pt x="41" y="33"/>
                          <a:pt x="43" y="33"/>
                          <a:pt x="45" y="32"/>
                        </a:cubicBezTo>
                        <a:cubicBezTo>
                          <a:pt x="47" y="31"/>
                          <a:pt x="48" y="30"/>
                          <a:pt x="50" y="28"/>
                        </a:cubicBezTo>
                        <a:cubicBezTo>
                          <a:pt x="51" y="27"/>
                          <a:pt x="53" y="25"/>
                          <a:pt x="54" y="23"/>
                        </a:cubicBezTo>
                        <a:cubicBezTo>
                          <a:pt x="54" y="21"/>
                          <a:pt x="55" y="19"/>
                          <a:pt x="55" y="17"/>
                        </a:cubicBezTo>
                        <a:cubicBezTo>
                          <a:pt x="55" y="15"/>
                          <a:pt x="54" y="12"/>
                          <a:pt x="54" y="10"/>
                        </a:cubicBezTo>
                        <a:cubicBezTo>
                          <a:pt x="53" y="8"/>
                          <a:pt x="51" y="7"/>
                          <a:pt x="50" y="5"/>
                        </a:cubicBezTo>
                        <a:cubicBezTo>
                          <a:pt x="48" y="4"/>
                          <a:pt x="47" y="3"/>
                          <a:pt x="45" y="2"/>
                        </a:cubicBezTo>
                        <a:cubicBezTo>
                          <a:pt x="43" y="1"/>
                          <a:pt x="41" y="0"/>
                          <a:pt x="38" y="0"/>
                        </a:cubicBezTo>
                        <a:cubicBezTo>
                          <a:pt x="34" y="0"/>
                          <a:pt x="31" y="2"/>
                          <a:pt x="28" y="4"/>
                        </a:cubicBezTo>
                        <a:cubicBezTo>
                          <a:pt x="26" y="3"/>
                          <a:pt x="25" y="2"/>
                          <a:pt x="24" y="2"/>
                        </a:cubicBezTo>
                        <a:cubicBezTo>
                          <a:pt x="21" y="1"/>
                          <a:pt x="19" y="0"/>
                          <a:pt x="17" y="0"/>
                        </a:cubicBezTo>
                        <a:cubicBezTo>
                          <a:pt x="15" y="0"/>
                          <a:pt x="12" y="1"/>
                          <a:pt x="10" y="2"/>
                        </a:cubicBezTo>
                        <a:cubicBezTo>
                          <a:pt x="8" y="2"/>
                          <a:pt x="7" y="4"/>
                          <a:pt x="5" y="5"/>
                        </a:cubicBezTo>
                        <a:cubicBezTo>
                          <a:pt x="4" y="7"/>
                          <a:pt x="3" y="8"/>
                          <a:pt x="2" y="10"/>
                        </a:cubicBezTo>
                        <a:cubicBezTo>
                          <a:pt x="1" y="12"/>
                          <a:pt x="0" y="15"/>
                          <a:pt x="0" y="17"/>
                        </a:cubicBezTo>
                        <a:cubicBezTo>
                          <a:pt x="0" y="19"/>
                          <a:pt x="1" y="21"/>
                          <a:pt x="2" y="23"/>
                        </a:cubicBezTo>
                        <a:cubicBezTo>
                          <a:pt x="3" y="25"/>
                          <a:pt x="4" y="27"/>
                          <a:pt x="5" y="28"/>
                        </a:cubicBezTo>
                        <a:cubicBezTo>
                          <a:pt x="7" y="30"/>
                          <a:pt x="8" y="31"/>
                          <a:pt x="10" y="32"/>
                        </a:cubicBezTo>
                        <a:cubicBezTo>
                          <a:pt x="12" y="33"/>
                          <a:pt x="15" y="33"/>
                          <a:pt x="17" y="33"/>
                        </a:cubicBezTo>
                        <a:cubicBezTo>
                          <a:pt x="21" y="33"/>
                          <a:pt x="25" y="32"/>
                          <a:pt x="28" y="29"/>
                        </a:cubicBezTo>
                        <a:cubicBezTo>
                          <a:pt x="31" y="32"/>
                          <a:pt x="34" y="33"/>
                          <a:pt x="38" y="33"/>
                        </a:cubicBezTo>
                        <a:close/>
                        <a:moveTo>
                          <a:pt x="15" y="21"/>
                        </a:moveTo>
                        <a:cubicBezTo>
                          <a:pt x="14" y="21"/>
                          <a:pt x="14" y="21"/>
                          <a:pt x="13" y="20"/>
                        </a:cubicBezTo>
                        <a:cubicBezTo>
                          <a:pt x="13" y="20"/>
                          <a:pt x="12" y="19"/>
                          <a:pt x="12" y="19"/>
                        </a:cubicBezTo>
                        <a:cubicBezTo>
                          <a:pt x="12" y="18"/>
                          <a:pt x="12" y="17"/>
                          <a:pt x="12" y="17"/>
                        </a:cubicBezTo>
                        <a:cubicBezTo>
                          <a:pt x="12" y="16"/>
                          <a:pt x="12" y="15"/>
                          <a:pt x="12" y="15"/>
                        </a:cubicBezTo>
                        <a:cubicBezTo>
                          <a:pt x="12" y="14"/>
                          <a:pt x="13" y="14"/>
                          <a:pt x="13" y="13"/>
                        </a:cubicBezTo>
                        <a:cubicBezTo>
                          <a:pt x="14" y="13"/>
                          <a:pt x="14" y="12"/>
                          <a:pt x="15" y="12"/>
                        </a:cubicBezTo>
                        <a:cubicBezTo>
                          <a:pt x="15" y="12"/>
                          <a:pt x="16" y="12"/>
                          <a:pt x="17" y="12"/>
                        </a:cubicBezTo>
                        <a:cubicBezTo>
                          <a:pt x="18" y="12"/>
                          <a:pt x="18" y="12"/>
                          <a:pt x="19" y="12"/>
                        </a:cubicBezTo>
                        <a:cubicBezTo>
                          <a:pt x="19" y="12"/>
                          <a:pt x="20" y="13"/>
                          <a:pt x="20" y="13"/>
                        </a:cubicBezTo>
                        <a:cubicBezTo>
                          <a:pt x="21" y="14"/>
                          <a:pt x="21" y="14"/>
                          <a:pt x="21" y="15"/>
                        </a:cubicBezTo>
                        <a:cubicBezTo>
                          <a:pt x="22" y="16"/>
                          <a:pt x="22" y="16"/>
                          <a:pt x="22" y="17"/>
                        </a:cubicBezTo>
                        <a:cubicBezTo>
                          <a:pt x="22" y="17"/>
                          <a:pt x="22" y="18"/>
                          <a:pt x="21" y="19"/>
                        </a:cubicBezTo>
                        <a:cubicBezTo>
                          <a:pt x="21" y="19"/>
                          <a:pt x="21" y="20"/>
                          <a:pt x="20" y="20"/>
                        </a:cubicBezTo>
                        <a:cubicBezTo>
                          <a:pt x="20" y="21"/>
                          <a:pt x="19" y="21"/>
                          <a:pt x="19" y="21"/>
                        </a:cubicBezTo>
                        <a:cubicBezTo>
                          <a:pt x="18" y="22"/>
                          <a:pt x="18" y="22"/>
                          <a:pt x="17" y="22"/>
                        </a:cubicBezTo>
                        <a:cubicBezTo>
                          <a:pt x="16" y="22"/>
                          <a:pt x="15" y="22"/>
                          <a:pt x="15" y="21"/>
                        </a:cubicBezTo>
                        <a:close/>
                        <a:moveTo>
                          <a:pt x="43" y="15"/>
                        </a:moveTo>
                        <a:cubicBezTo>
                          <a:pt x="43" y="16"/>
                          <a:pt x="43" y="16"/>
                          <a:pt x="43" y="17"/>
                        </a:cubicBezTo>
                        <a:cubicBezTo>
                          <a:pt x="43" y="17"/>
                          <a:pt x="43" y="18"/>
                          <a:pt x="43" y="19"/>
                        </a:cubicBezTo>
                        <a:cubicBezTo>
                          <a:pt x="43" y="19"/>
                          <a:pt x="42" y="20"/>
                          <a:pt x="42" y="20"/>
                        </a:cubicBezTo>
                        <a:cubicBezTo>
                          <a:pt x="41" y="21"/>
                          <a:pt x="41" y="21"/>
                          <a:pt x="40" y="21"/>
                        </a:cubicBezTo>
                        <a:cubicBezTo>
                          <a:pt x="40" y="21"/>
                          <a:pt x="40" y="21"/>
                          <a:pt x="40" y="21"/>
                        </a:cubicBezTo>
                        <a:cubicBezTo>
                          <a:pt x="40" y="22"/>
                          <a:pt x="39" y="22"/>
                          <a:pt x="38" y="22"/>
                        </a:cubicBezTo>
                        <a:cubicBezTo>
                          <a:pt x="38" y="22"/>
                          <a:pt x="37" y="22"/>
                          <a:pt x="36" y="21"/>
                        </a:cubicBezTo>
                        <a:cubicBezTo>
                          <a:pt x="36" y="21"/>
                          <a:pt x="35" y="21"/>
                          <a:pt x="35" y="20"/>
                        </a:cubicBezTo>
                        <a:cubicBezTo>
                          <a:pt x="34" y="20"/>
                          <a:pt x="34" y="19"/>
                          <a:pt x="34" y="19"/>
                        </a:cubicBezTo>
                        <a:cubicBezTo>
                          <a:pt x="33" y="18"/>
                          <a:pt x="33" y="18"/>
                          <a:pt x="33" y="17"/>
                        </a:cubicBezTo>
                        <a:cubicBezTo>
                          <a:pt x="33" y="16"/>
                          <a:pt x="33" y="15"/>
                          <a:pt x="34" y="15"/>
                        </a:cubicBezTo>
                        <a:cubicBezTo>
                          <a:pt x="34" y="14"/>
                          <a:pt x="34" y="14"/>
                          <a:pt x="35" y="13"/>
                        </a:cubicBezTo>
                        <a:cubicBezTo>
                          <a:pt x="35" y="13"/>
                          <a:pt x="36" y="12"/>
                          <a:pt x="36" y="12"/>
                        </a:cubicBezTo>
                        <a:cubicBezTo>
                          <a:pt x="37" y="12"/>
                          <a:pt x="38" y="12"/>
                          <a:pt x="38" y="12"/>
                        </a:cubicBezTo>
                        <a:cubicBezTo>
                          <a:pt x="39" y="12"/>
                          <a:pt x="40" y="12"/>
                          <a:pt x="40" y="12"/>
                        </a:cubicBezTo>
                        <a:cubicBezTo>
                          <a:pt x="41" y="12"/>
                          <a:pt x="41" y="13"/>
                          <a:pt x="42" y="13"/>
                        </a:cubicBezTo>
                        <a:cubicBezTo>
                          <a:pt x="42" y="14"/>
                          <a:pt x="43" y="14"/>
                          <a:pt x="43" y="15"/>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4" name="Freeform 337">
                    <a:extLst>
                      <a:ext uri="{FF2B5EF4-FFF2-40B4-BE49-F238E27FC236}">
                        <a16:creationId xmlns:a16="http://schemas.microsoft.com/office/drawing/2014/main" id="{F63B61CF-E8FF-4374-A961-602A68E3F642}"/>
                      </a:ext>
                    </a:extLst>
                  </p:cNvPr>
                  <p:cNvSpPr>
                    <a:spLocks noEditPoints="1"/>
                  </p:cNvSpPr>
                  <p:nvPr/>
                </p:nvSpPr>
                <p:spPr bwMode="auto">
                  <a:xfrm>
                    <a:off x="4446473" y="4667756"/>
                    <a:ext cx="52987" cy="31792"/>
                  </a:xfrm>
                  <a:custGeom>
                    <a:avLst/>
                    <a:gdLst>
                      <a:gd name="T0" fmla="*/ 2147483646 w 55"/>
                      <a:gd name="T1" fmla="*/ 2147483646 h 33"/>
                      <a:gd name="T2" fmla="*/ 0 w 55"/>
                      <a:gd name="T3" fmla="*/ 2147483646 h 33"/>
                      <a:gd name="T4" fmla="*/ 2147483646 w 55"/>
                      <a:gd name="T5" fmla="*/ 2147483646 h 33"/>
                      <a:gd name="T6" fmla="*/ 2147483646 w 55"/>
                      <a:gd name="T7" fmla="*/ 2147483646 h 33"/>
                      <a:gd name="T8" fmla="*/ 2147483646 w 55"/>
                      <a:gd name="T9" fmla="*/ 2147483646 h 33"/>
                      <a:gd name="T10" fmla="*/ 2147483646 w 55"/>
                      <a:gd name="T11" fmla="*/ 2147483646 h 33"/>
                      <a:gd name="T12" fmla="*/ 2147483646 w 55"/>
                      <a:gd name="T13" fmla="*/ 2147483646 h 33"/>
                      <a:gd name="T14" fmla="*/ 2147483646 w 55"/>
                      <a:gd name="T15" fmla="*/ 2147483646 h 33"/>
                      <a:gd name="T16" fmla="*/ 2147483646 w 55"/>
                      <a:gd name="T17" fmla="*/ 2147483646 h 33"/>
                      <a:gd name="T18" fmla="*/ 2147483646 w 55"/>
                      <a:gd name="T19" fmla="*/ 2147483646 h 33"/>
                      <a:gd name="T20" fmla="*/ 2147483646 w 55"/>
                      <a:gd name="T21" fmla="*/ 2147483646 h 33"/>
                      <a:gd name="T22" fmla="*/ 2147483646 w 55"/>
                      <a:gd name="T23" fmla="*/ 2147483646 h 33"/>
                      <a:gd name="T24" fmla="*/ 2147483646 w 55"/>
                      <a:gd name="T25" fmla="*/ 2147483646 h 33"/>
                      <a:gd name="T26" fmla="*/ 2147483646 w 55"/>
                      <a:gd name="T27" fmla="*/ 2147483646 h 33"/>
                      <a:gd name="T28" fmla="*/ 2147483646 w 55"/>
                      <a:gd name="T29" fmla="*/ 2147483646 h 33"/>
                      <a:gd name="T30" fmla="*/ 2147483646 w 55"/>
                      <a:gd name="T31" fmla="*/ 0 h 33"/>
                      <a:gd name="T32" fmla="*/ 2147483646 w 55"/>
                      <a:gd name="T33" fmla="*/ 2147483646 h 33"/>
                      <a:gd name="T34" fmla="*/ 2147483646 w 55"/>
                      <a:gd name="T35" fmla="*/ 2147483646 h 33"/>
                      <a:gd name="T36" fmla="*/ 2147483646 w 55"/>
                      <a:gd name="T37" fmla="*/ 0 h 33"/>
                      <a:gd name="T38" fmla="*/ 2147483646 w 55"/>
                      <a:gd name="T39" fmla="*/ 2147483646 h 33"/>
                      <a:gd name="T40" fmla="*/ 2147483646 w 55"/>
                      <a:gd name="T41" fmla="*/ 2147483646 h 33"/>
                      <a:gd name="T42" fmla="*/ 2147483646 w 55"/>
                      <a:gd name="T43" fmla="*/ 2147483646 h 33"/>
                      <a:gd name="T44" fmla="*/ 2147483646 w 55"/>
                      <a:gd name="T45" fmla="*/ 2147483646 h 33"/>
                      <a:gd name="T46" fmla="*/ 2147483646 w 55"/>
                      <a:gd name="T47" fmla="*/ 2147483646 h 33"/>
                      <a:gd name="T48" fmla="*/ 2147483646 w 55"/>
                      <a:gd name="T49" fmla="*/ 2147483646 h 33"/>
                      <a:gd name="T50" fmla="*/ 2147483646 w 55"/>
                      <a:gd name="T51" fmla="*/ 2147483646 h 33"/>
                      <a:gd name="T52" fmla="*/ 2147483646 w 55"/>
                      <a:gd name="T53" fmla="*/ 2147483646 h 33"/>
                      <a:gd name="T54" fmla="*/ 2147483646 w 55"/>
                      <a:gd name="T55" fmla="*/ 2147483646 h 33"/>
                      <a:gd name="T56" fmla="*/ 2147483646 w 55"/>
                      <a:gd name="T57" fmla="*/ 2147483646 h 33"/>
                      <a:gd name="T58" fmla="*/ 2147483646 w 55"/>
                      <a:gd name="T59" fmla="*/ 2147483646 h 33"/>
                      <a:gd name="T60" fmla="*/ 2147483646 w 55"/>
                      <a:gd name="T61" fmla="*/ 2147483646 h 33"/>
                      <a:gd name="T62" fmla="*/ 2147483646 w 55"/>
                      <a:gd name="T63" fmla="*/ 2147483646 h 33"/>
                      <a:gd name="T64" fmla="*/ 2147483646 w 55"/>
                      <a:gd name="T65" fmla="*/ 2147483646 h 33"/>
                      <a:gd name="T66" fmla="*/ 2147483646 w 55"/>
                      <a:gd name="T67" fmla="*/ 2147483646 h 33"/>
                      <a:gd name="T68" fmla="*/ 2147483646 w 55"/>
                      <a:gd name="T69" fmla="*/ 2147483646 h 33"/>
                      <a:gd name="T70" fmla="*/ 2147483646 w 55"/>
                      <a:gd name="T71" fmla="*/ 2147483646 h 33"/>
                      <a:gd name="T72" fmla="*/ 2147483646 w 55"/>
                      <a:gd name="T73" fmla="*/ 2147483646 h 33"/>
                      <a:gd name="T74" fmla="*/ 2147483646 w 55"/>
                      <a:gd name="T75" fmla="*/ 2147483646 h 33"/>
                      <a:gd name="T76" fmla="*/ 2147483646 w 55"/>
                      <a:gd name="T77" fmla="*/ 2147483646 h 33"/>
                      <a:gd name="T78" fmla="*/ 2147483646 w 55"/>
                      <a:gd name="T79" fmla="*/ 2147483646 h 33"/>
                      <a:gd name="T80" fmla="*/ 2147483646 w 55"/>
                      <a:gd name="T81" fmla="*/ 2147483646 h 33"/>
                      <a:gd name="T82" fmla="*/ 2147483646 w 55"/>
                      <a:gd name="T83" fmla="*/ 2147483646 h 33"/>
                      <a:gd name="T84" fmla="*/ 2147483646 w 55"/>
                      <a:gd name="T85" fmla="*/ 2147483646 h 33"/>
                      <a:gd name="T86" fmla="*/ 2147483646 w 55"/>
                      <a:gd name="T87" fmla="*/ 2147483646 h 33"/>
                      <a:gd name="T88" fmla="*/ 2147483646 w 55"/>
                      <a:gd name="T89" fmla="*/ 2147483646 h 33"/>
                      <a:gd name="T90" fmla="*/ 2147483646 w 55"/>
                      <a:gd name="T91" fmla="*/ 2147483646 h 33"/>
                      <a:gd name="T92" fmla="*/ 2147483646 w 55"/>
                      <a:gd name="T93" fmla="*/ 2147483646 h 33"/>
                      <a:gd name="T94" fmla="*/ 2147483646 w 55"/>
                      <a:gd name="T95" fmla="*/ 2147483646 h 33"/>
                      <a:gd name="T96" fmla="*/ 2147483646 w 55"/>
                      <a:gd name="T97" fmla="*/ 2147483646 h 33"/>
                      <a:gd name="T98" fmla="*/ 2147483646 w 55"/>
                      <a:gd name="T99" fmla="*/ 2147483646 h 33"/>
                      <a:gd name="T100" fmla="*/ 2147483646 w 55"/>
                      <a:gd name="T101" fmla="*/ 2147483646 h 33"/>
                      <a:gd name="T102" fmla="*/ 2147483646 w 55"/>
                      <a:gd name="T103" fmla="*/ 2147483646 h 33"/>
                      <a:gd name="T104" fmla="*/ 2147483646 w 55"/>
                      <a:gd name="T105" fmla="*/ 2147483646 h 33"/>
                      <a:gd name="T106" fmla="*/ 2147483646 w 55"/>
                      <a:gd name="T107" fmla="*/ 2147483646 h 33"/>
                      <a:gd name="T108" fmla="*/ 2147483646 w 55"/>
                      <a:gd name="T109" fmla="*/ 2147483646 h 33"/>
                      <a:gd name="T110" fmla="*/ 2147483646 w 55"/>
                      <a:gd name="T111" fmla="*/ 2147483646 h 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5" h="33">
                        <a:moveTo>
                          <a:pt x="2" y="10"/>
                        </a:moveTo>
                        <a:cubicBezTo>
                          <a:pt x="1" y="12"/>
                          <a:pt x="0" y="14"/>
                          <a:pt x="0" y="17"/>
                        </a:cubicBezTo>
                        <a:cubicBezTo>
                          <a:pt x="0" y="19"/>
                          <a:pt x="1" y="21"/>
                          <a:pt x="2" y="23"/>
                        </a:cubicBezTo>
                        <a:cubicBezTo>
                          <a:pt x="3" y="25"/>
                          <a:pt x="4" y="27"/>
                          <a:pt x="5" y="28"/>
                        </a:cubicBezTo>
                        <a:cubicBezTo>
                          <a:pt x="7" y="30"/>
                          <a:pt x="8" y="31"/>
                          <a:pt x="10" y="32"/>
                        </a:cubicBezTo>
                        <a:cubicBezTo>
                          <a:pt x="12" y="33"/>
                          <a:pt x="15" y="33"/>
                          <a:pt x="17" y="33"/>
                        </a:cubicBezTo>
                        <a:cubicBezTo>
                          <a:pt x="21" y="33"/>
                          <a:pt x="25" y="32"/>
                          <a:pt x="28" y="29"/>
                        </a:cubicBezTo>
                        <a:cubicBezTo>
                          <a:pt x="31" y="32"/>
                          <a:pt x="34" y="33"/>
                          <a:pt x="38" y="33"/>
                        </a:cubicBezTo>
                        <a:cubicBezTo>
                          <a:pt x="41" y="33"/>
                          <a:pt x="43" y="33"/>
                          <a:pt x="45" y="32"/>
                        </a:cubicBezTo>
                        <a:cubicBezTo>
                          <a:pt x="47" y="31"/>
                          <a:pt x="48" y="30"/>
                          <a:pt x="50" y="28"/>
                        </a:cubicBezTo>
                        <a:cubicBezTo>
                          <a:pt x="51" y="27"/>
                          <a:pt x="53" y="25"/>
                          <a:pt x="54" y="23"/>
                        </a:cubicBezTo>
                        <a:cubicBezTo>
                          <a:pt x="54" y="21"/>
                          <a:pt x="55" y="19"/>
                          <a:pt x="55" y="17"/>
                        </a:cubicBezTo>
                        <a:cubicBezTo>
                          <a:pt x="55" y="14"/>
                          <a:pt x="54" y="12"/>
                          <a:pt x="54" y="10"/>
                        </a:cubicBezTo>
                        <a:cubicBezTo>
                          <a:pt x="53" y="8"/>
                          <a:pt x="51" y="7"/>
                          <a:pt x="50" y="5"/>
                        </a:cubicBezTo>
                        <a:cubicBezTo>
                          <a:pt x="48" y="4"/>
                          <a:pt x="47" y="2"/>
                          <a:pt x="45" y="2"/>
                        </a:cubicBezTo>
                        <a:cubicBezTo>
                          <a:pt x="43" y="1"/>
                          <a:pt x="41" y="0"/>
                          <a:pt x="38" y="0"/>
                        </a:cubicBezTo>
                        <a:cubicBezTo>
                          <a:pt x="34" y="0"/>
                          <a:pt x="31" y="2"/>
                          <a:pt x="28" y="4"/>
                        </a:cubicBezTo>
                        <a:cubicBezTo>
                          <a:pt x="26" y="3"/>
                          <a:pt x="25" y="2"/>
                          <a:pt x="24" y="2"/>
                        </a:cubicBezTo>
                        <a:cubicBezTo>
                          <a:pt x="21" y="1"/>
                          <a:pt x="19" y="0"/>
                          <a:pt x="17" y="0"/>
                        </a:cubicBezTo>
                        <a:cubicBezTo>
                          <a:pt x="15" y="0"/>
                          <a:pt x="12" y="1"/>
                          <a:pt x="10" y="2"/>
                        </a:cubicBezTo>
                        <a:cubicBezTo>
                          <a:pt x="8" y="2"/>
                          <a:pt x="7" y="4"/>
                          <a:pt x="5" y="5"/>
                        </a:cubicBezTo>
                        <a:cubicBezTo>
                          <a:pt x="4" y="7"/>
                          <a:pt x="3" y="8"/>
                          <a:pt x="2" y="10"/>
                        </a:cubicBezTo>
                        <a:close/>
                        <a:moveTo>
                          <a:pt x="40" y="12"/>
                        </a:moveTo>
                        <a:cubicBezTo>
                          <a:pt x="41" y="12"/>
                          <a:pt x="41" y="13"/>
                          <a:pt x="42" y="13"/>
                        </a:cubicBezTo>
                        <a:cubicBezTo>
                          <a:pt x="42" y="14"/>
                          <a:pt x="43" y="14"/>
                          <a:pt x="43" y="15"/>
                        </a:cubicBezTo>
                        <a:cubicBezTo>
                          <a:pt x="43" y="15"/>
                          <a:pt x="43" y="16"/>
                          <a:pt x="43" y="17"/>
                        </a:cubicBezTo>
                        <a:cubicBezTo>
                          <a:pt x="43" y="17"/>
                          <a:pt x="43" y="18"/>
                          <a:pt x="43" y="19"/>
                        </a:cubicBezTo>
                        <a:cubicBezTo>
                          <a:pt x="43" y="19"/>
                          <a:pt x="42" y="20"/>
                          <a:pt x="42" y="20"/>
                        </a:cubicBezTo>
                        <a:cubicBezTo>
                          <a:pt x="41" y="21"/>
                          <a:pt x="41" y="21"/>
                          <a:pt x="40" y="21"/>
                        </a:cubicBezTo>
                        <a:cubicBezTo>
                          <a:pt x="40" y="22"/>
                          <a:pt x="39" y="22"/>
                          <a:pt x="38" y="22"/>
                        </a:cubicBezTo>
                        <a:cubicBezTo>
                          <a:pt x="38" y="22"/>
                          <a:pt x="37" y="22"/>
                          <a:pt x="36" y="21"/>
                        </a:cubicBezTo>
                        <a:cubicBezTo>
                          <a:pt x="36" y="21"/>
                          <a:pt x="35" y="21"/>
                          <a:pt x="35" y="20"/>
                        </a:cubicBezTo>
                        <a:cubicBezTo>
                          <a:pt x="34" y="20"/>
                          <a:pt x="34" y="19"/>
                          <a:pt x="34" y="19"/>
                        </a:cubicBezTo>
                        <a:cubicBezTo>
                          <a:pt x="33" y="18"/>
                          <a:pt x="33" y="17"/>
                          <a:pt x="33" y="17"/>
                        </a:cubicBezTo>
                        <a:cubicBezTo>
                          <a:pt x="33" y="16"/>
                          <a:pt x="33" y="15"/>
                          <a:pt x="34" y="15"/>
                        </a:cubicBezTo>
                        <a:cubicBezTo>
                          <a:pt x="34" y="14"/>
                          <a:pt x="34" y="14"/>
                          <a:pt x="35" y="13"/>
                        </a:cubicBezTo>
                        <a:cubicBezTo>
                          <a:pt x="35" y="13"/>
                          <a:pt x="36" y="12"/>
                          <a:pt x="36" y="12"/>
                        </a:cubicBezTo>
                        <a:cubicBezTo>
                          <a:pt x="37" y="12"/>
                          <a:pt x="38" y="12"/>
                          <a:pt x="38" y="12"/>
                        </a:cubicBezTo>
                        <a:cubicBezTo>
                          <a:pt x="39" y="12"/>
                          <a:pt x="40" y="12"/>
                          <a:pt x="40" y="12"/>
                        </a:cubicBezTo>
                        <a:close/>
                        <a:moveTo>
                          <a:pt x="13" y="13"/>
                        </a:moveTo>
                        <a:cubicBezTo>
                          <a:pt x="14" y="13"/>
                          <a:pt x="14" y="12"/>
                          <a:pt x="15" y="12"/>
                        </a:cubicBezTo>
                        <a:cubicBezTo>
                          <a:pt x="15" y="12"/>
                          <a:pt x="16" y="12"/>
                          <a:pt x="17" y="12"/>
                        </a:cubicBezTo>
                        <a:cubicBezTo>
                          <a:pt x="18" y="12"/>
                          <a:pt x="18" y="12"/>
                          <a:pt x="19" y="12"/>
                        </a:cubicBezTo>
                        <a:cubicBezTo>
                          <a:pt x="19" y="12"/>
                          <a:pt x="20" y="13"/>
                          <a:pt x="20" y="13"/>
                        </a:cubicBezTo>
                        <a:cubicBezTo>
                          <a:pt x="21" y="14"/>
                          <a:pt x="21" y="14"/>
                          <a:pt x="21" y="15"/>
                        </a:cubicBezTo>
                        <a:cubicBezTo>
                          <a:pt x="22" y="15"/>
                          <a:pt x="22" y="16"/>
                          <a:pt x="22" y="17"/>
                        </a:cubicBezTo>
                        <a:cubicBezTo>
                          <a:pt x="22" y="17"/>
                          <a:pt x="22" y="18"/>
                          <a:pt x="21" y="19"/>
                        </a:cubicBezTo>
                        <a:cubicBezTo>
                          <a:pt x="21" y="19"/>
                          <a:pt x="21" y="20"/>
                          <a:pt x="20" y="20"/>
                        </a:cubicBezTo>
                        <a:cubicBezTo>
                          <a:pt x="20" y="21"/>
                          <a:pt x="19" y="21"/>
                          <a:pt x="19" y="21"/>
                        </a:cubicBezTo>
                        <a:cubicBezTo>
                          <a:pt x="18" y="22"/>
                          <a:pt x="18" y="22"/>
                          <a:pt x="17" y="22"/>
                        </a:cubicBezTo>
                        <a:cubicBezTo>
                          <a:pt x="16" y="22"/>
                          <a:pt x="15" y="22"/>
                          <a:pt x="15" y="21"/>
                        </a:cubicBezTo>
                        <a:cubicBezTo>
                          <a:pt x="14" y="21"/>
                          <a:pt x="14" y="21"/>
                          <a:pt x="13" y="20"/>
                        </a:cubicBezTo>
                        <a:cubicBezTo>
                          <a:pt x="13" y="20"/>
                          <a:pt x="12" y="19"/>
                          <a:pt x="12" y="19"/>
                        </a:cubicBezTo>
                        <a:cubicBezTo>
                          <a:pt x="12" y="18"/>
                          <a:pt x="12" y="17"/>
                          <a:pt x="12" y="17"/>
                        </a:cubicBezTo>
                        <a:cubicBezTo>
                          <a:pt x="12" y="16"/>
                          <a:pt x="12" y="15"/>
                          <a:pt x="12" y="15"/>
                        </a:cubicBezTo>
                        <a:cubicBezTo>
                          <a:pt x="12" y="14"/>
                          <a:pt x="13" y="14"/>
                          <a:pt x="13" y="13"/>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5" name="Freeform 338">
                    <a:extLst>
                      <a:ext uri="{FF2B5EF4-FFF2-40B4-BE49-F238E27FC236}">
                        <a16:creationId xmlns:a16="http://schemas.microsoft.com/office/drawing/2014/main" id="{0A361ADA-EC7B-4589-B5C5-C0218475877F}"/>
                      </a:ext>
                    </a:extLst>
                  </p:cNvPr>
                  <p:cNvSpPr>
                    <a:spLocks noEditPoints="1"/>
                  </p:cNvSpPr>
                  <p:nvPr/>
                </p:nvSpPr>
                <p:spPr bwMode="auto">
                  <a:xfrm>
                    <a:off x="5585214" y="4756389"/>
                    <a:ext cx="52987" cy="31792"/>
                  </a:xfrm>
                  <a:custGeom>
                    <a:avLst/>
                    <a:gdLst>
                      <a:gd name="T0" fmla="*/ 2147483646 w 55"/>
                      <a:gd name="T1" fmla="*/ 2147483646 h 33"/>
                      <a:gd name="T2" fmla="*/ 2147483646 w 55"/>
                      <a:gd name="T3" fmla="*/ 2147483646 h 33"/>
                      <a:gd name="T4" fmla="*/ 2147483646 w 55"/>
                      <a:gd name="T5" fmla="*/ 2147483646 h 33"/>
                      <a:gd name="T6" fmla="*/ 2147483646 w 55"/>
                      <a:gd name="T7" fmla="*/ 2147483646 h 33"/>
                      <a:gd name="T8" fmla="*/ 2147483646 w 55"/>
                      <a:gd name="T9" fmla="*/ 2147483646 h 33"/>
                      <a:gd name="T10" fmla="*/ 2147483646 w 55"/>
                      <a:gd name="T11" fmla="*/ 2147483646 h 33"/>
                      <a:gd name="T12" fmla="*/ 2147483646 w 55"/>
                      <a:gd name="T13" fmla="*/ 2147483646 h 33"/>
                      <a:gd name="T14" fmla="*/ 2147483646 w 55"/>
                      <a:gd name="T15" fmla="*/ 2147483646 h 33"/>
                      <a:gd name="T16" fmla="*/ 2147483646 w 55"/>
                      <a:gd name="T17" fmla="*/ 2147483646 h 33"/>
                      <a:gd name="T18" fmla="*/ 2147483646 w 55"/>
                      <a:gd name="T19" fmla="*/ 2147483646 h 33"/>
                      <a:gd name="T20" fmla="*/ 2147483646 w 55"/>
                      <a:gd name="T21" fmla="*/ 2147483646 h 33"/>
                      <a:gd name="T22" fmla="*/ 2147483646 w 55"/>
                      <a:gd name="T23" fmla="*/ 2147483646 h 33"/>
                      <a:gd name="T24" fmla="*/ 2147483646 w 55"/>
                      <a:gd name="T25" fmla="*/ 2147483646 h 33"/>
                      <a:gd name="T26" fmla="*/ 2147483646 w 55"/>
                      <a:gd name="T27" fmla="*/ 0 h 33"/>
                      <a:gd name="T28" fmla="*/ 2147483646 w 55"/>
                      <a:gd name="T29" fmla="*/ 2147483646 h 33"/>
                      <a:gd name="T30" fmla="*/ 2147483646 w 55"/>
                      <a:gd name="T31" fmla="*/ 2147483646 h 33"/>
                      <a:gd name="T32" fmla="*/ 2147483646 w 55"/>
                      <a:gd name="T33" fmla="*/ 0 h 33"/>
                      <a:gd name="T34" fmla="*/ 2147483646 w 55"/>
                      <a:gd name="T35" fmla="*/ 2147483646 h 33"/>
                      <a:gd name="T36" fmla="*/ 2147483646 w 55"/>
                      <a:gd name="T37" fmla="*/ 2147483646 h 33"/>
                      <a:gd name="T38" fmla="*/ 2147483646 w 55"/>
                      <a:gd name="T39" fmla="*/ 2147483646 h 33"/>
                      <a:gd name="T40" fmla="*/ 2147483646 w 55"/>
                      <a:gd name="T41" fmla="*/ 2147483646 h 33"/>
                      <a:gd name="T42" fmla="*/ 0 w 55"/>
                      <a:gd name="T43" fmla="*/ 2147483646 h 33"/>
                      <a:gd name="T44" fmla="*/ 2147483646 w 55"/>
                      <a:gd name="T45" fmla="*/ 2147483646 h 33"/>
                      <a:gd name="T46" fmla="*/ 2147483646 w 55"/>
                      <a:gd name="T47" fmla="*/ 2147483646 h 33"/>
                      <a:gd name="T48" fmla="*/ 2147483646 w 55"/>
                      <a:gd name="T49" fmla="*/ 2147483646 h 33"/>
                      <a:gd name="T50" fmla="*/ 2147483646 w 55"/>
                      <a:gd name="T51" fmla="*/ 2147483646 h 33"/>
                      <a:gd name="T52" fmla="*/ 2147483646 w 55"/>
                      <a:gd name="T53" fmla="*/ 2147483646 h 33"/>
                      <a:gd name="T54" fmla="*/ 2147483646 w 55"/>
                      <a:gd name="T55" fmla="*/ 2147483646 h 33"/>
                      <a:gd name="T56" fmla="*/ 2147483646 w 55"/>
                      <a:gd name="T57" fmla="*/ 2147483646 h 33"/>
                      <a:gd name="T58" fmla="*/ 2147483646 w 55"/>
                      <a:gd name="T59" fmla="*/ 2147483646 h 33"/>
                      <a:gd name="T60" fmla="*/ 2147483646 w 55"/>
                      <a:gd name="T61" fmla="*/ 2147483646 h 33"/>
                      <a:gd name="T62" fmla="*/ 2147483646 w 55"/>
                      <a:gd name="T63" fmla="*/ 2147483646 h 33"/>
                      <a:gd name="T64" fmla="*/ 2147483646 w 55"/>
                      <a:gd name="T65" fmla="*/ 2147483646 h 33"/>
                      <a:gd name="T66" fmla="*/ 2147483646 w 55"/>
                      <a:gd name="T67" fmla="*/ 2147483646 h 33"/>
                      <a:gd name="T68" fmla="*/ 2147483646 w 55"/>
                      <a:gd name="T69" fmla="*/ 2147483646 h 33"/>
                      <a:gd name="T70" fmla="*/ 2147483646 w 55"/>
                      <a:gd name="T71" fmla="*/ 2147483646 h 33"/>
                      <a:gd name="T72" fmla="*/ 2147483646 w 55"/>
                      <a:gd name="T73" fmla="*/ 2147483646 h 33"/>
                      <a:gd name="T74" fmla="*/ 2147483646 w 55"/>
                      <a:gd name="T75" fmla="*/ 2147483646 h 33"/>
                      <a:gd name="T76" fmla="*/ 2147483646 w 55"/>
                      <a:gd name="T77" fmla="*/ 2147483646 h 33"/>
                      <a:gd name="T78" fmla="*/ 2147483646 w 55"/>
                      <a:gd name="T79" fmla="*/ 2147483646 h 33"/>
                      <a:gd name="T80" fmla="*/ 2147483646 w 55"/>
                      <a:gd name="T81" fmla="*/ 2147483646 h 33"/>
                      <a:gd name="T82" fmla="*/ 2147483646 w 55"/>
                      <a:gd name="T83" fmla="*/ 2147483646 h 33"/>
                      <a:gd name="T84" fmla="*/ 2147483646 w 55"/>
                      <a:gd name="T85" fmla="*/ 2147483646 h 33"/>
                      <a:gd name="T86" fmla="*/ 2147483646 w 55"/>
                      <a:gd name="T87" fmla="*/ 2147483646 h 33"/>
                      <a:gd name="T88" fmla="*/ 2147483646 w 55"/>
                      <a:gd name="T89" fmla="*/ 2147483646 h 33"/>
                      <a:gd name="T90" fmla="*/ 2147483646 w 55"/>
                      <a:gd name="T91" fmla="*/ 2147483646 h 33"/>
                      <a:gd name="T92" fmla="*/ 2147483646 w 55"/>
                      <a:gd name="T93" fmla="*/ 2147483646 h 33"/>
                      <a:gd name="T94" fmla="*/ 2147483646 w 55"/>
                      <a:gd name="T95" fmla="*/ 2147483646 h 33"/>
                      <a:gd name="T96" fmla="*/ 2147483646 w 55"/>
                      <a:gd name="T97" fmla="*/ 2147483646 h 33"/>
                      <a:gd name="T98" fmla="*/ 2147483646 w 55"/>
                      <a:gd name="T99" fmla="*/ 2147483646 h 33"/>
                      <a:gd name="T100" fmla="*/ 2147483646 w 55"/>
                      <a:gd name="T101" fmla="*/ 2147483646 h 33"/>
                      <a:gd name="T102" fmla="*/ 2147483646 w 55"/>
                      <a:gd name="T103" fmla="*/ 2147483646 h 33"/>
                      <a:gd name="T104" fmla="*/ 2147483646 w 55"/>
                      <a:gd name="T105" fmla="*/ 2147483646 h 33"/>
                      <a:gd name="T106" fmla="*/ 2147483646 w 55"/>
                      <a:gd name="T107" fmla="*/ 2147483646 h 33"/>
                      <a:gd name="T108" fmla="*/ 2147483646 w 55"/>
                      <a:gd name="T109" fmla="*/ 2147483646 h 33"/>
                      <a:gd name="T110" fmla="*/ 2147483646 w 55"/>
                      <a:gd name="T111" fmla="*/ 2147483646 h 33"/>
                      <a:gd name="T112" fmla="*/ 2147483646 w 55"/>
                      <a:gd name="T113" fmla="*/ 2147483646 h 33"/>
                      <a:gd name="T114" fmla="*/ 2147483646 w 55"/>
                      <a:gd name="T115" fmla="*/ 2147483646 h 33"/>
                      <a:gd name="T116" fmla="*/ 2147483646 w 55"/>
                      <a:gd name="T117" fmla="*/ 2147483646 h 33"/>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5" h="33">
                        <a:moveTo>
                          <a:pt x="2" y="23"/>
                        </a:moveTo>
                        <a:cubicBezTo>
                          <a:pt x="3" y="25"/>
                          <a:pt x="4" y="27"/>
                          <a:pt x="5" y="28"/>
                        </a:cubicBezTo>
                        <a:cubicBezTo>
                          <a:pt x="7" y="30"/>
                          <a:pt x="9" y="31"/>
                          <a:pt x="11" y="32"/>
                        </a:cubicBezTo>
                        <a:cubicBezTo>
                          <a:pt x="13" y="33"/>
                          <a:pt x="15" y="33"/>
                          <a:pt x="17" y="33"/>
                        </a:cubicBezTo>
                        <a:cubicBezTo>
                          <a:pt x="21" y="33"/>
                          <a:pt x="25" y="32"/>
                          <a:pt x="28" y="29"/>
                        </a:cubicBezTo>
                        <a:cubicBezTo>
                          <a:pt x="31" y="32"/>
                          <a:pt x="34" y="33"/>
                          <a:pt x="38" y="33"/>
                        </a:cubicBezTo>
                        <a:cubicBezTo>
                          <a:pt x="41" y="33"/>
                          <a:pt x="43" y="33"/>
                          <a:pt x="45" y="32"/>
                        </a:cubicBezTo>
                        <a:cubicBezTo>
                          <a:pt x="47" y="31"/>
                          <a:pt x="49" y="30"/>
                          <a:pt x="50" y="28"/>
                        </a:cubicBezTo>
                        <a:cubicBezTo>
                          <a:pt x="52" y="27"/>
                          <a:pt x="53" y="25"/>
                          <a:pt x="54" y="23"/>
                        </a:cubicBezTo>
                        <a:cubicBezTo>
                          <a:pt x="54" y="21"/>
                          <a:pt x="55" y="19"/>
                          <a:pt x="55" y="17"/>
                        </a:cubicBezTo>
                        <a:cubicBezTo>
                          <a:pt x="55" y="14"/>
                          <a:pt x="54" y="12"/>
                          <a:pt x="54" y="10"/>
                        </a:cubicBezTo>
                        <a:cubicBezTo>
                          <a:pt x="53" y="8"/>
                          <a:pt x="52" y="7"/>
                          <a:pt x="50" y="5"/>
                        </a:cubicBezTo>
                        <a:cubicBezTo>
                          <a:pt x="49" y="4"/>
                          <a:pt x="47" y="2"/>
                          <a:pt x="45" y="2"/>
                        </a:cubicBezTo>
                        <a:cubicBezTo>
                          <a:pt x="43" y="1"/>
                          <a:pt x="41" y="0"/>
                          <a:pt x="38" y="0"/>
                        </a:cubicBezTo>
                        <a:cubicBezTo>
                          <a:pt x="34" y="0"/>
                          <a:pt x="31" y="2"/>
                          <a:pt x="28" y="4"/>
                        </a:cubicBezTo>
                        <a:cubicBezTo>
                          <a:pt x="26" y="3"/>
                          <a:pt x="25" y="2"/>
                          <a:pt x="24" y="2"/>
                        </a:cubicBezTo>
                        <a:cubicBezTo>
                          <a:pt x="22" y="1"/>
                          <a:pt x="19" y="0"/>
                          <a:pt x="17" y="0"/>
                        </a:cubicBezTo>
                        <a:cubicBezTo>
                          <a:pt x="15" y="0"/>
                          <a:pt x="13" y="1"/>
                          <a:pt x="11" y="2"/>
                        </a:cubicBezTo>
                        <a:cubicBezTo>
                          <a:pt x="9" y="2"/>
                          <a:pt x="7" y="4"/>
                          <a:pt x="5" y="5"/>
                        </a:cubicBezTo>
                        <a:cubicBezTo>
                          <a:pt x="5" y="5"/>
                          <a:pt x="5" y="5"/>
                          <a:pt x="5" y="5"/>
                        </a:cubicBezTo>
                        <a:cubicBezTo>
                          <a:pt x="4" y="7"/>
                          <a:pt x="3" y="8"/>
                          <a:pt x="2" y="10"/>
                        </a:cubicBezTo>
                        <a:cubicBezTo>
                          <a:pt x="1" y="12"/>
                          <a:pt x="0" y="14"/>
                          <a:pt x="0" y="17"/>
                        </a:cubicBezTo>
                        <a:cubicBezTo>
                          <a:pt x="0" y="19"/>
                          <a:pt x="1" y="21"/>
                          <a:pt x="2" y="23"/>
                        </a:cubicBezTo>
                        <a:close/>
                        <a:moveTo>
                          <a:pt x="42" y="20"/>
                        </a:moveTo>
                        <a:cubicBezTo>
                          <a:pt x="42" y="21"/>
                          <a:pt x="41" y="21"/>
                          <a:pt x="40" y="21"/>
                        </a:cubicBezTo>
                        <a:cubicBezTo>
                          <a:pt x="40" y="22"/>
                          <a:pt x="39" y="22"/>
                          <a:pt x="38" y="22"/>
                        </a:cubicBezTo>
                        <a:cubicBezTo>
                          <a:pt x="38" y="22"/>
                          <a:pt x="37" y="22"/>
                          <a:pt x="36" y="21"/>
                        </a:cubicBezTo>
                        <a:cubicBezTo>
                          <a:pt x="36" y="21"/>
                          <a:pt x="35" y="21"/>
                          <a:pt x="35" y="20"/>
                        </a:cubicBezTo>
                        <a:cubicBezTo>
                          <a:pt x="34" y="20"/>
                          <a:pt x="34" y="19"/>
                          <a:pt x="34" y="19"/>
                        </a:cubicBezTo>
                        <a:cubicBezTo>
                          <a:pt x="34" y="18"/>
                          <a:pt x="33" y="17"/>
                          <a:pt x="33" y="17"/>
                        </a:cubicBezTo>
                        <a:cubicBezTo>
                          <a:pt x="33" y="16"/>
                          <a:pt x="34" y="15"/>
                          <a:pt x="34" y="15"/>
                        </a:cubicBezTo>
                        <a:cubicBezTo>
                          <a:pt x="34" y="14"/>
                          <a:pt x="34" y="14"/>
                          <a:pt x="35" y="13"/>
                        </a:cubicBezTo>
                        <a:cubicBezTo>
                          <a:pt x="35" y="13"/>
                          <a:pt x="36" y="12"/>
                          <a:pt x="37" y="12"/>
                        </a:cubicBezTo>
                        <a:cubicBezTo>
                          <a:pt x="37" y="12"/>
                          <a:pt x="38" y="12"/>
                          <a:pt x="38" y="12"/>
                        </a:cubicBezTo>
                        <a:cubicBezTo>
                          <a:pt x="39" y="12"/>
                          <a:pt x="40" y="12"/>
                          <a:pt x="40" y="12"/>
                        </a:cubicBezTo>
                        <a:cubicBezTo>
                          <a:pt x="41" y="12"/>
                          <a:pt x="42" y="13"/>
                          <a:pt x="42" y="13"/>
                        </a:cubicBezTo>
                        <a:cubicBezTo>
                          <a:pt x="42" y="13"/>
                          <a:pt x="42" y="13"/>
                          <a:pt x="42" y="13"/>
                        </a:cubicBezTo>
                        <a:cubicBezTo>
                          <a:pt x="42" y="14"/>
                          <a:pt x="43" y="14"/>
                          <a:pt x="43" y="15"/>
                        </a:cubicBezTo>
                        <a:cubicBezTo>
                          <a:pt x="43" y="15"/>
                          <a:pt x="44" y="16"/>
                          <a:pt x="44" y="17"/>
                        </a:cubicBezTo>
                        <a:cubicBezTo>
                          <a:pt x="44" y="17"/>
                          <a:pt x="43" y="18"/>
                          <a:pt x="43" y="19"/>
                        </a:cubicBezTo>
                        <a:cubicBezTo>
                          <a:pt x="43" y="19"/>
                          <a:pt x="43" y="20"/>
                          <a:pt x="42" y="20"/>
                        </a:cubicBezTo>
                        <a:close/>
                        <a:moveTo>
                          <a:pt x="17" y="12"/>
                        </a:moveTo>
                        <a:cubicBezTo>
                          <a:pt x="18" y="12"/>
                          <a:pt x="18" y="12"/>
                          <a:pt x="19" y="12"/>
                        </a:cubicBezTo>
                        <a:cubicBezTo>
                          <a:pt x="19" y="12"/>
                          <a:pt x="20" y="13"/>
                          <a:pt x="20" y="13"/>
                        </a:cubicBezTo>
                        <a:cubicBezTo>
                          <a:pt x="21" y="14"/>
                          <a:pt x="21" y="14"/>
                          <a:pt x="22" y="15"/>
                        </a:cubicBezTo>
                        <a:cubicBezTo>
                          <a:pt x="22" y="15"/>
                          <a:pt x="22" y="16"/>
                          <a:pt x="22" y="17"/>
                        </a:cubicBezTo>
                        <a:cubicBezTo>
                          <a:pt x="22" y="17"/>
                          <a:pt x="22" y="18"/>
                          <a:pt x="22" y="19"/>
                        </a:cubicBezTo>
                        <a:cubicBezTo>
                          <a:pt x="21" y="19"/>
                          <a:pt x="21" y="20"/>
                          <a:pt x="20" y="20"/>
                        </a:cubicBezTo>
                        <a:cubicBezTo>
                          <a:pt x="20" y="21"/>
                          <a:pt x="20" y="21"/>
                          <a:pt x="19" y="21"/>
                        </a:cubicBezTo>
                        <a:cubicBezTo>
                          <a:pt x="19" y="21"/>
                          <a:pt x="19" y="21"/>
                          <a:pt x="19" y="21"/>
                        </a:cubicBezTo>
                        <a:cubicBezTo>
                          <a:pt x="18" y="22"/>
                          <a:pt x="18" y="22"/>
                          <a:pt x="17" y="22"/>
                        </a:cubicBezTo>
                        <a:cubicBezTo>
                          <a:pt x="16" y="22"/>
                          <a:pt x="16" y="22"/>
                          <a:pt x="15" y="21"/>
                        </a:cubicBezTo>
                        <a:cubicBezTo>
                          <a:pt x="14" y="21"/>
                          <a:pt x="14" y="21"/>
                          <a:pt x="13" y="20"/>
                        </a:cubicBezTo>
                        <a:cubicBezTo>
                          <a:pt x="13" y="20"/>
                          <a:pt x="13" y="19"/>
                          <a:pt x="12" y="19"/>
                        </a:cubicBezTo>
                        <a:cubicBezTo>
                          <a:pt x="12" y="18"/>
                          <a:pt x="12" y="17"/>
                          <a:pt x="12" y="17"/>
                        </a:cubicBezTo>
                        <a:cubicBezTo>
                          <a:pt x="12" y="16"/>
                          <a:pt x="12" y="15"/>
                          <a:pt x="12" y="15"/>
                        </a:cubicBezTo>
                        <a:cubicBezTo>
                          <a:pt x="13" y="14"/>
                          <a:pt x="13" y="14"/>
                          <a:pt x="13" y="13"/>
                        </a:cubicBezTo>
                        <a:cubicBezTo>
                          <a:pt x="14" y="13"/>
                          <a:pt x="14" y="12"/>
                          <a:pt x="15" y="12"/>
                        </a:cubicBezTo>
                        <a:cubicBezTo>
                          <a:pt x="16" y="12"/>
                          <a:pt x="16" y="12"/>
                          <a:pt x="17" y="12"/>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6" name="Rectangle 339">
                    <a:extLst>
                      <a:ext uri="{FF2B5EF4-FFF2-40B4-BE49-F238E27FC236}">
                        <a16:creationId xmlns:a16="http://schemas.microsoft.com/office/drawing/2014/main" id="{5E7DB7EC-E6FC-4120-8700-63F4EB47383E}"/>
                      </a:ext>
                    </a:extLst>
                  </p:cNvPr>
                  <p:cNvSpPr>
                    <a:spLocks noChangeArrowheads="1"/>
                  </p:cNvSpPr>
                  <p:nvPr/>
                </p:nvSpPr>
                <p:spPr bwMode="auto">
                  <a:xfrm>
                    <a:off x="5587141" y="4766023"/>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797" name="Freeform 340">
                    <a:extLst>
                      <a:ext uri="{FF2B5EF4-FFF2-40B4-BE49-F238E27FC236}">
                        <a16:creationId xmlns:a16="http://schemas.microsoft.com/office/drawing/2014/main" id="{4FBF3F18-0967-4A75-9416-221CBABD0CBE}"/>
                      </a:ext>
                    </a:extLst>
                  </p:cNvPr>
                  <p:cNvSpPr>
                    <a:spLocks noEditPoints="1"/>
                  </p:cNvSpPr>
                  <p:nvPr/>
                </p:nvSpPr>
                <p:spPr bwMode="auto">
                  <a:xfrm>
                    <a:off x="5331840" y="5859485"/>
                    <a:ext cx="52987" cy="31792"/>
                  </a:xfrm>
                  <a:custGeom>
                    <a:avLst/>
                    <a:gdLst>
                      <a:gd name="T0" fmla="*/ 2147483646 w 55"/>
                      <a:gd name="T1" fmla="*/ 2147483646 h 33"/>
                      <a:gd name="T2" fmla="*/ 2147483646 w 55"/>
                      <a:gd name="T3" fmla="*/ 2147483646 h 33"/>
                      <a:gd name="T4" fmla="*/ 2147483646 w 55"/>
                      <a:gd name="T5" fmla="*/ 0 h 33"/>
                      <a:gd name="T6" fmla="*/ 2147483646 w 55"/>
                      <a:gd name="T7" fmla="*/ 2147483646 h 33"/>
                      <a:gd name="T8" fmla="*/ 2147483646 w 55"/>
                      <a:gd name="T9" fmla="*/ 2147483646 h 33"/>
                      <a:gd name="T10" fmla="*/ 2147483646 w 55"/>
                      <a:gd name="T11" fmla="*/ 0 h 33"/>
                      <a:gd name="T12" fmla="*/ 2147483646 w 55"/>
                      <a:gd name="T13" fmla="*/ 2147483646 h 33"/>
                      <a:gd name="T14" fmla="*/ 2147483646 w 55"/>
                      <a:gd name="T15" fmla="*/ 2147483646 h 33"/>
                      <a:gd name="T16" fmla="*/ 2147483646 w 55"/>
                      <a:gd name="T17" fmla="*/ 2147483646 h 33"/>
                      <a:gd name="T18" fmla="*/ 0 w 55"/>
                      <a:gd name="T19" fmla="*/ 2147483646 h 33"/>
                      <a:gd name="T20" fmla="*/ 2147483646 w 55"/>
                      <a:gd name="T21" fmla="*/ 2147483646 h 33"/>
                      <a:gd name="T22" fmla="*/ 2147483646 w 55"/>
                      <a:gd name="T23" fmla="*/ 2147483646 h 33"/>
                      <a:gd name="T24" fmla="*/ 2147483646 w 55"/>
                      <a:gd name="T25" fmla="*/ 2147483646 h 33"/>
                      <a:gd name="T26" fmla="*/ 2147483646 w 55"/>
                      <a:gd name="T27" fmla="*/ 2147483646 h 33"/>
                      <a:gd name="T28" fmla="*/ 2147483646 w 55"/>
                      <a:gd name="T29" fmla="*/ 2147483646 h 33"/>
                      <a:gd name="T30" fmla="*/ 2147483646 w 55"/>
                      <a:gd name="T31" fmla="*/ 2147483646 h 33"/>
                      <a:gd name="T32" fmla="*/ 2147483646 w 55"/>
                      <a:gd name="T33" fmla="*/ 2147483646 h 33"/>
                      <a:gd name="T34" fmla="*/ 2147483646 w 55"/>
                      <a:gd name="T35" fmla="*/ 2147483646 h 33"/>
                      <a:gd name="T36" fmla="*/ 2147483646 w 55"/>
                      <a:gd name="T37" fmla="*/ 2147483646 h 33"/>
                      <a:gd name="T38" fmla="*/ 2147483646 w 55"/>
                      <a:gd name="T39" fmla="*/ 2147483646 h 33"/>
                      <a:gd name="T40" fmla="*/ 2147483646 w 55"/>
                      <a:gd name="T41" fmla="*/ 2147483646 h 33"/>
                      <a:gd name="T42" fmla="*/ 2147483646 w 55"/>
                      <a:gd name="T43" fmla="*/ 2147483646 h 33"/>
                      <a:gd name="T44" fmla="*/ 2147483646 w 55"/>
                      <a:gd name="T45" fmla="*/ 2147483646 h 33"/>
                      <a:gd name="T46" fmla="*/ 2147483646 w 55"/>
                      <a:gd name="T47" fmla="*/ 2147483646 h 33"/>
                      <a:gd name="T48" fmla="*/ 2147483646 w 55"/>
                      <a:gd name="T49" fmla="*/ 2147483646 h 33"/>
                      <a:gd name="T50" fmla="*/ 2147483646 w 55"/>
                      <a:gd name="T51" fmla="*/ 2147483646 h 33"/>
                      <a:gd name="T52" fmla="*/ 2147483646 w 55"/>
                      <a:gd name="T53" fmla="*/ 2147483646 h 33"/>
                      <a:gd name="T54" fmla="*/ 2147483646 w 55"/>
                      <a:gd name="T55" fmla="*/ 2147483646 h 33"/>
                      <a:gd name="T56" fmla="*/ 2147483646 w 55"/>
                      <a:gd name="T57" fmla="*/ 2147483646 h 33"/>
                      <a:gd name="T58" fmla="*/ 2147483646 w 55"/>
                      <a:gd name="T59" fmla="*/ 2147483646 h 33"/>
                      <a:gd name="T60" fmla="*/ 2147483646 w 55"/>
                      <a:gd name="T61" fmla="*/ 2147483646 h 33"/>
                      <a:gd name="T62" fmla="*/ 2147483646 w 55"/>
                      <a:gd name="T63" fmla="*/ 2147483646 h 33"/>
                      <a:gd name="T64" fmla="*/ 2147483646 w 55"/>
                      <a:gd name="T65" fmla="*/ 2147483646 h 33"/>
                      <a:gd name="T66" fmla="*/ 2147483646 w 55"/>
                      <a:gd name="T67" fmla="*/ 2147483646 h 33"/>
                      <a:gd name="T68" fmla="*/ 2147483646 w 55"/>
                      <a:gd name="T69" fmla="*/ 2147483646 h 33"/>
                      <a:gd name="T70" fmla="*/ 2147483646 w 55"/>
                      <a:gd name="T71" fmla="*/ 2147483646 h 33"/>
                      <a:gd name="T72" fmla="*/ 2147483646 w 55"/>
                      <a:gd name="T73" fmla="*/ 2147483646 h 33"/>
                      <a:gd name="T74" fmla="*/ 2147483646 w 55"/>
                      <a:gd name="T75" fmla="*/ 2147483646 h 33"/>
                      <a:gd name="T76" fmla="*/ 2147483646 w 55"/>
                      <a:gd name="T77" fmla="*/ 2147483646 h 33"/>
                      <a:gd name="T78" fmla="*/ 2147483646 w 55"/>
                      <a:gd name="T79" fmla="*/ 2147483646 h 33"/>
                      <a:gd name="T80" fmla="*/ 2147483646 w 55"/>
                      <a:gd name="T81" fmla="*/ 2147483646 h 33"/>
                      <a:gd name="T82" fmla="*/ 2147483646 w 55"/>
                      <a:gd name="T83" fmla="*/ 2147483646 h 33"/>
                      <a:gd name="T84" fmla="*/ 2147483646 w 55"/>
                      <a:gd name="T85" fmla="*/ 2147483646 h 33"/>
                      <a:gd name="T86" fmla="*/ 2147483646 w 55"/>
                      <a:gd name="T87" fmla="*/ 2147483646 h 33"/>
                      <a:gd name="T88" fmla="*/ 2147483646 w 55"/>
                      <a:gd name="T89" fmla="*/ 2147483646 h 33"/>
                      <a:gd name="T90" fmla="*/ 2147483646 w 55"/>
                      <a:gd name="T91" fmla="*/ 2147483646 h 33"/>
                      <a:gd name="T92" fmla="*/ 2147483646 w 55"/>
                      <a:gd name="T93" fmla="*/ 2147483646 h 33"/>
                      <a:gd name="T94" fmla="*/ 2147483646 w 55"/>
                      <a:gd name="T95" fmla="*/ 2147483646 h 33"/>
                      <a:gd name="T96" fmla="*/ 2147483646 w 55"/>
                      <a:gd name="T97" fmla="*/ 2147483646 h 33"/>
                      <a:gd name="T98" fmla="*/ 2147483646 w 55"/>
                      <a:gd name="T99" fmla="*/ 2147483646 h 33"/>
                      <a:gd name="T100" fmla="*/ 2147483646 w 55"/>
                      <a:gd name="T101" fmla="*/ 2147483646 h 33"/>
                      <a:gd name="T102" fmla="*/ 2147483646 w 55"/>
                      <a:gd name="T103" fmla="*/ 2147483646 h 33"/>
                      <a:gd name="T104" fmla="*/ 2147483646 w 55"/>
                      <a:gd name="T105" fmla="*/ 2147483646 h 33"/>
                      <a:gd name="T106" fmla="*/ 2147483646 w 55"/>
                      <a:gd name="T107" fmla="*/ 2147483646 h 33"/>
                      <a:gd name="T108" fmla="*/ 2147483646 w 55"/>
                      <a:gd name="T109" fmla="*/ 2147483646 h 33"/>
                      <a:gd name="T110" fmla="*/ 2147483646 w 55"/>
                      <a:gd name="T111" fmla="*/ 2147483646 h 3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5" h="33">
                        <a:moveTo>
                          <a:pt x="50" y="5"/>
                        </a:moveTo>
                        <a:cubicBezTo>
                          <a:pt x="49" y="4"/>
                          <a:pt x="47" y="3"/>
                          <a:pt x="45" y="2"/>
                        </a:cubicBezTo>
                        <a:cubicBezTo>
                          <a:pt x="43" y="1"/>
                          <a:pt x="41" y="0"/>
                          <a:pt x="38" y="0"/>
                        </a:cubicBezTo>
                        <a:cubicBezTo>
                          <a:pt x="34" y="0"/>
                          <a:pt x="31" y="2"/>
                          <a:pt x="28" y="4"/>
                        </a:cubicBezTo>
                        <a:cubicBezTo>
                          <a:pt x="26" y="3"/>
                          <a:pt x="25" y="2"/>
                          <a:pt x="24" y="2"/>
                        </a:cubicBezTo>
                        <a:cubicBezTo>
                          <a:pt x="21" y="1"/>
                          <a:pt x="19" y="0"/>
                          <a:pt x="17" y="0"/>
                        </a:cubicBezTo>
                        <a:cubicBezTo>
                          <a:pt x="15" y="0"/>
                          <a:pt x="13" y="1"/>
                          <a:pt x="11" y="2"/>
                        </a:cubicBezTo>
                        <a:cubicBezTo>
                          <a:pt x="9" y="3"/>
                          <a:pt x="7" y="4"/>
                          <a:pt x="5" y="5"/>
                        </a:cubicBezTo>
                        <a:cubicBezTo>
                          <a:pt x="4" y="7"/>
                          <a:pt x="3" y="8"/>
                          <a:pt x="2" y="10"/>
                        </a:cubicBezTo>
                        <a:cubicBezTo>
                          <a:pt x="1" y="12"/>
                          <a:pt x="0" y="15"/>
                          <a:pt x="0" y="17"/>
                        </a:cubicBezTo>
                        <a:cubicBezTo>
                          <a:pt x="0" y="19"/>
                          <a:pt x="1" y="21"/>
                          <a:pt x="2" y="23"/>
                        </a:cubicBezTo>
                        <a:cubicBezTo>
                          <a:pt x="3" y="25"/>
                          <a:pt x="4" y="27"/>
                          <a:pt x="5" y="28"/>
                        </a:cubicBezTo>
                        <a:cubicBezTo>
                          <a:pt x="7" y="30"/>
                          <a:pt x="9" y="31"/>
                          <a:pt x="11" y="32"/>
                        </a:cubicBezTo>
                        <a:cubicBezTo>
                          <a:pt x="13" y="33"/>
                          <a:pt x="15" y="33"/>
                          <a:pt x="17" y="33"/>
                        </a:cubicBezTo>
                        <a:cubicBezTo>
                          <a:pt x="21" y="33"/>
                          <a:pt x="25" y="32"/>
                          <a:pt x="28" y="29"/>
                        </a:cubicBezTo>
                        <a:cubicBezTo>
                          <a:pt x="31" y="32"/>
                          <a:pt x="34" y="33"/>
                          <a:pt x="38" y="33"/>
                        </a:cubicBezTo>
                        <a:cubicBezTo>
                          <a:pt x="41" y="33"/>
                          <a:pt x="43" y="33"/>
                          <a:pt x="45" y="32"/>
                        </a:cubicBezTo>
                        <a:cubicBezTo>
                          <a:pt x="47" y="31"/>
                          <a:pt x="49" y="30"/>
                          <a:pt x="50" y="28"/>
                        </a:cubicBezTo>
                        <a:cubicBezTo>
                          <a:pt x="52" y="27"/>
                          <a:pt x="53" y="25"/>
                          <a:pt x="54" y="23"/>
                        </a:cubicBezTo>
                        <a:cubicBezTo>
                          <a:pt x="54" y="21"/>
                          <a:pt x="55" y="19"/>
                          <a:pt x="55" y="17"/>
                        </a:cubicBezTo>
                        <a:cubicBezTo>
                          <a:pt x="55" y="15"/>
                          <a:pt x="54" y="12"/>
                          <a:pt x="54" y="10"/>
                        </a:cubicBezTo>
                        <a:cubicBezTo>
                          <a:pt x="53" y="8"/>
                          <a:pt x="52" y="7"/>
                          <a:pt x="50" y="5"/>
                        </a:cubicBezTo>
                        <a:close/>
                        <a:moveTo>
                          <a:pt x="13" y="13"/>
                        </a:moveTo>
                        <a:cubicBezTo>
                          <a:pt x="14" y="13"/>
                          <a:pt x="14" y="12"/>
                          <a:pt x="15" y="12"/>
                        </a:cubicBezTo>
                        <a:cubicBezTo>
                          <a:pt x="16" y="12"/>
                          <a:pt x="16" y="12"/>
                          <a:pt x="17" y="12"/>
                        </a:cubicBezTo>
                        <a:cubicBezTo>
                          <a:pt x="18" y="12"/>
                          <a:pt x="18" y="12"/>
                          <a:pt x="19" y="12"/>
                        </a:cubicBezTo>
                        <a:cubicBezTo>
                          <a:pt x="19" y="12"/>
                          <a:pt x="20" y="13"/>
                          <a:pt x="20" y="13"/>
                        </a:cubicBezTo>
                        <a:cubicBezTo>
                          <a:pt x="21" y="14"/>
                          <a:pt x="21" y="14"/>
                          <a:pt x="22" y="15"/>
                        </a:cubicBezTo>
                        <a:cubicBezTo>
                          <a:pt x="22" y="16"/>
                          <a:pt x="22" y="16"/>
                          <a:pt x="22" y="17"/>
                        </a:cubicBezTo>
                        <a:cubicBezTo>
                          <a:pt x="22" y="18"/>
                          <a:pt x="22" y="18"/>
                          <a:pt x="22" y="19"/>
                        </a:cubicBezTo>
                        <a:cubicBezTo>
                          <a:pt x="21" y="19"/>
                          <a:pt x="21" y="20"/>
                          <a:pt x="20" y="20"/>
                        </a:cubicBezTo>
                        <a:cubicBezTo>
                          <a:pt x="20" y="21"/>
                          <a:pt x="19" y="21"/>
                          <a:pt x="19" y="21"/>
                        </a:cubicBezTo>
                        <a:cubicBezTo>
                          <a:pt x="18" y="22"/>
                          <a:pt x="18" y="22"/>
                          <a:pt x="17" y="22"/>
                        </a:cubicBezTo>
                        <a:cubicBezTo>
                          <a:pt x="16" y="22"/>
                          <a:pt x="16" y="22"/>
                          <a:pt x="15" y="21"/>
                        </a:cubicBezTo>
                        <a:cubicBezTo>
                          <a:pt x="14" y="21"/>
                          <a:pt x="14" y="21"/>
                          <a:pt x="13" y="20"/>
                        </a:cubicBezTo>
                        <a:cubicBezTo>
                          <a:pt x="13" y="20"/>
                          <a:pt x="13" y="19"/>
                          <a:pt x="12" y="19"/>
                        </a:cubicBezTo>
                        <a:cubicBezTo>
                          <a:pt x="12" y="18"/>
                          <a:pt x="12" y="18"/>
                          <a:pt x="12" y="17"/>
                        </a:cubicBezTo>
                        <a:cubicBezTo>
                          <a:pt x="12" y="16"/>
                          <a:pt x="12" y="16"/>
                          <a:pt x="12" y="15"/>
                        </a:cubicBezTo>
                        <a:cubicBezTo>
                          <a:pt x="13" y="14"/>
                          <a:pt x="13" y="14"/>
                          <a:pt x="13" y="13"/>
                        </a:cubicBezTo>
                        <a:close/>
                        <a:moveTo>
                          <a:pt x="42" y="20"/>
                        </a:moveTo>
                        <a:cubicBezTo>
                          <a:pt x="42" y="21"/>
                          <a:pt x="41" y="21"/>
                          <a:pt x="40" y="21"/>
                        </a:cubicBezTo>
                        <a:cubicBezTo>
                          <a:pt x="40" y="22"/>
                          <a:pt x="39" y="22"/>
                          <a:pt x="38" y="22"/>
                        </a:cubicBezTo>
                        <a:cubicBezTo>
                          <a:pt x="38" y="22"/>
                          <a:pt x="37" y="22"/>
                          <a:pt x="36" y="21"/>
                        </a:cubicBezTo>
                        <a:cubicBezTo>
                          <a:pt x="36" y="21"/>
                          <a:pt x="35" y="21"/>
                          <a:pt x="35" y="20"/>
                        </a:cubicBezTo>
                        <a:cubicBezTo>
                          <a:pt x="34" y="20"/>
                          <a:pt x="34" y="19"/>
                          <a:pt x="34" y="19"/>
                        </a:cubicBezTo>
                        <a:cubicBezTo>
                          <a:pt x="34" y="18"/>
                          <a:pt x="33" y="18"/>
                          <a:pt x="33" y="17"/>
                        </a:cubicBezTo>
                        <a:cubicBezTo>
                          <a:pt x="33" y="16"/>
                          <a:pt x="34" y="16"/>
                          <a:pt x="34" y="15"/>
                        </a:cubicBezTo>
                        <a:cubicBezTo>
                          <a:pt x="34" y="14"/>
                          <a:pt x="34" y="14"/>
                          <a:pt x="35" y="13"/>
                        </a:cubicBezTo>
                        <a:cubicBezTo>
                          <a:pt x="35" y="13"/>
                          <a:pt x="36" y="12"/>
                          <a:pt x="37" y="12"/>
                        </a:cubicBezTo>
                        <a:cubicBezTo>
                          <a:pt x="37" y="12"/>
                          <a:pt x="38" y="12"/>
                          <a:pt x="38" y="12"/>
                        </a:cubicBezTo>
                        <a:cubicBezTo>
                          <a:pt x="39" y="12"/>
                          <a:pt x="40" y="12"/>
                          <a:pt x="40" y="12"/>
                        </a:cubicBezTo>
                        <a:cubicBezTo>
                          <a:pt x="41" y="12"/>
                          <a:pt x="42" y="13"/>
                          <a:pt x="42" y="13"/>
                        </a:cubicBezTo>
                        <a:cubicBezTo>
                          <a:pt x="42" y="14"/>
                          <a:pt x="43" y="14"/>
                          <a:pt x="43" y="15"/>
                        </a:cubicBezTo>
                        <a:cubicBezTo>
                          <a:pt x="43" y="16"/>
                          <a:pt x="44" y="16"/>
                          <a:pt x="44" y="17"/>
                        </a:cubicBezTo>
                        <a:cubicBezTo>
                          <a:pt x="44" y="18"/>
                          <a:pt x="43" y="18"/>
                          <a:pt x="43" y="19"/>
                        </a:cubicBezTo>
                        <a:cubicBezTo>
                          <a:pt x="43" y="19"/>
                          <a:pt x="42" y="20"/>
                          <a:pt x="42" y="2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8" name="Freeform 341">
                    <a:extLst>
                      <a:ext uri="{FF2B5EF4-FFF2-40B4-BE49-F238E27FC236}">
                        <a16:creationId xmlns:a16="http://schemas.microsoft.com/office/drawing/2014/main" id="{B30419E2-4655-477D-95DB-BD6CB91FBC54}"/>
                      </a:ext>
                    </a:extLst>
                  </p:cNvPr>
                  <p:cNvSpPr>
                    <a:spLocks noEditPoints="1"/>
                  </p:cNvSpPr>
                  <p:nvPr/>
                </p:nvSpPr>
                <p:spPr bwMode="auto">
                  <a:xfrm>
                    <a:off x="4048588" y="4281432"/>
                    <a:ext cx="52024" cy="30829"/>
                  </a:xfrm>
                  <a:custGeom>
                    <a:avLst/>
                    <a:gdLst>
                      <a:gd name="T0" fmla="*/ 2147483646 w 55"/>
                      <a:gd name="T1" fmla="*/ 2147483646 h 33"/>
                      <a:gd name="T2" fmla="*/ 2147483646 w 55"/>
                      <a:gd name="T3" fmla="*/ 2147483646 h 33"/>
                      <a:gd name="T4" fmla="*/ 2147483646 w 55"/>
                      <a:gd name="T5" fmla="*/ 2147483646 h 33"/>
                      <a:gd name="T6" fmla="*/ 2147483646 w 55"/>
                      <a:gd name="T7" fmla="*/ 2147483646 h 33"/>
                      <a:gd name="T8" fmla="*/ 2147483646 w 55"/>
                      <a:gd name="T9" fmla="*/ 2147483646 h 33"/>
                      <a:gd name="T10" fmla="*/ 2147483646 w 55"/>
                      <a:gd name="T11" fmla="*/ 2147483646 h 33"/>
                      <a:gd name="T12" fmla="*/ 2147483646 w 55"/>
                      <a:gd name="T13" fmla="*/ 2147483646 h 33"/>
                      <a:gd name="T14" fmla="*/ 2147483646 w 55"/>
                      <a:gd name="T15" fmla="*/ 2147483646 h 33"/>
                      <a:gd name="T16" fmla="*/ 2147483646 w 55"/>
                      <a:gd name="T17" fmla="*/ 2147483646 h 33"/>
                      <a:gd name="T18" fmla="*/ 2147483646 w 55"/>
                      <a:gd name="T19" fmla="*/ 2147483646 h 33"/>
                      <a:gd name="T20" fmla="*/ 2147483646 w 55"/>
                      <a:gd name="T21" fmla="*/ 2147483646 h 33"/>
                      <a:gd name="T22" fmla="*/ 2147483646 w 55"/>
                      <a:gd name="T23" fmla="*/ 2147483646 h 33"/>
                      <a:gd name="T24" fmla="*/ 2147483646 w 55"/>
                      <a:gd name="T25" fmla="*/ 2147483646 h 33"/>
                      <a:gd name="T26" fmla="*/ 2147483646 w 55"/>
                      <a:gd name="T27" fmla="*/ 0 h 33"/>
                      <a:gd name="T28" fmla="*/ 2147483646 w 55"/>
                      <a:gd name="T29" fmla="*/ 2147483646 h 33"/>
                      <a:gd name="T30" fmla="*/ 2147483646 w 55"/>
                      <a:gd name="T31" fmla="*/ 2147483646 h 33"/>
                      <a:gd name="T32" fmla="*/ 2147483646 w 55"/>
                      <a:gd name="T33" fmla="*/ 0 h 33"/>
                      <a:gd name="T34" fmla="*/ 2147483646 w 55"/>
                      <a:gd name="T35" fmla="*/ 2147483646 h 33"/>
                      <a:gd name="T36" fmla="*/ 2147483646 w 55"/>
                      <a:gd name="T37" fmla="*/ 2147483646 h 33"/>
                      <a:gd name="T38" fmla="*/ 2147483646 w 55"/>
                      <a:gd name="T39" fmla="*/ 2147483646 h 33"/>
                      <a:gd name="T40" fmla="*/ 0 w 55"/>
                      <a:gd name="T41" fmla="*/ 2147483646 h 33"/>
                      <a:gd name="T42" fmla="*/ 2147483646 w 55"/>
                      <a:gd name="T43" fmla="*/ 2147483646 h 33"/>
                      <a:gd name="T44" fmla="*/ 2147483646 w 55"/>
                      <a:gd name="T45" fmla="*/ 2147483646 h 33"/>
                      <a:gd name="T46" fmla="*/ 2147483646 w 55"/>
                      <a:gd name="T47" fmla="*/ 2147483646 h 33"/>
                      <a:gd name="T48" fmla="*/ 2147483646 w 55"/>
                      <a:gd name="T49" fmla="*/ 2147483646 h 33"/>
                      <a:gd name="T50" fmla="*/ 2147483646 w 55"/>
                      <a:gd name="T51" fmla="*/ 2147483646 h 33"/>
                      <a:gd name="T52" fmla="*/ 2147483646 w 55"/>
                      <a:gd name="T53" fmla="*/ 2147483646 h 33"/>
                      <a:gd name="T54" fmla="*/ 2147483646 w 55"/>
                      <a:gd name="T55" fmla="*/ 2147483646 h 33"/>
                      <a:gd name="T56" fmla="*/ 2147483646 w 55"/>
                      <a:gd name="T57" fmla="*/ 2147483646 h 33"/>
                      <a:gd name="T58" fmla="*/ 2147483646 w 55"/>
                      <a:gd name="T59" fmla="*/ 2147483646 h 33"/>
                      <a:gd name="T60" fmla="*/ 2147483646 w 55"/>
                      <a:gd name="T61" fmla="*/ 2147483646 h 33"/>
                      <a:gd name="T62" fmla="*/ 2147483646 w 55"/>
                      <a:gd name="T63" fmla="*/ 2147483646 h 33"/>
                      <a:gd name="T64" fmla="*/ 2147483646 w 55"/>
                      <a:gd name="T65" fmla="*/ 2147483646 h 33"/>
                      <a:gd name="T66" fmla="*/ 2147483646 w 55"/>
                      <a:gd name="T67" fmla="*/ 2147483646 h 33"/>
                      <a:gd name="T68" fmla="*/ 2147483646 w 55"/>
                      <a:gd name="T69" fmla="*/ 2147483646 h 33"/>
                      <a:gd name="T70" fmla="*/ 2147483646 w 55"/>
                      <a:gd name="T71" fmla="*/ 2147483646 h 33"/>
                      <a:gd name="T72" fmla="*/ 2147483646 w 55"/>
                      <a:gd name="T73" fmla="*/ 2147483646 h 33"/>
                      <a:gd name="T74" fmla="*/ 2147483646 w 55"/>
                      <a:gd name="T75" fmla="*/ 2147483646 h 33"/>
                      <a:gd name="T76" fmla="*/ 2147483646 w 55"/>
                      <a:gd name="T77" fmla="*/ 2147483646 h 33"/>
                      <a:gd name="T78" fmla="*/ 2147483646 w 55"/>
                      <a:gd name="T79" fmla="*/ 2147483646 h 33"/>
                      <a:gd name="T80" fmla="*/ 2147483646 w 55"/>
                      <a:gd name="T81" fmla="*/ 2147483646 h 33"/>
                      <a:gd name="T82" fmla="*/ 2147483646 w 55"/>
                      <a:gd name="T83" fmla="*/ 2147483646 h 33"/>
                      <a:gd name="T84" fmla="*/ 2147483646 w 55"/>
                      <a:gd name="T85" fmla="*/ 2147483646 h 33"/>
                      <a:gd name="T86" fmla="*/ 2147483646 w 55"/>
                      <a:gd name="T87" fmla="*/ 2147483646 h 33"/>
                      <a:gd name="T88" fmla="*/ 2147483646 w 55"/>
                      <a:gd name="T89" fmla="*/ 2147483646 h 33"/>
                      <a:gd name="T90" fmla="*/ 2147483646 w 55"/>
                      <a:gd name="T91" fmla="*/ 2147483646 h 33"/>
                      <a:gd name="T92" fmla="*/ 2147483646 w 55"/>
                      <a:gd name="T93" fmla="*/ 2147483646 h 33"/>
                      <a:gd name="T94" fmla="*/ 2147483646 w 55"/>
                      <a:gd name="T95" fmla="*/ 2147483646 h 33"/>
                      <a:gd name="T96" fmla="*/ 2147483646 w 55"/>
                      <a:gd name="T97" fmla="*/ 2147483646 h 33"/>
                      <a:gd name="T98" fmla="*/ 2147483646 w 55"/>
                      <a:gd name="T99" fmla="*/ 2147483646 h 33"/>
                      <a:gd name="T100" fmla="*/ 2147483646 w 55"/>
                      <a:gd name="T101" fmla="*/ 2147483646 h 33"/>
                      <a:gd name="T102" fmla="*/ 2147483646 w 55"/>
                      <a:gd name="T103" fmla="*/ 2147483646 h 33"/>
                      <a:gd name="T104" fmla="*/ 2147483646 w 55"/>
                      <a:gd name="T105" fmla="*/ 2147483646 h 33"/>
                      <a:gd name="T106" fmla="*/ 2147483646 w 55"/>
                      <a:gd name="T107" fmla="*/ 2147483646 h 33"/>
                      <a:gd name="T108" fmla="*/ 2147483646 w 55"/>
                      <a:gd name="T109" fmla="*/ 2147483646 h 33"/>
                      <a:gd name="T110" fmla="*/ 2147483646 w 55"/>
                      <a:gd name="T111" fmla="*/ 2147483646 h 33"/>
                      <a:gd name="T112" fmla="*/ 2147483646 w 55"/>
                      <a:gd name="T113" fmla="*/ 2147483646 h 33"/>
                      <a:gd name="T114" fmla="*/ 2147483646 w 55"/>
                      <a:gd name="T115" fmla="*/ 2147483646 h 33"/>
                      <a:gd name="T116" fmla="*/ 2147483646 w 55"/>
                      <a:gd name="T117" fmla="*/ 2147483646 h 33"/>
                      <a:gd name="T118" fmla="*/ 2147483646 w 55"/>
                      <a:gd name="T119" fmla="*/ 2147483646 h 33"/>
                      <a:gd name="T120" fmla="*/ 2147483646 w 55"/>
                      <a:gd name="T121" fmla="*/ 2147483646 h 3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5" h="33">
                        <a:moveTo>
                          <a:pt x="5" y="28"/>
                        </a:moveTo>
                        <a:cubicBezTo>
                          <a:pt x="7" y="30"/>
                          <a:pt x="8" y="31"/>
                          <a:pt x="10" y="32"/>
                        </a:cubicBezTo>
                        <a:cubicBezTo>
                          <a:pt x="12" y="33"/>
                          <a:pt x="15" y="33"/>
                          <a:pt x="17" y="33"/>
                        </a:cubicBezTo>
                        <a:cubicBezTo>
                          <a:pt x="21" y="33"/>
                          <a:pt x="24" y="32"/>
                          <a:pt x="28" y="29"/>
                        </a:cubicBezTo>
                        <a:cubicBezTo>
                          <a:pt x="31" y="32"/>
                          <a:pt x="34" y="33"/>
                          <a:pt x="38" y="33"/>
                        </a:cubicBezTo>
                        <a:cubicBezTo>
                          <a:pt x="41" y="33"/>
                          <a:pt x="43" y="33"/>
                          <a:pt x="45" y="32"/>
                        </a:cubicBezTo>
                        <a:cubicBezTo>
                          <a:pt x="47" y="31"/>
                          <a:pt x="48" y="30"/>
                          <a:pt x="50" y="28"/>
                        </a:cubicBezTo>
                        <a:cubicBezTo>
                          <a:pt x="51" y="27"/>
                          <a:pt x="53" y="25"/>
                          <a:pt x="53" y="23"/>
                        </a:cubicBezTo>
                        <a:cubicBezTo>
                          <a:pt x="54" y="21"/>
                          <a:pt x="55" y="19"/>
                          <a:pt x="55" y="17"/>
                        </a:cubicBezTo>
                        <a:cubicBezTo>
                          <a:pt x="55" y="14"/>
                          <a:pt x="54" y="12"/>
                          <a:pt x="53" y="10"/>
                        </a:cubicBezTo>
                        <a:cubicBezTo>
                          <a:pt x="53" y="8"/>
                          <a:pt x="51" y="7"/>
                          <a:pt x="50" y="5"/>
                        </a:cubicBezTo>
                        <a:cubicBezTo>
                          <a:pt x="48" y="4"/>
                          <a:pt x="47" y="2"/>
                          <a:pt x="45" y="2"/>
                        </a:cubicBezTo>
                        <a:cubicBezTo>
                          <a:pt x="45" y="2"/>
                          <a:pt x="45" y="2"/>
                          <a:pt x="45" y="2"/>
                        </a:cubicBezTo>
                        <a:cubicBezTo>
                          <a:pt x="43" y="1"/>
                          <a:pt x="41" y="0"/>
                          <a:pt x="38" y="0"/>
                        </a:cubicBezTo>
                        <a:cubicBezTo>
                          <a:pt x="34" y="0"/>
                          <a:pt x="31" y="2"/>
                          <a:pt x="28" y="4"/>
                        </a:cubicBezTo>
                        <a:cubicBezTo>
                          <a:pt x="26" y="3"/>
                          <a:pt x="25" y="2"/>
                          <a:pt x="23" y="2"/>
                        </a:cubicBezTo>
                        <a:cubicBezTo>
                          <a:pt x="21" y="1"/>
                          <a:pt x="19" y="0"/>
                          <a:pt x="17" y="0"/>
                        </a:cubicBezTo>
                        <a:cubicBezTo>
                          <a:pt x="15" y="0"/>
                          <a:pt x="12" y="1"/>
                          <a:pt x="10" y="1"/>
                        </a:cubicBezTo>
                        <a:cubicBezTo>
                          <a:pt x="8" y="2"/>
                          <a:pt x="7" y="4"/>
                          <a:pt x="5" y="5"/>
                        </a:cubicBezTo>
                        <a:cubicBezTo>
                          <a:pt x="4" y="7"/>
                          <a:pt x="3" y="8"/>
                          <a:pt x="2" y="10"/>
                        </a:cubicBezTo>
                        <a:cubicBezTo>
                          <a:pt x="1" y="12"/>
                          <a:pt x="0" y="14"/>
                          <a:pt x="0" y="17"/>
                        </a:cubicBezTo>
                        <a:cubicBezTo>
                          <a:pt x="0" y="19"/>
                          <a:pt x="1" y="21"/>
                          <a:pt x="2" y="23"/>
                        </a:cubicBezTo>
                        <a:cubicBezTo>
                          <a:pt x="2" y="25"/>
                          <a:pt x="4" y="27"/>
                          <a:pt x="5" y="28"/>
                        </a:cubicBezTo>
                        <a:close/>
                        <a:moveTo>
                          <a:pt x="43" y="15"/>
                        </a:moveTo>
                        <a:cubicBezTo>
                          <a:pt x="43" y="15"/>
                          <a:pt x="43" y="16"/>
                          <a:pt x="43" y="17"/>
                        </a:cubicBezTo>
                        <a:cubicBezTo>
                          <a:pt x="43" y="17"/>
                          <a:pt x="43" y="18"/>
                          <a:pt x="43" y="19"/>
                        </a:cubicBezTo>
                        <a:cubicBezTo>
                          <a:pt x="43" y="19"/>
                          <a:pt x="42" y="20"/>
                          <a:pt x="42" y="20"/>
                        </a:cubicBezTo>
                        <a:cubicBezTo>
                          <a:pt x="41" y="21"/>
                          <a:pt x="41" y="21"/>
                          <a:pt x="40" y="21"/>
                        </a:cubicBezTo>
                        <a:cubicBezTo>
                          <a:pt x="40" y="21"/>
                          <a:pt x="40" y="21"/>
                          <a:pt x="40" y="21"/>
                        </a:cubicBezTo>
                        <a:cubicBezTo>
                          <a:pt x="40" y="22"/>
                          <a:pt x="39" y="22"/>
                          <a:pt x="38" y="22"/>
                        </a:cubicBezTo>
                        <a:cubicBezTo>
                          <a:pt x="38" y="22"/>
                          <a:pt x="37" y="22"/>
                          <a:pt x="36" y="21"/>
                        </a:cubicBezTo>
                        <a:cubicBezTo>
                          <a:pt x="36" y="21"/>
                          <a:pt x="35" y="21"/>
                          <a:pt x="35" y="20"/>
                        </a:cubicBezTo>
                        <a:cubicBezTo>
                          <a:pt x="34" y="20"/>
                          <a:pt x="34" y="19"/>
                          <a:pt x="34" y="19"/>
                        </a:cubicBezTo>
                        <a:cubicBezTo>
                          <a:pt x="33" y="18"/>
                          <a:pt x="33" y="17"/>
                          <a:pt x="33" y="17"/>
                        </a:cubicBezTo>
                        <a:cubicBezTo>
                          <a:pt x="33" y="16"/>
                          <a:pt x="33" y="15"/>
                          <a:pt x="34" y="15"/>
                        </a:cubicBezTo>
                        <a:cubicBezTo>
                          <a:pt x="34" y="14"/>
                          <a:pt x="34" y="14"/>
                          <a:pt x="35" y="13"/>
                        </a:cubicBezTo>
                        <a:cubicBezTo>
                          <a:pt x="35" y="13"/>
                          <a:pt x="36" y="12"/>
                          <a:pt x="36" y="12"/>
                        </a:cubicBezTo>
                        <a:cubicBezTo>
                          <a:pt x="37" y="12"/>
                          <a:pt x="38" y="12"/>
                          <a:pt x="38" y="12"/>
                        </a:cubicBezTo>
                        <a:cubicBezTo>
                          <a:pt x="39" y="12"/>
                          <a:pt x="40" y="12"/>
                          <a:pt x="40" y="12"/>
                        </a:cubicBezTo>
                        <a:cubicBezTo>
                          <a:pt x="41" y="12"/>
                          <a:pt x="41" y="13"/>
                          <a:pt x="42" y="13"/>
                        </a:cubicBezTo>
                        <a:cubicBezTo>
                          <a:pt x="42" y="14"/>
                          <a:pt x="43" y="14"/>
                          <a:pt x="43" y="15"/>
                        </a:cubicBezTo>
                        <a:close/>
                        <a:moveTo>
                          <a:pt x="13" y="13"/>
                        </a:moveTo>
                        <a:cubicBezTo>
                          <a:pt x="14" y="13"/>
                          <a:pt x="14" y="12"/>
                          <a:pt x="15" y="12"/>
                        </a:cubicBezTo>
                        <a:cubicBezTo>
                          <a:pt x="15" y="12"/>
                          <a:pt x="16" y="12"/>
                          <a:pt x="17" y="12"/>
                        </a:cubicBezTo>
                        <a:cubicBezTo>
                          <a:pt x="17" y="12"/>
                          <a:pt x="18" y="12"/>
                          <a:pt x="19" y="12"/>
                        </a:cubicBezTo>
                        <a:cubicBezTo>
                          <a:pt x="19" y="12"/>
                          <a:pt x="20" y="13"/>
                          <a:pt x="20" y="13"/>
                        </a:cubicBezTo>
                        <a:cubicBezTo>
                          <a:pt x="21" y="14"/>
                          <a:pt x="21" y="14"/>
                          <a:pt x="21" y="15"/>
                        </a:cubicBezTo>
                        <a:cubicBezTo>
                          <a:pt x="22" y="15"/>
                          <a:pt x="22" y="16"/>
                          <a:pt x="22" y="17"/>
                        </a:cubicBezTo>
                        <a:cubicBezTo>
                          <a:pt x="22" y="17"/>
                          <a:pt x="22" y="18"/>
                          <a:pt x="21" y="19"/>
                        </a:cubicBezTo>
                        <a:cubicBezTo>
                          <a:pt x="21" y="19"/>
                          <a:pt x="21" y="20"/>
                          <a:pt x="20" y="20"/>
                        </a:cubicBezTo>
                        <a:cubicBezTo>
                          <a:pt x="20" y="21"/>
                          <a:pt x="19" y="21"/>
                          <a:pt x="19" y="21"/>
                        </a:cubicBezTo>
                        <a:cubicBezTo>
                          <a:pt x="18" y="22"/>
                          <a:pt x="17" y="22"/>
                          <a:pt x="17" y="22"/>
                        </a:cubicBezTo>
                        <a:cubicBezTo>
                          <a:pt x="16" y="22"/>
                          <a:pt x="15" y="22"/>
                          <a:pt x="15" y="21"/>
                        </a:cubicBezTo>
                        <a:cubicBezTo>
                          <a:pt x="14" y="21"/>
                          <a:pt x="14" y="21"/>
                          <a:pt x="13" y="20"/>
                        </a:cubicBezTo>
                        <a:cubicBezTo>
                          <a:pt x="13" y="20"/>
                          <a:pt x="12" y="19"/>
                          <a:pt x="12" y="19"/>
                        </a:cubicBezTo>
                        <a:cubicBezTo>
                          <a:pt x="12" y="18"/>
                          <a:pt x="12" y="17"/>
                          <a:pt x="12" y="17"/>
                        </a:cubicBezTo>
                        <a:cubicBezTo>
                          <a:pt x="12" y="16"/>
                          <a:pt x="12" y="15"/>
                          <a:pt x="12" y="15"/>
                        </a:cubicBezTo>
                        <a:cubicBezTo>
                          <a:pt x="12" y="14"/>
                          <a:pt x="13" y="14"/>
                          <a:pt x="13" y="13"/>
                        </a:cubicBezTo>
                        <a:close/>
                        <a:moveTo>
                          <a:pt x="19" y="21"/>
                        </a:moveTo>
                        <a:cubicBezTo>
                          <a:pt x="19" y="21"/>
                          <a:pt x="19" y="21"/>
                          <a:pt x="19" y="21"/>
                        </a:cubicBezTo>
                        <a:cubicBezTo>
                          <a:pt x="19" y="21"/>
                          <a:pt x="19" y="21"/>
                          <a:pt x="19" y="21"/>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799" name="Freeform 342">
                    <a:extLst>
                      <a:ext uri="{FF2B5EF4-FFF2-40B4-BE49-F238E27FC236}">
                        <a16:creationId xmlns:a16="http://schemas.microsoft.com/office/drawing/2014/main" id="{540E1A70-A82C-4182-B544-55A5E8FE2B0C}"/>
                      </a:ext>
                    </a:extLst>
                  </p:cNvPr>
                  <p:cNvSpPr>
                    <a:spLocks/>
                  </p:cNvSpPr>
                  <p:nvPr/>
                </p:nvSpPr>
                <p:spPr bwMode="auto">
                  <a:xfrm>
                    <a:off x="4000418" y="4795889"/>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00" name="Freeform 343">
                    <a:extLst>
                      <a:ext uri="{FF2B5EF4-FFF2-40B4-BE49-F238E27FC236}">
                        <a16:creationId xmlns:a16="http://schemas.microsoft.com/office/drawing/2014/main" id="{5F445DB1-6D6E-4D92-A181-B661281724AC}"/>
                      </a:ext>
                    </a:extLst>
                  </p:cNvPr>
                  <p:cNvSpPr>
                    <a:spLocks/>
                  </p:cNvSpPr>
                  <p:nvPr/>
                </p:nvSpPr>
                <p:spPr bwMode="auto">
                  <a:xfrm>
                    <a:off x="3980186" y="4817084"/>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01" name="Rectangle 344">
                    <a:extLst>
                      <a:ext uri="{FF2B5EF4-FFF2-40B4-BE49-F238E27FC236}">
                        <a16:creationId xmlns:a16="http://schemas.microsoft.com/office/drawing/2014/main" id="{CBBCDADC-503D-4010-871E-FA0DD8DECE73}"/>
                      </a:ext>
                    </a:extLst>
                  </p:cNvPr>
                  <p:cNvSpPr>
                    <a:spLocks noChangeArrowheads="1"/>
                  </p:cNvSpPr>
                  <p:nvPr/>
                </p:nvSpPr>
                <p:spPr bwMode="auto">
                  <a:xfrm>
                    <a:off x="3974406" y="4815157"/>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02" name="Rectangle 345">
                    <a:extLst>
                      <a:ext uri="{FF2B5EF4-FFF2-40B4-BE49-F238E27FC236}">
                        <a16:creationId xmlns:a16="http://schemas.microsoft.com/office/drawing/2014/main" id="{C1F2E7C0-BC10-4E8E-BF63-BB891CAC4A9B}"/>
                      </a:ext>
                    </a:extLst>
                  </p:cNvPr>
                  <p:cNvSpPr>
                    <a:spLocks noChangeArrowheads="1"/>
                  </p:cNvSpPr>
                  <p:nvPr/>
                </p:nvSpPr>
                <p:spPr bwMode="auto">
                  <a:xfrm>
                    <a:off x="3969589" y="4780474"/>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03" name="Rectangle 346">
                    <a:extLst>
                      <a:ext uri="{FF2B5EF4-FFF2-40B4-BE49-F238E27FC236}">
                        <a16:creationId xmlns:a16="http://schemas.microsoft.com/office/drawing/2014/main" id="{3A6A1A3E-F8C7-4CE2-9DDF-935F5D21C5B9}"/>
                      </a:ext>
                    </a:extLst>
                  </p:cNvPr>
                  <p:cNvSpPr>
                    <a:spLocks noChangeArrowheads="1"/>
                  </p:cNvSpPr>
                  <p:nvPr/>
                </p:nvSpPr>
                <p:spPr bwMode="auto">
                  <a:xfrm>
                    <a:off x="4000418" y="4780474"/>
                    <a:ext cx="963" cy="963"/>
                  </a:xfrm>
                  <a:prstGeom prst="rect">
                    <a:avLst/>
                  </a:prstGeom>
                  <a:solidFill>
                    <a:srgbClr val="178BC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04" name="Rectangle 347">
                    <a:extLst>
                      <a:ext uri="{FF2B5EF4-FFF2-40B4-BE49-F238E27FC236}">
                        <a16:creationId xmlns:a16="http://schemas.microsoft.com/office/drawing/2014/main" id="{F594849D-1082-4732-9EF0-330098ED8931}"/>
                      </a:ext>
                    </a:extLst>
                  </p:cNvPr>
                  <p:cNvSpPr>
                    <a:spLocks noChangeArrowheads="1"/>
                  </p:cNvSpPr>
                  <p:nvPr/>
                </p:nvSpPr>
                <p:spPr bwMode="auto">
                  <a:xfrm>
                    <a:off x="3969589" y="4795889"/>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05" name="Freeform 348">
                    <a:extLst>
                      <a:ext uri="{FF2B5EF4-FFF2-40B4-BE49-F238E27FC236}">
                        <a16:creationId xmlns:a16="http://schemas.microsoft.com/office/drawing/2014/main" id="{526060B8-A22A-4049-9194-F69279433985}"/>
                      </a:ext>
                    </a:extLst>
                  </p:cNvPr>
                  <p:cNvSpPr>
                    <a:spLocks/>
                  </p:cNvSpPr>
                  <p:nvPr/>
                </p:nvSpPr>
                <p:spPr bwMode="auto">
                  <a:xfrm>
                    <a:off x="3998491" y="478914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06" name="Rectangle 349">
                    <a:extLst>
                      <a:ext uri="{FF2B5EF4-FFF2-40B4-BE49-F238E27FC236}">
                        <a16:creationId xmlns:a16="http://schemas.microsoft.com/office/drawing/2014/main" id="{0D9A3FF0-4834-4E9D-9502-3E8394402137}"/>
                      </a:ext>
                    </a:extLst>
                  </p:cNvPr>
                  <p:cNvSpPr>
                    <a:spLocks noChangeArrowheads="1"/>
                  </p:cNvSpPr>
                  <p:nvPr/>
                </p:nvSpPr>
                <p:spPr bwMode="auto">
                  <a:xfrm>
                    <a:off x="3968626" y="4801669"/>
                    <a:ext cx="963" cy="963"/>
                  </a:xfrm>
                  <a:prstGeom prst="rect">
                    <a:avLst/>
                  </a:prstGeom>
                  <a:solidFill>
                    <a:srgbClr val="00A0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807" name="Freeform 350">
                    <a:extLst>
                      <a:ext uri="{FF2B5EF4-FFF2-40B4-BE49-F238E27FC236}">
                        <a16:creationId xmlns:a16="http://schemas.microsoft.com/office/drawing/2014/main" id="{490A5C62-D91B-46BD-8BCE-90084632F3CA}"/>
                      </a:ext>
                    </a:extLst>
                  </p:cNvPr>
                  <p:cNvSpPr>
                    <a:spLocks/>
                  </p:cNvSpPr>
                  <p:nvPr/>
                </p:nvSpPr>
                <p:spPr bwMode="auto">
                  <a:xfrm>
                    <a:off x="3969589" y="4788182"/>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08" name="Freeform 351">
                    <a:extLst>
                      <a:ext uri="{FF2B5EF4-FFF2-40B4-BE49-F238E27FC236}">
                        <a16:creationId xmlns:a16="http://schemas.microsoft.com/office/drawing/2014/main" id="{7E03915D-51BD-4C11-924B-E0F0F60F54E1}"/>
                      </a:ext>
                    </a:extLst>
                  </p:cNvPr>
                  <p:cNvSpPr>
                    <a:spLocks/>
                  </p:cNvSpPr>
                  <p:nvPr/>
                </p:nvSpPr>
                <p:spPr bwMode="auto">
                  <a:xfrm>
                    <a:off x="3967662" y="4765060"/>
                    <a:ext cx="34682" cy="52024"/>
                  </a:xfrm>
                  <a:custGeom>
                    <a:avLst/>
                    <a:gdLst>
                      <a:gd name="T0" fmla="*/ 2147483646 w 36"/>
                      <a:gd name="T1" fmla="*/ 2147483646 h 55"/>
                      <a:gd name="T2" fmla="*/ 2147483646 w 36"/>
                      <a:gd name="T3" fmla="*/ 2147483646 h 55"/>
                      <a:gd name="T4" fmla="*/ 2147483646 w 36"/>
                      <a:gd name="T5" fmla="*/ 2147483646 h 55"/>
                      <a:gd name="T6" fmla="*/ 2147483646 w 36"/>
                      <a:gd name="T7" fmla="*/ 2147483646 h 55"/>
                      <a:gd name="T8" fmla="*/ 2147483646 w 36"/>
                      <a:gd name="T9" fmla="*/ 0 h 55"/>
                      <a:gd name="T10" fmla="*/ 2147483646 w 36"/>
                      <a:gd name="T11" fmla="*/ 2147483646 h 55"/>
                      <a:gd name="T12" fmla="*/ 2147483646 w 36"/>
                      <a:gd name="T13" fmla="*/ 2147483646 h 55"/>
                      <a:gd name="T14" fmla="*/ 2147483646 w 36"/>
                      <a:gd name="T15" fmla="*/ 2147483646 h 55"/>
                      <a:gd name="T16" fmla="*/ 2147483646 w 36"/>
                      <a:gd name="T17" fmla="*/ 2147483646 h 55"/>
                      <a:gd name="T18" fmla="*/ 2147483646 w 36"/>
                      <a:gd name="T19" fmla="*/ 2147483646 h 55"/>
                      <a:gd name="T20" fmla="*/ 2147483646 w 36"/>
                      <a:gd name="T21" fmla="*/ 2147483646 h 55"/>
                      <a:gd name="T22" fmla="*/ 0 w 36"/>
                      <a:gd name="T23" fmla="*/ 2147483646 h 55"/>
                      <a:gd name="T24" fmla="*/ 2147483646 w 36"/>
                      <a:gd name="T25" fmla="*/ 2147483646 h 55"/>
                      <a:gd name="T26" fmla="*/ 2147483646 w 36"/>
                      <a:gd name="T27" fmla="*/ 2147483646 h 55"/>
                      <a:gd name="T28" fmla="*/ 2147483646 w 36"/>
                      <a:gd name="T29" fmla="*/ 2147483646 h 55"/>
                      <a:gd name="T30" fmla="*/ 2147483646 w 36"/>
                      <a:gd name="T31" fmla="*/ 2147483646 h 55"/>
                      <a:gd name="T32" fmla="*/ 2147483646 w 36"/>
                      <a:gd name="T33" fmla="*/ 2147483646 h 55"/>
                      <a:gd name="T34" fmla="*/ 2147483646 w 36"/>
                      <a:gd name="T35" fmla="*/ 2147483646 h 55"/>
                      <a:gd name="T36" fmla="*/ 2147483646 w 36"/>
                      <a:gd name="T37" fmla="*/ 2147483646 h 55"/>
                      <a:gd name="T38" fmla="*/ 2147483646 w 36"/>
                      <a:gd name="T39" fmla="*/ 2147483646 h 55"/>
                      <a:gd name="T40" fmla="*/ 2147483646 w 36"/>
                      <a:gd name="T41" fmla="*/ 2147483646 h 55"/>
                      <a:gd name="T42" fmla="*/ 2147483646 w 36"/>
                      <a:gd name="T43" fmla="*/ 2147483646 h 55"/>
                      <a:gd name="T44" fmla="*/ 2147483646 w 36"/>
                      <a:gd name="T45" fmla="*/ 2147483646 h 55"/>
                      <a:gd name="T46" fmla="*/ 2147483646 w 36"/>
                      <a:gd name="T47" fmla="*/ 2147483646 h 55"/>
                      <a:gd name="T48" fmla="*/ 2147483646 w 36"/>
                      <a:gd name="T49" fmla="*/ 2147483646 h 55"/>
                      <a:gd name="T50" fmla="*/ 2147483646 w 36"/>
                      <a:gd name="T51" fmla="*/ 2147483646 h 55"/>
                      <a:gd name="T52" fmla="*/ 2147483646 w 36"/>
                      <a:gd name="T53" fmla="*/ 2147483646 h 55"/>
                      <a:gd name="T54" fmla="*/ 2147483646 w 36"/>
                      <a:gd name="T55" fmla="*/ 2147483646 h 55"/>
                      <a:gd name="T56" fmla="*/ 2147483646 w 36"/>
                      <a:gd name="T57" fmla="*/ 2147483646 h 55"/>
                      <a:gd name="T58" fmla="*/ 2147483646 w 36"/>
                      <a:gd name="T59" fmla="*/ 2147483646 h 55"/>
                      <a:gd name="T60" fmla="*/ 2147483646 w 36"/>
                      <a:gd name="T61" fmla="*/ 2147483646 h 55"/>
                      <a:gd name="T62" fmla="*/ 2147483646 w 36"/>
                      <a:gd name="T63" fmla="*/ 2147483646 h 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6" h="55">
                        <a:moveTo>
                          <a:pt x="35" y="22"/>
                        </a:moveTo>
                        <a:cubicBezTo>
                          <a:pt x="36" y="21"/>
                          <a:pt x="36" y="20"/>
                          <a:pt x="36" y="20"/>
                        </a:cubicBezTo>
                        <a:cubicBezTo>
                          <a:pt x="36" y="18"/>
                          <a:pt x="35" y="17"/>
                          <a:pt x="34" y="16"/>
                        </a:cubicBezTo>
                        <a:cubicBezTo>
                          <a:pt x="33" y="14"/>
                          <a:pt x="31" y="14"/>
                          <a:pt x="30" y="14"/>
                        </a:cubicBezTo>
                        <a:cubicBezTo>
                          <a:pt x="28" y="14"/>
                          <a:pt x="28" y="14"/>
                          <a:pt x="28" y="14"/>
                        </a:cubicBezTo>
                        <a:cubicBezTo>
                          <a:pt x="30" y="8"/>
                          <a:pt x="30" y="8"/>
                          <a:pt x="30" y="8"/>
                        </a:cubicBezTo>
                        <a:cubicBezTo>
                          <a:pt x="30" y="8"/>
                          <a:pt x="30" y="8"/>
                          <a:pt x="30" y="8"/>
                        </a:cubicBezTo>
                        <a:cubicBezTo>
                          <a:pt x="30" y="7"/>
                          <a:pt x="30" y="7"/>
                          <a:pt x="30" y="6"/>
                        </a:cubicBezTo>
                        <a:cubicBezTo>
                          <a:pt x="30" y="5"/>
                          <a:pt x="30" y="3"/>
                          <a:pt x="29" y="2"/>
                        </a:cubicBezTo>
                        <a:cubicBezTo>
                          <a:pt x="28" y="1"/>
                          <a:pt x="26" y="0"/>
                          <a:pt x="25" y="0"/>
                        </a:cubicBezTo>
                        <a:cubicBezTo>
                          <a:pt x="23" y="0"/>
                          <a:pt x="22" y="1"/>
                          <a:pt x="21" y="2"/>
                        </a:cubicBezTo>
                        <a:cubicBezTo>
                          <a:pt x="21" y="2"/>
                          <a:pt x="21" y="2"/>
                          <a:pt x="21" y="2"/>
                        </a:cubicBezTo>
                        <a:cubicBezTo>
                          <a:pt x="20" y="2"/>
                          <a:pt x="19" y="4"/>
                          <a:pt x="19" y="5"/>
                        </a:cubicBezTo>
                        <a:cubicBezTo>
                          <a:pt x="16" y="14"/>
                          <a:pt x="16" y="14"/>
                          <a:pt x="16" y="14"/>
                        </a:cubicBezTo>
                        <a:cubicBezTo>
                          <a:pt x="6" y="14"/>
                          <a:pt x="6" y="14"/>
                          <a:pt x="6" y="14"/>
                        </a:cubicBezTo>
                        <a:cubicBezTo>
                          <a:pt x="4" y="14"/>
                          <a:pt x="3" y="14"/>
                          <a:pt x="2" y="16"/>
                        </a:cubicBezTo>
                        <a:cubicBezTo>
                          <a:pt x="1" y="17"/>
                          <a:pt x="0" y="18"/>
                          <a:pt x="0" y="20"/>
                        </a:cubicBezTo>
                        <a:cubicBezTo>
                          <a:pt x="0" y="21"/>
                          <a:pt x="1" y="23"/>
                          <a:pt x="2" y="24"/>
                        </a:cubicBezTo>
                        <a:cubicBezTo>
                          <a:pt x="3" y="25"/>
                          <a:pt x="4" y="25"/>
                          <a:pt x="6" y="25"/>
                        </a:cubicBezTo>
                        <a:cubicBezTo>
                          <a:pt x="13" y="25"/>
                          <a:pt x="13" y="25"/>
                          <a:pt x="13" y="25"/>
                        </a:cubicBezTo>
                        <a:cubicBezTo>
                          <a:pt x="11" y="30"/>
                          <a:pt x="11" y="30"/>
                          <a:pt x="11" y="30"/>
                        </a:cubicBezTo>
                        <a:cubicBezTo>
                          <a:pt x="6" y="30"/>
                          <a:pt x="6" y="30"/>
                          <a:pt x="6" y="30"/>
                        </a:cubicBezTo>
                        <a:cubicBezTo>
                          <a:pt x="4" y="30"/>
                          <a:pt x="3" y="31"/>
                          <a:pt x="2" y="32"/>
                        </a:cubicBezTo>
                        <a:cubicBezTo>
                          <a:pt x="1" y="33"/>
                          <a:pt x="0" y="34"/>
                          <a:pt x="0" y="36"/>
                        </a:cubicBezTo>
                        <a:cubicBezTo>
                          <a:pt x="0" y="37"/>
                          <a:pt x="0" y="37"/>
                          <a:pt x="1" y="38"/>
                        </a:cubicBezTo>
                        <a:cubicBezTo>
                          <a:pt x="1" y="39"/>
                          <a:pt x="1" y="39"/>
                          <a:pt x="2" y="40"/>
                        </a:cubicBezTo>
                        <a:cubicBezTo>
                          <a:pt x="2" y="40"/>
                          <a:pt x="2" y="40"/>
                          <a:pt x="2" y="40"/>
                        </a:cubicBezTo>
                        <a:cubicBezTo>
                          <a:pt x="2" y="40"/>
                          <a:pt x="3" y="41"/>
                          <a:pt x="4" y="41"/>
                        </a:cubicBezTo>
                        <a:cubicBezTo>
                          <a:pt x="4" y="41"/>
                          <a:pt x="4" y="41"/>
                          <a:pt x="4" y="41"/>
                        </a:cubicBezTo>
                        <a:cubicBezTo>
                          <a:pt x="4" y="41"/>
                          <a:pt x="5" y="41"/>
                          <a:pt x="6" y="41"/>
                        </a:cubicBezTo>
                        <a:cubicBezTo>
                          <a:pt x="8" y="41"/>
                          <a:pt x="8" y="41"/>
                          <a:pt x="8" y="41"/>
                        </a:cubicBezTo>
                        <a:cubicBezTo>
                          <a:pt x="6" y="47"/>
                          <a:pt x="6" y="47"/>
                          <a:pt x="6" y="47"/>
                        </a:cubicBezTo>
                        <a:cubicBezTo>
                          <a:pt x="6" y="47"/>
                          <a:pt x="6" y="47"/>
                          <a:pt x="6" y="47"/>
                        </a:cubicBezTo>
                        <a:cubicBezTo>
                          <a:pt x="6" y="47"/>
                          <a:pt x="6" y="47"/>
                          <a:pt x="6" y="47"/>
                        </a:cubicBezTo>
                        <a:cubicBezTo>
                          <a:pt x="6" y="47"/>
                          <a:pt x="6" y="47"/>
                          <a:pt x="6" y="47"/>
                        </a:cubicBezTo>
                        <a:cubicBezTo>
                          <a:pt x="6" y="47"/>
                          <a:pt x="6" y="47"/>
                          <a:pt x="6" y="47"/>
                        </a:cubicBezTo>
                        <a:cubicBezTo>
                          <a:pt x="6" y="48"/>
                          <a:pt x="5" y="49"/>
                          <a:pt x="5" y="49"/>
                        </a:cubicBezTo>
                        <a:cubicBezTo>
                          <a:pt x="5" y="50"/>
                          <a:pt x="6" y="51"/>
                          <a:pt x="6" y="51"/>
                        </a:cubicBezTo>
                        <a:cubicBezTo>
                          <a:pt x="6" y="52"/>
                          <a:pt x="7" y="53"/>
                          <a:pt x="7" y="53"/>
                        </a:cubicBezTo>
                        <a:cubicBezTo>
                          <a:pt x="8" y="54"/>
                          <a:pt x="8" y="54"/>
                          <a:pt x="9" y="54"/>
                        </a:cubicBezTo>
                        <a:cubicBezTo>
                          <a:pt x="9" y="54"/>
                          <a:pt x="9" y="54"/>
                          <a:pt x="9" y="54"/>
                        </a:cubicBezTo>
                        <a:cubicBezTo>
                          <a:pt x="10" y="55"/>
                          <a:pt x="10" y="55"/>
                          <a:pt x="11" y="55"/>
                        </a:cubicBezTo>
                        <a:cubicBezTo>
                          <a:pt x="12" y="55"/>
                          <a:pt x="12" y="55"/>
                          <a:pt x="13" y="55"/>
                        </a:cubicBezTo>
                        <a:cubicBezTo>
                          <a:pt x="14" y="54"/>
                          <a:pt x="14" y="54"/>
                          <a:pt x="15" y="54"/>
                        </a:cubicBezTo>
                        <a:cubicBezTo>
                          <a:pt x="15" y="54"/>
                          <a:pt x="15" y="54"/>
                          <a:pt x="15" y="54"/>
                        </a:cubicBezTo>
                        <a:cubicBezTo>
                          <a:pt x="16" y="53"/>
                          <a:pt x="16" y="53"/>
                          <a:pt x="16" y="53"/>
                        </a:cubicBezTo>
                        <a:cubicBezTo>
                          <a:pt x="16" y="52"/>
                          <a:pt x="16" y="52"/>
                          <a:pt x="16" y="52"/>
                        </a:cubicBezTo>
                        <a:cubicBezTo>
                          <a:pt x="16" y="52"/>
                          <a:pt x="16" y="52"/>
                          <a:pt x="16" y="52"/>
                        </a:cubicBezTo>
                        <a:cubicBezTo>
                          <a:pt x="16" y="52"/>
                          <a:pt x="17" y="51"/>
                          <a:pt x="17" y="51"/>
                        </a:cubicBezTo>
                        <a:cubicBezTo>
                          <a:pt x="17" y="51"/>
                          <a:pt x="17" y="51"/>
                          <a:pt x="17" y="51"/>
                        </a:cubicBezTo>
                        <a:cubicBezTo>
                          <a:pt x="20" y="41"/>
                          <a:pt x="20" y="41"/>
                          <a:pt x="20" y="41"/>
                        </a:cubicBezTo>
                        <a:cubicBezTo>
                          <a:pt x="30" y="41"/>
                          <a:pt x="30" y="41"/>
                          <a:pt x="30" y="41"/>
                        </a:cubicBezTo>
                        <a:cubicBezTo>
                          <a:pt x="31" y="41"/>
                          <a:pt x="31" y="41"/>
                          <a:pt x="32" y="41"/>
                        </a:cubicBezTo>
                        <a:cubicBezTo>
                          <a:pt x="33" y="41"/>
                          <a:pt x="33" y="40"/>
                          <a:pt x="34" y="40"/>
                        </a:cubicBezTo>
                        <a:cubicBezTo>
                          <a:pt x="34" y="40"/>
                          <a:pt x="34" y="40"/>
                          <a:pt x="34" y="40"/>
                        </a:cubicBezTo>
                        <a:cubicBezTo>
                          <a:pt x="35" y="39"/>
                          <a:pt x="35" y="39"/>
                          <a:pt x="35" y="38"/>
                        </a:cubicBezTo>
                        <a:cubicBezTo>
                          <a:pt x="36" y="37"/>
                          <a:pt x="36" y="37"/>
                          <a:pt x="36" y="36"/>
                        </a:cubicBezTo>
                        <a:cubicBezTo>
                          <a:pt x="36" y="34"/>
                          <a:pt x="35" y="33"/>
                          <a:pt x="34" y="32"/>
                        </a:cubicBezTo>
                        <a:cubicBezTo>
                          <a:pt x="33" y="31"/>
                          <a:pt x="31" y="30"/>
                          <a:pt x="30" y="30"/>
                        </a:cubicBezTo>
                        <a:cubicBezTo>
                          <a:pt x="23" y="30"/>
                          <a:pt x="23" y="30"/>
                          <a:pt x="23" y="30"/>
                        </a:cubicBezTo>
                        <a:cubicBezTo>
                          <a:pt x="25" y="25"/>
                          <a:pt x="25" y="25"/>
                          <a:pt x="25" y="25"/>
                        </a:cubicBezTo>
                        <a:cubicBezTo>
                          <a:pt x="30" y="25"/>
                          <a:pt x="30" y="25"/>
                          <a:pt x="30" y="25"/>
                        </a:cubicBezTo>
                        <a:cubicBezTo>
                          <a:pt x="31" y="25"/>
                          <a:pt x="31" y="25"/>
                          <a:pt x="32" y="25"/>
                        </a:cubicBezTo>
                        <a:cubicBezTo>
                          <a:pt x="33" y="25"/>
                          <a:pt x="33" y="24"/>
                          <a:pt x="34" y="24"/>
                        </a:cubicBezTo>
                        <a:cubicBezTo>
                          <a:pt x="35" y="23"/>
                          <a:pt x="35" y="23"/>
                          <a:pt x="35" y="22"/>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09" name="Freeform 352">
                    <a:extLst>
                      <a:ext uri="{FF2B5EF4-FFF2-40B4-BE49-F238E27FC236}">
                        <a16:creationId xmlns:a16="http://schemas.microsoft.com/office/drawing/2014/main" id="{4FB7D4E9-EDF5-4D43-880D-570B136EB236}"/>
                      </a:ext>
                    </a:extLst>
                  </p:cNvPr>
                  <p:cNvSpPr>
                    <a:spLocks/>
                  </p:cNvSpPr>
                  <p:nvPr/>
                </p:nvSpPr>
                <p:spPr bwMode="auto">
                  <a:xfrm>
                    <a:off x="5395424" y="4469295"/>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10" name="Freeform 353">
                    <a:extLst>
                      <a:ext uri="{FF2B5EF4-FFF2-40B4-BE49-F238E27FC236}">
                        <a16:creationId xmlns:a16="http://schemas.microsoft.com/office/drawing/2014/main" id="{B4D01C58-4704-46D9-9597-9044A271D2FA}"/>
                      </a:ext>
                    </a:extLst>
                  </p:cNvPr>
                  <p:cNvSpPr>
                    <a:spLocks/>
                  </p:cNvSpPr>
                  <p:nvPr/>
                </p:nvSpPr>
                <p:spPr bwMode="auto">
                  <a:xfrm>
                    <a:off x="5406022" y="4483747"/>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11" name="Freeform 354">
                    <a:extLst>
                      <a:ext uri="{FF2B5EF4-FFF2-40B4-BE49-F238E27FC236}">
                        <a16:creationId xmlns:a16="http://schemas.microsoft.com/office/drawing/2014/main" id="{1AC50975-C864-412C-BA30-098862955670}"/>
                      </a:ext>
                    </a:extLst>
                  </p:cNvPr>
                  <p:cNvSpPr>
                    <a:spLocks/>
                  </p:cNvSpPr>
                  <p:nvPr/>
                </p:nvSpPr>
                <p:spPr bwMode="auto">
                  <a:xfrm>
                    <a:off x="5393497" y="4431723"/>
                    <a:ext cx="34682" cy="52024"/>
                  </a:xfrm>
                  <a:custGeom>
                    <a:avLst/>
                    <a:gdLst>
                      <a:gd name="T0" fmla="*/ 2147483646 w 36"/>
                      <a:gd name="T1" fmla="*/ 2147483646 h 55"/>
                      <a:gd name="T2" fmla="*/ 2147483646 w 36"/>
                      <a:gd name="T3" fmla="*/ 0 h 55"/>
                      <a:gd name="T4" fmla="*/ 2147483646 w 36"/>
                      <a:gd name="T5" fmla="*/ 2147483646 h 55"/>
                      <a:gd name="T6" fmla="*/ 2147483646 w 36"/>
                      <a:gd name="T7" fmla="*/ 2147483646 h 55"/>
                      <a:gd name="T8" fmla="*/ 2147483646 w 36"/>
                      <a:gd name="T9" fmla="*/ 2147483646 h 55"/>
                      <a:gd name="T10" fmla="*/ 0 w 36"/>
                      <a:gd name="T11" fmla="*/ 2147483646 h 55"/>
                      <a:gd name="T12" fmla="*/ 2147483646 w 36"/>
                      <a:gd name="T13" fmla="*/ 2147483646 h 55"/>
                      <a:gd name="T14" fmla="*/ 2147483646 w 36"/>
                      <a:gd name="T15" fmla="*/ 2147483646 h 55"/>
                      <a:gd name="T16" fmla="*/ 2147483646 w 36"/>
                      <a:gd name="T17" fmla="*/ 2147483646 h 55"/>
                      <a:gd name="T18" fmla="*/ 2147483646 w 36"/>
                      <a:gd name="T19" fmla="*/ 2147483646 h 55"/>
                      <a:gd name="T20" fmla="*/ 2147483646 w 36"/>
                      <a:gd name="T21" fmla="*/ 2147483646 h 55"/>
                      <a:gd name="T22" fmla="*/ 2147483646 w 36"/>
                      <a:gd name="T23" fmla="*/ 2147483646 h 55"/>
                      <a:gd name="T24" fmla="*/ 2147483646 w 36"/>
                      <a:gd name="T25" fmla="*/ 2147483646 h 55"/>
                      <a:gd name="T26" fmla="*/ 2147483646 w 36"/>
                      <a:gd name="T27" fmla="*/ 2147483646 h 55"/>
                      <a:gd name="T28" fmla="*/ 2147483646 w 36"/>
                      <a:gd name="T29" fmla="*/ 2147483646 h 55"/>
                      <a:gd name="T30" fmla="*/ 2147483646 w 36"/>
                      <a:gd name="T31" fmla="*/ 2147483646 h 55"/>
                      <a:gd name="T32" fmla="*/ 2147483646 w 36"/>
                      <a:gd name="T33" fmla="*/ 2147483646 h 55"/>
                      <a:gd name="T34" fmla="*/ 2147483646 w 36"/>
                      <a:gd name="T35" fmla="*/ 2147483646 h 55"/>
                      <a:gd name="T36" fmla="*/ 2147483646 w 36"/>
                      <a:gd name="T37" fmla="*/ 2147483646 h 55"/>
                      <a:gd name="T38" fmla="*/ 2147483646 w 36"/>
                      <a:gd name="T39" fmla="*/ 2147483646 h 55"/>
                      <a:gd name="T40" fmla="*/ 2147483646 w 36"/>
                      <a:gd name="T41" fmla="*/ 2147483646 h 55"/>
                      <a:gd name="T42" fmla="*/ 2147483646 w 36"/>
                      <a:gd name="T43" fmla="*/ 2147483646 h 55"/>
                      <a:gd name="T44" fmla="*/ 2147483646 w 36"/>
                      <a:gd name="T45" fmla="*/ 2147483646 h 55"/>
                      <a:gd name="T46" fmla="*/ 2147483646 w 36"/>
                      <a:gd name="T47" fmla="*/ 2147483646 h 55"/>
                      <a:gd name="T48" fmla="*/ 2147483646 w 36"/>
                      <a:gd name="T49" fmla="*/ 2147483646 h 55"/>
                      <a:gd name="T50" fmla="*/ 2147483646 w 36"/>
                      <a:gd name="T51" fmla="*/ 2147483646 h 55"/>
                      <a:gd name="T52" fmla="*/ 2147483646 w 36"/>
                      <a:gd name="T53" fmla="*/ 2147483646 h 55"/>
                      <a:gd name="T54" fmla="*/ 2147483646 w 36"/>
                      <a:gd name="T55" fmla="*/ 2147483646 h 55"/>
                      <a:gd name="T56" fmla="*/ 2147483646 w 36"/>
                      <a:gd name="T57" fmla="*/ 2147483646 h 55"/>
                      <a:gd name="T58" fmla="*/ 2147483646 w 36"/>
                      <a:gd name="T59" fmla="*/ 2147483646 h 55"/>
                      <a:gd name="T60" fmla="*/ 2147483646 w 36"/>
                      <a:gd name="T61" fmla="*/ 2147483646 h 55"/>
                      <a:gd name="T62" fmla="*/ 2147483646 w 36"/>
                      <a:gd name="T63" fmla="*/ 2147483646 h 55"/>
                      <a:gd name="T64" fmla="*/ 2147483646 w 36"/>
                      <a:gd name="T65" fmla="*/ 2147483646 h 55"/>
                      <a:gd name="T66" fmla="*/ 2147483646 w 36"/>
                      <a:gd name="T67" fmla="*/ 2147483646 h 55"/>
                      <a:gd name="T68" fmla="*/ 2147483646 w 36"/>
                      <a:gd name="T69" fmla="*/ 2147483646 h 55"/>
                      <a:gd name="T70" fmla="*/ 2147483646 w 36"/>
                      <a:gd name="T71" fmla="*/ 2147483646 h 55"/>
                      <a:gd name="T72" fmla="*/ 2147483646 w 36"/>
                      <a:gd name="T73" fmla="*/ 2147483646 h 55"/>
                      <a:gd name="T74" fmla="*/ 2147483646 w 36"/>
                      <a:gd name="T75" fmla="*/ 2147483646 h 55"/>
                      <a:gd name="T76" fmla="*/ 2147483646 w 36"/>
                      <a:gd name="T77" fmla="*/ 2147483646 h 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36" h="55">
                        <a:moveTo>
                          <a:pt x="30" y="8"/>
                        </a:moveTo>
                        <a:cubicBezTo>
                          <a:pt x="30" y="7"/>
                          <a:pt x="30" y="7"/>
                          <a:pt x="30" y="6"/>
                        </a:cubicBezTo>
                        <a:cubicBezTo>
                          <a:pt x="30" y="5"/>
                          <a:pt x="30" y="3"/>
                          <a:pt x="29" y="2"/>
                        </a:cubicBezTo>
                        <a:cubicBezTo>
                          <a:pt x="28" y="1"/>
                          <a:pt x="26" y="0"/>
                          <a:pt x="25" y="0"/>
                        </a:cubicBezTo>
                        <a:cubicBezTo>
                          <a:pt x="23" y="0"/>
                          <a:pt x="22" y="1"/>
                          <a:pt x="21" y="2"/>
                        </a:cubicBezTo>
                        <a:cubicBezTo>
                          <a:pt x="21" y="2"/>
                          <a:pt x="21" y="2"/>
                          <a:pt x="21" y="2"/>
                        </a:cubicBezTo>
                        <a:cubicBezTo>
                          <a:pt x="20" y="2"/>
                          <a:pt x="20" y="4"/>
                          <a:pt x="19" y="5"/>
                        </a:cubicBezTo>
                        <a:cubicBezTo>
                          <a:pt x="19" y="5"/>
                          <a:pt x="19" y="5"/>
                          <a:pt x="19" y="5"/>
                        </a:cubicBezTo>
                        <a:cubicBezTo>
                          <a:pt x="16" y="14"/>
                          <a:pt x="16" y="14"/>
                          <a:pt x="16" y="14"/>
                        </a:cubicBezTo>
                        <a:cubicBezTo>
                          <a:pt x="6" y="14"/>
                          <a:pt x="6" y="14"/>
                          <a:pt x="6" y="14"/>
                        </a:cubicBezTo>
                        <a:cubicBezTo>
                          <a:pt x="4" y="14"/>
                          <a:pt x="3" y="14"/>
                          <a:pt x="2" y="16"/>
                        </a:cubicBezTo>
                        <a:cubicBezTo>
                          <a:pt x="1" y="17"/>
                          <a:pt x="0" y="18"/>
                          <a:pt x="0" y="20"/>
                        </a:cubicBezTo>
                        <a:cubicBezTo>
                          <a:pt x="0" y="21"/>
                          <a:pt x="1" y="23"/>
                          <a:pt x="2" y="24"/>
                        </a:cubicBezTo>
                        <a:cubicBezTo>
                          <a:pt x="3" y="25"/>
                          <a:pt x="4" y="25"/>
                          <a:pt x="6" y="25"/>
                        </a:cubicBezTo>
                        <a:cubicBezTo>
                          <a:pt x="13" y="25"/>
                          <a:pt x="13" y="25"/>
                          <a:pt x="13" y="25"/>
                        </a:cubicBezTo>
                        <a:cubicBezTo>
                          <a:pt x="11" y="30"/>
                          <a:pt x="11" y="30"/>
                          <a:pt x="11" y="30"/>
                        </a:cubicBezTo>
                        <a:cubicBezTo>
                          <a:pt x="6" y="30"/>
                          <a:pt x="6" y="30"/>
                          <a:pt x="6" y="30"/>
                        </a:cubicBezTo>
                        <a:cubicBezTo>
                          <a:pt x="4" y="30"/>
                          <a:pt x="3" y="31"/>
                          <a:pt x="2" y="32"/>
                        </a:cubicBezTo>
                        <a:cubicBezTo>
                          <a:pt x="1" y="33"/>
                          <a:pt x="0" y="34"/>
                          <a:pt x="0" y="36"/>
                        </a:cubicBezTo>
                        <a:cubicBezTo>
                          <a:pt x="0" y="37"/>
                          <a:pt x="0" y="37"/>
                          <a:pt x="1" y="38"/>
                        </a:cubicBezTo>
                        <a:cubicBezTo>
                          <a:pt x="1" y="38"/>
                          <a:pt x="1" y="38"/>
                          <a:pt x="1" y="38"/>
                        </a:cubicBezTo>
                        <a:cubicBezTo>
                          <a:pt x="1" y="39"/>
                          <a:pt x="1" y="39"/>
                          <a:pt x="2" y="40"/>
                        </a:cubicBezTo>
                        <a:cubicBezTo>
                          <a:pt x="2" y="40"/>
                          <a:pt x="3" y="41"/>
                          <a:pt x="4" y="41"/>
                        </a:cubicBezTo>
                        <a:cubicBezTo>
                          <a:pt x="4" y="41"/>
                          <a:pt x="4" y="41"/>
                          <a:pt x="4" y="41"/>
                        </a:cubicBezTo>
                        <a:cubicBezTo>
                          <a:pt x="4" y="41"/>
                          <a:pt x="4" y="41"/>
                          <a:pt x="4" y="41"/>
                        </a:cubicBezTo>
                        <a:cubicBezTo>
                          <a:pt x="4" y="41"/>
                          <a:pt x="4" y="41"/>
                          <a:pt x="4" y="41"/>
                        </a:cubicBezTo>
                        <a:cubicBezTo>
                          <a:pt x="4" y="41"/>
                          <a:pt x="4" y="41"/>
                          <a:pt x="4" y="41"/>
                        </a:cubicBezTo>
                        <a:cubicBezTo>
                          <a:pt x="4" y="41"/>
                          <a:pt x="5" y="41"/>
                          <a:pt x="6" y="41"/>
                        </a:cubicBezTo>
                        <a:cubicBezTo>
                          <a:pt x="8" y="41"/>
                          <a:pt x="8" y="41"/>
                          <a:pt x="8" y="41"/>
                        </a:cubicBezTo>
                        <a:cubicBezTo>
                          <a:pt x="6" y="47"/>
                          <a:pt x="6" y="47"/>
                          <a:pt x="6" y="47"/>
                        </a:cubicBezTo>
                        <a:cubicBezTo>
                          <a:pt x="6" y="47"/>
                          <a:pt x="6" y="47"/>
                          <a:pt x="6" y="47"/>
                        </a:cubicBezTo>
                        <a:cubicBezTo>
                          <a:pt x="6" y="48"/>
                          <a:pt x="6" y="49"/>
                          <a:pt x="6" y="49"/>
                        </a:cubicBezTo>
                        <a:cubicBezTo>
                          <a:pt x="6" y="50"/>
                          <a:pt x="6" y="51"/>
                          <a:pt x="6" y="51"/>
                        </a:cubicBezTo>
                        <a:cubicBezTo>
                          <a:pt x="6" y="51"/>
                          <a:pt x="6" y="51"/>
                          <a:pt x="6" y="51"/>
                        </a:cubicBezTo>
                        <a:cubicBezTo>
                          <a:pt x="6" y="52"/>
                          <a:pt x="7" y="53"/>
                          <a:pt x="7" y="53"/>
                        </a:cubicBezTo>
                        <a:cubicBezTo>
                          <a:pt x="7" y="53"/>
                          <a:pt x="7" y="53"/>
                          <a:pt x="7" y="53"/>
                        </a:cubicBezTo>
                        <a:cubicBezTo>
                          <a:pt x="8" y="54"/>
                          <a:pt x="8" y="54"/>
                          <a:pt x="9" y="54"/>
                        </a:cubicBezTo>
                        <a:cubicBezTo>
                          <a:pt x="9" y="54"/>
                          <a:pt x="9" y="54"/>
                          <a:pt x="9" y="54"/>
                        </a:cubicBezTo>
                        <a:cubicBezTo>
                          <a:pt x="9" y="54"/>
                          <a:pt x="9" y="54"/>
                          <a:pt x="9" y="54"/>
                        </a:cubicBezTo>
                        <a:cubicBezTo>
                          <a:pt x="9" y="54"/>
                          <a:pt x="9" y="54"/>
                          <a:pt x="9" y="54"/>
                        </a:cubicBezTo>
                        <a:cubicBezTo>
                          <a:pt x="9" y="54"/>
                          <a:pt x="9" y="54"/>
                          <a:pt x="9" y="54"/>
                        </a:cubicBezTo>
                        <a:cubicBezTo>
                          <a:pt x="10" y="55"/>
                          <a:pt x="11" y="55"/>
                          <a:pt x="11" y="55"/>
                        </a:cubicBezTo>
                        <a:cubicBezTo>
                          <a:pt x="12" y="55"/>
                          <a:pt x="13" y="55"/>
                          <a:pt x="13" y="55"/>
                        </a:cubicBezTo>
                        <a:cubicBezTo>
                          <a:pt x="14" y="54"/>
                          <a:pt x="14" y="54"/>
                          <a:pt x="15" y="54"/>
                        </a:cubicBezTo>
                        <a:cubicBezTo>
                          <a:pt x="15" y="54"/>
                          <a:pt x="15" y="54"/>
                          <a:pt x="15" y="54"/>
                        </a:cubicBezTo>
                        <a:cubicBezTo>
                          <a:pt x="16" y="52"/>
                          <a:pt x="16" y="52"/>
                          <a:pt x="16" y="52"/>
                        </a:cubicBezTo>
                        <a:cubicBezTo>
                          <a:pt x="16" y="52"/>
                          <a:pt x="16" y="52"/>
                          <a:pt x="16" y="52"/>
                        </a:cubicBezTo>
                        <a:cubicBezTo>
                          <a:pt x="16" y="52"/>
                          <a:pt x="16" y="52"/>
                          <a:pt x="16" y="52"/>
                        </a:cubicBezTo>
                        <a:cubicBezTo>
                          <a:pt x="16" y="52"/>
                          <a:pt x="17" y="51"/>
                          <a:pt x="17" y="51"/>
                        </a:cubicBezTo>
                        <a:cubicBezTo>
                          <a:pt x="17" y="51"/>
                          <a:pt x="17" y="51"/>
                          <a:pt x="17" y="51"/>
                        </a:cubicBezTo>
                        <a:cubicBezTo>
                          <a:pt x="17" y="50"/>
                          <a:pt x="17" y="50"/>
                          <a:pt x="17" y="50"/>
                        </a:cubicBezTo>
                        <a:cubicBezTo>
                          <a:pt x="17" y="50"/>
                          <a:pt x="17" y="50"/>
                          <a:pt x="17" y="50"/>
                        </a:cubicBezTo>
                        <a:cubicBezTo>
                          <a:pt x="17" y="50"/>
                          <a:pt x="17" y="50"/>
                          <a:pt x="17" y="50"/>
                        </a:cubicBezTo>
                        <a:cubicBezTo>
                          <a:pt x="20" y="41"/>
                          <a:pt x="20" y="41"/>
                          <a:pt x="20" y="41"/>
                        </a:cubicBezTo>
                        <a:cubicBezTo>
                          <a:pt x="30" y="41"/>
                          <a:pt x="30" y="41"/>
                          <a:pt x="30" y="41"/>
                        </a:cubicBezTo>
                        <a:cubicBezTo>
                          <a:pt x="31" y="41"/>
                          <a:pt x="32" y="41"/>
                          <a:pt x="32" y="41"/>
                        </a:cubicBezTo>
                        <a:cubicBezTo>
                          <a:pt x="33" y="41"/>
                          <a:pt x="34" y="40"/>
                          <a:pt x="34" y="40"/>
                        </a:cubicBezTo>
                        <a:cubicBezTo>
                          <a:pt x="34" y="40"/>
                          <a:pt x="34" y="40"/>
                          <a:pt x="34" y="40"/>
                        </a:cubicBezTo>
                        <a:cubicBezTo>
                          <a:pt x="35" y="39"/>
                          <a:pt x="35" y="39"/>
                          <a:pt x="35" y="38"/>
                        </a:cubicBezTo>
                        <a:cubicBezTo>
                          <a:pt x="36" y="37"/>
                          <a:pt x="36" y="37"/>
                          <a:pt x="36" y="36"/>
                        </a:cubicBezTo>
                        <a:cubicBezTo>
                          <a:pt x="36" y="34"/>
                          <a:pt x="35" y="33"/>
                          <a:pt x="34" y="32"/>
                        </a:cubicBezTo>
                        <a:cubicBezTo>
                          <a:pt x="33" y="31"/>
                          <a:pt x="32" y="30"/>
                          <a:pt x="30" y="30"/>
                        </a:cubicBezTo>
                        <a:cubicBezTo>
                          <a:pt x="23" y="30"/>
                          <a:pt x="23" y="30"/>
                          <a:pt x="23" y="30"/>
                        </a:cubicBezTo>
                        <a:cubicBezTo>
                          <a:pt x="25" y="25"/>
                          <a:pt x="25" y="25"/>
                          <a:pt x="25" y="25"/>
                        </a:cubicBezTo>
                        <a:cubicBezTo>
                          <a:pt x="30" y="25"/>
                          <a:pt x="30" y="25"/>
                          <a:pt x="30" y="25"/>
                        </a:cubicBezTo>
                        <a:cubicBezTo>
                          <a:pt x="31" y="25"/>
                          <a:pt x="32" y="25"/>
                          <a:pt x="32" y="25"/>
                        </a:cubicBezTo>
                        <a:cubicBezTo>
                          <a:pt x="32" y="25"/>
                          <a:pt x="32" y="25"/>
                          <a:pt x="32" y="25"/>
                        </a:cubicBezTo>
                        <a:cubicBezTo>
                          <a:pt x="33" y="25"/>
                          <a:pt x="34" y="24"/>
                          <a:pt x="34" y="24"/>
                        </a:cubicBezTo>
                        <a:cubicBezTo>
                          <a:pt x="35" y="23"/>
                          <a:pt x="35" y="23"/>
                          <a:pt x="35" y="22"/>
                        </a:cubicBezTo>
                        <a:cubicBezTo>
                          <a:pt x="35" y="22"/>
                          <a:pt x="35" y="22"/>
                          <a:pt x="35" y="22"/>
                        </a:cubicBezTo>
                        <a:cubicBezTo>
                          <a:pt x="35" y="22"/>
                          <a:pt x="35" y="22"/>
                          <a:pt x="35" y="22"/>
                        </a:cubicBezTo>
                        <a:cubicBezTo>
                          <a:pt x="35" y="22"/>
                          <a:pt x="35" y="22"/>
                          <a:pt x="35" y="22"/>
                        </a:cubicBezTo>
                        <a:cubicBezTo>
                          <a:pt x="35" y="22"/>
                          <a:pt x="35" y="22"/>
                          <a:pt x="35" y="22"/>
                        </a:cubicBezTo>
                        <a:cubicBezTo>
                          <a:pt x="36" y="21"/>
                          <a:pt x="36" y="20"/>
                          <a:pt x="36" y="20"/>
                        </a:cubicBezTo>
                        <a:cubicBezTo>
                          <a:pt x="36" y="18"/>
                          <a:pt x="35" y="17"/>
                          <a:pt x="34" y="16"/>
                        </a:cubicBezTo>
                        <a:cubicBezTo>
                          <a:pt x="33" y="14"/>
                          <a:pt x="32" y="14"/>
                          <a:pt x="30" y="14"/>
                        </a:cubicBezTo>
                        <a:cubicBezTo>
                          <a:pt x="28" y="14"/>
                          <a:pt x="28" y="14"/>
                          <a:pt x="28" y="14"/>
                        </a:cubicBezTo>
                        <a:cubicBezTo>
                          <a:pt x="30" y="8"/>
                          <a:pt x="30" y="8"/>
                          <a:pt x="30" y="8"/>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812" name="Freeform 355">
                    <a:extLst>
                      <a:ext uri="{FF2B5EF4-FFF2-40B4-BE49-F238E27FC236}">
                        <a16:creationId xmlns:a16="http://schemas.microsoft.com/office/drawing/2014/main" id="{2460FE82-D2E5-4316-8C75-CF950E6414DD}"/>
                      </a:ext>
                    </a:extLst>
                  </p:cNvPr>
                  <p:cNvSpPr>
                    <a:spLocks/>
                  </p:cNvSpPr>
                  <p:nvPr/>
                </p:nvSpPr>
                <p:spPr bwMode="auto">
                  <a:xfrm>
                    <a:off x="5426253" y="4447137"/>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cubicBezTo>
                          <a:pt x="0" y="0"/>
                          <a:pt x="0" y="0"/>
                          <a:pt x="0" y="0"/>
                        </a:cubicBezTo>
                        <a:cubicBezTo>
                          <a:pt x="0" y="0"/>
                          <a:pt x="0" y="0"/>
                          <a:pt x="0" y="0"/>
                        </a:cubicBezTo>
                        <a:close/>
                      </a:path>
                    </a:pathLst>
                  </a:custGeom>
                  <a:solidFill>
                    <a:srgbClr val="00A0D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grpSp>
          </p:grpSp>
          <p:grpSp>
            <p:nvGrpSpPr>
              <p:cNvPr id="616" name="Group 52634">
                <a:extLst>
                  <a:ext uri="{FF2B5EF4-FFF2-40B4-BE49-F238E27FC236}">
                    <a16:creationId xmlns:a16="http://schemas.microsoft.com/office/drawing/2014/main" id="{B80B3219-2B1D-45B5-B975-C80BDC6C505C}"/>
                  </a:ext>
                </a:extLst>
              </p:cNvPr>
              <p:cNvGrpSpPr>
                <a:grpSpLocks/>
              </p:cNvGrpSpPr>
              <p:nvPr/>
            </p:nvGrpSpPr>
            <p:grpSpPr bwMode="auto">
              <a:xfrm>
                <a:off x="5692775" y="5241925"/>
                <a:ext cx="1179513" cy="1119188"/>
                <a:chOff x="10076576" y="4982805"/>
                <a:chExt cx="1673052" cy="1643895"/>
              </a:xfrm>
            </p:grpSpPr>
            <p:sp>
              <p:nvSpPr>
                <p:cNvPr id="617" name="Freeform 23">
                  <a:extLst>
                    <a:ext uri="{FF2B5EF4-FFF2-40B4-BE49-F238E27FC236}">
                      <a16:creationId xmlns:a16="http://schemas.microsoft.com/office/drawing/2014/main" id="{14A649FA-C2A2-4ABC-A187-2A34DF0C509D}"/>
                    </a:ext>
                  </a:extLst>
                </p:cNvPr>
                <p:cNvSpPr>
                  <a:spLocks/>
                </p:cNvSpPr>
                <p:nvPr/>
              </p:nvSpPr>
              <p:spPr bwMode="auto">
                <a:xfrm>
                  <a:off x="10076576" y="4982805"/>
                  <a:ext cx="1673052" cy="1488392"/>
                </a:xfrm>
                <a:custGeom>
                  <a:avLst/>
                  <a:gdLst>
                    <a:gd name="T0" fmla="*/ 2147483646 w 4333"/>
                    <a:gd name="T1" fmla="*/ 2147483646 h 3853"/>
                    <a:gd name="T2" fmla="*/ 2147483646 w 4333"/>
                    <a:gd name="T3" fmla="*/ 2147483646 h 3853"/>
                    <a:gd name="T4" fmla="*/ 2147483646 w 4333"/>
                    <a:gd name="T5" fmla="*/ 2147483646 h 3853"/>
                    <a:gd name="T6" fmla="*/ 2147483646 w 4333"/>
                    <a:gd name="T7" fmla="*/ 2147483646 h 3853"/>
                    <a:gd name="T8" fmla="*/ 2147483646 w 4333"/>
                    <a:gd name="T9" fmla="*/ 2147483646 h 3853"/>
                    <a:gd name="T10" fmla="*/ 2147483646 w 4333"/>
                    <a:gd name="T11" fmla="*/ 2147483646 h 3853"/>
                    <a:gd name="T12" fmla="*/ 2147483646 w 4333"/>
                    <a:gd name="T13" fmla="*/ 2147483646 h 3853"/>
                    <a:gd name="T14" fmla="*/ 2147483646 w 4333"/>
                    <a:gd name="T15" fmla="*/ 2147483646 h 3853"/>
                    <a:gd name="T16" fmla="*/ 2147483646 w 4333"/>
                    <a:gd name="T17" fmla="*/ 2147483646 h 3853"/>
                    <a:gd name="T18" fmla="*/ 2147483646 w 4333"/>
                    <a:gd name="T19" fmla="*/ 2147483646 h 3853"/>
                    <a:gd name="T20" fmla="*/ 2147483646 w 4333"/>
                    <a:gd name="T21" fmla="*/ 2147483646 h 3853"/>
                    <a:gd name="T22" fmla="*/ 2147483646 w 4333"/>
                    <a:gd name="T23" fmla="*/ 2147483646 h 3853"/>
                    <a:gd name="T24" fmla="*/ 2147483646 w 4333"/>
                    <a:gd name="T25" fmla="*/ 2147483646 h 3853"/>
                    <a:gd name="T26" fmla="*/ 2147483646 w 4333"/>
                    <a:gd name="T27" fmla="*/ 2147483646 h 3853"/>
                    <a:gd name="T28" fmla="*/ 2147483646 w 4333"/>
                    <a:gd name="T29" fmla="*/ 2147483646 h 3853"/>
                    <a:gd name="T30" fmla="*/ 0 w 4333"/>
                    <a:gd name="T31" fmla="*/ 0 h 3853"/>
                    <a:gd name="T32" fmla="*/ 2147483646 w 4333"/>
                    <a:gd name="T33" fmla="*/ 0 h 3853"/>
                    <a:gd name="T34" fmla="*/ 2147483646 w 4333"/>
                    <a:gd name="T35" fmla="*/ 2147483646 h 3853"/>
                    <a:gd name="T36" fmla="*/ 2147483646 w 4333"/>
                    <a:gd name="T37" fmla="*/ 2147483646 h 3853"/>
                    <a:gd name="T38" fmla="*/ 2147483646 w 4333"/>
                    <a:gd name="T39" fmla="*/ 2147483646 h 3853"/>
                    <a:gd name="T40" fmla="*/ 2147483646 w 4333"/>
                    <a:gd name="T41" fmla="*/ 2147483646 h 3853"/>
                    <a:gd name="T42" fmla="*/ 2147483646 w 4333"/>
                    <a:gd name="T43" fmla="*/ 2147483646 h 3853"/>
                    <a:gd name="T44" fmla="*/ 2147483646 w 4333"/>
                    <a:gd name="T45" fmla="*/ 2147483646 h 3853"/>
                    <a:gd name="T46" fmla="*/ 2147483646 w 4333"/>
                    <a:gd name="T47" fmla="*/ 2147483646 h 3853"/>
                    <a:gd name="T48" fmla="*/ 2147483646 w 4333"/>
                    <a:gd name="T49" fmla="*/ 2147483646 h 3853"/>
                    <a:gd name="T50" fmla="*/ 2147483646 w 4333"/>
                    <a:gd name="T51" fmla="*/ 2147483646 h 3853"/>
                    <a:gd name="T52" fmla="*/ 2147483646 w 4333"/>
                    <a:gd name="T53" fmla="*/ 2147483646 h 3853"/>
                    <a:gd name="T54" fmla="*/ 2147483646 w 4333"/>
                    <a:gd name="T55" fmla="*/ 2147483646 h 3853"/>
                    <a:gd name="T56" fmla="*/ 2147483646 w 4333"/>
                    <a:gd name="T57" fmla="*/ 2147483646 h 3853"/>
                    <a:gd name="T58" fmla="*/ 2147483646 w 4333"/>
                    <a:gd name="T59" fmla="*/ 2147483646 h 3853"/>
                    <a:gd name="T60" fmla="*/ 2147483646 w 4333"/>
                    <a:gd name="T61" fmla="*/ 2147483646 h 3853"/>
                    <a:gd name="T62" fmla="*/ 2147483646 w 4333"/>
                    <a:gd name="T63" fmla="*/ 2147483646 h 3853"/>
                    <a:gd name="T64" fmla="*/ 2147483646 w 4333"/>
                    <a:gd name="T65" fmla="*/ 2147483646 h 38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333" h="3853">
                      <a:moveTo>
                        <a:pt x="2112" y="3853"/>
                      </a:moveTo>
                      <a:cubicBezTo>
                        <a:pt x="1767" y="3853"/>
                        <a:pt x="1046" y="3821"/>
                        <a:pt x="1024" y="3713"/>
                      </a:cubicBezTo>
                      <a:cubicBezTo>
                        <a:pt x="1003" y="3606"/>
                        <a:pt x="895" y="3541"/>
                        <a:pt x="626" y="3380"/>
                      </a:cubicBezTo>
                      <a:cubicBezTo>
                        <a:pt x="357" y="3218"/>
                        <a:pt x="271" y="3024"/>
                        <a:pt x="271" y="2906"/>
                      </a:cubicBezTo>
                      <a:cubicBezTo>
                        <a:pt x="271" y="2788"/>
                        <a:pt x="357" y="2701"/>
                        <a:pt x="217" y="2648"/>
                      </a:cubicBezTo>
                      <a:cubicBezTo>
                        <a:pt x="77" y="2594"/>
                        <a:pt x="109" y="2540"/>
                        <a:pt x="228" y="2497"/>
                      </a:cubicBezTo>
                      <a:cubicBezTo>
                        <a:pt x="346" y="2454"/>
                        <a:pt x="271" y="2379"/>
                        <a:pt x="271" y="2260"/>
                      </a:cubicBezTo>
                      <a:cubicBezTo>
                        <a:pt x="271" y="2142"/>
                        <a:pt x="400" y="2120"/>
                        <a:pt x="228" y="2109"/>
                      </a:cubicBezTo>
                      <a:cubicBezTo>
                        <a:pt x="56" y="2099"/>
                        <a:pt x="77" y="1991"/>
                        <a:pt x="206" y="1948"/>
                      </a:cubicBezTo>
                      <a:cubicBezTo>
                        <a:pt x="336" y="1905"/>
                        <a:pt x="260" y="1830"/>
                        <a:pt x="260" y="1733"/>
                      </a:cubicBezTo>
                      <a:cubicBezTo>
                        <a:pt x="260" y="1636"/>
                        <a:pt x="336" y="1571"/>
                        <a:pt x="217" y="1539"/>
                      </a:cubicBezTo>
                      <a:cubicBezTo>
                        <a:pt x="99" y="1507"/>
                        <a:pt x="109" y="1410"/>
                        <a:pt x="249" y="1378"/>
                      </a:cubicBezTo>
                      <a:cubicBezTo>
                        <a:pt x="389" y="1345"/>
                        <a:pt x="303" y="1291"/>
                        <a:pt x="292" y="1216"/>
                      </a:cubicBezTo>
                      <a:cubicBezTo>
                        <a:pt x="282" y="1141"/>
                        <a:pt x="389" y="1044"/>
                        <a:pt x="314" y="1044"/>
                      </a:cubicBezTo>
                      <a:cubicBezTo>
                        <a:pt x="239" y="1044"/>
                        <a:pt x="132" y="989"/>
                        <a:pt x="120" y="904"/>
                      </a:cubicBezTo>
                      <a:cubicBezTo>
                        <a:pt x="0" y="0"/>
                        <a:pt x="0" y="0"/>
                        <a:pt x="0" y="0"/>
                      </a:cubicBezTo>
                      <a:cubicBezTo>
                        <a:pt x="4333" y="0"/>
                        <a:pt x="4333" y="0"/>
                        <a:pt x="4333" y="0"/>
                      </a:cubicBezTo>
                      <a:cubicBezTo>
                        <a:pt x="4250" y="678"/>
                        <a:pt x="4250" y="678"/>
                        <a:pt x="4250" y="678"/>
                      </a:cubicBezTo>
                      <a:cubicBezTo>
                        <a:pt x="4239" y="763"/>
                        <a:pt x="4131" y="818"/>
                        <a:pt x="4056" y="818"/>
                      </a:cubicBezTo>
                      <a:cubicBezTo>
                        <a:pt x="3981" y="818"/>
                        <a:pt x="4088" y="915"/>
                        <a:pt x="4077" y="990"/>
                      </a:cubicBezTo>
                      <a:cubicBezTo>
                        <a:pt x="4067" y="1065"/>
                        <a:pt x="3981" y="1119"/>
                        <a:pt x="4120" y="1152"/>
                      </a:cubicBezTo>
                      <a:cubicBezTo>
                        <a:pt x="4260" y="1184"/>
                        <a:pt x="4271" y="1281"/>
                        <a:pt x="4153" y="1313"/>
                      </a:cubicBezTo>
                      <a:cubicBezTo>
                        <a:pt x="4034" y="1345"/>
                        <a:pt x="4110" y="1410"/>
                        <a:pt x="4110" y="1507"/>
                      </a:cubicBezTo>
                      <a:cubicBezTo>
                        <a:pt x="4110" y="1604"/>
                        <a:pt x="4034" y="1679"/>
                        <a:pt x="4164" y="1722"/>
                      </a:cubicBezTo>
                      <a:cubicBezTo>
                        <a:pt x="4293" y="1765"/>
                        <a:pt x="4314" y="1873"/>
                        <a:pt x="4142" y="1883"/>
                      </a:cubicBezTo>
                      <a:cubicBezTo>
                        <a:pt x="3970" y="1894"/>
                        <a:pt x="4099" y="1916"/>
                        <a:pt x="4099" y="2034"/>
                      </a:cubicBezTo>
                      <a:cubicBezTo>
                        <a:pt x="4099" y="2153"/>
                        <a:pt x="4024" y="2228"/>
                        <a:pt x="4142" y="2271"/>
                      </a:cubicBezTo>
                      <a:cubicBezTo>
                        <a:pt x="4260" y="2314"/>
                        <a:pt x="4293" y="2368"/>
                        <a:pt x="4153" y="2422"/>
                      </a:cubicBezTo>
                      <a:cubicBezTo>
                        <a:pt x="4013" y="2475"/>
                        <a:pt x="4099" y="2562"/>
                        <a:pt x="4099" y="2680"/>
                      </a:cubicBezTo>
                      <a:cubicBezTo>
                        <a:pt x="4099" y="2715"/>
                        <a:pt x="4192" y="2752"/>
                        <a:pt x="4178" y="2825"/>
                      </a:cubicBezTo>
                      <a:cubicBezTo>
                        <a:pt x="4146" y="3000"/>
                        <a:pt x="3980" y="3208"/>
                        <a:pt x="3776" y="3380"/>
                      </a:cubicBezTo>
                      <a:cubicBezTo>
                        <a:pt x="3572" y="3551"/>
                        <a:pt x="3399" y="3606"/>
                        <a:pt x="3378" y="3713"/>
                      </a:cubicBezTo>
                      <a:cubicBezTo>
                        <a:pt x="3356" y="3821"/>
                        <a:pt x="2456" y="3853"/>
                        <a:pt x="2112" y="3853"/>
                      </a:cubicBez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18" name="Freeform 24">
                  <a:extLst>
                    <a:ext uri="{FF2B5EF4-FFF2-40B4-BE49-F238E27FC236}">
                      <a16:creationId xmlns:a16="http://schemas.microsoft.com/office/drawing/2014/main" id="{2AD15A18-1177-44EC-8D98-5E01F0EA6D88}"/>
                    </a:ext>
                  </a:extLst>
                </p:cNvPr>
                <p:cNvSpPr>
                  <a:spLocks/>
                </p:cNvSpPr>
                <p:nvPr/>
              </p:nvSpPr>
              <p:spPr bwMode="auto">
                <a:xfrm>
                  <a:off x="10433401" y="4982805"/>
                  <a:ext cx="474841" cy="1488392"/>
                </a:xfrm>
                <a:custGeom>
                  <a:avLst/>
                  <a:gdLst>
                    <a:gd name="T0" fmla="*/ 2147483646 w 1230"/>
                    <a:gd name="T1" fmla="*/ 2147483646 h 3853"/>
                    <a:gd name="T2" fmla="*/ 2147483646 w 1230"/>
                    <a:gd name="T3" fmla="*/ 2147483646 h 3853"/>
                    <a:gd name="T4" fmla="*/ 2147483646 w 1230"/>
                    <a:gd name="T5" fmla="*/ 2147483646 h 3853"/>
                    <a:gd name="T6" fmla="*/ 2147483646 w 1230"/>
                    <a:gd name="T7" fmla="*/ 2147483646 h 3853"/>
                    <a:gd name="T8" fmla="*/ 2147483646 w 1230"/>
                    <a:gd name="T9" fmla="*/ 2147483646 h 3853"/>
                    <a:gd name="T10" fmla="*/ 2147483646 w 1230"/>
                    <a:gd name="T11" fmla="*/ 2147483646 h 3853"/>
                    <a:gd name="T12" fmla="*/ 2147483646 w 1230"/>
                    <a:gd name="T13" fmla="*/ 2147483646 h 3853"/>
                    <a:gd name="T14" fmla="*/ 2147483646 w 1230"/>
                    <a:gd name="T15" fmla="*/ 2147483646 h 3853"/>
                    <a:gd name="T16" fmla="*/ 2147483646 w 1230"/>
                    <a:gd name="T17" fmla="*/ 2147483646 h 3853"/>
                    <a:gd name="T18" fmla="*/ 2147483646 w 1230"/>
                    <a:gd name="T19" fmla="*/ 2147483646 h 3853"/>
                    <a:gd name="T20" fmla="*/ 2147483646 w 1230"/>
                    <a:gd name="T21" fmla="*/ 2147483646 h 3853"/>
                    <a:gd name="T22" fmla="*/ 2147483646 w 1230"/>
                    <a:gd name="T23" fmla="*/ 2147483646 h 3853"/>
                    <a:gd name="T24" fmla="*/ 2147483646 w 1230"/>
                    <a:gd name="T25" fmla="*/ 2147483646 h 3853"/>
                    <a:gd name="T26" fmla="*/ 2147483646 w 1230"/>
                    <a:gd name="T27" fmla="*/ 2147483646 h 3853"/>
                    <a:gd name="T28" fmla="*/ 2147483646 w 1230"/>
                    <a:gd name="T29" fmla="*/ 2147483646 h 3853"/>
                    <a:gd name="T30" fmla="*/ 2147483646 w 1230"/>
                    <a:gd name="T31" fmla="*/ 2147483646 h 3853"/>
                    <a:gd name="T32" fmla="*/ 2147483646 w 1230"/>
                    <a:gd name="T33" fmla="*/ 2147483646 h 3853"/>
                    <a:gd name="T34" fmla="*/ 2147483646 w 1230"/>
                    <a:gd name="T35" fmla="*/ 0 h 3853"/>
                    <a:gd name="T36" fmla="*/ 2147483646 w 1230"/>
                    <a:gd name="T37" fmla="*/ 0 h 3853"/>
                    <a:gd name="T38" fmla="*/ 2147483646 w 1230"/>
                    <a:gd name="T39" fmla="*/ 2147483646 h 3853"/>
                    <a:gd name="T40" fmla="*/ 2147483646 w 1230"/>
                    <a:gd name="T41" fmla="*/ 2147483646 h 3853"/>
                    <a:gd name="T42" fmla="*/ 2147483646 w 1230"/>
                    <a:gd name="T43" fmla="*/ 2147483646 h 3853"/>
                    <a:gd name="T44" fmla="*/ 2147483646 w 1230"/>
                    <a:gd name="T45" fmla="*/ 2147483646 h 3853"/>
                    <a:gd name="T46" fmla="*/ 2147483646 w 1230"/>
                    <a:gd name="T47" fmla="*/ 2147483646 h 3853"/>
                    <a:gd name="T48" fmla="*/ 2147483646 w 1230"/>
                    <a:gd name="T49" fmla="*/ 2147483646 h 3853"/>
                    <a:gd name="T50" fmla="*/ 2147483646 w 1230"/>
                    <a:gd name="T51" fmla="*/ 2147483646 h 3853"/>
                    <a:gd name="T52" fmla="*/ 2147483646 w 1230"/>
                    <a:gd name="T53" fmla="*/ 2147483646 h 3853"/>
                    <a:gd name="T54" fmla="*/ 2147483646 w 1230"/>
                    <a:gd name="T55" fmla="*/ 2147483646 h 3853"/>
                    <a:gd name="T56" fmla="*/ 2147483646 w 1230"/>
                    <a:gd name="T57" fmla="*/ 2147483646 h 3853"/>
                    <a:gd name="T58" fmla="*/ 2147483646 w 1230"/>
                    <a:gd name="T59" fmla="*/ 2147483646 h 3853"/>
                    <a:gd name="T60" fmla="*/ 2147483646 w 1230"/>
                    <a:gd name="T61" fmla="*/ 2147483646 h 3853"/>
                    <a:gd name="T62" fmla="*/ 2147483646 w 1230"/>
                    <a:gd name="T63" fmla="*/ 2147483646 h 3853"/>
                    <a:gd name="T64" fmla="*/ 2147483646 w 1230"/>
                    <a:gd name="T65" fmla="*/ 2147483646 h 3853"/>
                    <a:gd name="T66" fmla="*/ 2147483646 w 1230"/>
                    <a:gd name="T67" fmla="*/ 2147483646 h 3853"/>
                    <a:gd name="T68" fmla="*/ 2147483646 w 1230"/>
                    <a:gd name="T69" fmla="*/ 2147483646 h 3853"/>
                    <a:gd name="T70" fmla="*/ 2147483646 w 1230"/>
                    <a:gd name="T71" fmla="*/ 2147483646 h 3853"/>
                    <a:gd name="T72" fmla="*/ 2147483646 w 1230"/>
                    <a:gd name="T73" fmla="*/ 2147483646 h 385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230" h="3853">
                      <a:moveTo>
                        <a:pt x="591" y="3853"/>
                      </a:moveTo>
                      <a:cubicBezTo>
                        <a:pt x="492" y="3853"/>
                        <a:pt x="285" y="3821"/>
                        <a:pt x="279" y="3713"/>
                      </a:cubicBezTo>
                      <a:cubicBezTo>
                        <a:pt x="273" y="3606"/>
                        <a:pt x="242" y="3541"/>
                        <a:pt x="164" y="3380"/>
                      </a:cubicBezTo>
                      <a:cubicBezTo>
                        <a:pt x="87" y="3218"/>
                        <a:pt x="62" y="3024"/>
                        <a:pt x="62" y="2906"/>
                      </a:cubicBezTo>
                      <a:cubicBezTo>
                        <a:pt x="62" y="2788"/>
                        <a:pt x="87" y="2701"/>
                        <a:pt x="47" y="2648"/>
                      </a:cubicBezTo>
                      <a:cubicBezTo>
                        <a:pt x="7" y="2594"/>
                        <a:pt x="16" y="2540"/>
                        <a:pt x="50" y="2497"/>
                      </a:cubicBezTo>
                      <a:cubicBezTo>
                        <a:pt x="84" y="2454"/>
                        <a:pt x="62" y="2379"/>
                        <a:pt x="62" y="2260"/>
                      </a:cubicBezTo>
                      <a:cubicBezTo>
                        <a:pt x="62" y="2142"/>
                        <a:pt x="99" y="2120"/>
                        <a:pt x="50" y="2109"/>
                      </a:cubicBezTo>
                      <a:cubicBezTo>
                        <a:pt x="0" y="2099"/>
                        <a:pt x="7" y="1991"/>
                        <a:pt x="44" y="1948"/>
                      </a:cubicBezTo>
                      <a:cubicBezTo>
                        <a:pt x="81" y="1905"/>
                        <a:pt x="59" y="1830"/>
                        <a:pt x="59" y="1733"/>
                      </a:cubicBezTo>
                      <a:cubicBezTo>
                        <a:pt x="59" y="1636"/>
                        <a:pt x="81" y="1571"/>
                        <a:pt x="47" y="1539"/>
                      </a:cubicBezTo>
                      <a:cubicBezTo>
                        <a:pt x="13" y="1507"/>
                        <a:pt x="16" y="1410"/>
                        <a:pt x="56" y="1378"/>
                      </a:cubicBezTo>
                      <a:cubicBezTo>
                        <a:pt x="96" y="1345"/>
                        <a:pt x="72" y="1291"/>
                        <a:pt x="68" y="1216"/>
                      </a:cubicBezTo>
                      <a:cubicBezTo>
                        <a:pt x="65" y="1141"/>
                        <a:pt x="96" y="1044"/>
                        <a:pt x="75" y="1044"/>
                      </a:cubicBezTo>
                      <a:cubicBezTo>
                        <a:pt x="53" y="1044"/>
                        <a:pt x="19" y="990"/>
                        <a:pt x="19" y="904"/>
                      </a:cubicBezTo>
                      <a:cubicBezTo>
                        <a:pt x="19" y="818"/>
                        <a:pt x="38" y="764"/>
                        <a:pt x="38" y="646"/>
                      </a:cubicBezTo>
                      <a:cubicBezTo>
                        <a:pt x="38" y="527"/>
                        <a:pt x="47" y="398"/>
                        <a:pt x="34" y="312"/>
                      </a:cubicBezTo>
                      <a:cubicBezTo>
                        <a:pt x="23" y="236"/>
                        <a:pt x="8" y="92"/>
                        <a:pt x="4" y="0"/>
                      </a:cubicBezTo>
                      <a:cubicBezTo>
                        <a:pt x="1229" y="0"/>
                        <a:pt x="1229" y="0"/>
                        <a:pt x="1229" y="0"/>
                      </a:cubicBezTo>
                      <a:cubicBezTo>
                        <a:pt x="1230" y="67"/>
                        <a:pt x="1227" y="128"/>
                        <a:pt x="1215" y="163"/>
                      </a:cubicBezTo>
                      <a:cubicBezTo>
                        <a:pt x="1188" y="249"/>
                        <a:pt x="1187" y="301"/>
                        <a:pt x="1187" y="420"/>
                      </a:cubicBezTo>
                      <a:cubicBezTo>
                        <a:pt x="1187" y="538"/>
                        <a:pt x="1205" y="592"/>
                        <a:pt x="1205" y="678"/>
                      </a:cubicBezTo>
                      <a:cubicBezTo>
                        <a:pt x="1205" y="764"/>
                        <a:pt x="1171" y="818"/>
                        <a:pt x="1150" y="818"/>
                      </a:cubicBezTo>
                      <a:cubicBezTo>
                        <a:pt x="1128" y="818"/>
                        <a:pt x="1159" y="915"/>
                        <a:pt x="1156" y="990"/>
                      </a:cubicBezTo>
                      <a:cubicBezTo>
                        <a:pt x="1153" y="1065"/>
                        <a:pt x="1128" y="1119"/>
                        <a:pt x="1168" y="1152"/>
                      </a:cubicBezTo>
                      <a:cubicBezTo>
                        <a:pt x="1209" y="1184"/>
                        <a:pt x="1212" y="1281"/>
                        <a:pt x="1178" y="1313"/>
                      </a:cubicBezTo>
                      <a:cubicBezTo>
                        <a:pt x="1144" y="1345"/>
                        <a:pt x="1165" y="1410"/>
                        <a:pt x="1165" y="1507"/>
                      </a:cubicBezTo>
                      <a:cubicBezTo>
                        <a:pt x="1165" y="1604"/>
                        <a:pt x="1144" y="1679"/>
                        <a:pt x="1181" y="1722"/>
                      </a:cubicBezTo>
                      <a:cubicBezTo>
                        <a:pt x="1218" y="1765"/>
                        <a:pt x="1224" y="1873"/>
                        <a:pt x="1175" y="1883"/>
                      </a:cubicBezTo>
                      <a:cubicBezTo>
                        <a:pt x="1125" y="1894"/>
                        <a:pt x="1162" y="1916"/>
                        <a:pt x="1162" y="2034"/>
                      </a:cubicBezTo>
                      <a:cubicBezTo>
                        <a:pt x="1162" y="2153"/>
                        <a:pt x="1140" y="2228"/>
                        <a:pt x="1175" y="2271"/>
                      </a:cubicBezTo>
                      <a:cubicBezTo>
                        <a:pt x="1209" y="2314"/>
                        <a:pt x="1218" y="2368"/>
                        <a:pt x="1178" y="2422"/>
                      </a:cubicBezTo>
                      <a:cubicBezTo>
                        <a:pt x="1137" y="2475"/>
                        <a:pt x="1162" y="2562"/>
                        <a:pt x="1162" y="2680"/>
                      </a:cubicBezTo>
                      <a:cubicBezTo>
                        <a:pt x="1162" y="2715"/>
                        <a:pt x="1189" y="2752"/>
                        <a:pt x="1185" y="2825"/>
                      </a:cubicBezTo>
                      <a:cubicBezTo>
                        <a:pt x="1176" y="3000"/>
                        <a:pt x="1128" y="3208"/>
                        <a:pt x="1069" y="3380"/>
                      </a:cubicBezTo>
                      <a:cubicBezTo>
                        <a:pt x="1011" y="3551"/>
                        <a:pt x="961" y="3606"/>
                        <a:pt x="955" y="3713"/>
                      </a:cubicBezTo>
                      <a:cubicBezTo>
                        <a:pt x="949" y="3821"/>
                        <a:pt x="690" y="3853"/>
                        <a:pt x="591" y="3853"/>
                      </a:cubicBezTo>
                      <a:close/>
                    </a:path>
                  </a:pathLst>
                </a:custGeom>
                <a:solidFill>
                  <a:srgbClr val="B2B1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19" name="Oval 25">
                  <a:extLst>
                    <a:ext uri="{FF2B5EF4-FFF2-40B4-BE49-F238E27FC236}">
                      <a16:creationId xmlns:a16="http://schemas.microsoft.com/office/drawing/2014/main" id="{ED2B15F2-C244-41C2-A252-4A0CC9AC0D22}"/>
                    </a:ext>
                  </a:extLst>
                </p:cNvPr>
                <p:cNvSpPr>
                  <a:spLocks noChangeArrowheads="1"/>
                </p:cNvSpPr>
                <p:nvPr/>
              </p:nvSpPr>
              <p:spPr bwMode="auto">
                <a:xfrm>
                  <a:off x="10734689" y="6458701"/>
                  <a:ext cx="381817" cy="167999"/>
                </a:xfrm>
                <a:prstGeom prst="ellipse">
                  <a:avLst/>
                </a:pr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20" name="Oval 26">
                  <a:extLst>
                    <a:ext uri="{FF2B5EF4-FFF2-40B4-BE49-F238E27FC236}">
                      <a16:creationId xmlns:a16="http://schemas.microsoft.com/office/drawing/2014/main" id="{53D7E2B7-4CFF-407E-8610-5DE205AF8773}"/>
                    </a:ext>
                  </a:extLst>
                </p:cNvPr>
                <p:cNvSpPr>
                  <a:spLocks noChangeArrowheads="1"/>
                </p:cNvSpPr>
                <p:nvPr/>
              </p:nvSpPr>
              <p:spPr bwMode="auto">
                <a:xfrm>
                  <a:off x="10593070" y="6380949"/>
                  <a:ext cx="665056" cy="184661"/>
                </a:xfrm>
                <a:prstGeom prst="ellipse">
                  <a:avLst/>
                </a:prstGeom>
                <a:solidFill>
                  <a:srgbClr val="57575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endParaRPr lang="en-US" altLang="en-US" dirty="0">
                    <a:latin typeface="+mn-lt"/>
                  </a:endParaRPr>
                </a:p>
              </p:txBody>
            </p:sp>
            <p:sp>
              <p:nvSpPr>
                <p:cNvPr id="621" name="Freeform 27">
                  <a:extLst>
                    <a:ext uri="{FF2B5EF4-FFF2-40B4-BE49-F238E27FC236}">
                      <a16:creationId xmlns:a16="http://schemas.microsoft.com/office/drawing/2014/main" id="{2B5F573C-DCD3-4148-B890-784373F06AAB}"/>
                    </a:ext>
                  </a:extLst>
                </p:cNvPr>
                <p:cNvSpPr>
                  <a:spLocks/>
                </p:cNvSpPr>
                <p:nvPr/>
              </p:nvSpPr>
              <p:spPr bwMode="auto">
                <a:xfrm>
                  <a:off x="10502822" y="6436486"/>
                  <a:ext cx="845551" cy="68033"/>
                </a:xfrm>
                <a:custGeom>
                  <a:avLst/>
                  <a:gdLst>
                    <a:gd name="T0" fmla="*/ 2147483646 w 2187"/>
                    <a:gd name="T1" fmla="*/ 2147483646 h 178"/>
                    <a:gd name="T2" fmla="*/ 2147483646 w 2187"/>
                    <a:gd name="T3" fmla="*/ 2147483646 h 178"/>
                    <a:gd name="T4" fmla="*/ 0 w 2187"/>
                    <a:gd name="T5" fmla="*/ 2147483646 h 178"/>
                    <a:gd name="T6" fmla="*/ 2147483646 w 2187"/>
                    <a:gd name="T7" fmla="*/ 2147483646 h 178"/>
                    <a:gd name="T8" fmla="*/ 2147483646 w 2187"/>
                    <a:gd name="T9" fmla="*/ 0 h 178"/>
                    <a:gd name="T10" fmla="*/ 2147483646 w 2187"/>
                    <a:gd name="T11" fmla="*/ 2147483646 h 178"/>
                    <a:gd name="T12" fmla="*/ 2147483646 w 2187"/>
                    <a:gd name="T13" fmla="*/ 2147483646 h 1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187" h="178">
                      <a:moveTo>
                        <a:pt x="1011" y="178"/>
                      </a:moveTo>
                      <a:cubicBezTo>
                        <a:pt x="695" y="178"/>
                        <a:pt x="33" y="148"/>
                        <a:pt x="13" y="49"/>
                      </a:cubicBezTo>
                      <a:cubicBezTo>
                        <a:pt x="11" y="39"/>
                        <a:pt x="7" y="23"/>
                        <a:pt x="0" y="5"/>
                      </a:cubicBezTo>
                      <a:cubicBezTo>
                        <a:pt x="204" y="69"/>
                        <a:pt x="726" y="90"/>
                        <a:pt x="1004" y="90"/>
                      </a:cubicBezTo>
                      <a:cubicBezTo>
                        <a:pt x="1289" y="90"/>
                        <a:pt x="1953" y="68"/>
                        <a:pt x="2187" y="0"/>
                      </a:cubicBezTo>
                      <a:cubicBezTo>
                        <a:pt x="2181" y="18"/>
                        <a:pt x="2176" y="35"/>
                        <a:pt x="2173" y="49"/>
                      </a:cubicBezTo>
                      <a:cubicBezTo>
                        <a:pt x="2153" y="148"/>
                        <a:pt x="1327" y="178"/>
                        <a:pt x="1011" y="178"/>
                      </a:cubicBezTo>
                      <a:close/>
                    </a:path>
                  </a:pathLst>
                </a:custGeom>
                <a:solidFill>
                  <a:srgbClr val="4B4B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2" name="Freeform 28">
                  <a:extLst>
                    <a:ext uri="{FF2B5EF4-FFF2-40B4-BE49-F238E27FC236}">
                      <a16:creationId xmlns:a16="http://schemas.microsoft.com/office/drawing/2014/main" id="{A41430B1-ECB1-46C4-8E58-B8EAC67048CA}"/>
                    </a:ext>
                  </a:extLst>
                </p:cNvPr>
                <p:cNvSpPr>
                  <a:spLocks/>
                </p:cNvSpPr>
                <p:nvPr/>
              </p:nvSpPr>
              <p:spPr bwMode="auto">
                <a:xfrm>
                  <a:off x="10157104" y="5404886"/>
                  <a:ext cx="1548094" cy="115239"/>
                </a:xfrm>
                <a:custGeom>
                  <a:avLst/>
                  <a:gdLst>
                    <a:gd name="T0" fmla="*/ 2147483646 w 4006"/>
                    <a:gd name="T1" fmla="*/ 2147483646 h 298"/>
                    <a:gd name="T2" fmla="*/ 2147483646 w 4006"/>
                    <a:gd name="T3" fmla="*/ 0 h 298"/>
                    <a:gd name="T4" fmla="*/ 2147483646 w 4006"/>
                    <a:gd name="T5" fmla="*/ 2147483646 h 298"/>
                    <a:gd name="T6" fmla="*/ 2147483646 w 4006"/>
                    <a:gd name="T7" fmla="*/ 2147483646 h 298"/>
                    <a:gd name="T8" fmla="*/ 0 w 4006"/>
                    <a:gd name="T9" fmla="*/ 2147483646 h 298"/>
                    <a:gd name="T10" fmla="*/ 2147483646 w 4006"/>
                    <a:gd name="T11" fmla="*/ 2147483646 h 298"/>
                    <a:gd name="T12" fmla="*/ 2147483646 w 4006"/>
                    <a:gd name="T13" fmla="*/ 2147483646 h 2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06" h="298">
                      <a:moveTo>
                        <a:pt x="98" y="176"/>
                      </a:moveTo>
                      <a:cubicBezTo>
                        <a:pt x="3831" y="0"/>
                        <a:pt x="3831" y="0"/>
                        <a:pt x="3831" y="0"/>
                      </a:cubicBezTo>
                      <a:cubicBezTo>
                        <a:pt x="3828" y="25"/>
                        <a:pt x="3843" y="45"/>
                        <a:pt x="3909" y="61"/>
                      </a:cubicBezTo>
                      <a:cubicBezTo>
                        <a:pt x="3956" y="71"/>
                        <a:pt x="3988" y="89"/>
                        <a:pt x="4006" y="110"/>
                      </a:cubicBezTo>
                      <a:cubicBezTo>
                        <a:pt x="0" y="298"/>
                        <a:pt x="0" y="298"/>
                        <a:pt x="0" y="298"/>
                      </a:cubicBezTo>
                      <a:cubicBezTo>
                        <a:pt x="11" y="294"/>
                        <a:pt x="24" y="290"/>
                        <a:pt x="38" y="287"/>
                      </a:cubicBezTo>
                      <a:cubicBezTo>
                        <a:pt x="144" y="262"/>
                        <a:pt x="121" y="225"/>
                        <a:pt x="98" y="176"/>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3" name="Freeform 29">
                  <a:extLst>
                    <a:ext uri="{FF2B5EF4-FFF2-40B4-BE49-F238E27FC236}">
                      <a16:creationId xmlns:a16="http://schemas.microsoft.com/office/drawing/2014/main" id="{06A06247-6FD3-452F-826D-3B651F79C623}"/>
                    </a:ext>
                  </a:extLst>
                </p:cNvPr>
                <p:cNvSpPr>
                  <a:spLocks/>
                </p:cNvSpPr>
                <p:nvPr/>
              </p:nvSpPr>
              <p:spPr bwMode="auto">
                <a:xfrm>
                  <a:off x="10127947" y="5277151"/>
                  <a:ext cx="1571697" cy="116628"/>
                </a:xfrm>
                <a:custGeom>
                  <a:avLst/>
                  <a:gdLst>
                    <a:gd name="T0" fmla="*/ 0 w 4070"/>
                    <a:gd name="T1" fmla="*/ 2147483646 h 299"/>
                    <a:gd name="T2" fmla="*/ 2147483646 w 4070"/>
                    <a:gd name="T3" fmla="*/ 0 h 299"/>
                    <a:gd name="T4" fmla="*/ 2147483646 w 4070"/>
                    <a:gd name="T5" fmla="*/ 2147483646 h 299"/>
                    <a:gd name="T6" fmla="*/ 2147483646 w 4070"/>
                    <a:gd name="T7" fmla="*/ 2147483646 h 299"/>
                    <a:gd name="T8" fmla="*/ 2147483646 w 4070"/>
                    <a:gd name="T9" fmla="*/ 2147483646 h 299"/>
                    <a:gd name="T10" fmla="*/ 2147483646 w 4070"/>
                    <a:gd name="T11" fmla="*/ 2147483646 h 299"/>
                    <a:gd name="T12" fmla="*/ 0 w 4070"/>
                    <a:gd name="T13" fmla="*/ 2147483646 h 2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70" h="299">
                      <a:moveTo>
                        <a:pt x="0" y="192"/>
                      </a:moveTo>
                      <a:cubicBezTo>
                        <a:pt x="4070" y="0"/>
                        <a:pt x="4070" y="0"/>
                        <a:pt x="4070" y="0"/>
                      </a:cubicBezTo>
                      <a:cubicBezTo>
                        <a:pt x="4029" y="35"/>
                        <a:pt x="3967" y="55"/>
                        <a:pt x="3921" y="55"/>
                      </a:cubicBezTo>
                      <a:cubicBezTo>
                        <a:pt x="3879" y="55"/>
                        <a:pt x="3894" y="85"/>
                        <a:pt x="3913" y="125"/>
                      </a:cubicBezTo>
                      <a:cubicBezTo>
                        <a:pt x="206" y="299"/>
                        <a:pt x="206" y="299"/>
                        <a:pt x="206" y="299"/>
                      </a:cubicBezTo>
                      <a:cubicBezTo>
                        <a:pt x="206" y="288"/>
                        <a:pt x="199" y="281"/>
                        <a:pt x="179" y="281"/>
                      </a:cubicBezTo>
                      <a:cubicBezTo>
                        <a:pt x="120" y="281"/>
                        <a:pt x="34" y="248"/>
                        <a:pt x="0" y="192"/>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4" name="Freeform 30">
                  <a:extLst>
                    <a:ext uri="{FF2B5EF4-FFF2-40B4-BE49-F238E27FC236}">
                      <a16:creationId xmlns:a16="http://schemas.microsoft.com/office/drawing/2014/main" id="{A5B5469B-E0E7-46FE-B835-946DE2D104DA}"/>
                    </a:ext>
                  </a:extLst>
                </p:cNvPr>
                <p:cNvSpPr>
                  <a:spLocks/>
                </p:cNvSpPr>
                <p:nvPr/>
              </p:nvSpPr>
              <p:spPr bwMode="auto">
                <a:xfrm>
                  <a:off x="10164046" y="5507629"/>
                  <a:ext cx="1498111" cy="115239"/>
                </a:xfrm>
                <a:custGeom>
                  <a:avLst/>
                  <a:gdLst>
                    <a:gd name="T0" fmla="*/ 0 w 3881"/>
                    <a:gd name="T1" fmla="*/ 2147483646 h 297"/>
                    <a:gd name="T2" fmla="*/ 2147483646 w 3881"/>
                    <a:gd name="T3" fmla="*/ 0 h 297"/>
                    <a:gd name="T4" fmla="*/ 2147483646 w 3881"/>
                    <a:gd name="T5" fmla="*/ 2147483646 h 297"/>
                    <a:gd name="T6" fmla="*/ 2147483646 w 3881"/>
                    <a:gd name="T7" fmla="*/ 2147483646 h 297"/>
                    <a:gd name="T8" fmla="*/ 0 w 3881"/>
                    <a:gd name="T9" fmla="*/ 2147483646 h 29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1" h="297">
                      <a:moveTo>
                        <a:pt x="0" y="182"/>
                      </a:moveTo>
                      <a:cubicBezTo>
                        <a:pt x="3862" y="0"/>
                        <a:pt x="3862" y="0"/>
                        <a:pt x="3862" y="0"/>
                      </a:cubicBezTo>
                      <a:cubicBezTo>
                        <a:pt x="3854" y="29"/>
                        <a:pt x="3874" y="68"/>
                        <a:pt x="3881" y="116"/>
                      </a:cubicBezTo>
                      <a:cubicBezTo>
                        <a:pt x="47" y="297"/>
                        <a:pt x="47" y="297"/>
                        <a:pt x="47" y="297"/>
                      </a:cubicBezTo>
                      <a:cubicBezTo>
                        <a:pt x="61" y="243"/>
                        <a:pt x="74" y="205"/>
                        <a:pt x="0" y="182"/>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5" name="Freeform 31">
                  <a:extLst>
                    <a:ext uri="{FF2B5EF4-FFF2-40B4-BE49-F238E27FC236}">
                      <a16:creationId xmlns:a16="http://schemas.microsoft.com/office/drawing/2014/main" id="{ACACB65D-CFA3-411E-B1C2-721B1E4B1DC3}"/>
                    </a:ext>
                  </a:extLst>
                </p:cNvPr>
                <p:cNvSpPr>
                  <a:spLocks/>
                </p:cNvSpPr>
                <p:nvPr/>
              </p:nvSpPr>
              <p:spPr bwMode="auto">
                <a:xfrm>
                  <a:off x="10175154" y="5610373"/>
                  <a:ext cx="1521714" cy="115239"/>
                </a:xfrm>
                <a:custGeom>
                  <a:avLst/>
                  <a:gdLst>
                    <a:gd name="T0" fmla="*/ 2147483646 w 3940"/>
                    <a:gd name="T1" fmla="*/ 2147483646 h 298"/>
                    <a:gd name="T2" fmla="*/ 2147483646 w 3940"/>
                    <a:gd name="T3" fmla="*/ 0 h 298"/>
                    <a:gd name="T4" fmla="*/ 2147483646 w 3940"/>
                    <a:gd name="T5" fmla="*/ 2147483646 h 298"/>
                    <a:gd name="T6" fmla="*/ 2147483646 w 3940"/>
                    <a:gd name="T7" fmla="*/ 2147483646 h 298"/>
                    <a:gd name="T8" fmla="*/ 0 w 3940"/>
                    <a:gd name="T9" fmla="*/ 2147483646 h 298"/>
                    <a:gd name="T10" fmla="*/ 2147483646 w 3940"/>
                    <a:gd name="T11" fmla="*/ 2147483646 h 29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40" h="298">
                      <a:moveTo>
                        <a:pt x="13" y="180"/>
                      </a:moveTo>
                      <a:cubicBezTo>
                        <a:pt x="3831" y="0"/>
                        <a:pt x="3831" y="0"/>
                        <a:pt x="3831" y="0"/>
                      </a:cubicBezTo>
                      <a:cubicBezTo>
                        <a:pt x="3825" y="41"/>
                        <a:pt x="3835" y="74"/>
                        <a:pt x="3906" y="98"/>
                      </a:cubicBezTo>
                      <a:cubicBezTo>
                        <a:pt x="3918" y="102"/>
                        <a:pt x="3930" y="107"/>
                        <a:pt x="3940" y="112"/>
                      </a:cubicBezTo>
                      <a:cubicBezTo>
                        <a:pt x="0" y="298"/>
                        <a:pt x="0" y="298"/>
                        <a:pt x="0" y="298"/>
                      </a:cubicBezTo>
                      <a:cubicBezTo>
                        <a:pt x="36" y="267"/>
                        <a:pt x="24" y="227"/>
                        <a:pt x="13" y="180"/>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6" name="Freeform 32">
                  <a:extLst>
                    <a:ext uri="{FF2B5EF4-FFF2-40B4-BE49-F238E27FC236}">
                      <a16:creationId xmlns:a16="http://schemas.microsoft.com/office/drawing/2014/main" id="{D9B1DD73-F16B-466B-95A4-6326024E92D7}"/>
                    </a:ext>
                  </a:extLst>
                </p:cNvPr>
                <p:cNvSpPr>
                  <a:spLocks/>
                </p:cNvSpPr>
                <p:nvPr/>
              </p:nvSpPr>
              <p:spPr bwMode="auto">
                <a:xfrm>
                  <a:off x="10164046" y="5728389"/>
                  <a:ext cx="1495334" cy="113851"/>
                </a:xfrm>
                <a:custGeom>
                  <a:avLst/>
                  <a:gdLst>
                    <a:gd name="T0" fmla="*/ 0 w 3871"/>
                    <a:gd name="T1" fmla="*/ 2147483646 h 296"/>
                    <a:gd name="T2" fmla="*/ 2147483646 w 3871"/>
                    <a:gd name="T3" fmla="*/ 0 h 296"/>
                    <a:gd name="T4" fmla="*/ 2147483646 w 3871"/>
                    <a:gd name="T5" fmla="*/ 2147483646 h 296"/>
                    <a:gd name="T6" fmla="*/ 2147483646 w 3871"/>
                    <a:gd name="T7" fmla="*/ 2147483646 h 296"/>
                    <a:gd name="T8" fmla="*/ 2147483646 w 3871"/>
                    <a:gd name="T9" fmla="*/ 2147483646 h 296"/>
                    <a:gd name="T10" fmla="*/ 0 w 3871"/>
                    <a:gd name="T11" fmla="*/ 2147483646 h 2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71" h="296">
                      <a:moveTo>
                        <a:pt x="0" y="181"/>
                      </a:moveTo>
                      <a:cubicBezTo>
                        <a:pt x="3834" y="0"/>
                        <a:pt x="3834" y="0"/>
                        <a:pt x="3834" y="0"/>
                      </a:cubicBezTo>
                      <a:cubicBezTo>
                        <a:pt x="3848" y="22"/>
                        <a:pt x="3871" y="55"/>
                        <a:pt x="3871" y="105"/>
                      </a:cubicBezTo>
                      <a:cubicBezTo>
                        <a:pt x="3871" y="109"/>
                        <a:pt x="3871" y="112"/>
                        <a:pt x="3871" y="116"/>
                      </a:cubicBezTo>
                      <a:cubicBezTo>
                        <a:pt x="47" y="296"/>
                        <a:pt x="47" y="296"/>
                        <a:pt x="47" y="296"/>
                      </a:cubicBezTo>
                      <a:cubicBezTo>
                        <a:pt x="67" y="208"/>
                        <a:pt x="153" y="190"/>
                        <a:pt x="0" y="181"/>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7" name="Freeform 33">
                  <a:extLst>
                    <a:ext uri="{FF2B5EF4-FFF2-40B4-BE49-F238E27FC236}">
                      <a16:creationId xmlns:a16="http://schemas.microsoft.com/office/drawing/2014/main" id="{C114A4C5-E97E-43F1-8049-657EC7D31BAB}"/>
                    </a:ext>
                  </a:extLst>
                </p:cNvPr>
                <p:cNvSpPr>
                  <a:spLocks/>
                </p:cNvSpPr>
                <p:nvPr/>
              </p:nvSpPr>
              <p:spPr bwMode="auto">
                <a:xfrm>
                  <a:off x="10158493" y="5833909"/>
                  <a:ext cx="1549483" cy="115239"/>
                </a:xfrm>
                <a:custGeom>
                  <a:avLst/>
                  <a:gdLst>
                    <a:gd name="T0" fmla="*/ 2147483646 w 4010"/>
                    <a:gd name="T1" fmla="*/ 2147483646 h 299"/>
                    <a:gd name="T2" fmla="*/ 2147483646 w 4010"/>
                    <a:gd name="T3" fmla="*/ 0 h 299"/>
                    <a:gd name="T4" fmla="*/ 2147483646 w 4010"/>
                    <a:gd name="T5" fmla="*/ 2147483646 h 299"/>
                    <a:gd name="T6" fmla="*/ 2147483646 w 4010"/>
                    <a:gd name="T7" fmla="*/ 2147483646 h 299"/>
                    <a:gd name="T8" fmla="*/ 0 w 4010"/>
                    <a:gd name="T9" fmla="*/ 2147483646 h 299"/>
                    <a:gd name="T10" fmla="*/ 2147483646 w 4010"/>
                    <a:gd name="T11" fmla="*/ 2147483646 h 299"/>
                    <a:gd name="T12" fmla="*/ 2147483646 w 4010"/>
                    <a:gd name="T13" fmla="*/ 2147483646 h 29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010" h="299">
                      <a:moveTo>
                        <a:pt x="76" y="178"/>
                      </a:moveTo>
                      <a:cubicBezTo>
                        <a:pt x="3862" y="0"/>
                        <a:pt x="3862" y="0"/>
                        <a:pt x="3862" y="0"/>
                      </a:cubicBezTo>
                      <a:cubicBezTo>
                        <a:pt x="3864" y="28"/>
                        <a:pt x="3880" y="51"/>
                        <a:pt x="3928" y="68"/>
                      </a:cubicBezTo>
                      <a:cubicBezTo>
                        <a:pt x="3964" y="81"/>
                        <a:pt x="3993" y="95"/>
                        <a:pt x="4010" y="110"/>
                      </a:cubicBezTo>
                      <a:cubicBezTo>
                        <a:pt x="0" y="299"/>
                        <a:pt x="0" y="299"/>
                        <a:pt x="0" y="299"/>
                      </a:cubicBezTo>
                      <a:cubicBezTo>
                        <a:pt x="5" y="297"/>
                        <a:pt x="9" y="296"/>
                        <a:pt x="14" y="294"/>
                      </a:cubicBezTo>
                      <a:cubicBezTo>
                        <a:pt x="85" y="268"/>
                        <a:pt x="86" y="230"/>
                        <a:pt x="76" y="178"/>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8" name="Freeform 34">
                  <a:extLst>
                    <a:ext uri="{FF2B5EF4-FFF2-40B4-BE49-F238E27FC236}">
                      <a16:creationId xmlns:a16="http://schemas.microsoft.com/office/drawing/2014/main" id="{BAB16165-1F9D-4CE3-B6C4-0404E54F82D6}"/>
                    </a:ext>
                  </a:extLst>
                </p:cNvPr>
                <p:cNvSpPr>
                  <a:spLocks/>
                </p:cNvSpPr>
                <p:nvPr/>
              </p:nvSpPr>
              <p:spPr bwMode="auto">
                <a:xfrm>
                  <a:off x="10175154" y="5943595"/>
                  <a:ext cx="1480061" cy="115239"/>
                </a:xfrm>
                <a:custGeom>
                  <a:avLst/>
                  <a:gdLst>
                    <a:gd name="T0" fmla="*/ 0 w 3832"/>
                    <a:gd name="T1" fmla="*/ 2147483646 h 296"/>
                    <a:gd name="T2" fmla="*/ 2147483646 w 3832"/>
                    <a:gd name="T3" fmla="*/ 0 h 296"/>
                    <a:gd name="T4" fmla="*/ 2147483646 w 3832"/>
                    <a:gd name="T5" fmla="*/ 2147483646 h 296"/>
                    <a:gd name="T6" fmla="*/ 2147483646 w 3832"/>
                    <a:gd name="T7" fmla="*/ 2147483646 h 296"/>
                    <a:gd name="T8" fmla="*/ 0 w 3832"/>
                    <a:gd name="T9" fmla="*/ 2147483646 h 2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32" h="296">
                      <a:moveTo>
                        <a:pt x="0" y="180"/>
                      </a:moveTo>
                      <a:cubicBezTo>
                        <a:pt x="3819" y="0"/>
                        <a:pt x="3819" y="0"/>
                        <a:pt x="3819" y="0"/>
                      </a:cubicBezTo>
                      <a:cubicBezTo>
                        <a:pt x="3810" y="33"/>
                        <a:pt x="3822" y="72"/>
                        <a:pt x="3832" y="117"/>
                      </a:cubicBezTo>
                      <a:cubicBezTo>
                        <a:pt x="34" y="296"/>
                        <a:pt x="34" y="296"/>
                        <a:pt x="34" y="296"/>
                      </a:cubicBezTo>
                      <a:cubicBezTo>
                        <a:pt x="44" y="249"/>
                        <a:pt x="46" y="210"/>
                        <a:pt x="0" y="180"/>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29" name="Freeform 35">
                  <a:extLst>
                    <a:ext uri="{FF2B5EF4-FFF2-40B4-BE49-F238E27FC236}">
                      <a16:creationId xmlns:a16="http://schemas.microsoft.com/office/drawing/2014/main" id="{822BA697-257D-4D8A-A3A9-6A95633AE188}"/>
                    </a:ext>
                  </a:extLst>
                </p:cNvPr>
                <p:cNvSpPr>
                  <a:spLocks/>
                </p:cNvSpPr>
                <p:nvPr/>
              </p:nvSpPr>
              <p:spPr bwMode="auto">
                <a:xfrm>
                  <a:off x="10198757" y="6101875"/>
                  <a:ext cx="1482838" cy="369321"/>
                </a:xfrm>
                <a:custGeom>
                  <a:avLst/>
                  <a:gdLst>
                    <a:gd name="T0" fmla="*/ 2147483646 w 3841"/>
                    <a:gd name="T1" fmla="*/ 2147483646 h 957"/>
                    <a:gd name="T2" fmla="*/ 2147483646 w 3841"/>
                    <a:gd name="T3" fmla="*/ 2147483646 h 957"/>
                    <a:gd name="T4" fmla="*/ 2147483646 w 3841"/>
                    <a:gd name="T5" fmla="*/ 2147483646 h 957"/>
                    <a:gd name="T6" fmla="*/ 0 w 3841"/>
                    <a:gd name="T7" fmla="*/ 2147483646 h 957"/>
                    <a:gd name="T8" fmla="*/ 2147483646 w 3841"/>
                    <a:gd name="T9" fmla="*/ 0 h 957"/>
                    <a:gd name="T10" fmla="*/ 2147483646 w 3841"/>
                    <a:gd name="T11" fmla="*/ 2147483646 h 957"/>
                    <a:gd name="T12" fmla="*/ 2147483646 w 3841"/>
                    <a:gd name="T13" fmla="*/ 2147483646 h 957"/>
                    <a:gd name="T14" fmla="*/ 2147483646 w 3841"/>
                    <a:gd name="T15" fmla="*/ 2147483646 h 9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41" h="957">
                      <a:moveTo>
                        <a:pt x="1794" y="957"/>
                      </a:moveTo>
                      <a:cubicBezTo>
                        <a:pt x="1449" y="957"/>
                        <a:pt x="728" y="925"/>
                        <a:pt x="706" y="817"/>
                      </a:cubicBezTo>
                      <a:cubicBezTo>
                        <a:pt x="685" y="710"/>
                        <a:pt x="577" y="645"/>
                        <a:pt x="308" y="484"/>
                      </a:cubicBezTo>
                      <a:cubicBezTo>
                        <a:pt x="146" y="386"/>
                        <a:pt x="51" y="278"/>
                        <a:pt x="0" y="181"/>
                      </a:cubicBezTo>
                      <a:cubicBezTo>
                        <a:pt x="3841" y="0"/>
                        <a:pt x="3841" y="0"/>
                        <a:pt x="3841" y="0"/>
                      </a:cubicBezTo>
                      <a:cubicBezTo>
                        <a:pt x="3784" y="158"/>
                        <a:pt x="3635" y="335"/>
                        <a:pt x="3458" y="484"/>
                      </a:cubicBezTo>
                      <a:cubicBezTo>
                        <a:pt x="3254" y="655"/>
                        <a:pt x="3081" y="710"/>
                        <a:pt x="3060" y="817"/>
                      </a:cubicBezTo>
                      <a:cubicBezTo>
                        <a:pt x="3038" y="925"/>
                        <a:pt x="2138" y="957"/>
                        <a:pt x="1794" y="957"/>
                      </a:cubicBezTo>
                      <a:close/>
                    </a:path>
                  </a:pathLst>
                </a:custGeom>
                <a:solidFill>
                  <a:srgbClr val="6C6C6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sp>
              <p:nvSpPr>
                <p:cNvPr id="630" name="Freeform 36">
                  <a:extLst>
                    <a:ext uri="{FF2B5EF4-FFF2-40B4-BE49-F238E27FC236}">
                      <a16:creationId xmlns:a16="http://schemas.microsoft.com/office/drawing/2014/main" id="{EBB8E9B7-E315-49D9-BE98-E24804C13960}"/>
                    </a:ext>
                  </a:extLst>
                </p:cNvPr>
                <p:cNvSpPr>
                  <a:spLocks/>
                </p:cNvSpPr>
                <p:nvPr/>
              </p:nvSpPr>
              <p:spPr bwMode="auto">
                <a:xfrm>
                  <a:off x="10462558" y="6139363"/>
                  <a:ext cx="429023" cy="331834"/>
                </a:xfrm>
                <a:custGeom>
                  <a:avLst/>
                  <a:gdLst>
                    <a:gd name="T0" fmla="*/ 2147483646 w 1111"/>
                    <a:gd name="T1" fmla="*/ 2147483646 h 860"/>
                    <a:gd name="T2" fmla="*/ 2147483646 w 1111"/>
                    <a:gd name="T3" fmla="*/ 2147483646 h 860"/>
                    <a:gd name="T4" fmla="*/ 0 w 1111"/>
                    <a:gd name="T5" fmla="*/ 2147483646 h 860"/>
                    <a:gd name="T6" fmla="*/ 2147483646 w 1111"/>
                    <a:gd name="T7" fmla="*/ 0 h 860"/>
                    <a:gd name="T8" fmla="*/ 2147483646 w 1111"/>
                    <a:gd name="T9" fmla="*/ 2147483646 h 860"/>
                    <a:gd name="T10" fmla="*/ 2147483646 w 1111"/>
                    <a:gd name="T11" fmla="*/ 2147483646 h 860"/>
                    <a:gd name="T12" fmla="*/ 2147483646 w 1111"/>
                    <a:gd name="T13" fmla="*/ 2147483646 h 860"/>
                    <a:gd name="T14" fmla="*/ 2147483646 w 1111"/>
                    <a:gd name="T15" fmla="*/ 2147483646 h 8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11" h="860">
                      <a:moveTo>
                        <a:pt x="392" y="825"/>
                      </a:moveTo>
                      <a:cubicBezTo>
                        <a:pt x="351" y="689"/>
                        <a:pt x="297" y="602"/>
                        <a:pt x="168" y="394"/>
                      </a:cubicBezTo>
                      <a:cubicBezTo>
                        <a:pt x="101" y="285"/>
                        <a:pt x="44" y="164"/>
                        <a:pt x="0" y="51"/>
                      </a:cubicBezTo>
                      <a:cubicBezTo>
                        <a:pt x="1095" y="0"/>
                        <a:pt x="1095" y="0"/>
                        <a:pt x="1095" y="0"/>
                      </a:cubicBezTo>
                      <a:cubicBezTo>
                        <a:pt x="1107" y="136"/>
                        <a:pt x="1111" y="272"/>
                        <a:pt x="1108" y="394"/>
                      </a:cubicBezTo>
                      <a:cubicBezTo>
                        <a:pt x="1103" y="621"/>
                        <a:pt x="1070" y="694"/>
                        <a:pt x="1098" y="837"/>
                      </a:cubicBezTo>
                      <a:cubicBezTo>
                        <a:pt x="1100" y="845"/>
                        <a:pt x="1101" y="853"/>
                        <a:pt x="1101" y="860"/>
                      </a:cubicBezTo>
                      <a:cubicBezTo>
                        <a:pt x="914" y="860"/>
                        <a:pt x="624" y="850"/>
                        <a:pt x="392" y="825"/>
                      </a:cubicBezTo>
                      <a:close/>
                    </a:path>
                  </a:pathLst>
                </a:custGeom>
                <a:solidFill>
                  <a:srgbClr val="9393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dirty="0"/>
                </a:p>
              </p:txBody>
            </p:sp>
          </p:grpSp>
        </p:grpSp>
        <p:sp>
          <p:nvSpPr>
            <p:cNvPr id="562" name="Text Placeholder 54">
              <a:extLst>
                <a:ext uri="{FF2B5EF4-FFF2-40B4-BE49-F238E27FC236}">
                  <a16:creationId xmlns:a16="http://schemas.microsoft.com/office/drawing/2014/main" id="{B968C566-17E5-4B7E-9584-6A004C55F014}"/>
                </a:ext>
              </a:extLst>
            </p:cNvPr>
            <p:cNvSpPr txBox="1">
              <a:spLocks/>
            </p:cNvSpPr>
            <p:nvPr/>
          </p:nvSpPr>
          <p:spPr bwMode="auto">
            <a:xfrm>
              <a:off x="1855491" y="1412776"/>
              <a:ext cx="2377317" cy="764312"/>
            </a:xfrm>
            <a:prstGeom prst="rect">
              <a:avLst/>
            </a:prstGeom>
          </p:spPr>
          <p:txBody>
            <a:bodyPr wrap="none" lIns="0" tIns="0" rIns="0" b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Arial Narrow" panose="020B0606020202030204" pitchFamily="34" charset="0"/>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Arial Narrow" panose="020B0606020202030204" pitchFamily="34" charset="0"/>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Arial Narrow" panose="020B0606020202030204" pitchFamily="34" charset="0"/>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Arial Narrow" panose="020B0606020202030204" pitchFamily="34" charset="0"/>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Arial Narrow" panose="020B0606020202030204" pitchFamily="34" charset="0"/>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lnSpc>
                  <a:spcPct val="100000"/>
                </a:lnSpc>
                <a:spcBef>
                  <a:spcPts val="100"/>
                </a:spcBef>
                <a:defRPr/>
              </a:pPr>
              <a:r>
                <a:rPr sz="1200" dirty="0">
                  <a:solidFill>
                    <a:schemeClr val="bg1"/>
                  </a:solidFill>
                  <a:latin typeface="+mn-lt"/>
                  <a:cs typeface="Arial" pitchFamily="34" charset="0"/>
                </a:rPr>
                <a:t>Market Trends and Composition</a:t>
              </a:r>
            </a:p>
            <a:p>
              <a:pPr algn="r">
                <a:lnSpc>
                  <a:spcPct val="100000"/>
                </a:lnSpc>
                <a:spcBef>
                  <a:spcPts val="100"/>
                </a:spcBef>
                <a:defRPr/>
              </a:pPr>
              <a:r>
                <a:rPr sz="1200" dirty="0">
                  <a:solidFill>
                    <a:schemeClr val="bg1"/>
                  </a:solidFill>
                  <a:latin typeface="+mn-lt"/>
                  <a:cs typeface="Arial" pitchFamily="34" charset="0"/>
                </a:rPr>
                <a:t>Competitor Profiling and Analysis </a:t>
              </a:r>
              <a:br>
                <a:rPr lang="en-GB" sz="1200" dirty="0">
                  <a:solidFill>
                    <a:schemeClr val="bg1"/>
                  </a:solidFill>
                  <a:latin typeface="+mn-lt"/>
                  <a:cs typeface="Arial" pitchFamily="34" charset="0"/>
                </a:rPr>
              </a:br>
              <a:r>
                <a:rPr lang="en-GB" sz="1200" dirty="0">
                  <a:solidFill>
                    <a:schemeClr val="bg1"/>
                  </a:solidFill>
                  <a:latin typeface="+mn-lt"/>
                  <a:cs typeface="Arial" pitchFamily="34" charset="0"/>
                </a:rPr>
                <a:t>Market Entry Strategy</a:t>
              </a:r>
              <a:endParaRPr sz="1200" dirty="0">
                <a:solidFill>
                  <a:schemeClr val="bg1"/>
                </a:solidFill>
                <a:latin typeface="+mn-lt"/>
                <a:cs typeface="Arial" pitchFamily="34" charset="0"/>
              </a:endParaRPr>
            </a:p>
            <a:p>
              <a:pPr algn="r">
                <a:lnSpc>
                  <a:spcPct val="100000"/>
                </a:lnSpc>
                <a:spcBef>
                  <a:spcPts val="100"/>
                </a:spcBef>
                <a:defRPr/>
              </a:pPr>
              <a:endParaRPr sz="1200" dirty="0">
                <a:solidFill>
                  <a:schemeClr val="bg1"/>
                </a:solidFill>
                <a:latin typeface="+mn-lt"/>
                <a:cs typeface="Arial" pitchFamily="34" charset="0"/>
              </a:endParaRPr>
            </a:p>
          </p:txBody>
        </p:sp>
        <p:sp>
          <p:nvSpPr>
            <p:cNvPr id="563" name="Text Placeholder 54">
              <a:extLst>
                <a:ext uri="{FF2B5EF4-FFF2-40B4-BE49-F238E27FC236}">
                  <a16:creationId xmlns:a16="http://schemas.microsoft.com/office/drawing/2014/main" id="{ACA2A7AC-88C3-44DE-BB57-C03C61B0569C}"/>
                </a:ext>
              </a:extLst>
            </p:cNvPr>
            <p:cNvSpPr txBox="1">
              <a:spLocks/>
            </p:cNvSpPr>
            <p:nvPr/>
          </p:nvSpPr>
          <p:spPr bwMode="auto">
            <a:xfrm>
              <a:off x="2068673" y="4191056"/>
              <a:ext cx="1678345" cy="579646"/>
            </a:xfrm>
            <a:prstGeom prst="rect">
              <a:avLst/>
            </a:prstGeom>
          </p:spPr>
          <p:txBody>
            <a:bodyPr wrap="none" lIns="0" tIns="0" rIns="0" b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Arial Narrow" panose="020B0606020202030204" pitchFamily="34" charset="0"/>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Arial Narrow" panose="020B0606020202030204" pitchFamily="34" charset="0"/>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Arial Narrow" panose="020B0606020202030204" pitchFamily="34" charset="0"/>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Arial Narrow" panose="020B0606020202030204" pitchFamily="34" charset="0"/>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Arial Narrow" panose="020B0606020202030204" pitchFamily="34" charset="0"/>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lnSpc>
                  <a:spcPct val="100000"/>
                </a:lnSpc>
                <a:spcBef>
                  <a:spcPts val="100"/>
                </a:spcBef>
                <a:defRPr/>
              </a:pPr>
              <a:r>
                <a:rPr sz="1200" dirty="0">
                  <a:solidFill>
                    <a:schemeClr val="bg1"/>
                  </a:solidFill>
                  <a:latin typeface="+mn-lt"/>
                  <a:cs typeface="Arial" pitchFamily="34" charset="0"/>
                </a:rPr>
                <a:t>Point of Views &amp; Blogs  </a:t>
              </a:r>
            </a:p>
            <a:p>
              <a:pPr algn="r">
                <a:lnSpc>
                  <a:spcPct val="100000"/>
                </a:lnSpc>
                <a:spcBef>
                  <a:spcPts val="100"/>
                </a:spcBef>
                <a:defRPr/>
              </a:pPr>
              <a:r>
                <a:rPr sz="1200" dirty="0">
                  <a:solidFill>
                    <a:schemeClr val="bg1"/>
                  </a:solidFill>
                  <a:latin typeface="+mn-lt"/>
                  <a:cs typeface="Arial" pitchFamily="34" charset="0"/>
                </a:rPr>
                <a:t>Sector Trends Report  </a:t>
              </a:r>
            </a:p>
            <a:p>
              <a:pPr algn="r">
                <a:lnSpc>
                  <a:spcPct val="100000"/>
                </a:lnSpc>
                <a:spcBef>
                  <a:spcPts val="100"/>
                </a:spcBef>
                <a:defRPr/>
              </a:pPr>
              <a:r>
                <a:rPr sz="1200" dirty="0">
                  <a:solidFill>
                    <a:schemeClr val="bg1"/>
                  </a:solidFill>
                  <a:latin typeface="+mn-lt"/>
                  <a:cs typeface="Arial" pitchFamily="34" charset="0"/>
                </a:rPr>
                <a:t>Insights Periodicals </a:t>
              </a:r>
            </a:p>
          </p:txBody>
        </p:sp>
        <p:sp>
          <p:nvSpPr>
            <p:cNvPr id="564" name="Text Placeholder 54">
              <a:extLst>
                <a:ext uri="{FF2B5EF4-FFF2-40B4-BE49-F238E27FC236}">
                  <a16:creationId xmlns:a16="http://schemas.microsoft.com/office/drawing/2014/main" id="{234E213C-C06D-4EF2-869A-4473E8A4D2CB}"/>
                </a:ext>
              </a:extLst>
            </p:cNvPr>
            <p:cNvSpPr txBox="1">
              <a:spLocks/>
            </p:cNvSpPr>
            <p:nvPr/>
          </p:nvSpPr>
          <p:spPr bwMode="auto">
            <a:xfrm>
              <a:off x="7697950" y="1372136"/>
              <a:ext cx="3943850" cy="566822"/>
            </a:xfrm>
            <a:prstGeom prst="rect">
              <a:avLst/>
            </a:prstGeom>
          </p:spPr>
          <p:txBody>
            <a:bodyPr wrap="square" lIns="0" tIns="0" rIns="0" b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Arial Narrow" panose="020B0606020202030204" pitchFamily="34" charset="0"/>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Arial Narrow" panose="020B0606020202030204" pitchFamily="34" charset="0"/>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Arial Narrow" panose="020B0606020202030204" pitchFamily="34" charset="0"/>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Arial Narrow" panose="020B0606020202030204" pitchFamily="34" charset="0"/>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Arial Narrow" panose="020B0606020202030204" pitchFamily="34" charset="0"/>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spcBef>
                  <a:spcPts val="100"/>
                </a:spcBef>
                <a:defRPr/>
              </a:pPr>
              <a:r>
                <a:rPr lang="en-US" sz="1200" dirty="0">
                  <a:solidFill>
                    <a:schemeClr val="bg1"/>
                  </a:solidFill>
                  <a:latin typeface="+mn-lt"/>
                  <a:cs typeface="Arial" pitchFamily="34" charset="0"/>
                </a:rPr>
                <a:t>Maturity Assessment</a:t>
              </a:r>
            </a:p>
            <a:p>
              <a:pPr>
                <a:lnSpc>
                  <a:spcPct val="100000"/>
                </a:lnSpc>
                <a:spcBef>
                  <a:spcPts val="100"/>
                </a:spcBef>
                <a:defRPr/>
              </a:pPr>
              <a:r>
                <a:rPr lang="en-US" sz="1200" dirty="0">
                  <a:solidFill>
                    <a:schemeClr val="bg1"/>
                  </a:solidFill>
                  <a:latin typeface="+mn-lt"/>
                  <a:cs typeface="Arial" pitchFamily="34" charset="0"/>
                </a:rPr>
                <a:t>Financial, Operational and Vendor Benchmarking</a:t>
              </a:r>
              <a:br>
                <a:rPr lang="en-US" sz="1200" dirty="0">
                  <a:solidFill>
                    <a:schemeClr val="bg1"/>
                  </a:solidFill>
                  <a:latin typeface="+mn-lt"/>
                  <a:cs typeface="Arial" pitchFamily="34" charset="0"/>
                </a:rPr>
              </a:br>
              <a:r>
                <a:rPr lang="en-US" sz="1200" dirty="0">
                  <a:solidFill>
                    <a:schemeClr val="bg1"/>
                  </a:solidFill>
                  <a:latin typeface="+mn-lt"/>
                  <a:cs typeface="Arial" pitchFamily="34" charset="0"/>
                </a:rPr>
                <a:t>Industry Best Practices</a:t>
              </a:r>
            </a:p>
          </p:txBody>
        </p:sp>
        <p:sp>
          <p:nvSpPr>
            <p:cNvPr id="565" name="Text Placeholder 54">
              <a:extLst>
                <a:ext uri="{FF2B5EF4-FFF2-40B4-BE49-F238E27FC236}">
                  <a16:creationId xmlns:a16="http://schemas.microsoft.com/office/drawing/2014/main" id="{3AAA1F61-D04A-4ACD-820B-15009836A81B}"/>
                </a:ext>
              </a:extLst>
            </p:cNvPr>
            <p:cNvSpPr txBox="1">
              <a:spLocks/>
            </p:cNvSpPr>
            <p:nvPr/>
          </p:nvSpPr>
          <p:spPr bwMode="auto">
            <a:xfrm>
              <a:off x="8512385" y="4191056"/>
              <a:ext cx="2316340" cy="579646"/>
            </a:xfrm>
            <a:prstGeom prst="rect">
              <a:avLst/>
            </a:prstGeom>
          </p:spPr>
          <p:txBody>
            <a:bodyPr wrap="none" lIns="0" tIns="0" rIns="0" bIns="0">
              <a:spAutoFit/>
            </a:bodyPr>
            <a:lstStyle>
              <a:lvl1pPr marL="0" marR="0" indent="0" algn="l" defTabSz="914400" rtl="0" eaLnBrk="1" fontAlgn="base" latinLnBrk="0" hangingPunct="1">
                <a:lnSpc>
                  <a:spcPct val="90000"/>
                </a:lnSpc>
                <a:spcBef>
                  <a:spcPts val="400"/>
                </a:spcBef>
                <a:spcAft>
                  <a:spcPts val="0"/>
                </a:spcAft>
                <a:buClr>
                  <a:srgbClr val="B10034"/>
                </a:buClr>
                <a:buSzPct val="100000"/>
                <a:buFont typeface="Wingdings" pitchFamily="2" charset="2"/>
                <a:buNone/>
                <a:tabLst/>
                <a:defRPr lang="en-US" sz="1400" b="0" kern="1200" noProof="0" dirty="0" smtClean="0">
                  <a:solidFill>
                    <a:schemeClr val="tx1"/>
                  </a:solidFill>
                  <a:latin typeface="Arial Narrow" panose="020B0606020202030204" pitchFamily="34" charset="0"/>
                  <a:ea typeface="+mn-ea"/>
                  <a:cs typeface="+mn-cs"/>
                </a:defRPr>
              </a:lvl1pPr>
              <a:lvl2pPr marL="180975" marR="0" indent="-180975" algn="l" defTabSz="914400" rtl="0" eaLnBrk="1" fontAlgn="base" latinLnBrk="0" hangingPunct="1">
                <a:lnSpc>
                  <a:spcPct val="90000"/>
                </a:lnSpc>
                <a:spcBef>
                  <a:spcPts val="400"/>
                </a:spcBef>
                <a:spcAft>
                  <a:spcPts val="0"/>
                </a:spcAft>
                <a:buClr>
                  <a:schemeClr val="tx2"/>
                </a:buClr>
                <a:buSzTx/>
                <a:buFont typeface="Wingdings" pitchFamily="2" charset="2"/>
                <a:buChar char="§"/>
                <a:tabLst/>
                <a:defRPr lang="en-US" sz="1400" kern="1200" noProof="0" dirty="0" smtClean="0">
                  <a:solidFill>
                    <a:schemeClr val="tx1"/>
                  </a:solidFill>
                  <a:latin typeface="Arial Narrow" panose="020B0606020202030204" pitchFamily="34" charset="0"/>
                  <a:ea typeface="+mn-ea"/>
                  <a:cs typeface="+mn-cs"/>
                </a:defRPr>
              </a:lvl2pPr>
              <a:lvl3pPr marL="361950" marR="0" indent="-180975" algn="l" defTabSz="914400" rtl="0" eaLnBrk="1" fontAlgn="base" latinLnBrk="0" hangingPunct="1">
                <a:lnSpc>
                  <a:spcPct val="90000"/>
                </a:lnSpc>
                <a:spcBef>
                  <a:spcPts val="400"/>
                </a:spcBef>
                <a:spcAft>
                  <a:spcPts val="0"/>
                </a:spcAft>
                <a:buClr>
                  <a:schemeClr val="tx2"/>
                </a:buClr>
                <a:buSzTx/>
                <a:buFont typeface="Symbol" pitchFamily="18" charset="2"/>
                <a:buChar char="-"/>
                <a:tabLst/>
                <a:defRPr lang="en-US" sz="1400" kern="1200" noProof="0" dirty="0" smtClean="0">
                  <a:solidFill>
                    <a:schemeClr val="tx1"/>
                  </a:solidFill>
                  <a:latin typeface="Arial Narrow" panose="020B0606020202030204" pitchFamily="34" charset="0"/>
                  <a:ea typeface="+mn-ea"/>
                  <a:cs typeface="+mn-cs"/>
                </a:defRPr>
              </a:lvl3pPr>
              <a:lvl4pPr marL="534988" marR="0" indent="-173038" algn="l" defTabSz="914400" rtl="0" eaLnBrk="1" fontAlgn="base" latinLnBrk="0" hangingPunct="1">
                <a:lnSpc>
                  <a:spcPct val="90000"/>
                </a:lnSpc>
                <a:spcBef>
                  <a:spcPts val="400"/>
                </a:spcBef>
                <a:spcAft>
                  <a:spcPts val="0"/>
                </a:spcAft>
                <a:buClr>
                  <a:schemeClr val="tx2"/>
                </a:buClr>
                <a:buSzTx/>
                <a:buFont typeface="Arial" pitchFamily="34" charset="0"/>
                <a:buChar char="•"/>
                <a:tabLst/>
                <a:defRPr lang="en-US" sz="1400" kern="1200" noProof="0" dirty="0" smtClean="0">
                  <a:solidFill>
                    <a:schemeClr val="tx1"/>
                  </a:solidFill>
                  <a:latin typeface="Arial Narrow" panose="020B0606020202030204" pitchFamily="34" charset="0"/>
                  <a:ea typeface="+mn-ea"/>
                  <a:cs typeface="+mn-cs"/>
                </a:defRPr>
              </a:lvl4pPr>
              <a:lvl5pPr marL="715963" marR="0" indent="-180975" algn="l" defTabSz="914400" rtl="0" eaLnBrk="1" fontAlgn="base" latinLnBrk="0" hangingPunct="1">
                <a:lnSpc>
                  <a:spcPct val="90000"/>
                </a:lnSpc>
                <a:spcBef>
                  <a:spcPts val="400"/>
                </a:spcBef>
                <a:spcAft>
                  <a:spcPts val="0"/>
                </a:spcAft>
                <a:buClr>
                  <a:srgbClr val="B10034"/>
                </a:buClr>
                <a:buSzTx/>
                <a:buFont typeface="Symbol" pitchFamily="18" charset="2"/>
                <a:buChar char="-"/>
                <a:tabLst/>
                <a:defRPr sz="1200" kern="1200">
                  <a:solidFill>
                    <a:schemeClr val="tx1"/>
                  </a:solidFill>
                  <a:latin typeface="Arial Narrow" panose="020B0606020202030204" pitchFamily="34" charset="0"/>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0000"/>
                </a:lnSpc>
                <a:spcBef>
                  <a:spcPts val="100"/>
                </a:spcBef>
                <a:defRPr/>
              </a:pPr>
              <a:r>
                <a:rPr lang="en-US" sz="1200" dirty="0">
                  <a:solidFill>
                    <a:schemeClr val="bg1"/>
                  </a:solidFill>
                  <a:latin typeface="+mn-lt"/>
                  <a:cs typeface="Arial" pitchFamily="34" charset="0"/>
                </a:rPr>
                <a:t>Recurring Market Intelligence</a:t>
              </a:r>
            </a:p>
            <a:p>
              <a:pPr>
                <a:lnSpc>
                  <a:spcPct val="100000"/>
                </a:lnSpc>
                <a:spcBef>
                  <a:spcPts val="100"/>
                </a:spcBef>
                <a:defRPr/>
              </a:pPr>
              <a:r>
                <a:rPr lang="en-US" sz="1200" dirty="0">
                  <a:solidFill>
                    <a:schemeClr val="bg1"/>
                  </a:solidFill>
                  <a:latin typeface="+mn-lt"/>
                  <a:cs typeface="Arial" pitchFamily="34" charset="0"/>
                </a:rPr>
                <a:t>Periodic Market Insights Reports </a:t>
              </a:r>
            </a:p>
            <a:p>
              <a:pPr>
                <a:lnSpc>
                  <a:spcPct val="100000"/>
                </a:lnSpc>
                <a:spcBef>
                  <a:spcPts val="100"/>
                </a:spcBef>
                <a:defRPr/>
              </a:pPr>
              <a:r>
                <a:rPr lang="en-US" sz="1200" dirty="0">
                  <a:solidFill>
                    <a:schemeClr val="bg1"/>
                  </a:solidFill>
                  <a:latin typeface="+mn-lt"/>
                  <a:cs typeface="Arial" pitchFamily="34" charset="0"/>
                </a:rPr>
                <a:t>Newsletters on Focus Topics</a:t>
              </a:r>
            </a:p>
          </p:txBody>
        </p:sp>
        <p:sp>
          <p:nvSpPr>
            <p:cNvPr id="566" name="Freeform 16">
              <a:extLst>
                <a:ext uri="{FF2B5EF4-FFF2-40B4-BE49-F238E27FC236}">
                  <a16:creationId xmlns:a16="http://schemas.microsoft.com/office/drawing/2014/main" id="{69F03C68-75FC-465C-9081-91CC504FE4D8}"/>
                </a:ext>
              </a:extLst>
            </p:cNvPr>
            <p:cNvSpPr>
              <a:spLocks/>
            </p:cNvSpPr>
            <p:nvPr/>
          </p:nvSpPr>
          <p:spPr bwMode="auto">
            <a:xfrm>
              <a:off x="1453201" y="2012091"/>
              <a:ext cx="2779607" cy="246221"/>
            </a:xfrm>
            <a:prstGeom prst="rect">
              <a:avLst/>
            </a:prstGeom>
            <a:noFill/>
            <a:ln>
              <a:noFill/>
            </a:ln>
          </p:spPr>
          <p:txBody>
            <a:bodyPr wrap="none" lIns="0" tIns="0" rIns="0" bIns="0" anchor="ctr">
              <a:spAutoFit/>
            </a:bodyPr>
            <a:lstStyle/>
            <a:p>
              <a:pPr algn="r">
                <a:defRPr/>
              </a:pPr>
              <a:r>
                <a:rPr lang="en-US" sz="1600" spc="150" dirty="0">
                  <a:solidFill>
                    <a:srgbClr val="00E0CB"/>
                  </a:solidFill>
                </a:rPr>
                <a:t>MARKET &amp; COMPETITION</a:t>
              </a:r>
            </a:p>
          </p:txBody>
        </p:sp>
        <p:sp>
          <p:nvSpPr>
            <p:cNvPr id="567" name="Freeform 16">
              <a:extLst>
                <a:ext uri="{FF2B5EF4-FFF2-40B4-BE49-F238E27FC236}">
                  <a16:creationId xmlns:a16="http://schemas.microsoft.com/office/drawing/2014/main" id="{CFC872BA-3E3D-4136-8A55-D24CE9BFCE09}"/>
                </a:ext>
              </a:extLst>
            </p:cNvPr>
            <p:cNvSpPr>
              <a:spLocks/>
            </p:cNvSpPr>
            <p:nvPr/>
          </p:nvSpPr>
          <p:spPr bwMode="auto">
            <a:xfrm>
              <a:off x="331018" y="4820482"/>
              <a:ext cx="3416000" cy="246221"/>
            </a:xfrm>
            <a:prstGeom prst="rect">
              <a:avLst/>
            </a:prstGeom>
            <a:noFill/>
            <a:ln>
              <a:noFill/>
            </a:ln>
          </p:spPr>
          <p:txBody>
            <a:bodyPr wrap="none" lIns="0" tIns="0" rIns="0" bIns="0" anchor="ctr">
              <a:spAutoFit/>
            </a:bodyPr>
            <a:lstStyle/>
            <a:p>
              <a:pPr algn="r">
                <a:defRPr/>
              </a:pPr>
              <a:r>
                <a:rPr lang="en-US" sz="1600" spc="150" dirty="0">
                  <a:solidFill>
                    <a:schemeClr val="accent2"/>
                  </a:solidFill>
                </a:rPr>
                <a:t>THOUGHT LEADERSHIP &amp; POVs</a:t>
              </a:r>
            </a:p>
          </p:txBody>
        </p:sp>
        <p:sp>
          <p:nvSpPr>
            <p:cNvPr id="568" name="Freeform 19">
              <a:extLst>
                <a:ext uri="{FF2B5EF4-FFF2-40B4-BE49-F238E27FC236}">
                  <a16:creationId xmlns:a16="http://schemas.microsoft.com/office/drawing/2014/main" id="{1AAB6415-B15C-43A1-B63D-253531309404}"/>
                </a:ext>
              </a:extLst>
            </p:cNvPr>
            <p:cNvSpPr>
              <a:spLocks/>
            </p:cNvSpPr>
            <p:nvPr/>
          </p:nvSpPr>
          <p:spPr bwMode="auto">
            <a:xfrm>
              <a:off x="8512385" y="4820482"/>
              <a:ext cx="3605154" cy="246221"/>
            </a:xfrm>
            <a:prstGeom prst="rect">
              <a:avLst/>
            </a:prstGeom>
            <a:noFill/>
            <a:ln>
              <a:noFill/>
            </a:ln>
          </p:spPr>
          <p:txBody>
            <a:bodyPr wrap="none" lIns="0" tIns="0" rIns="0" bIns="0" anchor="ctr">
              <a:spAutoFit/>
            </a:bodyPr>
            <a:lstStyle/>
            <a:p>
              <a:pPr>
                <a:defRPr/>
              </a:pPr>
              <a:r>
                <a:rPr lang="en-US" sz="1600" spc="150" dirty="0">
                  <a:solidFill>
                    <a:srgbClr val="15596B"/>
                  </a:solidFill>
                </a:rPr>
                <a:t>WATCHTOWER &amp; MARKET INTEL.</a:t>
              </a:r>
            </a:p>
          </p:txBody>
        </p:sp>
        <p:sp>
          <p:nvSpPr>
            <p:cNvPr id="569" name="Freeform 19">
              <a:extLst>
                <a:ext uri="{FF2B5EF4-FFF2-40B4-BE49-F238E27FC236}">
                  <a16:creationId xmlns:a16="http://schemas.microsoft.com/office/drawing/2014/main" id="{01777861-A277-4FB6-B2A4-470F2A744CF4}"/>
                </a:ext>
              </a:extLst>
            </p:cNvPr>
            <p:cNvSpPr>
              <a:spLocks/>
            </p:cNvSpPr>
            <p:nvPr/>
          </p:nvSpPr>
          <p:spPr bwMode="auto">
            <a:xfrm>
              <a:off x="7697950" y="2012091"/>
              <a:ext cx="3922549" cy="246221"/>
            </a:xfrm>
            <a:prstGeom prst="rect">
              <a:avLst/>
            </a:prstGeom>
            <a:noFill/>
            <a:ln>
              <a:noFill/>
            </a:ln>
          </p:spPr>
          <p:txBody>
            <a:bodyPr wrap="none" lIns="0" tIns="0" rIns="0" bIns="0" anchor="ctr">
              <a:spAutoFit/>
            </a:bodyPr>
            <a:lstStyle/>
            <a:p>
              <a:pPr>
                <a:defRPr/>
              </a:pPr>
              <a:r>
                <a:rPr lang="en-US" sz="1600" spc="150" dirty="0">
                  <a:solidFill>
                    <a:srgbClr val="68D1F3"/>
                  </a:solidFill>
                </a:rPr>
                <a:t>BENCHMARKING &amp; BEST PRACTICES</a:t>
              </a:r>
            </a:p>
          </p:txBody>
        </p:sp>
        <p:sp>
          <p:nvSpPr>
            <p:cNvPr id="570" name="Freeform 8">
              <a:extLst>
                <a:ext uri="{FF2B5EF4-FFF2-40B4-BE49-F238E27FC236}">
                  <a16:creationId xmlns:a16="http://schemas.microsoft.com/office/drawing/2014/main" id="{8416F5A3-E5B4-4727-98C5-DD762BB47D52}"/>
                </a:ext>
              </a:extLst>
            </p:cNvPr>
            <p:cNvSpPr>
              <a:spLocks/>
            </p:cNvSpPr>
            <p:nvPr/>
          </p:nvSpPr>
          <p:spPr bwMode="auto">
            <a:xfrm>
              <a:off x="3930651" y="4267636"/>
              <a:ext cx="1444625" cy="1677988"/>
            </a:xfrm>
            <a:custGeom>
              <a:avLst/>
              <a:gdLst>
                <a:gd name="T0" fmla="*/ 455 w 910"/>
                <a:gd name="T1" fmla="*/ 0 h 1057"/>
                <a:gd name="T2" fmla="*/ 910 w 910"/>
                <a:gd name="T3" fmla="*/ 264 h 1057"/>
                <a:gd name="T4" fmla="*/ 910 w 910"/>
                <a:gd name="T5" fmla="*/ 793 h 1057"/>
                <a:gd name="T6" fmla="*/ 455 w 910"/>
                <a:gd name="T7" fmla="*/ 1057 h 1057"/>
                <a:gd name="T8" fmla="*/ 0 w 910"/>
                <a:gd name="T9" fmla="*/ 793 h 1057"/>
                <a:gd name="T10" fmla="*/ 0 w 910"/>
                <a:gd name="T11" fmla="*/ 264 h 1057"/>
                <a:gd name="T12" fmla="*/ 455 w 910"/>
                <a:gd name="T13" fmla="*/ 0 h 1057"/>
                <a:gd name="T14" fmla="*/ 455 w 910"/>
                <a:gd name="T15" fmla="*/ 0 h 10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0" h="1057">
                  <a:moveTo>
                    <a:pt x="455" y="0"/>
                  </a:moveTo>
                  <a:lnTo>
                    <a:pt x="910" y="264"/>
                  </a:lnTo>
                  <a:lnTo>
                    <a:pt x="910" y="793"/>
                  </a:lnTo>
                  <a:lnTo>
                    <a:pt x="455" y="1057"/>
                  </a:lnTo>
                  <a:lnTo>
                    <a:pt x="0" y="793"/>
                  </a:lnTo>
                  <a:lnTo>
                    <a:pt x="0" y="264"/>
                  </a:lnTo>
                  <a:lnTo>
                    <a:pt x="455" y="0"/>
                  </a:lnTo>
                  <a:lnTo>
                    <a:pt x="455"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571" name="Freeform 9">
              <a:extLst>
                <a:ext uri="{FF2B5EF4-FFF2-40B4-BE49-F238E27FC236}">
                  <a16:creationId xmlns:a16="http://schemas.microsoft.com/office/drawing/2014/main" id="{64BC0D5F-CBBA-49A4-9D8D-22F410F2A52D}"/>
                </a:ext>
              </a:extLst>
            </p:cNvPr>
            <p:cNvSpPr>
              <a:spLocks/>
            </p:cNvSpPr>
            <p:nvPr/>
          </p:nvSpPr>
          <p:spPr bwMode="auto">
            <a:xfrm>
              <a:off x="4100513" y="4472424"/>
              <a:ext cx="1106488" cy="1263650"/>
            </a:xfrm>
            <a:custGeom>
              <a:avLst/>
              <a:gdLst>
                <a:gd name="T0" fmla="*/ 104 w 222"/>
                <a:gd name="T1" fmla="*/ 2 h 253"/>
                <a:gd name="T2" fmla="*/ 111 w 222"/>
                <a:gd name="T3" fmla="*/ 0 h 253"/>
                <a:gd name="T4" fmla="*/ 118 w 222"/>
                <a:gd name="T5" fmla="*/ 2 h 253"/>
                <a:gd name="T6" fmla="*/ 118 w 222"/>
                <a:gd name="T7" fmla="*/ 2 h 253"/>
                <a:gd name="T8" fmla="*/ 215 w 222"/>
                <a:gd name="T9" fmla="*/ 58 h 253"/>
                <a:gd name="T10" fmla="*/ 215 w 222"/>
                <a:gd name="T11" fmla="*/ 58 h 253"/>
                <a:gd name="T12" fmla="*/ 220 w 222"/>
                <a:gd name="T13" fmla="*/ 64 h 253"/>
                <a:gd name="T14" fmla="*/ 222 w 222"/>
                <a:gd name="T15" fmla="*/ 71 h 253"/>
                <a:gd name="T16" fmla="*/ 222 w 222"/>
                <a:gd name="T17" fmla="*/ 183 h 253"/>
                <a:gd name="T18" fmla="*/ 220 w 222"/>
                <a:gd name="T19" fmla="*/ 190 h 253"/>
                <a:gd name="T20" fmla="*/ 220 w 222"/>
                <a:gd name="T21" fmla="*/ 190 h 253"/>
                <a:gd name="T22" fmla="*/ 215 w 222"/>
                <a:gd name="T23" fmla="*/ 195 h 253"/>
                <a:gd name="T24" fmla="*/ 215 w 222"/>
                <a:gd name="T25" fmla="*/ 195 h 253"/>
                <a:gd name="T26" fmla="*/ 118 w 222"/>
                <a:gd name="T27" fmla="*/ 251 h 253"/>
                <a:gd name="T28" fmla="*/ 118 w 222"/>
                <a:gd name="T29" fmla="*/ 251 h 253"/>
                <a:gd name="T30" fmla="*/ 111 w 222"/>
                <a:gd name="T31" fmla="*/ 253 h 253"/>
                <a:gd name="T32" fmla="*/ 104 w 222"/>
                <a:gd name="T33" fmla="*/ 251 h 253"/>
                <a:gd name="T34" fmla="*/ 104 w 222"/>
                <a:gd name="T35" fmla="*/ 251 h 253"/>
                <a:gd name="T36" fmla="*/ 7 w 222"/>
                <a:gd name="T37" fmla="*/ 195 h 253"/>
                <a:gd name="T38" fmla="*/ 7 w 222"/>
                <a:gd name="T39" fmla="*/ 195 h 253"/>
                <a:gd name="T40" fmla="*/ 2 w 222"/>
                <a:gd name="T41" fmla="*/ 190 h 253"/>
                <a:gd name="T42" fmla="*/ 0 w 222"/>
                <a:gd name="T43" fmla="*/ 183 h 253"/>
                <a:gd name="T44" fmla="*/ 0 w 222"/>
                <a:gd name="T45" fmla="*/ 71 h 253"/>
                <a:gd name="T46" fmla="*/ 2 w 222"/>
                <a:gd name="T47" fmla="*/ 64 h 253"/>
                <a:gd name="T48" fmla="*/ 7 w 222"/>
                <a:gd name="T49" fmla="*/ 58 h 253"/>
                <a:gd name="T50" fmla="*/ 104 w 222"/>
                <a:gd name="T51" fmla="*/ 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2" h="253">
                  <a:moveTo>
                    <a:pt x="104" y="2"/>
                  </a:moveTo>
                  <a:cubicBezTo>
                    <a:pt x="106" y="1"/>
                    <a:pt x="109" y="0"/>
                    <a:pt x="111" y="0"/>
                  </a:cubicBezTo>
                  <a:cubicBezTo>
                    <a:pt x="113" y="0"/>
                    <a:pt x="116" y="1"/>
                    <a:pt x="118" y="2"/>
                  </a:cubicBezTo>
                  <a:cubicBezTo>
                    <a:pt x="118" y="2"/>
                    <a:pt x="118" y="2"/>
                    <a:pt x="118" y="2"/>
                  </a:cubicBezTo>
                  <a:cubicBezTo>
                    <a:pt x="215" y="58"/>
                    <a:pt x="215" y="58"/>
                    <a:pt x="215" y="58"/>
                  </a:cubicBezTo>
                  <a:cubicBezTo>
                    <a:pt x="215" y="58"/>
                    <a:pt x="215" y="58"/>
                    <a:pt x="215" y="58"/>
                  </a:cubicBezTo>
                  <a:cubicBezTo>
                    <a:pt x="217" y="60"/>
                    <a:pt x="219" y="61"/>
                    <a:pt x="220" y="64"/>
                  </a:cubicBezTo>
                  <a:cubicBezTo>
                    <a:pt x="222" y="66"/>
                    <a:pt x="222" y="68"/>
                    <a:pt x="222" y="71"/>
                  </a:cubicBezTo>
                  <a:cubicBezTo>
                    <a:pt x="222" y="183"/>
                    <a:pt x="222" y="183"/>
                    <a:pt x="222" y="183"/>
                  </a:cubicBezTo>
                  <a:cubicBezTo>
                    <a:pt x="222" y="185"/>
                    <a:pt x="222" y="188"/>
                    <a:pt x="220" y="190"/>
                  </a:cubicBezTo>
                  <a:cubicBezTo>
                    <a:pt x="220" y="190"/>
                    <a:pt x="220" y="190"/>
                    <a:pt x="220" y="190"/>
                  </a:cubicBezTo>
                  <a:cubicBezTo>
                    <a:pt x="219" y="192"/>
                    <a:pt x="217" y="194"/>
                    <a:pt x="215" y="195"/>
                  </a:cubicBezTo>
                  <a:cubicBezTo>
                    <a:pt x="215" y="195"/>
                    <a:pt x="215" y="195"/>
                    <a:pt x="215" y="195"/>
                  </a:cubicBezTo>
                  <a:cubicBezTo>
                    <a:pt x="118" y="251"/>
                    <a:pt x="118" y="251"/>
                    <a:pt x="118" y="251"/>
                  </a:cubicBezTo>
                  <a:cubicBezTo>
                    <a:pt x="118" y="251"/>
                    <a:pt x="118" y="251"/>
                    <a:pt x="118" y="251"/>
                  </a:cubicBezTo>
                  <a:cubicBezTo>
                    <a:pt x="116" y="253"/>
                    <a:pt x="113" y="253"/>
                    <a:pt x="111" y="253"/>
                  </a:cubicBezTo>
                  <a:cubicBezTo>
                    <a:pt x="109" y="253"/>
                    <a:pt x="106" y="253"/>
                    <a:pt x="104" y="251"/>
                  </a:cubicBezTo>
                  <a:cubicBezTo>
                    <a:pt x="104" y="251"/>
                    <a:pt x="104" y="251"/>
                    <a:pt x="104" y="251"/>
                  </a:cubicBezTo>
                  <a:cubicBezTo>
                    <a:pt x="7" y="195"/>
                    <a:pt x="7" y="195"/>
                    <a:pt x="7" y="195"/>
                  </a:cubicBezTo>
                  <a:cubicBezTo>
                    <a:pt x="7" y="195"/>
                    <a:pt x="7" y="195"/>
                    <a:pt x="7" y="195"/>
                  </a:cubicBezTo>
                  <a:cubicBezTo>
                    <a:pt x="5" y="194"/>
                    <a:pt x="3" y="192"/>
                    <a:pt x="2" y="190"/>
                  </a:cubicBezTo>
                  <a:cubicBezTo>
                    <a:pt x="0" y="188"/>
                    <a:pt x="0" y="185"/>
                    <a:pt x="0" y="183"/>
                  </a:cubicBezTo>
                  <a:cubicBezTo>
                    <a:pt x="0" y="71"/>
                    <a:pt x="0" y="71"/>
                    <a:pt x="0" y="71"/>
                  </a:cubicBezTo>
                  <a:cubicBezTo>
                    <a:pt x="0" y="68"/>
                    <a:pt x="0" y="66"/>
                    <a:pt x="2" y="64"/>
                  </a:cubicBezTo>
                  <a:cubicBezTo>
                    <a:pt x="3" y="61"/>
                    <a:pt x="5" y="60"/>
                    <a:pt x="7" y="58"/>
                  </a:cubicBezTo>
                  <a:cubicBezTo>
                    <a:pt x="104" y="2"/>
                    <a:pt x="104" y="2"/>
                    <a:pt x="104"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2" name="Freeform 10">
              <a:extLst>
                <a:ext uri="{FF2B5EF4-FFF2-40B4-BE49-F238E27FC236}">
                  <a16:creationId xmlns:a16="http://schemas.microsoft.com/office/drawing/2014/main" id="{4464204F-80F8-44FF-A656-F38E45E91F7C}"/>
                </a:ext>
              </a:extLst>
            </p:cNvPr>
            <p:cNvSpPr>
              <a:spLocks/>
            </p:cNvSpPr>
            <p:nvPr/>
          </p:nvSpPr>
          <p:spPr bwMode="auto">
            <a:xfrm>
              <a:off x="4652963" y="3007161"/>
              <a:ext cx="1450975" cy="1679575"/>
            </a:xfrm>
            <a:custGeom>
              <a:avLst/>
              <a:gdLst>
                <a:gd name="T0" fmla="*/ 455 w 914"/>
                <a:gd name="T1" fmla="*/ 0 h 1058"/>
                <a:gd name="T2" fmla="*/ 914 w 914"/>
                <a:gd name="T3" fmla="*/ 265 h 1058"/>
                <a:gd name="T4" fmla="*/ 914 w 914"/>
                <a:gd name="T5" fmla="*/ 794 h 1058"/>
                <a:gd name="T6" fmla="*/ 455 w 914"/>
                <a:gd name="T7" fmla="*/ 1058 h 1058"/>
                <a:gd name="T8" fmla="*/ 0 w 914"/>
                <a:gd name="T9" fmla="*/ 794 h 1058"/>
                <a:gd name="T10" fmla="*/ 0 w 914"/>
                <a:gd name="T11" fmla="*/ 265 h 1058"/>
                <a:gd name="T12" fmla="*/ 455 w 914"/>
                <a:gd name="T13" fmla="*/ 0 h 1058"/>
                <a:gd name="T14" fmla="*/ 455 w 914"/>
                <a:gd name="T15" fmla="*/ 0 h 10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4" h="1058">
                  <a:moveTo>
                    <a:pt x="455" y="0"/>
                  </a:moveTo>
                  <a:lnTo>
                    <a:pt x="914" y="265"/>
                  </a:lnTo>
                  <a:lnTo>
                    <a:pt x="914" y="794"/>
                  </a:lnTo>
                  <a:lnTo>
                    <a:pt x="455" y="1058"/>
                  </a:lnTo>
                  <a:lnTo>
                    <a:pt x="0" y="794"/>
                  </a:lnTo>
                  <a:lnTo>
                    <a:pt x="0" y="265"/>
                  </a:lnTo>
                  <a:lnTo>
                    <a:pt x="455" y="0"/>
                  </a:lnTo>
                  <a:lnTo>
                    <a:pt x="455" y="0"/>
                  </a:lnTo>
                  <a:close/>
                </a:path>
              </a:pathLst>
            </a:custGeom>
            <a:solidFill>
              <a:srgbClr val="00E0CB"/>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573" name="Freeform 11">
              <a:extLst>
                <a:ext uri="{FF2B5EF4-FFF2-40B4-BE49-F238E27FC236}">
                  <a16:creationId xmlns:a16="http://schemas.microsoft.com/office/drawing/2014/main" id="{0BFC7381-388C-403F-B582-3C7B9F39D26C}"/>
                </a:ext>
              </a:extLst>
            </p:cNvPr>
            <p:cNvSpPr>
              <a:spLocks/>
            </p:cNvSpPr>
            <p:nvPr/>
          </p:nvSpPr>
          <p:spPr bwMode="auto">
            <a:xfrm>
              <a:off x="4843463" y="3237349"/>
              <a:ext cx="1065213" cy="1223963"/>
            </a:xfrm>
            <a:custGeom>
              <a:avLst/>
              <a:gdLst>
                <a:gd name="T0" fmla="*/ 102 w 214"/>
                <a:gd name="T1" fmla="*/ 2 h 245"/>
                <a:gd name="T2" fmla="*/ 112 w 214"/>
                <a:gd name="T3" fmla="*/ 2 h 245"/>
                <a:gd name="T4" fmla="*/ 209 w 214"/>
                <a:gd name="T5" fmla="*/ 57 h 245"/>
                <a:gd name="T6" fmla="*/ 214 w 214"/>
                <a:gd name="T7" fmla="*/ 66 h 245"/>
                <a:gd name="T8" fmla="*/ 214 w 214"/>
                <a:gd name="T9" fmla="*/ 178 h 245"/>
                <a:gd name="T10" fmla="*/ 209 w 214"/>
                <a:gd name="T11" fmla="*/ 187 h 245"/>
                <a:gd name="T12" fmla="*/ 112 w 214"/>
                <a:gd name="T13" fmla="*/ 243 h 245"/>
                <a:gd name="T14" fmla="*/ 102 w 214"/>
                <a:gd name="T15" fmla="*/ 243 h 245"/>
                <a:gd name="T16" fmla="*/ 5 w 214"/>
                <a:gd name="T17" fmla="*/ 187 h 245"/>
                <a:gd name="T18" fmla="*/ 0 w 214"/>
                <a:gd name="T19" fmla="*/ 178 h 245"/>
                <a:gd name="T20" fmla="*/ 0 w 214"/>
                <a:gd name="T21" fmla="*/ 66 h 245"/>
                <a:gd name="T22" fmla="*/ 5 w 214"/>
                <a:gd name="T23" fmla="*/ 57 h 245"/>
                <a:gd name="T24" fmla="*/ 102 w 214"/>
                <a:gd name="T25" fmla="*/ 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245">
                  <a:moveTo>
                    <a:pt x="102" y="2"/>
                  </a:moveTo>
                  <a:cubicBezTo>
                    <a:pt x="105" y="0"/>
                    <a:pt x="109" y="0"/>
                    <a:pt x="112" y="2"/>
                  </a:cubicBezTo>
                  <a:cubicBezTo>
                    <a:pt x="209" y="57"/>
                    <a:pt x="209" y="57"/>
                    <a:pt x="209" y="57"/>
                  </a:cubicBezTo>
                  <a:cubicBezTo>
                    <a:pt x="213" y="59"/>
                    <a:pt x="214" y="63"/>
                    <a:pt x="214" y="66"/>
                  </a:cubicBezTo>
                  <a:cubicBezTo>
                    <a:pt x="214" y="178"/>
                    <a:pt x="214" y="178"/>
                    <a:pt x="214" y="178"/>
                  </a:cubicBezTo>
                  <a:cubicBezTo>
                    <a:pt x="214" y="182"/>
                    <a:pt x="213" y="185"/>
                    <a:pt x="209" y="187"/>
                  </a:cubicBezTo>
                  <a:cubicBezTo>
                    <a:pt x="112" y="243"/>
                    <a:pt x="112" y="243"/>
                    <a:pt x="112" y="243"/>
                  </a:cubicBezTo>
                  <a:cubicBezTo>
                    <a:pt x="109" y="245"/>
                    <a:pt x="105" y="245"/>
                    <a:pt x="102" y="243"/>
                  </a:cubicBezTo>
                  <a:cubicBezTo>
                    <a:pt x="5" y="187"/>
                    <a:pt x="5" y="187"/>
                    <a:pt x="5" y="187"/>
                  </a:cubicBezTo>
                  <a:cubicBezTo>
                    <a:pt x="2" y="185"/>
                    <a:pt x="0" y="182"/>
                    <a:pt x="0" y="178"/>
                  </a:cubicBezTo>
                  <a:cubicBezTo>
                    <a:pt x="0" y="66"/>
                    <a:pt x="0" y="66"/>
                    <a:pt x="0" y="66"/>
                  </a:cubicBezTo>
                  <a:cubicBezTo>
                    <a:pt x="0" y="63"/>
                    <a:pt x="2" y="59"/>
                    <a:pt x="5" y="57"/>
                  </a:cubicBezTo>
                  <a:cubicBezTo>
                    <a:pt x="102" y="2"/>
                    <a:pt x="102" y="2"/>
                    <a:pt x="102"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4" name="Freeform 12">
              <a:extLst>
                <a:ext uri="{FF2B5EF4-FFF2-40B4-BE49-F238E27FC236}">
                  <a16:creationId xmlns:a16="http://schemas.microsoft.com/office/drawing/2014/main" id="{13756A2A-0191-4432-BC8E-429295564E33}"/>
                </a:ext>
              </a:extLst>
            </p:cNvPr>
            <p:cNvSpPr>
              <a:spLocks/>
            </p:cNvSpPr>
            <p:nvPr/>
          </p:nvSpPr>
          <p:spPr bwMode="auto">
            <a:xfrm>
              <a:off x="6103938" y="3007161"/>
              <a:ext cx="1444625" cy="1679575"/>
            </a:xfrm>
            <a:custGeom>
              <a:avLst/>
              <a:gdLst>
                <a:gd name="T0" fmla="*/ 455 w 910"/>
                <a:gd name="T1" fmla="*/ 0 h 1058"/>
                <a:gd name="T2" fmla="*/ 910 w 910"/>
                <a:gd name="T3" fmla="*/ 265 h 1058"/>
                <a:gd name="T4" fmla="*/ 910 w 910"/>
                <a:gd name="T5" fmla="*/ 794 h 1058"/>
                <a:gd name="T6" fmla="*/ 455 w 910"/>
                <a:gd name="T7" fmla="*/ 1058 h 1058"/>
                <a:gd name="T8" fmla="*/ 0 w 910"/>
                <a:gd name="T9" fmla="*/ 794 h 1058"/>
                <a:gd name="T10" fmla="*/ 0 w 910"/>
                <a:gd name="T11" fmla="*/ 265 h 1058"/>
                <a:gd name="T12" fmla="*/ 455 w 910"/>
                <a:gd name="T13" fmla="*/ 0 h 1058"/>
                <a:gd name="T14" fmla="*/ 455 w 910"/>
                <a:gd name="T15" fmla="*/ 0 h 10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0" h="1058">
                  <a:moveTo>
                    <a:pt x="455" y="0"/>
                  </a:moveTo>
                  <a:lnTo>
                    <a:pt x="910" y="265"/>
                  </a:lnTo>
                  <a:lnTo>
                    <a:pt x="910" y="794"/>
                  </a:lnTo>
                  <a:lnTo>
                    <a:pt x="455" y="1058"/>
                  </a:lnTo>
                  <a:lnTo>
                    <a:pt x="0" y="794"/>
                  </a:lnTo>
                  <a:lnTo>
                    <a:pt x="0" y="265"/>
                  </a:lnTo>
                  <a:lnTo>
                    <a:pt x="455" y="0"/>
                  </a:lnTo>
                  <a:lnTo>
                    <a:pt x="455" y="0"/>
                  </a:lnTo>
                  <a:close/>
                </a:path>
              </a:pathLst>
            </a:cu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575" name="Freeform 13">
              <a:extLst>
                <a:ext uri="{FF2B5EF4-FFF2-40B4-BE49-F238E27FC236}">
                  <a16:creationId xmlns:a16="http://schemas.microsoft.com/office/drawing/2014/main" id="{29A6CFFB-5D35-4414-9FD4-EAC32866BDC7}"/>
                </a:ext>
              </a:extLst>
            </p:cNvPr>
            <p:cNvSpPr>
              <a:spLocks/>
            </p:cNvSpPr>
            <p:nvPr/>
          </p:nvSpPr>
          <p:spPr bwMode="auto">
            <a:xfrm>
              <a:off x="6292851" y="3237349"/>
              <a:ext cx="1065213" cy="1223963"/>
            </a:xfrm>
            <a:custGeom>
              <a:avLst/>
              <a:gdLst>
                <a:gd name="T0" fmla="*/ 102 w 214"/>
                <a:gd name="T1" fmla="*/ 2 h 245"/>
                <a:gd name="T2" fmla="*/ 112 w 214"/>
                <a:gd name="T3" fmla="*/ 2 h 245"/>
                <a:gd name="T4" fmla="*/ 209 w 214"/>
                <a:gd name="T5" fmla="*/ 57 h 245"/>
                <a:gd name="T6" fmla="*/ 214 w 214"/>
                <a:gd name="T7" fmla="*/ 66 h 245"/>
                <a:gd name="T8" fmla="*/ 214 w 214"/>
                <a:gd name="T9" fmla="*/ 178 h 245"/>
                <a:gd name="T10" fmla="*/ 209 w 214"/>
                <a:gd name="T11" fmla="*/ 187 h 245"/>
                <a:gd name="T12" fmla="*/ 112 w 214"/>
                <a:gd name="T13" fmla="*/ 243 h 245"/>
                <a:gd name="T14" fmla="*/ 102 w 214"/>
                <a:gd name="T15" fmla="*/ 243 h 245"/>
                <a:gd name="T16" fmla="*/ 5 w 214"/>
                <a:gd name="T17" fmla="*/ 187 h 245"/>
                <a:gd name="T18" fmla="*/ 0 w 214"/>
                <a:gd name="T19" fmla="*/ 178 h 245"/>
                <a:gd name="T20" fmla="*/ 0 w 214"/>
                <a:gd name="T21" fmla="*/ 66 h 245"/>
                <a:gd name="T22" fmla="*/ 5 w 214"/>
                <a:gd name="T23" fmla="*/ 57 h 245"/>
                <a:gd name="T24" fmla="*/ 102 w 214"/>
                <a:gd name="T25" fmla="*/ 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245">
                  <a:moveTo>
                    <a:pt x="102" y="2"/>
                  </a:moveTo>
                  <a:cubicBezTo>
                    <a:pt x="105" y="0"/>
                    <a:pt x="109" y="0"/>
                    <a:pt x="112" y="2"/>
                  </a:cubicBezTo>
                  <a:cubicBezTo>
                    <a:pt x="209" y="57"/>
                    <a:pt x="209" y="57"/>
                    <a:pt x="209" y="57"/>
                  </a:cubicBezTo>
                  <a:cubicBezTo>
                    <a:pt x="212" y="59"/>
                    <a:pt x="214" y="63"/>
                    <a:pt x="214" y="66"/>
                  </a:cubicBezTo>
                  <a:cubicBezTo>
                    <a:pt x="214" y="178"/>
                    <a:pt x="214" y="178"/>
                    <a:pt x="214" y="178"/>
                  </a:cubicBezTo>
                  <a:cubicBezTo>
                    <a:pt x="214" y="182"/>
                    <a:pt x="212" y="185"/>
                    <a:pt x="209" y="187"/>
                  </a:cubicBezTo>
                  <a:cubicBezTo>
                    <a:pt x="112" y="243"/>
                    <a:pt x="112" y="243"/>
                    <a:pt x="112" y="243"/>
                  </a:cubicBezTo>
                  <a:cubicBezTo>
                    <a:pt x="109" y="245"/>
                    <a:pt x="105" y="245"/>
                    <a:pt x="102" y="243"/>
                  </a:cubicBezTo>
                  <a:cubicBezTo>
                    <a:pt x="5" y="187"/>
                    <a:pt x="5" y="187"/>
                    <a:pt x="5" y="187"/>
                  </a:cubicBezTo>
                  <a:cubicBezTo>
                    <a:pt x="2" y="185"/>
                    <a:pt x="0" y="182"/>
                    <a:pt x="0" y="178"/>
                  </a:cubicBezTo>
                  <a:cubicBezTo>
                    <a:pt x="0" y="66"/>
                    <a:pt x="0" y="66"/>
                    <a:pt x="0" y="66"/>
                  </a:cubicBezTo>
                  <a:cubicBezTo>
                    <a:pt x="0" y="63"/>
                    <a:pt x="2" y="59"/>
                    <a:pt x="5" y="57"/>
                  </a:cubicBezTo>
                  <a:cubicBezTo>
                    <a:pt x="102" y="2"/>
                    <a:pt x="102" y="2"/>
                    <a:pt x="102"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6" name="Freeform 14">
              <a:extLst>
                <a:ext uri="{FF2B5EF4-FFF2-40B4-BE49-F238E27FC236}">
                  <a16:creationId xmlns:a16="http://schemas.microsoft.com/office/drawing/2014/main" id="{EFCD0B90-985A-4476-BB0E-E1108EBC0B52}"/>
                </a:ext>
              </a:extLst>
            </p:cNvPr>
            <p:cNvSpPr>
              <a:spLocks/>
            </p:cNvSpPr>
            <p:nvPr/>
          </p:nvSpPr>
          <p:spPr bwMode="auto">
            <a:xfrm>
              <a:off x="6826251" y="4267636"/>
              <a:ext cx="1444625" cy="1677988"/>
            </a:xfrm>
            <a:custGeom>
              <a:avLst/>
              <a:gdLst>
                <a:gd name="T0" fmla="*/ 455 w 910"/>
                <a:gd name="T1" fmla="*/ 0 h 1057"/>
                <a:gd name="T2" fmla="*/ 910 w 910"/>
                <a:gd name="T3" fmla="*/ 264 h 1057"/>
                <a:gd name="T4" fmla="*/ 910 w 910"/>
                <a:gd name="T5" fmla="*/ 793 h 1057"/>
                <a:gd name="T6" fmla="*/ 455 w 910"/>
                <a:gd name="T7" fmla="*/ 1057 h 1057"/>
                <a:gd name="T8" fmla="*/ 0 w 910"/>
                <a:gd name="T9" fmla="*/ 793 h 1057"/>
                <a:gd name="T10" fmla="*/ 0 w 910"/>
                <a:gd name="T11" fmla="*/ 264 h 1057"/>
                <a:gd name="T12" fmla="*/ 455 w 910"/>
                <a:gd name="T13" fmla="*/ 0 h 1057"/>
                <a:gd name="T14" fmla="*/ 455 w 910"/>
                <a:gd name="T15" fmla="*/ 0 h 10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0" h="1057">
                  <a:moveTo>
                    <a:pt x="455" y="0"/>
                  </a:moveTo>
                  <a:lnTo>
                    <a:pt x="910" y="264"/>
                  </a:lnTo>
                  <a:lnTo>
                    <a:pt x="910" y="793"/>
                  </a:lnTo>
                  <a:lnTo>
                    <a:pt x="455" y="1057"/>
                  </a:lnTo>
                  <a:lnTo>
                    <a:pt x="0" y="793"/>
                  </a:lnTo>
                  <a:lnTo>
                    <a:pt x="0" y="264"/>
                  </a:lnTo>
                  <a:lnTo>
                    <a:pt x="455" y="0"/>
                  </a:lnTo>
                  <a:lnTo>
                    <a:pt x="455" y="0"/>
                  </a:lnTo>
                  <a:close/>
                </a:path>
              </a:pathLst>
            </a:custGeom>
            <a:solidFill>
              <a:srgbClr val="0F99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7" name="Freeform 15">
              <a:extLst>
                <a:ext uri="{FF2B5EF4-FFF2-40B4-BE49-F238E27FC236}">
                  <a16:creationId xmlns:a16="http://schemas.microsoft.com/office/drawing/2014/main" id="{ECE65945-F603-441C-82B7-91AB572E9399}"/>
                </a:ext>
              </a:extLst>
            </p:cNvPr>
            <p:cNvSpPr>
              <a:spLocks/>
            </p:cNvSpPr>
            <p:nvPr/>
          </p:nvSpPr>
          <p:spPr bwMode="auto">
            <a:xfrm>
              <a:off x="6994526" y="4472424"/>
              <a:ext cx="1106488" cy="1263650"/>
            </a:xfrm>
            <a:custGeom>
              <a:avLst/>
              <a:gdLst>
                <a:gd name="T0" fmla="*/ 104 w 222"/>
                <a:gd name="T1" fmla="*/ 2 h 253"/>
                <a:gd name="T2" fmla="*/ 111 w 222"/>
                <a:gd name="T3" fmla="*/ 0 h 253"/>
                <a:gd name="T4" fmla="*/ 118 w 222"/>
                <a:gd name="T5" fmla="*/ 2 h 253"/>
                <a:gd name="T6" fmla="*/ 118 w 222"/>
                <a:gd name="T7" fmla="*/ 2 h 253"/>
                <a:gd name="T8" fmla="*/ 215 w 222"/>
                <a:gd name="T9" fmla="*/ 58 h 253"/>
                <a:gd name="T10" fmla="*/ 215 w 222"/>
                <a:gd name="T11" fmla="*/ 58 h 253"/>
                <a:gd name="T12" fmla="*/ 221 w 222"/>
                <a:gd name="T13" fmla="*/ 64 h 253"/>
                <a:gd name="T14" fmla="*/ 222 w 222"/>
                <a:gd name="T15" fmla="*/ 71 h 253"/>
                <a:gd name="T16" fmla="*/ 222 w 222"/>
                <a:gd name="T17" fmla="*/ 183 h 253"/>
                <a:gd name="T18" fmla="*/ 221 w 222"/>
                <a:gd name="T19" fmla="*/ 190 h 253"/>
                <a:gd name="T20" fmla="*/ 221 w 222"/>
                <a:gd name="T21" fmla="*/ 190 h 253"/>
                <a:gd name="T22" fmla="*/ 215 w 222"/>
                <a:gd name="T23" fmla="*/ 195 h 253"/>
                <a:gd name="T24" fmla="*/ 215 w 222"/>
                <a:gd name="T25" fmla="*/ 195 h 253"/>
                <a:gd name="T26" fmla="*/ 118 w 222"/>
                <a:gd name="T27" fmla="*/ 251 h 253"/>
                <a:gd name="T28" fmla="*/ 118 w 222"/>
                <a:gd name="T29" fmla="*/ 251 h 253"/>
                <a:gd name="T30" fmla="*/ 111 w 222"/>
                <a:gd name="T31" fmla="*/ 253 h 253"/>
                <a:gd name="T32" fmla="*/ 104 w 222"/>
                <a:gd name="T33" fmla="*/ 251 h 253"/>
                <a:gd name="T34" fmla="*/ 104 w 222"/>
                <a:gd name="T35" fmla="*/ 251 h 253"/>
                <a:gd name="T36" fmla="*/ 7 w 222"/>
                <a:gd name="T37" fmla="*/ 195 h 253"/>
                <a:gd name="T38" fmla="*/ 7 w 222"/>
                <a:gd name="T39" fmla="*/ 195 h 253"/>
                <a:gd name="T40" fmla="*/ 2 w 222"/>
                <a:gd name="T41" fmla="*/ 190 h 253"/>
                <a:gd name="T42" fmla="*/ 0 w 222"/>
                <a:gd name="T43" fmla="*/ 183 h 253"/>
                <a:gd name="T44" fmla="*/ 0 w 222"/>
                <a:gd name="T45" fmla="*/ 71 h 253"/>
                <a:gd name="T46" fmla="*/ 2 w 222"/>
                <a:gd name="T47" fmla="*/ 64 h 253"/>
                <a:gd name="T48" fmla="*/ 7 w 222"/>
                <a:gd name="T49" fmla="*/ 58 h 253"/>
                <a:gd name="T50" fmla="*/ 104 w 222"/>
                <a:gd name="T51" fmla="*/ 2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2" h="253">
                  <a:moveTo>
                    <a:pt x="104" y="2"/>
                  </a:moveTo>
                  <a:cubicBezTo>
                    <a:pt x="106" y="1"/>
                    <a:pt x="109" y="0"/>
                    <a:pt x="111" y="0"/>
                  </a:cubicBezTo>
                  <a:cubicBezTo>
                    <a:pt x="114" y="0"/>
                    <a:pt x="116" y="1"/>
                    <a:pt x="118" y="2"/>
                  </a:cubicBezTo>
                  <a:cubicBezTo>
                    <a:pt x="118" y="2"/>
                    <a:pt x="118" y="2"/>
                    <a:pt x="118" y="2"/>
                  </a:cubicBezTo>
                  <a:cubicBezTo>
                    <a:pt x="215" y="58"/>
                    <a:pt x="215" y="58"/>
                    <a:pt x="215" y="58"/>
                  </a:cubicBezTo>
                  <a:cubicBezTo>
                    <a:pt x="215" y="58"/>
                    <a:pt x="215" y="58"/>
                    <a:pt x="215" y="58"/>
                  </a:cubicBezTo>
                  <a:cubicBezTo>
                    <a:pt x="217" y="60"/>
                    <a:pt x="219" y="61"/>
                    <a:pt x="221" y="64"/>
                  </a:cubicBezTo>
                  <a:cubicBezTo>
                    <a:pt x="222" y="66"/>
                    <a:pt x="222" y="68"/>
                    <a:pt x="222" y="71"/>
                  </a:cubicBezTo>
                  <a:cubicBezTo>
                    <a:pt x="222" y="183"/>
                    <a:pt x="222" y="183"/>
                    <a:pt x="222" y="183"/>
                  </a:cubicBezTo>
                  <a:cubicBezTo>
                    <a:pt x="222" y="185"/>
                    <a:pt x="222" y="188"/>
                    <a:pt x="221" y="190"/>
                  </a:cubicBezTo>
                  <a:cubicBezTo>
                    <a:pt x="221" y="190"/>
                    <a:pt x="221" y="190"/>
                    <a:pt x="221" y="190"/>
                  </a:cubicBezTo>
                  <a:cubicBezTo>
                    <a:pt x="219" y="192"/>
                    <a:pt x="217" y="194"/>
                    <a:pt x="215" y="195"/>
                  </a:cubicBezTo>
                  <a:cubicBezTo>
                    <a:pt x="215" y="195"/>
                    <a:pt x="215" y="195"/>
                    <a:pt x="215" y="195"/>
                  </a:cubicBezTo>
                  <a:cubicBezTo>
                    <a:pt x="118" y="251"/>
                    <a:pt x="118" y="251"/>
                    <a:pt x="118" y="251"/>
                  </a:cubicBezTo>
                  <a:cubicBezTo>
                    <a:pt x="118" y="251"/>
                    <a:pt x="118" y="251"/>
                    <a:pt x="118" y="251"/>
                  </a:cubicBezTo>
                  <a:cubicBezTo>
                    <a:pt x="116" y="253"/>
                    <a:pt x="114" y="253"/>
                    <a:pt x="111" y="253"/>
                  </a:cubicBezTo>
                  <a:cubicBezTo>
                    <a:pt x="109" y="253"/>
                    <a:pt x="106" y="253"/>
                    <a:pt x="104" y="251"/>
                  </a:cubicBezTo>
                  <a:cubicBezTo>
                    <a:pt x="104" y="251"/>
                    <a:pt x="104" y="251"/>
                    <a:pt x="104" y="251"/>
                  </a:cubicBezTo>
                  <a:cubicBezTo>
                    <a:pt x="7" y="195"/>
                    <a:pt x="7" y="195"/>
                    <a:pt x="7" y="195"/>
                  </a:cubicBezTo>
                  <a:cubicBezTo>
                    <a:pt x="7" y="195"/>
                    <a:pt x="7" y="195"/>
                    <a:pt x="7" y="195"/>
                  </a:cubicBezTo>
                  <a:cubicBezTo>
                    <a:pt x="5" y="194"/>
                    <a:pt x="3" y="192"/>
                    <a:pt x="2" y="190"/>
                  </a:cubicBezTo>
                  <a:cubicBezTo>
                    <a:pt x="0" y="188"/>
                    <a:pt x="0" y="185"/>
                    <a:pt x="0" y="183"/>
                  </a:cubicBezTo>
                  <a:cubicBezTo>
                    <a:pt x="0" y="71"/>
                    <a:pt x="0" y="71"/>
                    <a:pt x="0" y="71"/>
                  </a:cubicBezTo>
                  <a:cubicBezTo>
                    <a:pt x="0" y="68"/>
                    <a:pt x="0" y="66"/>
                    <a:pt x="2" y="64"/>
                  </a:cubicBezTo>
                  <a:cubicBezTo>
                    <a:pt x="3" y="61"/>
                    <a:pt x="5" y="60"/>
                    <a:pt x="7" y="58"/>
                  </a:cubicBezTo>
                  <a:cubicBezTo>
                    <a:pt x="104" y="2"/>
                    <a:pt x="104" y="2"/>
                    <a:pt x="104"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78" name="Freeform 16">
              <a:extLst>
                <a:ext uri="{FF2B5EF4-FFF2-40B4-BE49-F238E27FC236}">
                  <a16:creationId xmlns:a16="http://schemas.microsoft.com/office/drawing/2014/main" id="{2D5DDDCA-169F-46E0-9355-B7C4F207379F}"/>
                </a:ext>
              </a:extLst>
            </p:cNvPr>
            <p:cNvSpPr>
              <a:spLocks/>
            </p:cNvSpPr>
            <p:nvPr/>
          </p:nvSpPr>
          <p:spPr bwMode="auto">
            <a:xfrm>
              <a:off x="2371726" y="4926449"/>
              <a:ext cx="1558925" cy="355600"/>
            </a:xfrm>
            <a:custGeom>
              <a:avLst/>
              <a:gdLst>
                <a:gd name="T0" fmla="*/ 0 w 313"/>
                <a:gd name="T1" fmla="*/ 34 h 71"/>
                <a:gd name="T2" fmla="*/ 255 w 313"/>
                <a:gd name="T3" fmla="*/ 34 h 71"/>
                <a:gd name="T4" fmla="*/ 313 w 313"/>
                <a:gd name="T5" fmla="*/ 0 h 71"/>
                <a:gd name="T6" fmla="*/ 313 w 313"/>
                <a:gd name="T7" fmla="*/ 71 h 71"/>
                <a:gd name="T8" fmla="*/ 255 w 313"/>
                <a:gd name="T9" fmla="*/ 38 h 71"/>
                <a:gd name="T10" fmla="*/ 0 w 313"/>
                <a:gd name="T11" fmla="*/ 38 h 71"/>
                <a:gd name="T12" fmla="*/ 0 w 313"/>
                <a:gd name="T13" fmla="*/ 34 h 71"/>
              </a:gdLst>
              <a:ahLst/>
              <a:cxnLst>
                <a:cxn ang="0">
                  <a:pos x="T0" y="T1"/>
                </a:cxn>
                <a:cxn ang="0">
                  <a:pos x="T2" y="T3"/>
                </a:cxn>
                <a:cxn ang="0">
                  <a:pos x="T4" y="T5"/>
                </a:cxn>
                <a:cxn ang="0">
                  <a:pos x="T6" y="T7"/>
                </a:cxn>
                <a:cxn ang="0">
                  <a:pos x="T8" y="T9"/>
                </a:cxn>
                <a:cxn ang="0">
                  <a:pos x="T10" y="T11"/>
                </a:cxn>
                <a:cxn ang="0">
                  <a:pos x="T12" y="T13"/>
                </a:cxn>
              </a:cxnLst>
              <a:rect l="0" t="0" r="r" b="b"/>
              <a:pathLst>
                <a:path w="313" h="71">
                  <a:moveTo>
                    <a:pt x="0" y="34"/>
                  </a:moveTo>
                  <a:cubicBezTo>
                    <a:pt x="255" y="34"/>
                    <a:pt x="255" y="34"/>
                    <a:pt x="255" y="34"/>
                  </a:cubicBezTo>
                  <a:cubicBezTo>
                    <a:pt x="279" y="34"/>
                    <a:pt x="300" y="21"/>
                    <a:pt x="313" y="0"/>
                  </a:cubicBezTo>
                  <a:cubicBezTo>
                    <a:pt x="313" y="71"/>
                    <a:pt x="313" y="71"/>
                    <a:pt x="313" y="71"/>
                  </a:cubicBezTo>
                  <a:cubicBezTo>
                    <a:pt x="300" y="50"/>
                    <a:pt x="279" y="38"/>
                    <a:pt x="255" y="38"/>
                  </a:cubicBezTo>
                  <a:cubicBezTo>
                    <a:pt x="0" y="38"/>
                    <a:pt x="0" y="38"/>
                    <a:pt x="0" y="38"/>
                  </a:cubicBezTo>
                  <a:cubicBezTo>
                    <a:pt x="0" y="34"/>
                    <a:pt x="0" y="34"/>
                    <a:pt x="0"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579" name="Freeform 17">
              <a:extLst>
                <a:ext uri="{FF2B5EF4-FFF2-40B4-BE49-F238E27FC236}">
                  <a16:creationId xmlns:a16="http://schemas.microsoft.com/office/drawing/2014/main" id="{EF5EEEEA-85E6-4921-9588-A1F43B4D2B8E}"/>
                </a:ext>
              </a:extLst>
            </p:cNvPr>
            <p:cNvSpPr>
              <a:spLocks/>
            </p:cNvSpPr>
            <p:nvPr/>
          </p:nvSpPr>
          <p:spPr bwMode="auto">
            <a:xfrm>
              <a:off x="3308351" y="2322949"/>
              <a:ext cx="1858963" cy="984250"/>
            </a:xfrm>
            <a:custGeom>
              <a:avLst/>
              <a:gdLst>
                <a:gd name="T0" fmla="*/ 239 w 373"/>
                <a:gd name="T1" fmla="*/ 5 h 197"/>
                <a:gd name="T2" fmla="*/ 312 w 373"/>
                <a:gd name="T3" fmla="*/ 130 h 197"/>
                <a:gd name="T4" fmla="*/ 312 w 373"/>
                <a:gd name="T5" fmla="*/ 197 h 197"/>
                <a:gd name="T6" fmla="*/ 373 w 373"/>
                <a:gd name="T7" fmla="*/ 162 h 197"/>
                <a:gd name="T8" fmla="*/ 316 w 373"/>
                <a:gd name="T9" fmla="*/ 128 h 197"/>
                <a:gd name="T10" fmla="*/ 242 w 373"/>
                <a:gd name="T11" fmla="*/ 0 h 197"/>
                <a:gd name="T12" fmla="*/ 0 w 373"/>
                <a:gd name="T13" fmla="*/ 0 h 197"/>
                <a:gd name="T14" fmla="*/ 0 w 373"/>
                <a:gd name="T15" fmla="*/ 5 h 197"/>
                <a:gd name="T16" fmla="*/ 239 w 373"/>
                <a:gd name="T17" fmla="*/ 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3" h="197">
                  <a:moveTo>
                    <a:pt x="239" y="5"/>
                  </a:moveTo>
                  <a:cubicBezTo>
                    <a:pt x="312" y="130"/>
                    <a:pt x="312" y="130"/>
                    <a:pt x="312" y="130"/>
                  </a:cubicBezTo>
                  <a:cubicBezTo>
                    <a:pt x="324" y="152"/>
                    <a:pt x="324" y="176"/>
                    <a:pt x="312" y="197"/>
                  </a:cubicBezTo>
                  <a:cubicBezTo>
                    <a:pt x="373" y="162"/>
                    <a:pt x="373" y="162"/>
                    <a:pt x="373" y="162"/>
                  </a:cubicBezTo>
                  <a:cubicBezTo>
                    <a:pt x="349" y="162"/>
                    <a:pt x="328" y="149"/>
                    <a:pt x="316" y="128"/>
                  </a:cubicBezTo>
                  <a:cubicBezTo>
                    <a:pt x="242" y="0"/>
                    <a:pt x="242" y="0"/>
                    <a:pt x="242" y="0"/>
                  </a:cubicBezTo>
                  <a:cubicBezTo>
                    <a:pt x="0" y="0"/>
                    <a:pt x="0" y="0"/>
                    <a:pt x="0" y="0"/>
                  </a:cubicBezTo>
                  <a:cubicBezTo>
                    <a:pt x="0" y="5"/>
                    <a:pt x="0" y="5"/>
                    <a:pt x="0" y="5"/>
                  </a:cubicBezTo>
                  <a:cubicBezTo>
                    <a:pt x="239" y="5"/>
                    <a:pt x="239" y="5"/>
                    <a:pt x="239" y="5"/>
                  </a:cubicBezTo>
                  <a:close/>
                </a:path>
              </a:pathLst>
            </a:custGeom>
            <a:solidFill>
              <a:srgbClr val="00E0CB"/>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80" name="Freeform 18">
              <a:extLst>
                <a:ext uri="{FF2B5EF4-FFF2-40B4-BE49-F238E27FC236}">
                  <a16:creationId xmlns:a16="http://schemas.microsoft.com/office/drawing/2014/main" id="{E88C987E-61FF-471A-9C27-391E63190E87}"/>
                </a:ext>
              </a:extLst>
            </p:cNvPr>
            <p:cNvSpPr>
              <a:spLocks/>
            </p:cNvSpPr>
            <p:nvPr/>
          </p:nvSpPr>
          <p:spPr bwMode="auto">
            <a:xfrm>
              <a:off x="8270876" y="4926449"/>
              <a:ext cx="1558925" cy="355600"/>
            </a:xfrm>
            <a:custGeom>
              <a:avLst/>
              <a:gdLst>
                <a:gd name="T0" fmla="*/ 313 w 313"/>
                <a:gd name="T1" fmla="*/ 34 h 71"/>
                <a:gd name="T2" fmla="*/ 58 w 313"/>
                <a:gd name="T3" fmla="*/ 34 h 71"/>
                <a:gd name="T4" fmla="*/ 0 w 313"/>
                <a:gd name="T5" fmla="*/ 0 h 71"/>
                <a:gd name="T6" fmla="*/ 0 w 313"/>
                <a:gd name="T7" fmla="*/ 71 h 71"/>
                <a:gd name="T8" fmla="*/ 58 w 313"/>
                <a:gd name="T9" fmla="*/ 38 h 71"/>
                <a:gd name="T10" fmla="*/ 313 w 313"/>
                <a:gd name="T11" fmla="*/ 38 h 71"/>
                <a:gd name="T12" fmla="*/ 313 w 313"/>
                <a:gd name="T13" fmla="*/ 34 h 71"/>
              </a:gdLst>
              <a:ahLst/>
              <a:cxnLst>
                <a:cxn ang="0">
                  <a:pos x="T0" y="T1"/>
                </a:cxn>
                <a:cxn ang="0">
                  <a:pos x="T2" y="T3"/>
                </a:cxn>
                <a:cxn ang="0">
                  <a:pos x="T4" y="T5"/>
                </a:cxn>
                <a:cxn ang="0">
                  <a:pos x="T6" y="T7"/>
                </a:cxn>
                <a:cxn ang="0">
                  <a:pos x="T8" y="T9"/>
                </a:cxn>
                <a:cxn ang="0">
                  <a:pos x="T10" y="T11"/>
                </a:cxn>
                <a:cxn ang="0">
                  <a:pos x="T12" y="T13"/>
                </a:cxn>
              </a:cxnLst>
              <a:rect l="0" t="0" r="r" b="b"/>
              <a:pathLst>
                <a:path w="313" h="71">
                  <a:moveTo>
                    <a:pt x="313" y="34"/>
                  </a:moveTo>
                  <a:cubicBezTo>
                    <a:pt x="58" y="34"/>
                    <a:pt x="58" y="34"/>
                    <a:pt x="58" y="34"/>
                  </a:cubicBezTo>
                  <a:cubicBezTo>
                    <a:pt x="34" y="34"/>
                    <a:pt x="13" y="21"/>
                    <a:pt x="0" y="0"/>
                  </a:cubicBezTo>
                  <a:cubicBezTo>
                    <a:pt x="0" y="71"/>
                    <a:pt x="0" y="71"/>
                    <a:pt x="0" y="71"/>
                  </a:cubicBezTo>
                  <a:cubicBezTo>
                    <a:pt x="13" y="50"/>
                    <a:pt x="34" y="38"/>
                    <a:pt x="58" y="38"/>
                  </a:cubicBezTo>
                  <a:cubicBezTo>
                    <a:pt x="313" y="38"/>
                    <a:pt x="313" y="38"/>
                    <a:pt x="313" y="38"/>
                  </a:cubicBezTo>
                  <a:cubicBezTo>
                    <a:pt x="313" y="34"/>
                    <a:pt x="313" y="34"/>
                    <a:pt x="313" y="34"/>
                  </a:cubicBezTo>
                  <a:close/>
                </a:path>
              </a:pathLst>
            </a:custGeom>
            <a:solidFill>
              <a:srgbClr val="0F99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81" name="Freeform 19">
              <a:extLst>
                <a:ext uri="{FF2B5EF4-FFF2-40B4-BE49-F238E27FC236}">
                  <a16:creationId xmlns:a16="http://schemas.microsoft.com/office/drawing/2014/main" id="{E2CD1167-F2CC-4036-A90D-B68E20660175}"/>
                </a:ext>
              </a:extLst>
            </p:cNvPr>
            <p:cNvSpPr>
              <a:spLocks/>
            </p:cNvSpPr>
            <p:nvPr/>
          </p:nvSpPr>
          <p:spPr bwMode="auto">
            <a:xfrm>
              <a:off x="7034213" y="2322949"/>
              <a:ext cx="1858963" cy="984250"/>
            </a:xfrm>
            <a:custGeom>
              <a:avLst/>
              <a:gdLst>
                <a:gd name="T0" fmla="*/ 134 w 373"/>
                <a:gd name="T1" fmla="*/ 5 h 197"/>
                <a:gd name="T2" fmla="*/ 61 w 373"/>
                <a:gd name="T3" fmla="*/ 130 h 197"/>
                <a:gd name="T4" fmla="*/ 61 w 373"/>
                <a:gd name="T5" fmla="*/ 197 h 197"/>
                <a:gd name="T6" fmla="*/ 0 w 373"/>
                <a:gd name="T7" fmla="*/ 162 h 197"/>
                <a:gd name="T8" fmla="*/ 58 w 373"/>
                <a:gd name="T9" fmla="*/ 128 h 197"/>
                <a:gd name="T10" fmla="*/ 131 w 373"/>
                <a:gd name="T11" fmla="*/ 0 h 197"/>
                <a:gd name="T12" fmla="*/ 373 w 373"/>
                <a:gd name="T13" fmla="*/ 0 h 197"/>
                <a:gd name="T14" fmla="*/ 373 w 373"/>
                <a:gd name="T15" fmla="*/ 5 h 197"/>
                <a:gd name="T16" fmla="*/ 134 w 373"/>
                <a:gd name="T17" fmla="*/ 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3" h="197">
                  <a:moveTo>
                    <a:pt x="134" y="5"/>
                  </a:moveTo>
                  <a:cubicBezTo>
                    <a:pt x="61" y="130"/>
                    <a:pt x="61" y="130"/>
                    <a:pt x="61" y="130"/>
                  </a:cubicBezTo>
                  <a:cubicBezTo>
                    <a:pt x="49" y="152"/>
                    <a:pt x="49" y="176"/>
                    <a:pt x="61" y="197"/>
                  </a:cubicBezTo>
                  <a:cubicBezTo>
                    <a:pt x="0" y="162"/>
                    <a:pt x="0" y="162"/>
                    <a:pt x="0" y="162"/>
                  </a:cubicBezTo>
                  <a:cubicBezTo>
                    <a:pt x="24" y="162"/>
                    <a:pt x="45" y="149"/>
                    <a:pt x="58" y="128"/>
                  </a:cubicBezTo>
                  <a:cubicBezTo>
                    <a:pt x="131" y="0"/>
                    <a:pt x="131" y="0"/>
                    <a:pt x="131" y="0"/>
                  </a:cubicBezTo>
                  <a:cubicBezTo>
                    <a:pt x="373" y="0"/>
                    <a:pt x="373" y="0"/>
                    <a:pt x="373" y="0"/>
                  </a:cubicBezTo>
                  <a:cubicBezTo>
                    <a:pt x="373" y="5"/>
                    <a:pt x="373" y="5"/>
                    <a:pt x="373" y="5"/>
                  </a:cubicBezTo>
                  <a:cubicBezTo>
                    <a:pt x="134" y="5"/>
                    <a:pt x="134" y="5"/>
                    <a:pt x="134" y="5"/>
                  </a:cubicBezTo>
                  <a:close/>
                </a:path>
              </a:pathLst>
            </a:cu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GB" dirty="0"/>
            </a:p>
          </p:txBody>
        </p:sp>
        <p:cxnSp>
          <p:nvCxnSpPr>
            <p:cNvPr id="582" name="Straight Connector 581">
              <a:extLst>
                <a:ext uri="{FF2B5EF4-FFF2-40B4-BE49-F238E27FC236}">
                  <a16:creationId xmlns:a16="http://schemas.microsoft.com/office/drawing/2014/main" id="{DAA9A31C-8940-4E22-9C80-4AE55E2C3EA9}"/>
                </a:ext>
              </a:extLst>
            </p:cNvPr>
            <p:cNvCxnSpPr>
              <a:cxnSpLocks/>
            </p:cNvCxnSpPr>
            <p:nvPr/>
          </p:nvCxnSpPr>
          <p:spPr>
            <a:xfrm flipV="1">
              <a:off x="550200" y="2334715"/>
              <a:ext cx="2758151" cy="0"/>
            </a:xfrm>
            <a:prstGeom prst="line">
              <a:avLst/>
            </a:prstGeom>
            <a:ln w="25400" cap="flat" cmpd="sng" algn="ctr">
              <a:solidFill>
                <a:srgbClr val="00E0CB"/>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8CE3C9F5-8F73-48FF-9006-A26D1AA64EBE}"/>
                </a:ext>
              </a:extLst>
            </p:cNvPr>
            <p:cNvCxnSpPr>
              <a:cxnSpLocks/>
            </p:cNvCxnSpPr>
            <p:nvPr/>
          </p:nvCxnSpPr>
          <p:spPr>
            <a:xfrm flipV="1">
              <a:off x="550200" y="5104903"/>
              <a:ext cx="2011680" cy="0"/>
            </a:xfrm>
            <a:prstGeom prst="line">
              <a:avLst/>
            </a:prstGeom>
            <a:ln w="19050" cap="flat" cmpd="sng" algn="ctr">
              <a:solidFill>
                <a:schemeClr val="accent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ABC6E0A5-AE75-4539-B82E-DC8665479D66}"/>
                </a:ext>
              </a:extLst>
            </p:cNvPr>
            <p:cNvCxnSpPr>
              <a:cxnSpLocks/>
            </p:cNvCxnSpPr>
            <p:nvPr/>
          </p:nvCxnSpPr>
          <p:spPr>
            <a:xfrm flipV="1">
              <a:off x="8747423" y="2334715"/>
              <a:ext cx="2937656" cy="0"/>
            </a:xfrm>
            <a:prstGeom prst="line">
              <a:avLst/>
            </a:prstGeom>
            <a:ln w="25400" cap="flat" cmpd="sng" algn="ctr">
              <a:solidFill>
                <a:srgbClr val="68D1F3"/>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C29BDC9F-54F9-4F6B-B17E-9F71BF05707B}"/>
                </a:ext>
              </a:extLst>
            </p:cNvPr>
            <p:cNvCxnSpPr>
              <a:cxnSpLocks/>
            </p:cNvCxnSpPr>
            <p:nvPr/>
          </p:nvCxnSpPr>
          <p:spPr>
            <a:xfrm flipV="1">
              <a:off x="9673400" y="5104903"/>
              <a:ext cx="2011680" cy="0"/>
            </a:xfrm>
            <a:prstGeom prst="line">
              <a:avLst/>
            </a:prstGeom>
            <a:ln w="19050">
              <a:solidFill>
                <a:srgbClr val="0F999C"/>
              </a:solidFill>
              <a:round/>
              <a:headEnd/>
              <a:tailEnd/>
            </a:ln>
          </p:spPr>
          <p:style>
            <a:lnRef idx="1">
              <a:schemeClr val="accent1"/>
            </a:lnRef>
            <a:fillRef idx="0">
              <a:schemeClr val="accent1"/>
            </a:fillRef>
            <a:effectRef idx="0">
              <a:schemeClr val="accent1"/>
            </a:effectRef>
            <a:fontRef idx="minor">
              <a:schemeClr val="tx1"/>
            </a:fontRef>
          </p:style>
        </p:cxnSp>
        <p:grpSp>
          <p:nvGrpSpPr>
            <p:cNvPr id="586" name="Groupe 292">
              <a:extLst>
                <a:ext uri="{FF2B5EF4-FFF2-40B4-BE49-F238E27FC236}">
                  <a16:creationId xmlns:a16="http://schemas.microsoft.com/office/drawing/2014/main" id="{4FDEF725-6132-43B5-93C0-E2666018927A}"/>
                </a:ext>
              </a:extLst>
            </p:cNvPr>
            <p:cNvGrpSpPr/>
            <p:nvPr/>
          </p:nvGrpSpPr>
          <p:grpSpPr>
            <a:xfrm>
              <a:off x="5079960" y="3598863"/>
              <a:ext cx="592218" cy="500936"/>
              <a:chOff x="9088438" y="2917825"/>
              <a:chExt cx="422275" cy="357188"/>
            </a:xfrm>
            <a:solidFill>
              <a:schemeClr val="accent3"/>
            </a:solidFill>
          </p:grpSpPr>
          <p:sp>
            <p:nvSpPr>
              <p:cNvPr id="610" name="Freeform 200">
                <a:extLst>
                  <a:ext uri="{FF2B5EF4-FFF2-40B4-BE49-F238E27FC236}">
                    <a16:creationId xmlns:a16="http://schemas.microsoft.com/office/drawing/2014/main" id="{98B68711-6EB9-4D0C-8E0D-E2E59AA59202}"/>
                  </a:ext>
                </a:extLst>
              </p:cNvPr>
              <p:cNvSpPr>
                <a:spLocks/>
              </p:cNvSpPr>
              <p:nvPr/>
            </p:nvSpPr>
            <p:spPr bwMode="auto">
              <a:xfrm>
                <a:off x="9088438" y="2917825"/>
                <a:ext cx="422275" cy="211137"/>
              </a:xfrm>
              <a:custGeom>
                <a:avLst/>
                <a:gdLst>
                  <a:gd name="T0" fmla="*/ 85 w 125"/>
                  <a:gd name="T1" fmla="*/ 0 h 62"/>
                  <a:gd name="T2" fmla="*/ 85 w 125"/>
                  <a:gd name="T3" fmla="*/ 0 h 62"/>
                  <a:gd name="T4" fmla="*/ 125 w 125"/>
                  <a:gd name="T5" fmla="*/ 5 h 62"/>
                  <a:gd name="T6" fmla="*/ 125 w 125"/>
                  <a:gd name="T7" fmla="*/ 6 h 62"/>
                  <a:gd name="T8" fmla="*/ 111 w 125"/>
                  <a:gd name="T9" fmla="*/ 44 h 62"/>
                  <a:gd name="T10" fmla="*/ 102 w 125"/>
                  <a:gd name="T11" fmla="*/ 30 h 62"/>
                  <a:gd name="T12" fmla="*/ 61 w 125"/>
                  <a:gd name="T13" fmla="*/ 54 h 62"/>
                  <a:gd name="T14" fmla="*/ 54 w 125"/>
                  <a:gd name="T15" fmla="*/ 48 h 62"/>
                  <a:gd name="T16" fmla="*/ 48 w 125"/>
                  <a:gd name="T17" fmla="*/ 41 h 62"/>
                  <a:gd name="T18" fmla="*/ 9 w 125"/>
                  <a:gd name="T19" fmla="*/ 62 h 62"/>
                  <a:gd name="T20" fmla="*/ 0 w 125"/>
                  <a:gd name="T21" fmla="*/ 47 h 62"/>
                  <a:gd name="T22" fmla="*/ 0 w 125"/>
                  <a:gd name="T23" fmla="*/ 47 h 62"/>
                  <a:gd name="T24" fmla="*/ 51 w 125"/>
                  <a:gd name="T25" fmla="*/ 20 h 62"/>
                  <a:gd name="T26" fmla="*/ 58 w 125"/>
                  <a:gd name="T27" fmla="*/ 26 h 62"/>
                  <a:gd name="T28" fmla="*/ 64 w 125"/>
                  <a:gd name="T29" fmla="*/ 32 h 62"/>
                  <a:gd name="T30" fmla="*/ 93 w 125"/>
                  <a:gd name="T31" fmla="*/ 14 h 62"/>
                  <a:gd name="T32" fmla="*/ 85 w 125"/>
                  <a:gd name="T33"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62">
                    <a:moveTo>
                      <a:pt x="85" y="0"/>
                    </a:moveTo>
                    <a:cubicBezTo>
                      <a:pt x="85" y="0"/>
                      <a:pt x="85" y="0"/>
                      <a:pt x="85" y="0"/>
                    </a:cubicBezTo>
                    <a:cubicBezTo>
                      <a:pt x="98" y="2"/>
                      <a:pt x="112" y="3"/>
                      <a:pt x="125" y="5"/>
                    </a:cubicBezTo>
                    <a:cubicBezTo>
                      <a:pt x="125" y="6"/>
                      <a:pt x="125" y="6"/>
                      <a:pt x="125" y="6"/>
                    </a:cubicBezTo>
                    <a:cubicBezTo>
                      <a:pt x="123" y="18"/>
                      <a:pt x="119" y="31"/>
                      <a:pt x="111" y="44"/>
                    </a:cubicBezTo>
                    <a:cubicBezTo>
                      <a:pt x="108" y="39"/>
                      <a:pt x="104" y="36"/>
                      <a:pt x="102" y="30"/>
                    </a:cubicBezTo>
                    <a:cubicBezTo>
                      <a:pt x="88" y="38"/>
                      <a:pt x="75" y="46"/>
                      <a:pt x="61" y="54"/>
                    </a:cubicBezTo>
                    <a:cubicBezTo>
                      <a:pt x="59" y="52"/>
                      <a:pt x="57" y="50"/>
                      <a:pt x="54" y="48"/>
                    </a:cubicBezTo>
                    <a:cubicBezTo>
                      <a:pt x="52" y="46"/>
                      <a:pt x="51" y="43"/>
                      <a:pt x="48" y="41"/>
                    </a:cubicBezTo>
                    <a:cubicBezTo>
                      <a:pt x="35" y="48"/>
                      <a:pt x="22" y="55"/>
                      <a:pt x="9" y="62"/>
                    </a:cubicBezTo>
                    <a:cubicBezTo>
                      <a:pt x="8" y="57"/>
                      <a:pt x="0" y="54"/>
                      <a:pt x="0" y="47"/>
                    </a:cubicBezTo>
                    <a:cubicBezTo>
                      <a:pt x="0" y="47"/>
                      <a:pt x="0" y="47"/>
                      <a:pt x="0" y="47"/>
                    </a:cubicBezTo>
                    <a:cubicBezTo>
                      <a:pt x="18" y="38"/>
                      <a:pt x="34" y="30"/>
                      <a:pt x="51" y="20"/>
                    </a:cubicBezTo>
                    <a:cubicBezTo>
                      <a:pt x="54" y="20"/>
                      <a:pt x="56" y="23"/>
                      <a:pt x="58" y="26"/>
                    </a:cubicBezTo>
                    <a:cubicBezTo>
                      <a:pt x="60" y="28"/>
                      <a:pt x="62" y="31"/>
                      <a:pt x="64" y="32"/>
                    </a:cubicBezTo>
                    <a:cubicBezTo>
                      <a:pt x="74" y="26"/>
                      <a:pt x="83" y="20"/>
                      <a:pt x="93" y="14"/>
                    </a:cubicBezTo>
                    <a:cubicBezTo>
                      <a:pt x="88" y="10"/>
                      <a:pt x="87" y="5"/>
                      <a:pt x="8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11" name="Freeform 201">
                <a:extLst>
                  <a:ext uri="{FF2B5EF4-FFF2-40B4-BE49-F238E27FC236}">
                    <a16:creationId xmlns:a16="http://schemas.microsoft.com/office/drawing/2014/main" id="{6CC7FA20-2722-46E2-813B-46B438E32685}"/>
                  </a:ext>
                </a:extLst>
              </p:cNvPr>
              <p:cNvSpPr>
                <a:spLocks/>
              </p:cNvSpPr>
              <p:nvPr/>
            </p:nvSpPr>
            <p:spPr bwMode="auto">
              <a:xfrm>
                <a:off x="9372600" y="3049588"/>
                <a:ext cx="57150" cy="225425"/>
              </a:xfrm>
              <a:custGeom>
                <a:avLst/>
                <a:gdLst>
                  <a:gd name="T0" fmla="*/ 14 w 17"/>
                  <a:gd name="T1" fmla="*/ 66 h 66"/>
                  <a:gd name="T2" fmla="*/ 3 w 17"/>
                  <a:gd name="T3" fmla="*/ 66 h 66"/>
                  <a:gd name="T4" fmla="*/ 0 w 17"/>
                  <a:gd name="T5" fmla="*/ 63 h 66"/>
                  <a:gd name="T6" fmla="*/ 0 w 17"/>
                  <a:gd name="T7" fmla="*/ 10 h 66"/>
                  <a:gd name="T8" fmla="*/ 1 w 17"/>
                  <a:gd name="T9" fmla="*/ 8 h 66"/>
                  <a:gd name="T10" fmla="*/ 13 w 17"/>
                  <a:gd name="T11" fmla="*/ 1 h 66"/>
                  <a:gd name="T12" fmla="*/ 17 w 17"/>
                  <a:gd name="T13" fmla="*/ 4 h 66"/>
                  <a:gd name="T14" fmla="*/ 17 w 17"/>
                  <a:gd name="T15" fmla="*/ 63 h 66"/>
                  <a:gd name="T16" fmla="*/ 14 w 17"/>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66">
                    <a:moveTo>
                      <a:pt x="14" y="66"/>
                    </a:moveTo>
                    <a:cubicBezTo>
                      <a:pt x="3" y="66"/>
                      <a:pt x="3" y="66"/>
                      <a:pt x="3" y="66"/>
                    </a:cubicBezTo>
                    <a:cubicBezTo>
                      <a:pt x="1" y="66"/>
                      <a:pt x="0" y="65"/>
                      <a:pt x="0" y="63"/>
                    </a:cubicBezTo>
                    <a:cubicBezTo>
                      <a:pt x="0" y="10"/>
                      <a:pt x="0" y="10"/>
                      <a:pt x="0" y="10"/>
                    </a:cubicBezTo>
                    <a:cubicBezTo>
                      <a:pt x="0" y="9"/>
                      <a:pt x="1" y="8"/>
                      <a:pt x="1" y="8"/>
                    </a:cubicBezTo>
                    <a:cubicBezTo>
                      <a:pt x="5" y="6"/>
                      <a:pt x="9" y="3"/>
                      <a:pt x="13" y="1"/>
                    </a:cubicBezTo>
                    <a:cubicBezTo>
                      <a:pt x="15" y="0"/>
                      <a:pt x="17" y="2"/>
                      <a:pt x="17" y="4"/>
                    </a:cubicBezTo>
                    <a:cubicBezTo>
                      <a:pt x="17" y="63"/>
                      <a:pt x="17" y="63"/>
                      <a:pt x="17" y="63"/>
                    </a:cubicBezTo>
                    <a:cubicBezTo>
                      <a:pt x="17" y="65"/>
                      <a:pt x="16" y="66"/>
                      <a:pt x="14"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12" name="Freeform 202">
                <a:extLst>
                  <a:ext uri="{FF2B5EF4-FFF2-40B4-BE49-F238E27FC236}">
                    <a16:creationId xmlns:a16="http://schemas.microsoft.com/office/drawing/2014/main" id="{C6ED969F-03D4-4385-B1D6-E0B8BFB4B6A7}"/>
                  </a:ext>
                </a:extLst>
              </p:cNvPr>
              <p:cNvSpPr>
                <a:spLocks/>
              </p:cNvSpPr>
              <p:nvPr/>
            </p:nvSpPr>
            <p:spPr bwMode="auto">
              <a:xfrm>
                <a:off x="9210675" y="3087688"/>
                <a:ext cx="60325" cy="187325"/>
              </a:xfrm>
              <a:custGeom>
                <a:avLst/>
                <a:gdLst>
                  <a:gd name="T0" fmla="*/ 15 w 18"/>
                  <a:gd name="T1" fmla="*/ 55 h 55"/>
                  <a:gd name="T2" fmla="*/ 3 w 18"/>
                  <a:gd name="T3" fmla="*/ 55 h 55"/>
                  <a:gd name="T4" fmla="*/ 0 w 18"/>
                  <a:gd name="T5" fmla="*/ 52 h 55"/>
                  <a:gd name="T6" fmla="*/ 0 w 18"/>
                  <a:gd name="T7" fmla="*/ 7 h 55"/>
                  <a:gd name="T8" fmla="*/ 2 w 18"/>
                  <a:gd name="T9" fmla="*/ 4 h 55"/>
                  <a:gd name="T10" fmla="*/ 9 w 18"/>
                  <a:gd name="T11" fmla="*/ 0 h 55"/>
                  <a:gd name="T12" fmla="*/ 13 w 18"/>
                  <a:gd name="T13" fmla="*/ 1 h 55"/>
                  <a:gd name="T14" fmla="*/ 18 w 18"/>
                  <a:gd name="T15" fmla="*/ 6 h 55"/>
                  <a:gd name="T16" fmla="*/ 18 w 18"/>
                  <a:gd name="T17" fmla="*/ 12 h 55"/>
                  <a:gd name="T18" fmla="*/ 18 w 18"/>
                  <a:gd name="T19" fmla="*/ 52 h 55"/>
                  <a:gd name="T20" fmla="*/ 15 w 18"/>
                  <a:gd name="T21"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55">
                    <a:moveTo>
                      <a:pt x="15" y="55"/>
                    </a:moveTo>
                    <a:cubicBezTo>
                      <a:pt x="3" y="55"/>
                      <a:pt x="3" y="55"/>
                      <a:pt x="3" y="55"/>
                    </a:cubicBezTo>
                    <a:cubicBezTo>
                      <a:pt x="2" y="55"/>
                      <a:pt x="0" y="54"/>
                      <a:pt x="0" y="52"/>
                    </a:cubicBezTo>
                    <a:cubicBezTo>
                      <a:pt x="0" y="7"/>
                      <a:pt x="0" y="7"/>
                      <a:pt x="0" y="7"/>
                    </a:cubicBezTo>
                    <a:cubicBezTo>
                      <a:pt x="0" y="6"/>
                      <a:pt x="1" y="4"/>
                      <a:pt x="2" y="4"/>
                    </a:cubicBezTo>
                    <a:cubicBezTo>
                      <a:pt x="5" y="3"/>
                      <a:pt x="7" y="1"/>
                      <a:pt x="9" y="0"/>
                    </a:cubicBezTo>
                    <a:cubicBezTo>
                      <a:pt x="10" y="0"/>
                      <a:pt x="12" y="0"/>
                      <a:pt x="13" y="1"/>
                    </a:cubicBezTo>
                    <a:cubicBezTo>
                      <a:pt x="15" y="2"/>
                      <a:pt x="17" y="4"/>
                      <a:pt x="18" y="6"/>
                    </a:cubicBezTo>
                    <a:cubicBezTo>
                      <a:pt x="18" y="8"/>
                      <a:pt x="18" y="10"/>
                      <a:pt x="18" y="12"/>
                    </a:cubicBezTo>
                    <a:cubicBezTo>
                      <a:pt x="18" y="52"/>
                      <a:pt x="18" y="52"/>
                      <a:pt x="18" y="52"/>
                    </a:cubicBezTo>
                    <a:cubicBezTo>
                      <a:pt x="18" y="54"/>
                      <a:pt x="16" y="55"/>
                      <a:pt x="1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13" name="Freeform 203">
                <a:extLst>
                  <a:ext uri="{FF2B5EF4-FFF2-40B4-BE49-F238E27FC236}">
                    <a16:creationId xmlns:a16="http://schemas.microsoft.com/office/drawing/2014/main" id="{2FA298F4-EE29-47CE-A2F0-34140761D6E4}"/>
                  </a:ext>
                </a:extLst>
              </p:cNvPr>
              <p:cNvSpPr>
                <a:spLocks/>
              </p:cNvSpPr>
              <p:nvPr/>
            </p:nvSpPr>
            <p:spPr bwMode="auto">
              <a:xfrm>
                <a:off x="9291638" y="3097213"/>
                <a:ext cx="57150" cy="177800"/>
              </a:xfrm>
              <a:custGeom>
                <a:avLst/>
                <a:gdLst>
                  <a:gd name="T0" fmla="*/ 14 w 17"/>
                  <a:gd name="T1" fmla="*/ 52 h 52"/>
                  <a:gd name="T2" fmla="*/ 3 w 17"/>
                  <a:gd name="T3" fmla="*/ 52 h 52"/>
                  <a:gd name="T4" fmla="*/ 0 w 17"/>
                  <a:gd name="T5" fmla="*/ 49 h 52"/>
                  <a:gd name="T6" fmla="*/ 0 w 17"/>
                  <a:gd name="T7" fmla="*/ 10 h 52"/>
                  <a:gd name="T8" fmla="*/ 2 w 17"/>
                  <a:gd name="T9" fmla="*/ 8 h 52"/>
                  <a:gd name="T10" fmla="*/ 13 w 17"/>
                  <a:gd name="T11" fmla="*/ 1 h 52"/>
                  <a:gd name="T12" fmla="*/ 17 w 17"/>
                  <a:gd name="T13" fmla="*/ 4 h 52"/>
                  <a:gd name="T14" fmla="*/ 17 w 17"/>
                  <a:gd name="T15" fmla="*/ 49 h 52"/>
                  <a:gd name="T16" fmla="*/ 14 w 17"/>
                  <a:gd name="T1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52">
                    <a:moveTo>
                      <a:pt x="14" y="52"/>
                    </a:moveTo>
                    <a:cubicBezTo>
                      <a:pt x="3" y="52"/>
                      <a:pt x="3" y="52"/>
                      <a:pt x="3" y="52"/>
                    </a:cubicBezTo>
                    <a:cubicBezTo>
                      <a:pt x="2" y="52"/>
                      <a:pt x="0" y="51"/>
                      <a:pt x="0" y="49"/>
                    </a:cubicBezTo>
                    <a:cubicBezTo>
                      <a:pt x="0" y="10"/>
                      <a:pt x="0" y="10"/>
                      <a:pt x="0" y="10"/>
                    </a:cubicBezTo>
                    <a:cubicBezTo>
                      <a:pt x="0" y="9"/>
                      <a:pt x="1" y="8"/>
                      <a:pt x="2" y="8"/>
                    </a:cubicBezTo>
                    <a:cubicBezTo>
                      <a:pt x="5" y="6"/>
                      <a:pt x="9" y="3"/>
                      <a:pt x="13" y="1"/>
                    </a:cubicBezTo>
                    <a:cubicBezTo>
                      <a:pt x="15" y="0"/>
                      <a:pt x="17" y="1"/>
                      <a:pt x="17" y="4"/>
                    </a:cubicBezTo>
                    <a:cubicBezTo>
                      <a:pt x="17" y="49"/>
                      <a:pt x="17" y="49"/>
                      <a:pt x="17" y="49"/>
                    </a:cubicBezTo>
                    <a:cubicBezTo>
                      <a:pt x="17" y="51"/>
                      <a:pt x="16" y="52"/>
                      <a:pt x="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14" name="Freeform 204">
                <a:extLst>
                  <a:ext uri="{FF2B5EF4-FFF2-40B4-BE49-F238E27FC236}">
                    <a16:creationId xmlns:a16="http://schemas.microsoft.com/office/drawing/2014/main" id="{11CCA428-6870-47AF-8452-6B316668E054}"/>
                  </a:ext>
                </a:extLst>
              </p:cNvPr>
              <p:cNvSpPr>
                <a:spLocks/>
              </p:cNvSpPr>
              <p:nvPr/>
            </p:nvSpPr>
            <p:spPr bwMode="auto">
              <a:xfrm>
                <a:off x="9121775" y="3117850"/>
                <a:ext cx="58738" cy="157162"/>
              </a:xfrm>
              <a:custGeom>
                <a:avLst/>
                <a:gdLst>
                  <a:gd name="T0" fmla="*/ 14 w 17"/>
                  <a:gd name="T1" fmla="*/ 46 h 46"/>
                  <a:gd name="T2" fmla="*/ 3 w 17"/>
                  <a:gd name="T3" fmla="*/ 46 h 46"/>
                  <a:gd name="T4" fmla="*/ 0 w 17"/>
                  <a:gd name="T5" fmla="*/ 43 h 46"/>
                  <a:gd name="T6" fmla="*/ 0 w 17"/>
                  <a:gd name="T7" fmla="*/ 10 h 46"/>
                  <a:gd name="T8" fmla="*/ 1 w 17"/>
                  <a:gd name="T9" fmla="*/ 7 h 46"/>
                  <a:gd name="T10" fmla="*/ 13 w 17"/>
                  <a:gd name="T11" fmla="*/ 1 h 46"/>
                  <a:gd name="T12" fmla="*/ 17 w 17"/>
                  <a:gd name="T13" fmla="*/ 4 h 46"/>
                  <a:gd name="T14" fmla="*/ 17 w 17"/>
                  <a:gd name="T15" fmla="*/ 43 h 46"/>
                  <a:gd name="T16" fmla="*/ 14 w 17"/>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46">
                    <a:moveTo>
                      <a:pt x="14" y="46"/>
                    </a:moveTo>
                    <a:cubicBezTo>
                      <a:pt x="3" y="46"/>
                      <a:pt x="3" y="46"/>
                      <a:pt x="3" y="46"/>
                    </a:cubicBezTo>
                    <a:cubicBezTo>
                      <a:pt x="1" y="46"/>
                      <a:pt x="0" y="45"/>
                      <a:pt x="0" y="43"/>
                    </a:cubicBezTo>
                    <a:cubicBezTo>
                      <a:pt x="0" y="10"/>
                      <a:pt x="0" y="10"/>
                      <a:pt x="0" y="10"/>
                    </a:cubicBezTo>
                    <a:cubicBezTo>
                      <a:pt x="0" y="9"/>
                      <a:pt x="0" y="8"/>
                      <a:pt x="1" y="7"/>
                    </a:cubicBezTo>
                    <a:cubicBezTo>
                      <a:pt x="5" y="5"/>
                      <a:pt x="9" y="3"/>
                      <a:pt x="13" y="1"/>
                    </a:cubicBezTo>
                    <a:cubicBezTo>
                      <a:pt x="15" y="0"/>
                      <a:pt x="17" y="2"/>
                      <a:pt x="17" y="4"/>
                    </a:cubicBezTo>
                    <a:cubicBezTo>
                      <a:pt x="17" y="43"/>
                      <a:pt x="17" y="43"/>
                      <a:pt x="17" y="43"/>
                    </a:cubicBezTo>
                    <a:cubicBezTo>
                      <a:pt x="17" y="45"/>
                      <a:pt x="16" y="46"/>
                      <a:pt x="14"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grpSp>
        <p:grpSp>
          <p:nvGrpSpPr>
            <p:cNvPr id="587" name="Group 586">
              <a:extLst>
                <a:ext uri="{FF2B5EF4-FFF2-40B4-BE49-F238E27FC236}">
                  <a16:creationId xmlns:a16="http://schemas.microsoft.com/office/drawing/2014/main" id="{B8352C8E-E564-4407-A638-85F36B73CF1B}"/>
                </a:ext>
              </a:extLst>
            </p:cNvPr>
            <p:cNvGrpSpPr/>
            <p:nvPr/>
          </p:nvGrpSpPr>
          <p:grpSpPr>
            <a:xfrm>
              <a:off x="6560122" y="3621453"/>
              <a:ext cx="530672" cy="455754"/>
              <a:chOff x="4489822" y="2377939"/>
              <a:chExt cx="437740" cy="375942"/>
            </a:xfrm>
            <a:solidFill>
              <a:schemeClr val="accent3"/>
            </a:solidFill>
          </p:grpSpPr>
          <p:sp>
            <p:nvSpPr>
              <p:cNvPr id="608" name="Freeform 52">
                <a:extLst>
                  <a:ext uri="{FF2B5EF4-FFF2-40B4-BE49-F238E27FC236}">
                    <a16:creationId xmlns:a16="http://schemas.microsoft.com/office/drawing/2014/main" id="{FEE30E5B-8A6A-4C3F-9BCC-F87D52FDF2C1}"/>
                  </a:ext>
                </a:extLst>
              </p:cNvPr>
              <p:cNvSpPr>
                <a:spLocks/>
              </p:cNvSpPr>
              <p:nvPr/>
            </p:nvSpPr>
            <p:spPr bwMode="auto">
              <a:xfrm>
                <a:off x="4489822" y="2377939"/>
                <a:ext cx="437740" cy="375942"/>
              </a:xfrm>
              <a:custGeom>
                <a:avLst/>
                <a:gdLst>
                  <a:gd name="T0" fmla="*/ 199 w 211"/>
                  <a:gd name="T1" fmla="*/ 146 h 180"/>
                  <a:gd name="T2" fmla="*/ 30 w 211"/>
                  <a:gd name="T3" fmla="*/ 152 h 180"/>
                  <a:gd name="T4" fmla="*/ 26 w 211"/>
                  <a:gd name="T5" fmla="*/ 13 h 180"/>
                  <a:gd name="T6" fmla="*/ 0 w 211"/>
                  <a:gd name="T7" fmla="*/ 12 h 180"/>
                  <a:gd name="T8" fmla="*/ 5 w 211"/>
                  <a:gd name="T9" fmla="*/ 171 h 180"/>
                  <a:gd name="T10" fmla="*/ 6 w 211"/>
                  <a:gd name="T11" fmla="*/ 171 h 180"/>
                  <a:gd name="T12" fmla="*/ 5 w 211"/>
                  <a:gd name="T13" fmla="*/ 174 h 180"/>
                  <a:gd name="T14" fmla="*/ 197 w 211"/>
                  <a:gd name="T15" fmla="*/ 172 h 180"/>
                  <a:gd name="T16" fmla="*/ 199 w 211"/>
                  <a:gd name="T17" fmla="*/ 146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1" h="180">
                    <a:moveTo>
                      <a:pt x="199" y="146"/>
                    </a:moveTo>
                    <a:cubicBezTo>
                      <a:pt x="193" y="155"/>
                      <a:pt x="61" y="154"/>
                      <a:pt x="30" y="152"/>
                    </a:cubicBezTo>
                    <a:cubicBezTo>
                      <a:pt x="31" y="126"/>
                      <a:pt x="33" y="22"/>
                      <a:pt x="26" y="13"/>
                    </a:cubicBezTo>
                    <a:cubicBezTo>
                      <a:pt x="18" y="0"/>
                      <a:pt x="0" y="12"/>
                      <a:pt x="0" y="12"/>
                    </a:cubicBezTo>
                    <a:cubicBezTo>
                      <a:pt x="13" y="20"/>
                      <a:pt x="5" y="171"/>
                      <a:pt x="5" y="171"/>
                    </a:cubicBezTo>
                    <a:cubicBezTo>
                      <a:pt x="6" y="171"/>
                      <a:pt x="6" y="171"/>
                      <a:pt x="6" y="171"/>
                    </a:cubicBezTo>
                    <a:cubicBezTo>
                      <a:pt x="5" y="174"/>
                      <a:pt x="5" y="174"/>
                      <a:pt x="5" y="174"/>
                    </a:cubicBezTo>
                    <a:cubicBezTo>
                      <a:pt x="5" y="174"/>
                      <a:pt x="184" y="180"/>
                      <a:pt x="197" y="172"/>
                    </a:cubicBezTo>
                    <a:cubicBezTo>
                      <a:pt x="211" y="164"/>
                      <a:pt x="199" y="146"/>
                      <a:pt x="199" y="14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4295" tIns="37148" rIns="74295" bIns="37148" numCol="1" anchor="t" anchorCtr="0" compatLnSpc="1">
                <a:prstTxWarp prst="textNoShape">
                  <a:avLst/>
                </a:prstTxWarp>
              </a:bodyPr>
              <a:lstStyle/>
              <a:p>
                <a:pPr defTabSz="742950"/>
                <a:endParaRPr lang="en-US" sz="1600" dirty="0">
                  <a:solidFill>
                    <a:srgbClr val="000000"/>
                  </a:solidFill>
                </a:endParaRPr>
              </a:p>
            </p:txBody>
          </p:sp>
          <p:sp>
            <p:nvSpPr>
              <p:cNvPr id="609" name="Freeform 53">
                <a:extLst>
                  <a:ext uri="{FF2B5EF4-FFF2-40B4-BE49-F238E27FC236}">
                    <a16:creationId xmlns:a16="http://schemas.microsoft.com/office/drawing/2014/main" id="{0D9095DF-C878-44BA-A123-C611FF89F1ED}"/>
                  </a:ext>
                </a:extLst>
              </p:cNvPr>
              <p:cNvSpPr>
                <a:spLocks/>
              </p:cNvSpPr>
              <p:nvPr/>
            </p:nvSpPr>
            <p:spPr bwMode="auto">
              <a:xfrm>
                <a:off x="4594537" y="2415705"/>
                <a:ext cx="333025" cy="230028"/>
              </a:xfrm>
              <a:custGeom>
                <a:avLst/>
                <a:gdLst>
                  <a:gd name="T0" fmla="*/ 102 w 160"/>
                  <a:gd name="T1" fmla="*/ 4 h 110"/>
                  <a:gd name="T2" fmla="*/ 103 w 160"/>
                  <a:gd name="T3" fmla="*/ 4 h 110"/>
                  <a:gd name="T4" fmla="*/ 159 w 160"/>
                  <a:gd name="T5" fmla="*/ 0 h 110"/>
                  <a:gd name="T6" fmla="*/ 160 w 160"/>
                  <a:gd name="T7" fmla="*/ 0 h 110"/>
                  <a:gd name="T8" fmla="*/ 150 w 160"/>
                  <a:gd name="T9" fmla="*/ 56 h 110"/>
                  <a:gd name="T10" fmla="*/ 134 w 160"/>
                  <a:gd name="T11" fmla="*/ 39 h 110"/>
                  <a:gd name="T12" fmla="*/ 84 w 160"/>
                  <a:gd name="T13" fmla="*/ 84 h 110"/>
                  <a:gd name="T14" fmla="*/ 74 w 160"/>
                  <a:gd name="T15" fmla="*/ 77 h 110"/>
                  <a:gd name="T16" fmla="*/ 64 w 160"/>
                  <a:gd name="T17" fmla="*/ 70 h 110"/>
                  <a:gd name="T18" fmla="*/ 15 w 160"/>
                  <a:gd name="T19" fmla="*/ 110 h 110"/>
                  <a:gd name="T20" fmla="*/ 0 w 160"/>
                  <a:gd name="T21" fmla="*/ 91 h 110"/>
                  <a:gd name="T22" fmla="*/ 0 w 160"/>
                  <a:gd name="T23" fmla="*/ 91 h 110"/>
                  <a:gd name="T24" fmla="*/ 62 w 160"/>
                  <a:gd name="T25" fmla="*/ 41 h 110"/>
                  <a:gd name="T26" fmla="*/ 73 w 160"/>
                  <a:gd name="T27" fmla="*/ 46 h 110"/>
                  <a:gd name="T28" fmla="*/ 83 w 160"/>
                  <a:gd name="T29" fmla="*/ 53 h 110"/>
                  <a:gd name="T30" fmla="*/ 118 w 160"/>
                  <a:gd name="T31" fmla="*/ 21 h 110"/>
                  <a:gd name="T32" fmla="*/ 102 w 160"/>
                  <a:gd name="T33" fmla="*/ 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0" h="110">
                    <a:moveTo>
                      <a:pt x="102" y="4"/>
                    </a:moveTo>
                    <a:cubicBezTo>
                      <a:pt x="102" y="4"/>
                      <a:pt x="103" y="4"/>
                      <a:pt x="103" y="4"/>
                    </a:cubicBezTo>
                    <a:cubicBezTo>
                      <a:pt x="121" y="3"/>
                      <a:pt x="141" y="1"/>
                      <a:pt x="159" y="0"/>
                    </a:cubicBezTo>
                    <a:cubicBezTo>
                      <a:pt x="159" y="0"/>
                      <a:pt x="160" y="0"/>
                      <a:pt x="160" y="0"/>
                    </a:cubicBezTo>
                    <a:cubicBezTo>
                      <a:pt x="159" y="18"/>
                      <a:pt x="158" y="36"/>
                      <a:pt x="150" y="56"/>
                    </a:cubicBezTo>
                    <a:cubicBezTo>
                      <a:pt x="145" y="51"/>
                      <a:pt x="139" y="47"/>
                      <a:pt x="134" y="39"/>
                    </a:cubicBezTo>
                    <a:cubicBezTo>
                      <a:pt x="118" y="54"/>
                      <a:pt x="101" y="69"/>
                      <a:pt x="84" y="84"/>
                    </a:cubicBezTo>
                    <a:cubicBezTo>
                      <a:pt x="81" y="82"/>
                      <a:pt x="78" y="80"/>
                      <a:pt x="74" y="77"/>
                    </a:cubicBezTo>
                    <a:cubicBezTo>
                      <a:pt x="71" y="75"/>
                      <a:pt x="67" y="72"/>
                      <a:pt x="64" y="70"/>
                    </a:cubicBezTo>
                    <a:cubicBezTo>
                      <a:pt x="48" y="84"/>
                      <a:pt x="31" y="97"/>
                      <a:pt x="15" y="110"/>
                    </a:cubicBezTo>
                    <a:cubicBezTo>
                      <a:pt x="12" y="103"/>
                      <a:pt x="1" y="100"/>
                      <a:pt x="0" y="91"/>
                    </a:cubicBezTo>
                    <a:cubicBezTo>
                      <a:pt x="0" y="91"/>
                      <a:pt x="0" y="91"/>
                      <a:pt x="0" y="91"/>
                    </a:cubicBezTo>
                    <a:cubicBezTo>
                      <a:pt x="21" y="74"/>
                      <a:pt x="41" y="58"/>
                      <a:pt x="62" y="41"/>
                    </a:cubicBezTo>
                    <a:cubicBezTo>
                      <a:pt x="66" y="40"/>
                      <a:pt x="68" y="43"/>
                      <a:pt x="73" y="46"/>
                    </a:cubicBezTo>
                    <a:cubicBezTo>
                      <a:pt x="76" y="49"/>
                      <a:pt x="79" y="52"/>
                      <a:pt x="83" y="53"/>
                    </a:cubicBezTo>
                    <a:cubicBezTo>
                      <a:pt x="94" y="43"/>
                      <a:pt x="106" y="32"/>
                      <a:pt x="118" y="21"/>
                    </a:cubicBezTo>
                    <a:cubicBezTo>
                      <a:pt x="110" y="17"/>
                      <a:pt x="107" y="10"/>
                      <a:pt x="102" y="4"/>
                    </a:cubicBezTo>
                    <a:close/>
                  </a:path>
                </a:pathLst>
              </a:custGeom>
              <a:grpFill/>
              <a:ln>
                <a:noFill/>
              </a:ln>
            </p:spPr>
            <p:txBody>
              <a:bodyPr vert="horz" wrap="square" lIns="74295" tIns="37148" rIns="74295" bIns="37148" numCol="1" anchor="t" anchorCtr="0" compatLnSpc="1">
                <a:prstTxWarp prst="textNoShape">
                  <a:avLst/>
                </a:prstTxWarp>
              </a:bodyPr>
              <a:lstStyle/>
              <a:p>
                <a:pPr defTabSz="742950"/>
                <a:endParaRPr lang="en-US" sz="1600" dirty="0">
                  <a:solidFill>
                    <a:srgbClr val="000000"/>
                  </a:solidFill>
                </a:endParaRPr>
              </a:p>
            </p:txBody>
          </p:sp>
        </p:grpSp>
        <p:grpSp>
          <p:nvGrpSpPr>
            <p:cNvPr id="588" name="Groupe 568">
              <a:extLst>
                <a:ext uri="{FF2B5EF4-FFF2-40B4-BE49-F238E27FC236}">
                  <a16:creationId xmlns:a16="http://schemas.microsoft.com/office/drawing/2014/main" id="{4082C5A1-D6B7-456A-8E5A-11AC04A92BC4}"/>
                </a:ext>
              </a:extLst>
            </p:cNvPr>
            <p:cNvGrpSpPr/>
            <p:nvPr/>
          </p:nvGrpSpPr>
          <p:grpSpPr>
            <a:xfrm>
              <a:off x="7310440" y="4757382"/>
              <a:ext cx="474660" cy="693736"/>
              <a:chOff x="6557963" y="1939925"/>
              <a:chExt cx="412750" cy="603251"/>
            </a:xfrm>
          </p:grpSpPr>
          <p:sp>
            <p:nvSpPr>
              <p:cNvPr id="596" name="Rectangle 94">
                <a:extLst>
                  <a:ext uri="{FF2B5EF4-FFF2-40B4-BE49-F238E27FC236}">
                    <a16:creationId xmlns:a16="http://schemas.microsoft.com/office/drawing/2014/main" id="{7DCBD0C0-A736-4F6A-8329-A10E965C4D26}"/>
                  </a:ext>
                </a:extLst>
              </p:cNvPr>
              <p:cNvSpPr>
                <a:spLocks noChangeArrowheads="1"/>
              </p:cNvSpPr>
              <p:nvPr/>
            </p:nvSpPr>
            <p:spPr bwMode="auto">
              <a:xfrm>
                <a:off x="6557963" y="1976438"/>
                <a:ext cx="412750" cy="566738"/>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7" name="Freeform 95">
                <a:extLst>
                  <a:ext uri="{FF2B5EF4-FFF2-40B4-BE49-F238E27FC236}">
                    <a16:creationId xmlns:a16="http://schemas.microsoft.com/office/drawing/2014/main" id="{3399F212-ECA2-4529-857E-DDC2957887D4}"/>
                  </a:ext>
                </a:extLst>
              </p:cNvPr>
              <p:cNvSpPr>
                <a:spLocks/>
              </p:cNvSpPr>
              <p:nvPr/>
            </p:nvSpPr>
            <p:spPr bwMode="auto">
              <a:xfrm>
                <a:off x="6584950" y="1997075"/>
                <a:ext cx="355600" cy="525463"/>
              </a:xfrm>
              <a:custGeom>
                <a:avLst/>
                <a:gdLst>
                  <a:gd name="T0" fmla="*/ 105 w 105"/>
                  <a:gd name="T1" fmla="*/ 149 h 155"/>
                  <a:gd name="T2" fmla="*/ 0 w 105"/>
                  <a:gd name="T3" fmla="*/ 149 h 155"/>
                  <a:gd name="T4" fmla="*/ 0 w 105"/>
                  <a:gd name="T5" fmla="*/ 0 h 155"/>
                  <a:gd name="T6" fmla="*/ 105 w 105"/>
                  <a:gd name="T7" fmla="*/ 0 h 155"/>
                  <a:gd name="T8" fmla="*/ 105 w 105"/>
                  <a:gd name="T9" fmla="*/ 149 h 155"/>
                </a:gdLst>
                <a:ahLst/>
                <a:cxnLst>
                  <a:cxn ang="0">
                    <a:pos x="T0" y="T1"/>
                  </a:cxn>
                  <a:cxn ang="0">
                    <a:pos x="T2" y="T3"/>
                  </a:cxn>
                  <a:cxn ang="0">
                    <a:pos x="T4" y="T5"/>
                  </a:cxn>
                  <a:cxn ang="0">
                    <a:pos x="T6" y="T7"/>
                  </a:cxn>
                  <a:cxn ang="0">
                    <a:pos x="T8" y="T9"/>
                  </a:cxn>
                </a:cxnLst>
                <a:rect l="0" t="0" r="r" b="b"/>
                <a:pathLst>
                  <a:path w="105" h="155">
                    <a:moveTo>
                      <a:pt x="105" y="149"/>
                    </a:moveTo>
                    <a:cubicBezTo>
                      <a:pt x="101" y="155"/>
                      <a:pt x="7" y="146"/>
                      <a:pt x="0" y="149"/>
                    </a:cubicBezTo>
                    <a:cubicBezTo>
                      <a:pt x="0" y="125"/>
                      <a:pt x="0" y="0"/>
                      <a:pt x="0" y="0"/>
                    </a:cubicBezTo>
                    <a:cubicBezTo>
                      <a:pt x="105" y="0"/>
                      <a:pt x="105" y="0"/>
                      <a:pt x="105" y="0"/>
                    </a:cubicBezTo>
                    <a:cubicBezTo>
                      <a:pt x="105" y="0"/>
                      <a:pt x="105" y="122"/>
                      <a:pt x="105" y="14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8" name="Rectangle 96">
                <a:extLst>
                  <a:ext uri="{FF2B5EF4-FFF2-40B4-BE49-F238E27FC236}">
                    <a16:creationId xmlns:a16="http://schemas.microsoft.com/office/drawing/2014/main" id="{062E6B96-5572-48B1-8D06-9B9CE73777B9}"/>
                  </a:ext>
                </a:extLst>
              </p:cNvPr>
              <p:cNvSpPr>
                <a:spLocks noChangeArrowheads="1"/>
              </p:cNvSpPr>
              <p:nvPr/>
            </p:nvSpPr>
            <p:spPr bwMode="auto">
              <a:xfrm>
                <a:off x="6672263" y="1963738"/>
                <a:ext cx="179388" cy="68263"/>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9" name="Rectangle 97">
                <a:extLst>
                  <a:ext uri="{FF2B5EF4-FFF2-40B4-BE49-F238E27FC236}">
                    <a16:creationId xmlns:a16="http://schemas.microsoft.com/office/drawing/2014/main" id="{B7FC4C80-053B-4B88-9C28-8AEE45BA8BE0}"/>
                  </a:ext>
                </a:extLst>
              </p:cNvPr>
              <p:cNvSpPr>
                <a:spLocks noChangeArrowheads="1"/>
              </p:cNvSpPr>
              <p:nvPr/>
            </p:nvSpPr>
            <p:spPr bwMode="auto">
              <a:xfrm>
                <a:off x="6723063" y="1939925"/>
                <a:ext cx="77788" cy="36513"/>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0" name="Freeform 99">
                <a:extLst>
                  <a:ext uri="{FF2B5EF4-FFF2-40B4-BE49-F238E27FC236}">
                    <a16:creationId xmlns:a16="http://schemas.microsoft.com/office/drawing/2014/main" id="{8EC98141-6ACB-4AC8-909F-2B7F23F5EBA1}"/>
                  </a:ext>
                </a:extLst>
              </p:cNvPr>
              <p:cNvSpPr>
                <a:spLocks/>
              </p:cNvSpPr>
              <p:nvPr/>
            </p:nvSpPr>
            <p:spPr bwMode="auto">
              <a:xfrm>
                <a:off x="6635750" y="2109788"/>
                <a:ext cx="53975" cy="44450"/>
              </a:xfrm>
              <a:custGeom>
                <a:avLst/>
                <a:gdLst>
                  <a:gd name="T0" fmla="*/ 6 w 16"/>
                  <a:gd name="T1" fmla="*/ 13 h 13"/>
                  <a:gd name="T2" fmla="*/ 5 w 16"/>
                  <a:gd name="T3" fmla="*/ 12 h 13"/>
                  <a:gd name="T4" fmla="*/ 0 w 16"/>
                  <a:gd name="T5" fmla="*/ 8 h 13"/>
                  <a:gd name="T6" fmla="*/ 0 w 16"/>
                  <a:gd name="T7" fmla="*/ 6 h 13"/>
                  <a:gd name="T8" fmla="*/ 1 w 16"/>
                  <a:gd name="T9" fmla="*/ 6 h 13"/>
                  <a:gd name="T10" fmla="*/ 5 w 16"/>
                  <a:gd name="T11" fmla="*/ 9 h 13"/>
                  <a:gd name="T12" fmla="*/ 14 w 16"/>
                  <a:gd name="T13" fmla="*/ 0 h 13"/>
                  <a:gd name="T14" fmla="*/ 16 w 16"/>
                  <a:gd name="T15" fmla="*/ 0 h 13"/>
                  <a:gd name="T16" fmla="*/ 15 w 16"/>
                  <a:gd name="T17" fmla="*/ 2 h 13"/>
                  <a:gd name="T18" fmla="*/ 6 w 16"/>
                  <a:gd name="T19" fmla="*/ 11 h 13"/>
                  <a:gd name="T20" fmla="*/ 6 w 16"/>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3">
                    <a:moveTo>
                      <a:pt x="6" y="13"/>
                    </a:moveTo>
                    <a:cubicBezTo>
                      <a:pt x="5" y="12"/>
                      <a:pt x="5" y="12"/>
                      <a:pt x="5" y="12"/>
                    </a:cubicBezTo>
                    <a:cubicBezTo>
                      <a:pt x="4" y="10"/>
                      <a:pt x="0" y="8"/>
                      <a:pt x="0" y="8"/>
                    </a:cubicBezTo>
                    <a:cubicBezTo>
                      <a:pt x="0" y="7"/>
                      <a:pt x="0" y="7"/>
                      <a:pt x="0" y="6"/>
                    </a:cubicBezTo>
                    <a:cubicBezTo>
                      <a:pt x="0" y="6"/>
                      <a:pt x="1" y="6"/>
                      <a:pt x="1" y="6"/>
                    </a:cubicBezTo>
                    <a:cubicBezTo>
                      <a:pt x="1" y="6"/>
                      <a:pt x="4" y="8"/>
                      <a:pt x="5" y="9"/>
                    </a:cubicBezTo>
                    <a:cubicBezTo>
                      <a:pt x="7" y="7"/>
                      <a:pt x="10" y="3"/>
                      <a:pt x="14" y="0"/>
                    </a:cubicBezTo>
                    <a:cubicBezTo>
                      <a:pt x="15" y="0"/>
                      <a:pt x="15" y="0"/>
                      <a:pt x="16" y="0"/>
                    </a:cubicBezTo>
                    <a:cubicBezTo>
                      <a:pt x="16" y="1"/>
                      <a:pt x="16" y="1"/>
                      <a:pt x="15" y="2"/>
                    </a:cubicBezTo>
                    <a:cubicBezTo>
                      <a:pt x="11" y="4"/>
                      <a:pt x="8" y="9"/>
                      <a:pt x="6" y="11"/>
                    </a:cubicBezTo>
                    <a:lnTo>
                      <a:pt x="6" y="13"/>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1" name="Freeform 100">
                <a:extLst>
                  <a:ext uri="{FF2B5EF4-FFF2-40B4-BE49-F238E27FC236}">
                    <a16:creationId xmlns:a16="http://schemas.microsoft.com/office/drawing/2014/main" id="{A9381A57-807A-4406-BAC4-F419F81F87CF}"/>
                  </a:ext>
                </a:extLst>
              </p:cNvPr>
              <p:cNvSpPr>
                <a:spLocks/>
              </p:cNvSpPr>
              <p:nvPr/>
            </p:nvSpPr>
            <p:spPr bwMode="auto">
              <a:xfrm>
                <a:off x="6692900" y="2133600"/>
                <a:ext cx="161925" cy="6350"/>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1"/>
                      <a:pt x="0" y="1"/>
                    </a:cubicBezTo>
                    <a:cubicBezTo>
                      <a:pt x="0" y="0"/>
                      <a:pt x="0" y="0"/>
                      <a:pt x="1" y="0"/>
                    </a:cubicBezTo>
                    <a:cubicBezTo>
                      <a:pt x="48" y="0"/>
                      <a:pt x="48" y="0"/>
                      <a:pt x="48" y="0"/>
                    </a:cubicBezTo>
                    <a:cubicBezTo>
                      <a:pt x="48" y="0"/>
                      <a:pt x="48" y="0"/>
                      <a:pt x="48" y="1"/>
                    </a:cubicBezTo>
                    <a:cubicBezTo>
                      <a:pt x="48" y="1"/>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2" name="Freeform 101">
                <a:extLst>
                  <a:ext uri="{FF2B5EF4-FFF2-40B4-BE49-F238E27FC236}">
                    <a16:creationId xmlns:a16="http://schemas.microsoft.com/office/drawing/2014/main" id="{2FE831D8-6570-4874-B4B6-83C3E34C86CF}"/>
                  </a:ext>
                </a:extLst>
              </p:cNvPr>
              <p:cNvSpPr>
                <a:spLocks/>
              </p:cNvSpPr>
              <p:nvPr/>
            </p:nvSpPr>
            <p:spPr bwMode="auto">
              <a:xfrm>
                <a:off x="6635750" y="2178050"/>
                <a:ext cx="53975" cy="42863"/>
              </a:xfrm>
              <a:custGeom>
                <a:avLst/>
                <a:gdLst>
                  <a:gd name="T0" fmla="*/ 6 w 16"/>
                  <a:gd name="T1" fmla="*/ 13 h 13"/>
                  <a:gd name="T2" fmla="*/ 5 w 16"/>
                  <a:gd name="T3" fmla="*/ 12 h 13"/>
                  <a:gd name="T4" fmla="*/ 0 w 16"/>
                  <a:gd name="T5" fmla="*/ 8 h 13"/>
                  <a:gd name="T6" fmla="*/ 0 w 16"/>
                  <a:gd name="T7" fmla="*/ 7 h 13"/>
                  <a:gd name="T8" fmla="*/ 1 w 16"/>
                  <a:gd name="T9" fmla="*/ 6 h 13"/>
                  <a:gd name="T10" fmla="*/ 5 w 16"/>
                  <a:gd name="T11" fmla="*/ 10 h 13"/>
                  <a:gd name="T12" fmla="*/ 14 w 16"/>
                  <a:gd name="T13" fmla="*/ 0 h 13"/>
                  <a:gd name="T14" fmla="*/ 16 w 16"/>
                  <a:gd name="T15" fmla="*/ 1 h 13"/>
                  <a:gd name="T16" fmla="*/ 15 w 16"/>
                  <a:gd name="T17" fmla="*/ 2 h 13"/>
                  <a:gd name="T18" fmla="*/ 6 w 16"/>
                  <a:gd name="T19" fmla="*/ 12 h 13"/>
                  <a:gd name="T20" fmla="*/ 6 w 16"/>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3">
                    <a:moveTo>
                      <a:pt x="6" y="13"/>
                    </a:moveTo>
                    <a:cubicBezTo>
                      <a:pt x="5" y="12"/>
                      <a:pt x="5" y="12"/>
                      <a:pt x="5" y="12"/>
                    </a:cubicBezTo>
                    <a:cubicBezTo>
                      <a:pt x="4" y="10"/>
                      <a:pt x="0" y="8"/>
                      <a:pt x="0" y="8"/>
                    </a:cubicBezTo>
                    <a:cubicBezTo>
                      <a:pt x="0" y="8"/>
                      <a:pt x="0" y="7"/>
                      <a:pt x="0" y="7"/>
                    </a:cubicBezTo>
                    <a:cubicBezTo>
                      <a:pt x="0" y="6"/>
                      <a:pt x="1" y="6"/>
                      <a:pt x="1" y="6"/>
                    </a:cubicBezTo>
                    <a:cubicBezTo>
                      <a:pt x="1" y="6"/>
                      <a:pt x="4" y="8"/>
                      <a:pt x="5" y="10"/>
                    </a:cubicBezTo>
                    <a:cubicBezTo>
                      <a:pt x="7" y="7"/>
                      <a:pt x="10" y="3"/>
                      <a:pt x="14" y="0"/>
                    </a:cubicBezTo>
                    <a:cubicBezTo>
                      <a:pt x="15" y="0"/>
                      <a:pt x="15" y="0"/>
                      <a:pt x="16" y="1"/>
                    </a:cubicBezTo>
                    <a:cubicBezTo>
                      <a:pt x="16" y="1"/>
                      <a:pt x="16" y="2"/>
                      <a:pt x="15" y="2"/>
                    </a:cubicBezTo>
                    <a:cubicBezTo>
                      <a:pt x="11" y="5"/>
                      <a:pt x="8" y="9"/>
                      <a:pt x="6" y="12"/>
                    </a:cubicBezTo>
                    <a:lnTo>
                      <a:pt x="6" y="13"/>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3" name="Freeform 102">
                <a:extLst>
                  <a:ext uri="{FF2B5EF4-FFF2-40B4-BE49-F238E27FC236}">
                    <a16:creationId xmlns:a16="http://schemas.microsoft.com/office/drawing/2014/main" id="{976BAA55-3FAC-4DCF-9227-DAC5F5A66925}"/>
                  </a:ext>
                </a:extLst>
              </p:cNvPr>
              <p:cNvSpPr>
                <a:spLocks/>
              </p:cNvSpPr>
              <p:nvPr/>
            </p:nvSpPr>
            <p:spPr bwMode="auto">
              <a:xfrm>
                <a:off x="6692900" y="2200275"/>
                <a:ext cx="161925" cy="7938"/>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2"/>
                      <a:pt x="0" y="1"/>
                    </a:cubicBezTo>
                    <a:cubicBezTo>
                      <a:pt x="0" y="1"/>
                      <a:pt x="0" y="0"/>
                      <a:pt x="1" y="0"/>
                    </a:cubicBezTo>
                    <a:cubicBezTo>
                      <a:pt x="48" y="0"/>
                      <a:pt x="48" y="0"/>
                      <a:pt x="48" y="0"/>
                    </a:cubicBezTo>
                    <a:cubicBezTo>
                      <a:pt x="48" y="0"/>
                      <a:pt x="48" y="1"/>
                      <a:pt x="48" y="1"/>
                    </a:cubicBezTo>
                    <a:cubicBezTo>
                      <a:pt x="48" y="2"/>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4" name="Freeform 103">
                <a:extLst>
                  <a:ext uri="{FF2B5EF4-FFF2-40B4-BE49-F238E27FC236}">
                    <a16:creationId xmlns:a16="http://schemas.microsoft.com/office/drawing/2014/main" id="{A96A8F14-EFDA-4808-94BE-391868BACA01}"/>
                  </a:ext>
                </a:extLst>
              </p:cNvPr>
              <p:cNvSpPr>
                <a:spLocks/>
              </p:cNvSpPr>
              <p:nvPr/>
            </p:nvSpPr>
            <p:spPr bwMode="auto">
              <a:xfrm>
                <a:off x="6635750" y="2244725"/>
                <a:ext cx="53975" cy="44450"/>
              </a:xfrm>
              <a:custGeom>
                <a:avLst/>
                <a:gdLst>
                  <a:gd name="T0" fmla="*/ 6 w 16"/>
                  <a:gd name="T1" fmla="*/ 13 h 13"/>
                  <a:gd name="T2" fmla="*/ 5 w 16"/>
                  <a:gd name="T3" fmla="*/ 12 h 13"/>
                  <a:gd name="T4" fmla="*/ 0 w 16"/>
                  <a:gd name="T5" fmla="*/ 8 h 13"/>
                  <a:gd name="T6" fmla="*/ 0 w 16"/>
                  <a:gd name="T7" fmla="*/ 7 h 13"/>
                  <a:gd name="T8" fmla="*/ 1 w 16"/>
                  <a:gd name="T9" fmla="*/ 7 h 13"/>
                  <a:gd name="T10" fmla="*/ 5 w 16"/>
                  <a:gd name="T11" fmla="*/ 10 h 13"/>
                  <a:gd name="T12" fmla="*/ 14 w 16"/>
                  <a:gd name="T13" fmla="*/ 1 h 13"/>
                  <a:gd name="T14" fmla="*/ 16 w 16"/>
                  <a:gd name="T15" fmla="*/ 1 h 13"/>
                  <a:gd name="T16" fmla="*/ 15 w 16"/>
                  <a:gd name="T17" fmla="*/ 2 h 13"/>
                  <a:gd name="T18" fmla="*/ 6 w 16"/>
                  <a:gd name="T19" fmla="*/ 12 h 13"/>
                  <a:gd name="T20" fmla="*/ 6 w 16"/>
                  <a:gd name="T21"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3">
                    <a:moveTo>
                      <a:pt x="6" y="13"/>
                    </a:moveTo>
                    <a:cubicBezTo>
                      <a:pt x="5" y="12"/>
                      <a:pt x="5" y="12"/>
                      <a:pt x="5" y="12"/>
                    </a:cubicBezTo>
                    <a:cubicBezTo>
                      <a:pt x="4" y="11"/>
                      <a:pt x="0" y="8"/>
                      <a:pt x="0" y="8"/>
                    </a:cubicBezTo>
                    <a:cubicBezTo>
                      <a:pt x="0" y="8"/>
                      <a:pt x="0" y="7"/>
                      <a:pt x="0" y="7"/>
                    </a:cubicBezTo>
                    <a:cubicBezTo>
                      <a:pt x="0" y="6"/>
                      <a:pt x="1" y="6"/>
                      <a:pt x="1" y="7"/>
                    </a:cubicBezTo>
                    <a:cubicBezTo>
                      <a:pt x="1" y="7"/>
                      <a:pt x="4" y="8"/>
                      <a:pt x="5" y="10"/>
                    </a:cubicBezTo>
                    <a:cubicBezTo>
                      <a:pt x="7" y="7"/>
                      <a:pt x="10" y="3"/>
                      <a:pt x="14" y="1"/>
                    </a:cubicBezTo>
                    <a:cubicBezTo>
                      <a:pt x="15" y="0"/>
                      <a:pt x="15" y="1"/>
                      <a:pt x="16" y="1"/>
                    </a:cubicBezTo>
                    <a:cubicBezTo>
                      <a:pt x="16" y="1"/>
                      <a:pt x="16" y="2"/>
                      <a:pt x="15" y="2"/>
                    </a:cubicBezTo>
                    <a:cubicBezTo>
                      <a:pt x="11" y="5"/>
                      <a:pt x="8" y="10"/>
                      <a:pt x="6" y="12"/>
                    </a:cubicBezTo>
                    <a:lnTo>
                      <a:pt x="6" y="13"/>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5" name="Freeform 104">
                <a:extLst>
                  <a:ext uri="{FF2B5EF4-FFF2-40B4-BE49-F238E27FC236}">
                    <a16:creationId xmlns:a16="http://schemas.microsoft.com/office/drawing/2014/main" id="{DA7111CA-5123-46CC-AB14-170DE055FDE8}"/>
                  </a:ext>
                </a:extLst>
              </p:cNvPr>
              <p:cNvSpPr>
                <a:spLocks/>
              </p:cNvSpPr>
              <p:nvPr/>
            </p:nvSpPr>
            <p:spPr bwMode="auto">
              <a:xfrm>
                <a:off x="6692900" y="2271713"/>
                <a:ext cx="161925" cy="7938"/>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1"/>
                      <a:pt x="0" y="1"/>
                    </a:cubicBezTo>
                    <a:cubicBezTo>
                      <a:pt x="0" y="0"/>
                      <a:pt x="0" y="0"/>
                      <a:pt x="1" y="0"/>
                    </a:cubicBezTo>
                    <a:cubicBezTo>
                      <a:pt x="48" y="0"/>
                      <a:pt x="48" y="0"/>
                      <a:pt x="48" y="0"/>
                    </a:cubicBezTo>
                    <a:cubicBezTo>
                      <a:pt x="48" y="0"/>
                      <a:pt x="48" y="0"/>
                      <a:pt x="48" y="1"/>
                    </a:cubicBezTo>
                    <a:cubicBezTo>
                      <a:pt x="48" y="1"/>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6" name="Freeform 105">
                <a:extLst>
                  <a:ext uri="{FF2B5EF4-FFF2-40B4-BE49-F238E27FC236}">
                    <a16:creationId xmlns:a16="http://schemas.microsoft.com/office/drawing/2014/main" id="{365EE124-1ACB-431E-8E20-0C56EF652F58}"/>
                  </a:ext>
                </a:extLst>
              </p:cNvPr>
              <p:cNvSpPr>
                <a:spLocks/>
              </p:cNvSpPr>
              <p:nvPr/>
            </p:nvSpPr>
            <p:spPr bwMode="auto">
              <a:xfrm>
                <a:off x="6635750" y="2316163"/>
                <a:ext cx="53975" cy="41275"/>
              </a:xfrm>
              <a:custGeom>
                <a:avLst/>
                <a:gdLst>
                  <a:gd name="T0" fmla="*/ 6 w 16"/>
                  <a:gd name="T1" fmla="*/ 12 h 12"/>
                  <a:gd name="T2" fmla="*/ 5 w 16"/>
                  <a:gd name="T3" fmla="*/ 11 h 12"/>
                  <a:gd name="T4" fmla="*/ 0 w 16"/>
                  <a:gd name="T5" fmla="*/ 8 h 12"/>
                  <a:gd name="T6" fmla="*/ 0 w 16"/>
                  <a:gd name="T7" fmla="*/ 6 h 12"/>
                  <a:gd name="T8" fmla="*/ 1 w 16"/>
                  <a:gd name="T9" fmla="*/ 6 h 12"/>
                  <a:gd name="T10" fmla="*/ 5 w 16"/>
                  <a:gd name="T11" fmla="*/ 9 h 12"/>
                  <a:gd name="T12" fmla="*/ 14 w 16"/>
                  <a:gd name="T13" fmla="*/ 0 h 12"/>
                  <a:gd name="T14" fmla="*/ 16 w 16"/>
                  <a:gd name="T15" fmla="*/ 0 h 12"/>
                  <a:gd name="T16" fmla="*/ 15 w 16"/>
                  <a:gd name="T17" fmla="*/ 2 h 12"/>
                  <a:gd name="T18" fmla="*/ 6 w 16"/>
                  <a:gd name="T19" fmla="*/ 11 h 12"/>
                  <a:gd name="T20" fmla="*/ 6 w 16"/>
                  <a:gd name="T21"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12">
                    <a:moveTo>
                      <a:pt x="6" y="12"/>
                    </a:moveTo>
                    <a:cubicBezTo>
                      <a:pt x="5" y="11"/>
                      <a:pt x="5" y="11"/>
                      <a:pt x="5" y="11"/>
                    </a:cubicBezTo>
                    <a:cubicBezTo>
                      <a:pt x="4" y="10"/>
                      <a:pt x="0" y="8"/>
                      <a:pt x="0" y="8"/>
                    </a:cubicBezTo>
                    <a:cubicBezTo>
                      <a:pt x="0" y="7"/>
                      <a:pt x="0" y="7"/>
                      <a:pt x="0" y="6"/>
                    </a:cubicBezTo>
                    <a:cubicBezTo>
                      <a:pt x="0" y="6"/>
                      <a:pt x="1" y="6"/>
                      <a:pt x="1" y="6"/>
                    </a:cubicBezTo>
                    <a:cubicBezTo>
                      <a:pt x="1" y="6"/>
                      <a:pt x="4" y="8"/>
                      <a:pt x="5" y="9"/>
                    </a:cubicBezTo>
                    <a:cubicBezTo>
                      <a:pt x="7" y="7"/>
                      <a:pt x="10" y="3"/>
                      <a:pt x="14" y="0"/>
                    </a:cubicBezTo>
                    <a:cubicBezTo>
                      <a:pt x="15" y="0"/>
                      <a:pt x="15" y="0"/>
                      <a:pt x="16" y="0"/>
                    </a:cubicBezTo>
                    <a:cubicBezTo>
                      <a:pt x="16" y="1"/>
                      <a:pt x="16" y="1"/>
                      <a:pt x="15" y="2"/>
                    </a:cubicBezTo>
                    <a:cubicBezTo>
                      <a:pt x="11" y="4"/>
                      <a:pt x="8" y="9"/>
                      <a:pt x="6" y="11"/>
                    </a:cubicBezTo>
                    <a:lnTo>
                      <a:pt x="6" y="12"/>
                    </a:ln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607" name="Freeform 106">
                <a:extLst>
                  <a:ext uri="{FF2B5EF4-FFF2-40B4-BE49-F238E27FC236}">
                    <a16:creationId xmlns:a16="http://schemas.microsoft.com/office/drawing/2014/main" id="{B0DF07A1-63DC-42A9-A6B7-390BE7DA54DE}"/>
                  </a:ext>
                </a:extLst>
              </p:cNvPr>
              <p:cNvSpPr>
                <a:spLocks/>
              </p:cNvSpPr>
              <p:nvPr/>
            </p:nvSpPr>
            <p:spPr bwMode="auto">
              <a:xfrm>
                <a:off x="6692900" y="2339975"/>
                <a:ext cx="161925" cy="6350"/>
              </a:xfrm>
              <a:custGeom>
                <a:avLst/>
                <a:gdLst>
                  <a:gd name="T0" fmla="*/ 48 w 48"/>
                  <a:gd name="T1" fmla="*/ 2 h 2"/>
                  <a:gd name="T2" fmla="*/ 1 w 48"/>
                  <a:gd name="T3" fmla="*/ 2 h 2"/>
                  <a:gd name="T4" fmla="*/ 0 w 48"/>
                  <a:gd name="T5" fmla="*/ 1 h 2"/>
                  <a:gd name="T6" fmla="*/ 1 w 48"/>
                  <a:gd name="T7" fmla="*/ 0 h 2"/>
                  <a:gd name="T8" fmla="*/ 48 w 48"/>
                  <a:gd name="T9" fmla="*/ 0 h 2"/>
                  <a:gd name="T10" fmla="*/ 48 w 48"/>
                  <a:gd name="T11" fmla="*/ 1 h 2"/>
                  <a:gd name="T12" fmla="*/ 48 w 48"/>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48" h="2">
                    <a:moveTo>
                      <a:pt x="48" y="2"/>
                    </a:moveTo>
                    <a:cubicBezTo>
                      <a:pt x="1" y="2"/>
                      <a:pt x="1" y="2"/>
                      <a:pt x="1" y="2"/>
                    </a:cubicBezTo>
                    <a:cubicBezTo>
                      <a:pt x="0" y="2"/>
                      <a:pt x="0" y="1"/>
                      <a:pt x="0" y="1"/>
                    </a:cubicBezTo>
                    <a:cubicBezTo>
                      <a:pt x="0" y="0"/>
                      <a:pt x="0" y="0"/>
                      <a:pt x="1" y="0"/>
                    </a:cubicBezTo>
                    <a:cubicBezTo>
                      <a:pt x="48" y="0"/>
                      <a:pt x="48" y="0"/>
                      <a:pt x="48" y="0"/>
                    </a:cubicBezTo>
                    <a:cubicBezTo>
                      <a:pt x="48" y="0"/>
                      <a:pt x="48" y="0"/>
                      <a:pt x="48" y="1"/>
                    </a:cubicBezTo>
                    <a:cubicBezTo>
                      <a:pt x="48" y="1"/>
                      <a:pt x="48" y="2"/>
                      <a:pt x="48" y="2"/>
                    </a:cubicBezTo>
                    <a:close/>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grpSp>
        <p:grpSp>
          <p:nvGrpSpPr>
            <p:cNvPr id="589" name="Groupe 301">
              <a:extLst>
                <a:ext uri="{FF2B5EF4-FFF2-40B4-BE49-F238E27FC236}">
                  <a16:creationId xmlns:a16="http://schemas.microsoft.com/office/drawing/2014/main" id="{B0468342-B554-4450-A1AD-0A48DBF87859}"/>
                </a:ext>
              </a:extLst>
            </p:cNvPr>
            <p:cNvGrpSpPr/>
            <p:nvPr/>
          </p:nvGrpSpPr>
          <p:grpSpPr>
            <a:xfrm>
              <a:off x="4260372" y="4897623"/>
              <a:ext cx="786770" cy="413252"/>
              <a:chOff x="6562725" y="4276725"/>
              <a:chExt cx="628650" cy="330200"/>
            </a:xfrm>
          </p:grpSpPr>
          <p:sp>
            <p:nvSpPr>
              <p:cNvPr id="590" name="Freeform 276">
                <a:extLst>
                  <a:ext uri="{FF2B5EF4-FFF2-40B4-BE49-F238E27FC236}">
                    <a16:creationId xmlns:a16="http://schemas.microsoft.com/office/drawing/2014/main" id="{85992795-764C-4A2B-B537-611DA23971C5}"/>
                  </a:ext>
                </a:extLst>
              </p:cNvPr>
              <p:cNvSpPr>
                <a:spLocks/>
              </p:cNvSpPr>
              <p:nvPr/>
            </p:nvSpPr>
            <p:spPr bwMode="auto">
              <a:xfrm>
                <a:off x="6778625" y="4276725"/>
                <a:ext cx="192088" cy="330200"/>
              </a:xfrm>
              <a:custGeom>
                <a:avLst/>
                <a:gdLst>
                  <a:gd name="T0" fmla="*/ 57 w 57"/>
                  <a:gd name="T1" fmla="*/ 96 h 97"/>
                  <a:gd name="T2" fmla="*/ 57 w 57"/>
                  <a:gd name="T3" fmla="*/ 96 h 97"/>
                  <a:gd name="T4" fmla="*/ 57 w 57"/>
                  <a:gd name="T5" fmla="*/ 96 h 97"/>
                  <a:gd name="T6" fmla="*/ 57 w 57"/>
                  <a:gd name="T7" fmla="*/ 0 h 97"/>
                  <a:gd name="T8" fmla="*/ 16 w 57"/>
                  <a:gd name="T9" fmla="*/ 0 h 97"/>
                  <a:gd name="T10" fmla="*/ 0 w 57"/>
                  <a:gd name="T11" fmla="*/ 16 h 97"/>
                  <a:gd name="T12" fmla="*/ 0 w 57"/>
                  <a:gd name="T13" fmla="*/ 96 h 97"/>
                  <a:gd name="T14" fmla="*/ 0 w 57"/>
                  <a:gd name="T15" fmla="*/ 96 h 97"/>
                  <a:gd name="T16" fmla="*/ 57 w 57"/>
                  <a:gd name="T17" fmla="*/ 9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97">
                    <a:moveTo>
                      <a:pt x="57" y="96"/>
                    </a:moveTo>
                    <a:cubicBezTo>
                      <a:pt x="57" y="96"/>
                      <a:pt x="57" y="97"/>
                      <a:pt x="57" y="96"/>
                    </a:cubicBezTo>
                    <a:cubicBezTo>
                      <a:pt x="57" y="96"/>
                      <a:pt x="57" y="96"/>
                      <a:pt x="57" y="96"/>
                    </a:cubicBezTo>
                    <a:cubicBezTo>
                      <a:pt x="57" y="0"/>
                      <a:pt x="57" y="0"/>
                      <a:pt x="57" y="0"/>
                    </a:cubicBezTo>
                    <a:cubicBezTo>
                      <a:pt x="16" y="0"/>
                      <a:pt x="16" y="0"/>
                      <a:pt x="16" y="0"/>
                    </a:cubicBezTo>
                    <a:cubicBezTo>
                      <a:pt x="7" y="0"/>
                      <a:pt x="0" y="7"/>
                      <a:pt x="0" y="16"/>
                    </a:cubicBezTo>
                    <a:cubicBezTo>
                      <a:pt x="0" y="96"/>
                      <a:pt x="0" y="96"/>
                      <a:pt x="0" y="96"/>
                    </a:cubicBezTo>
                    <a:cubicBezTo>
                      <a:pt x="0" y="96"/>
                      <a:pt x="0" y="96"/>
                      <a:pt x="0" y="96"/>
                    </a:cubicBezTo>
                    <a:lnTo>
                      <a:pt x="57" y="9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1" name="Freeform 277">
                <a:extLst>
                  <a:ext uri="{FF2B5EF4-FFF2-40B4-BE49-F238E27FC236}">
                    <a16:creationId xmlns:a16="http://schemas.microsoft.com/office/drawing/2014/main" id="{BB6A016A-0774-4F29-95C0-28AB1AE9DE8E}"/>
                  </a:ext>
                </a:extLst>
              </p:cNvPr>
              <p:cNvSpPr>
                <a:spLocks/>
              </p:cNvSpPr>
              <p:nvPr/>
            </p:nvSpPr>
            <p:spPr bwMode="auto">
              <a:xfrm>
                <a:off x="6562725" y="4365625"/>
                <a:ext cx="192088" cy="241300"/>
              </a:xfrm>
              <a:custGeom>
                <a:avLst/>
                <a:gdLst>
                  <a:gd name="T0" fmla="*/ 57 w 57"/>
                  <a:gd name="T1" fmla="*/ 70 h 71"/>
                  <a:gd name="T2" fmla="*/ 57 w 57"/>
                  <a:gd name="T3" fmla="*/ 70 h 71"/>
                  <a:gd name="T4" fmla="*/ 57 w 57"/>
                  <a:gd name="T5" fmla="*/ 70 h 71"/>
                  <a:gd name="T6" fmla="*/ 57 w 57"/>
                  <a:gd name="T7" fmla="*/ 0 h 71"/>
                  <a:gd name="T8" fmla="*/ 16 w 57"/>
                  <a:gd name="T9" fmla="*/ 0 h 71"/>
                  <a:gd name="T10" fmla="*/ 0 w 57"/>
                  <a:gd name="T11" fmla="*/ 16 h 71"/>
                  <a:gd name="T12" fmla="*/ 0 w 57"/>
                  <a:gd name="T13" fmla="*/ 70 h 71"/>
                  <a:gd name="T14" fmla="*/ 0 w 57"/>
                  <a:gd name="T15" fmla="*/ 70 h 71"/>
                  <a:gd name="T16" fmla="*/ 57 w 57"/>
                  <a:gd name="T17" fmla="*/ 7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71">
                    <a:moveTo>
                      <a:pt x="57" y="70"/>
                    </a:moveTo>
                    <a:cubicBezTo>
                      <a:pt x="57" y="70"/>
                      <a:pt x="57" y="71"/>
                      <a:pt x="57" y="70"/>
                    </a:cubicBezTo>
                    <a:cubicBezTo>
                      <a:pt x="57" y="70"/>
                      <a:pt x="57" y="70"/>
                      <a:pt x="57" y="70"/>
                    </a:cubicBezTo>
                    <a:cubicBezTo>
                      <a:pt x="57" y="0"/>
                      <a:pt x="57" y="0"/>
                      <a:pt x="57" y="0"/>
                    </a:cubicBezTo>
                    <a:cubicBezTo>
                      <a:pt x="16" y="0"/>
                      <a:pt x="16" y="0"/>
                      <a:pt x="16" y="0"/>
                    </a:cubicBezTo>
                    <a:cubicBezTo>
                      <a:pt x="7" y="0"/>
                      <a:pt x="0" y="7"/>
                      <a:pt x="0" y="16"/>
                    </a:cubicBezTo>
                    <a:cubicBezTo>
                      <a:pt x="0" y="70"/>
                      <a:pt x="0" y="70"/>
                      <a:pt x="0" y="70"/>
                    </a:cubicBezTo>
                    <a:cubicBezTo>
                      <a:pt x="0" y="70"/>
                      <a:pt x="0" y="70"/>
                      <a:pt x="0" y="70"/>
                    </a:cubicBezTo>
                    <a:lnTo>
                      <a:pt x="57" y="7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2" name="Freeform 278">
                <a:extLst>
                  <a:ext uri="{FF2B5EF4-FFF2-40B4-BE49-F238E27FC236}">
                    <a16:creationId xmlns:a16="http://schemas.microsoft.com/office/drawing/2014/main" id="{7D9748DE-0F37-41CE-A027-635EB965C30C}"/>
                  </a:ext>
                </a:extLst>
              </p:cNvPr>
              <p:cNvSpPr>
                <a:spLocks/>
              </p:cNvSpPr>
              <p:nvPr/>
            </p:nvSpPr>
            <p:spPr bwMode="auto">
              <a:xfrm>
                <a:off x="6997700" y="4440238"/>
                <a:ext cx="193675" cy="166687"/>
              </a:xfrm>
              <a:custGeom>
                <a:avLst/>
                <a:gdLst>
                  <a:gd name="T0" fmla="*/ 0 w 57"/>
                  <a:gd name="T1" fmla="*/ 48 h 49"/>
                  <a:gd name="T2" fmla="*/ 0 w 57"/>
                  <a:gd name="T3" fmla="*/ 48 h 49"/>
                  <a:gd name="T4" fmla="*/ 0 w 57"/>
                  <a:gd name="T5" fmla="*/ 48 h 49"/>
                  <a:gd name="T6" fmla="*/ 0 w 57"/>
                  <a:gd name="T7" fmla="*/ 0 h 49"/>
                  <a:gd name="T8" fmla="*/ 41 w 57"/>
                  <a:gd name="T9" fmla="*/ 0 h 49"/>
                  <a:gd name="T10" fmla="*/ 57 w 57"/>
                  <a:gd name="T11" fmla="*/ 16 h 49"/>
                  <a:gd name="T12" fmla="*/ 57 w 57"/>
                  <a:gd name="T13" fmla="*/ 48 h 49"/>
                  <a:gd name="T14" fmla="*/ 57 w 57"/>
                  <a:gd name="T15" fmla="*/ 48 h 49"/>
                  <a:gd name="T16" fmla="*/ 0 w 57"/>
                  <a:gd name="T17"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49">
                    <a:moveTo>
                      <a:pt x="0" y="48"/>
                    </a:moveTo>
                    <a:cubicBezTo>
                      <a:pt x="0" y="48"/>
                      <a:pt x="0" y="49"/>
                      <a:pt x="0" y="48"/>
                    </a:cubicBezTo>
                    <a:cubicBezTo>
                      <a:pt x="0" y="48"/>
                      <a:pt x="0" y="48"/>
                      <a:pt x="0" y="48"/>
                    </a:cubicBezTo>
                    <a:cubicBezTo>
                      <a:pt x="0" y="0"/>
                      <a:pt x="0" y="0"/>
                      <a:pt x="0" y="0"/>
                    </a:cubicBezTo>
                    <a:cubicBezTo>
                      <a:pt x="41" y="0"/>
                      <a:pt x="41" y="0"/>
                      <a:pt x="41" y="0"/>
                    </a:cubicBezTo>
                    <a:cubicBezTo>
                      <a:pt x="50" y="0"/>
                      <a:pt x="57" y="7"/>
                      <a:pt x="57" y="16"/>
                    </a:cubicBezTo>
                    <a:cubicBezTo>
                      <a:pt x="57" y="48"/>
                      <a:pt x="57" y="48"/>
                      <a:pt x="57" y="48"/>
                    </a:cubicBezTo>
                    <a:cubicBezTo>
                      <a:pt x="57" y="48"/>
                      <a:pt x="57" y="48"/>
                      <a:pt x="57" y="48"/>
                    </a:cubicBezTo>
                    <a:lnTo>
                      <a:pt x="0" y="48"/>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3" name="Freeform 279">
                <a:extLst>
                  <a:ext uri="{FF2B5EF4-FFF2-40B4-BE49-F238E27FC236}">
                    <a16:creationId xmlns:a16="http://schemas.microsoft.com/office/drawing/2014/main" id="{979519FE-6202-430E-9C2A-150063AF116E}"/>
                  </a:ext>
                </a:extLst>
              </p:cNvPr>
              <p:cNvSpPr>
                <a:spLocks/>
              </p:cNvSpPr>
              <p:nvPr/>
            </p:nvSpPr>
            <p:spPr bwMode="auto">
              <a:xfrm>
                <a:off x="6632575" y="4500563"/>
                <a:ext cx="53975" cy="79375"/>
              </a:xfrm>
              <a:custGeom>
                <a:avLst/>
                <a:gdLst>
                  <a:gd name="T0" fmla="*/ 15 w 16"/>
                  <a:gd name="T1" fmla="*/ 4 h 23"/>
                  <a:gd name="T2" fmla="*/ 13 w 16"/>
                  <a:gd name="T3" fmla="*/ 2 h 23"/>
                  <a:gd name="T4" fmla="*/ 11 w 16"/>
                  <a:gd name="T5" fmla="*/ 1 h 23"/>
                  <a:gd name="T6" fmla="*/ 8 w 16"/>
                  <a:gd name="T7" fmla="*/ 0 h 23"/>
                  <a:gd name="T8" fmla="*/ 4 w 16"/>
                  <a:gd name="T9" fmla="*/ 1 h 23"/>
                  <a:gd name="T10" fmla="*/ 0 w 16"/>
                  <a:gd name="T11" fmla="*/ 3 h 23"/>
                  <a:gd name="T12" fmla="*/ 3 w 16"/>
                  <a:gd name="T13" fmla="*/ 7 h 23"/>
                  <a:gd name="T14" fmla="*/ 3 w 16"/>
                  <a:gd name="T15" fmla="*/ 6 h 23"/>
                  <a:gd name="T16" fmla="*/ 5 w 16"/>
                  <a:gd name="T17" fmla="*/ 5 h 23"/>
                  <a:gd name="T18" fmla="*/ 6 w 16"/>
                  <a:gd name="T19" fmla="*/ 5 h 23"/>
                  <a:gd name="T20" fmla="*/ 7 w 16"/>
                  <a:gd name="T21" fmla="*/ 4 h 23"/>
                  <a:gd name="T22" fmla="*/ 9 w 16"/>
                  <a:gd name="T23" fmla="*/ 5 h 23"/>
                  <a:gd name="T24" fmla="*/ 10 w 16"/>
                  <a:gd name="T25" fmla="*/ 7 h 23"/>
                  <a:gd name="T26" fmla="*/ 10 w 16"/>
                  <a:gd name="T27" fmla="*/ 8 h 23"/>
                  <a:gd name="T28" fmla="*/ 9 w 16"/>
                  <a:gd name="T29" fmla="*/ 10 h 23"/>
                  <a:gd name="T30" fmla="*/ 8 w 16"/>
                  <a:gd name="T31" fmla="*/ 11 h 23"/>
                  <a:gd name="T32" fmla="*/ 7 w 16"/>
                  <a:gd name="T33" fmla="*/ 12 h 23"/>
                  <a:gd name="T34" fmla="*/ 5 w 16"/>
                  <a:gd name="T35" fmla="*/ 14 h 23"/>
                  <a:gd name="T36" fmla="*/ 3 w 16"/>
                  <a:gd name="T37" fmla="*/ 16 h 23"/>
                  <a:gd name="T38" fmla="*/ 1 w 16"/>
                  <a:gd name="T39" fmla="*/ 19 h 23"/>
                  <a:gd name="T40" fmla="*/ 1 w 16"/>
                  <a:gd name="T41" fmla="*/ 21 h 23"/>
                  <a:gd name="T42" fmla="*/ 1 w 16"/>
                  <a:gd name="T43" fmla="*/ 22 h 23"/>
                  <a:gd name="T44" fmla="*/ 1 w 16"/>
                  <a:gd name="T45" fmla="*/ 23 h 23"/>
                  <a:gd name="T46" fmla="*/ 16 w 16"/>
                  <a:gd name="T47" fmla="*/ 23 h 23"/>
                  <a:gd name="T48" fmla="*/ 16 w 16"/>
                  <a:gd name="T49" fmla="*/ 19 h 23"/>
                  <a:gd name="T50" fmla="*/ 6 w 16"/>
                  <a:gd name="T51" fmla="*/ 19 h 23"/>
                  <a:gd name="T52" fmla="*/ 7 w 16"/>
                  <a:gd name="T53" fmla="*/ 18 h 23"/>
                  <a:gd name="T54" fmla="*/ 8 w 16"/>
                  <a:gd name="T55" fmla="*/ 17 h 23"/>
                  <a:gd name="T56" fmla="*/ 9 w 16"/>
                  <a:gd name="T57" fmla="*/ 16 h 23"/>
                  <a:gd name="T58" fmla="*/ 10 w 16"/>
                  <a:gd name="T59" fmla="*/ 15 h 23"/>
                  <a:gd name="T60" fmla="*/ 12 w 16"/>
                  <a:gd name="T61" fmla="*/ 13 h 23"/>
                  <a:gd name="T62" fmla="*/ 13 w 16"/>
                  <a:gd name="T63" fmla="*/ 11 h 23"/>
                  <a:gd name="T64" fmla="*/ 15 w 16"/>
                  <a:gd name="T65" fmla="*/ 9 h 23"/>
                  <a:gd name="T66" fmla="*/ 15 w 16"/>
                  <a:gd name="T67" fmla="*/ 7 h 23"/>
                  <a:gd name="T68" fmla="*/ 15 w 16"/>
                  <a:gd name="T69" fmla="*/ 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 h="23">
                    <a:moveTo>
                      <a:pt x="15" y="4"/>
                    </a:moveTo>
                    <a:cubicBezTo>
                      <a:pt x="14" y="3"/>
                      <a:pt x="14" y="3"/>
                      <a:pt x="13" y="2"/>
                    </a:cubicBezTo>
                    <a:cubicBezTo>
                      <a:pt x="13" y="2"/>
                      <a:pt x="12" y="1"/>
                      <a:pt x="11" y="1"/>
                    </a:cubicBezTo>
                    <a:cubicBezTo>
                      <a:pt x="10" y="1"/>
                      <a:pt x="9" y="0"/>
                      <a:pt x="8" y="0"/>
                    </a:cubicBezTo>
                    <a:cubicBezTo>
                      <a:pt x="6" y="0"/>
                      <a:pt x="5" y="1"/>
                      <a:pt x="4" y="1"/>
                    </a:cubicBezTo>
                    <a:cubicBezTo>
                      <a:pt x="2" y="2"/>
                      <a:pt x="1" y="3"/>
                      <a:pt x="0" y="3"/>
                    </a:cubicBezTo>
                    <a:cubicBezTo>
                      <a:pt x="3" y="7"/>
                      <a:pt x="3" y="7"/>
                      <a:pt x="3" y="7"/>
                    </a:cubicBezTo>
                    <a:cubicBezTo>
                      <a:pt x="3" y="7"/>
                      <a:pt x="3" y="6"/>
                      <a:pt x="3" y="6"/>
                    </a:cubicBezTo>
                    <a:cubicBezTo>
                      <a:pt x="4" y="6"/>
                      <a:pt x="4" y="6"/>
                      <a:pt x="5" y="5"/>
                    </a:cubicBezTo>
                    <a:cubicBezTo>
                      <a:pt x="5" y="5"/>
                      <a:pt x="5" y="5"/>
                      <a:pt x="6" y="5"/>
                    </a:cubicBezTo>
                    <a:cubicBezTo>
                      <a:pt x="6" y="5"/>
                      <a:pt x="7" y="4"/>
                      <a:pt x="7" y="4"/>
                    </a:cubicBezTo>
                    <a:cubicBezTo>
                      <a:pt x="8" y="4"/>
                      <a:pt x="9" y="5"/>
                      <a:pt x="9" y="5"/>
                    </a:cubicBezTo>
                    <a:cubicBezTo>
                      <a:pt x="10" y="5"/>
                      <a:pt x="10" y="6"/>
                      <a:pt x="10" y="7"/>
                    </a:cubicBezTo>
                    <a:cubicBezTo>
                      <a:pt x="10" y="7"/>
                      <a:pt x="10" y="8"/>
                      <a:pt x="10" y="8"/>
                    </a:cubicBezTo>
                    <a:cubicBezTo>
                      <a:pt x="10" y="9"/>
                      <a:pt x="10" y="9"/>
                      <a:pt x="9" y="10"/>
                    </a:cubicBezTo>
                    <a:cubicBezTo>
                      <a:pt x="9" y="10"/>
                      <a:pt x="8" y="10"/>
                      <a:pt x="8" y="11"/>
                    </a:cubicBezTo>
                    <a:cubicBezTo>
                      <a:pt x="8" y="11"/>
                      <a:pt x="7" y="12"/>
                      <a:pt x="7" y="12"/>
                    </a:cubicBezTo>
                    <a:cubicBezTo>
                      <a:pt x="6" y="13"/>
                      <a:pt x="5" y="13"/>
                      <a:pt x="5" y="14"/>
                    </a:cubicBezTo>
                    <a:cubicBezTo>
                      <a:pt x="4" y="15"/>
                      <a:pt x="3" y="15"/>
                      <a:pt x="3" y="16"/>
                    </a:cubicBezTo>
                    <a:cubicBezTo>
                      <a:pt x="2" y="17"/>
                      <a:pt x="2" y="18"/>
                      <a:pt x="1" y="19"/>
                    </a:cubicBezTo>
                    <a:cubicBezTo>
                      <a:pt x="1" y="19"/>
                      <a:pt x="1" y="20"/>
                      <a:pt x="1" y="21"/>
                    </a:cubicBezTo>
                    <a:cubicBezTo>
                      <a:pt x="1" y="22"/>
                      <a:pt x="1" y="22"/>
                      <a:pt x="1" y="22"/>
                    </a:cubicBezTo>
                    <a:cubicBezTo>
                      <a:pt x="1" y="23"/>
                      <a:pt x="1" y="23"/>
                      <a:pt x="1" y="23"/>
                    </a:cubicBezTo>
                    <a:cubicBezTo>
                      <a:pt x="16" y="23"/>
                      <a:pt x="16" y="23"/>
                      <a:pt x="16" y="23"/>
                    </a:cubicBezTo>
                    <a:cubicBezTo>
                      <a:pt x="16" y="19"/>
                      <a:pt x="16" y="19"/>
                      <a:pt x="16" y="19"/>
                    </a:cubicBezTo>
                    <a:cubicBezTo>
                      <a:pt x="6" y="19"/>
                      <a:pt x="6" y="19"/>
                      <a:pt x="6" y="19"/>
                    </a:cubicBezTo>
                    <a:cubicBezTo>
                      <a:pt x="6" y="19"/>
                      <a:pt x="7" y="19"/>
                      <a:pt x="7" y="18"/>
                    </a:cubicBezTo>
                    <a:cubicBezTo>
                      <a:pt x="7" y="18"/>
                      <a:pt x="7" y="18"/>
                      <a:pt x="8" y="17"/>
                    </a:cubicBezTo>
                    <a:cubicBezTo>
                      <a:pt x="8" y="17"/>
                      <a:pt x="8" y="16"/>
                      <a:pt x="9" y="16"/>
                    </a:cubicBezTo>
                    <a:cubicBezTo>
                      <a:pt x="9" y="16"/>
                      <a:pt x="9" y="15"/>
                      <a:pt x="10" y="15"/>
                    </a:cubicBezTo>
                    <a:cubicBezTo>
                      <a:pt x="10" y="14"/>
                      <a:pt x="11" y="14"/>
                      <a:pt x="12" y="13"/>
                    </a:cubicBezTo>
                    <a:cubicBezTo>
                      <a:pt x="12" y="13"/>
                      <a:pt x="13" y="12"/>
                      <a:pt x="13" y="11"/>
                    </a:cubicBezTo>
                    <a:cubicBezTo>
                      <a:pt x="14" y="11"/>
                      <a:pt x="14" y="10"/>
                      <a:pt x="15" y="9"/>
                    </a:cubicBezTo>
                    <a:cubicBezTo>
                      <a:pt x="15" y="8"/>
                      <a:pt x="15" y="8"/>
                      <a:pt x="15" y="7"/>
                    </a:cubicBezTo>
                    <a:cubicBezTo>
                      <a:pt x="15" y="6"/>
                      <a:pt x="15" y="5"/>
                      <a:pt x="15" y="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4" name="Freeform 280">
                <a:extLst>
                  <a:ext uri="{FF2B5EF4-FFF2-40B4-BE49-F238E27FC236}">
                    <a16:creationId xmlns:a16="http://schemas.microsoft.com/office/drawing/2014/main" id="{6DF05710-82B4-489E-AA6F-08D15A683BA9}"/>
                  </a:ext>
                </a:extLst>
              </p:cNvPr>
              <p:cNvSpPr>
                <a:spLocks/>
              </p:cNvSpPr>
              <p:nvPr/>
            </p:nvSpPr>
            <p:spPr bwMode="auto">
              <a:xfrm>
                <a:off x="6853238" y="4503738"/>
                <a:ext cx="36513" cy="76200"/>
              </a:xfrm>
              <a:custGeom>
                <a:avLst/>
                <a:gdLst>
                  <a:gd name="T0" fmla="*/ 2 w 11"/>
                  <a:gd name="T1" fmla="*/ 8 h 22"/>
                  <a:gd name="T2" fmla="*/ 4 w 11"/>
                  <a:gd name="T3" fmla="*/ 7 h 22"/>
                  <a:gd name="T4" fmla="*/ 6 w 11"/>
                  <a:gd name="T5" fmla="*/ 6 h 22"/>
                  <a:gd name="T6" fmla="*/ 6 w 11"/>
                  <a:gd name="T7" fmla="*/ 22 h 22"/>
                  <a:gd name="T8" fmla="*/ 11 w 11"/>
                  <a:gd name="T9" fmla="*/ 22 h 22"/>
                  <a:gd name="T10" fmla="*/ 11 w 11"/>
                  <a:gd name="T11" fmla="*/ 0 h 22"/>
                  <a:gd name="T12" fmla="*/ 8 w 11"/>
                  <a:gd name="T13" fmla="*/ 0 h 22"/>
                  <a:gd name="T14" fmla="*/ 6 w 11"/>
                  <a:gd name="T15" fmla="*/ 1 h 22"/>
                  <a:gd name="T16" fmla="*/ 4 w 11"/>
                  <a:gd name="T17" fmla="*/ 3 h 22"/>
                  <a:gd name="T18" fmla="*/ 2 w 11"/>
                  <a:gd name="T19" fmla="*/ 4 h 22"/>
                  <a:gd name="T20" fmla="*/ 0 w 11"/>
                  <a:gd name="T21" fmla="*/ 4 h 22"/>
                  <a:gd name="T22" fmla="*/ 2 w 11"/>
                  <a:gd name="T23"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 h="22">
                    <a:moveTo>
                      <a:pt x="2" y="8"/>
                    </a:moveTo>
                    <a:cubicBezTo>
                      <a:pt x="2" y="8"/>
                      <a:pt x="3" y="8"/>
                      <a:pt x="4" y="7"/>
                    </a:cubicBezTo>
                    <a:cubicBezTo>
                      <a:pt x="5" y="7"/>
                      <a:pt x="5" y="7"/>
                      <a:pt x="6" y="6"/>
                    </a:cubicBezTo>
                    <a:cubicBezTo>
                      <a:pt x="6" y="22"/>
                      <a:pt x="6" y="22"/>
                      <a:pt x="6" y="22"/>
                    </a:cubicBezTo>
                    <a:cubicBezTo>
                      <a:pt x="11" y="22"/>
                      <a:pt x="11" y="22"/>
                      <a:pt x="11" y="22"/>
                    </a:cubicBezTo>
                    <a:cubicBezTo>
                      <a:pt x="11" y="0"/>
                      <a:pt x="11" y="0"/>
                      <a:pt x="11" y="0"/>
                    </a:cubicBezTo>
                    <a:cubicBezTo>
                      <a:pt x="8" y="0"/>
                      <a:pt x="8" y="0"/>
                      <a:pt x="8" y="0"/>
                    </a:cubicBezTo>
                    <a:cubicBezTo>
                      <a:pt x="7" y="0"/>
                      <a:pt x="7" y="1"/>
                      <a:pt x="6" y="1"/>
                    </a:cubicBezTo>
                    <a:cubicBezTo>
                      <a:pt x="5" y="2"/>
                      <a:pt x="5" y="2"/>
                      <a:pt x="4" y="3"/>
                    </a:cubicBezTo>
                    <a:cubicBezTo>
                      <a:pt x="3" y="3"/>
                      <a:pt x="3" y="3"/>
                      <a:pt x="2" y="4"/>
                    </a:cubicBezTo>
                    <a:cubicBezTo>
                      <a:pt x="1" y="4"/>
                      <a:pt x="1" y="4"/>
                      <a:pt x="0" y="4"/>
                    </a:cubicBezTo>
                    <a:cubicBezTo>
                      <a:pt x="2" y="8"/>
                      <a:pt x="2" y="8"/>
                      <a:pt x="2"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sp>
            <p:nvSpPr>
              <p:cNvPr id="595" name="Freeform 281">
                <a:extLst>
                  <a:ext uri="{FF2B5EF4-FFF2-40B4-BE49-F238E27FC236}">
                    <a16:creationId xmlns:a16="http://schemas.microsoft.com/office/drawing/2014/main" id="{5EDA0492-AD1F-4B50-AC64-514F01A4DB99}"/>
                  </a:ext>
                </a:extLst>
              </p:cNvPr>
              <p:cNvSpPr>
                <a:spLocks/>
              </p:cNvSpPr>
              <p:nvPr/>
            </p:nvSpPr>
            <p:spPr bwMode="auto">
              <a:xfrm>
                <a:off x="7059613" y="4500563"/>
                <a:ext cx="50800" cy="82550"/>
              </a:xfrm>
              <a:custGeom>
                <a:avLst/>
                <a:gdLst>
                  <a:gd name="T0" fmla="*/ 10 w 15"/>
                  <a:gd name="T1" fmla="*/ 23 h 24"/>
                  <a:gd name="T2" fmla="*/ 13 w 15"/>
                  <a:gd name="T3" fmla="*/ 22 h 24"/>
                  <a:gd name="T4" fmla="*/ 15 w 15"/>
                  <a:gd name="T5" fmla="*/ 19 h 24"/>
                  <a:gd name="T6" fmla="*/ 15 w 15"/>
                  <a:gd name="T7" fmla="*/ 16 h 24"/>
                  <a:gd name="T8" fmla="*/ 14 w 15"/>
                  <a:gd name="T9" fmla="*/ 13 h 24"/>
                  <a:gd name="T10" fmla="*/ 12 w 15"/>
                  <a:gd name="T11" fmla="*/ 11 h 24"/>
                  <a:gd name="T12" fmla="*/ 14 w 15"/>
                  <a:gd name="T13" fmla="*/ 9 h 24"/>
                  <a:gd name="T14" fmla="*/ 14 w 15"/>
                  <a:gd name="T15" fmla="*/ 7 h 24"/>
                  <a:gd name="T16" fmla="*/ 14 w 15"/>
                  <a:gd name="T17" fmla="*/ 4 h 24"/>
                  <a:gd name="T18" fmla="*/ 12 w 15"/>
                  <a:gd name="T19" fmla="*/ 2 h 24"/>
                  <a:gd name="T20" fmla="*/ 10 w 15"/>
                  <a:gd name="T21" fmla="*/ 1 h 24"/>
                  <a:gd name="T22" fmla="*/ 7 w 15"/>
                  <a:gd name="T23" fmla="*/ 0 h 24"/>
                  <a:gd name="T24" fmla="*/ 5 w 15"/>
                  <a:gd name="T25" fmla="*/ 1 h 24"/>
                  <a:gd name="T26" fmla="*/ 3 w 15"/>
                  <a:gd name="T27" fmla="*/ 1 h 24"/>
                  <a:gd name="T28" fmla="*/ 1 w 15"/>
                  <a:gd name="T29" fmla="*/ 2 h 24"/>
                  <a:gd name="T30" fmla="*/ 0 w 15"/>
                  <a:gd name="T31" fmla="*/ 2 h 24"/>
                  <a:gd name="T32" fmla="*/ 2 w 15"/>
                  <a:gd name="T33" fmla="*/ 6 h 24"/>
                  <a:gd name="T34" fmla="*/ 4 w 15"/>
                  <a:gd name="T35" fmla="*/ 5 h 24"/>
                  <a:gd name="T36" fmla="*/ 7 w 15"/>
                  <a:gd name="T37" fmla="*/ 4 h 24"/>
                  <a:gd name="T38" fmla="*/ 8 w 15"/>
                  <a:gd name="T39" fmla="*/ 5 h 24"/>
                  <a:gd name="T40" fmla="*/ 9 w 15"/>
                  <a:gd name="T41" fmla="*/ 5 h 24"/>
                  <a:gd name="T42" fmla="*/ 9 w 15"/>
                  <a:gd name="T43" fmla="*/ 6 h 24"/>
                  <a:gd name="T44" fmla="*/ 9 w 15"/>
                  <a:gd name="T45" fmla="*/ 7 h 24"/>
                  <a:gd name="T46" fmla="*/ 9 w 15"/>
                  <a:gd name="T47" fmla="*/ 8 h 24"/>
                  <a:gd name="T48" fmla="*/ 8 w 15"/>
                  <a:gd name="T49" fmla="*/ 9 h 24"/>
                  <a:gd name="T50" fmla="*/ 7 w 15"/>
                  <a:gd name="T51" fmla="*/ 9 h 24"/>
                  <a:gd name="T52" fmla="*/ 6 w 15"/>
                  <a:gd name="T53" fmla="*/ 9 h 24"/>
                  <a:gd name="T54" fmla="*/ 4 w 15"/>
                  <a:gd name="T55" fmla="*/ 9 h 24"/>
                  <a:gd name="T56" fmla="*/ 4 w 15"/>
                  <a:gd name="T57" fmla="*/ 13 h 24"/>
                  <a:gd name="T58" fmla="*/ 6 w 15"/>
                  <a:gd name="T59" fmla="*/ 13 h 24"/>
                  <a:gd name="T60" fmla="*/ 7 w 15"/>
                  <a:gd name="T61" fmla="*/ 13 h 24"/>
                  <a:gd name="T62" fmla="*/ 9 w 15"/>
                  <a:gd name="T63" fmla="*/ 14 h 24"/>
                  <a:gd name="T64" fmla="*/ 10 w 15"/>
                  <a:gd name="T65" fmla="*/ 15 h 24"/>
                  <a:gd name="T66" fmla="*/ 10 w 15"/>
                  <a:gd name="T67" fmla="*/ 16 h 24"/>
                  <a:gd name="T68" fmla="*/ 9 w 15"/>
                  <a:gd name="T69" fmla="*/ 19 h 24"/>
                  <a:gd name="T70" fmla="*/ 6 w 15"/>
                  <a:gd name="T71" fmla="*/ 19 h 24"/>
                  <a:gd name="T72" fmla="*/ 3 w 15"/>
                  <a:gd name="T73" fmla="*/ 19 h 24"/>
                  <a:gd name="T74" fmla="*/ 1 w 15"/>
                  <a:gd name="T75" fmla="*/ 18 h 24"/>
                  <a:gd name="T76" fmla="*/ 0 w 15"/>
                  <a:gd name="T77" fmla="*/ 22 h 24"/>
                  <a:gd name="T78" fmla="*/ 1 w 15"/>
                  <a:gd name="T79" fmla="*/ 23 h 24"/>
                  <a:gd name="T80" fmla="*/ 3 w 15"/>
                  <a:gd name="T81" fmla="*/ 23 h 24"/>
                  <a:gd name="T82" fmla="*/ 4 w 15"/>
                  <a:gd name="T83" fmla="*/ 23 h 24"/>
                  <a:gd name="T84" fmla="*/ 6 w 15"/>
                  <a:gd name="T85" fmla="*/ 24 h 24"/>
                  <a:gd name="T86" fmla="*/ 10 w 15"/>
                  <a:gd name="T87"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 h="24">
                    <a:moveTo>
                      <a:pt x="10" y="23"/>
                    </a:moveTo>
                    <a:cubicBezTo>
                      <a:pt x="11" y="23"/>
                      <a:pt x="12" y="22"/>
                      <a:pt x="13" y="22"/>
                    </a:cubicBezTo>
                    <a:cubicBezTo>
                      <a:pt x="14" y="21"/>
                      <a:pt x="14" y="20"/>
                      <a:pt x="15" y="19"/>
                    </a:cubicBezTo>
                    <a:cubicBezTo>
                      <a:pt x="15" y="18"/>
                      <a:pt x="15" y="17"/>
                      <a:pt x="15" y="16"/>
                    </a:cubicBezTo>
                    <a:cubicBezTo>
                      <a:pt x="15" y="15"/>
                      <a:pt x="15" y="14"/>
                      <a:pt x="14" y="13"/>
                    </a:cubicBezTo>
                    <a:cubicBezTo>
                      <a:pt x="14" y="12"/>
                      <a:pt x="13" y="11"/>
                      <a:pt x="12" y="11"/>
                    </a:cubicBezTo>
                    <a:cubicBezTo>
                      <a:pt x="12" y="11"/>
                      <a:pt x="13" y="10"/>
                      <a:pt x="14" y="9"/>
                    </a:cubicBezTo>
                    <a:cubicBezTo>
                      <a:pt x="14" y="8"/>
                      <a:pt x="14" y="7"/>
                      <a:pt x="14" y="7"/>
                    </a:cubicBezTo>
                    <a:cubicBezTo>
                      <a:pt x="14" y="6"/>
                      <a:pt x="14" y="5"/>
                      <a:pt x="14" y="4"/>
                    </a:cubicBezTo>
                    <a:cubicBezTo>
                      <a:pt x="13" y="3"/>
                      <a:pt x="13" y="3"/>
                      <a:pt x="12" y="2"/>
                    </a:cubicBezTo>
                    <a:cubicBezTo>
                      <a:pt x="12" y="2"/>
                      <a:pt x="11" y="1"/>
                      <a:pt x="10" y="1"/>
                    </a:cubicBezTo>
                    <a:cubicBezTo>
                      <a:pt x="9" y="1"/>
                      <a:pt x="8" y="0"/>
                      <a:pt x="7" y="0"/>
                    </a:cubicBezTo>
                    <a:cubicBezTo>
                      <a:pt x="6" y="0"/>
                      <a:pt x="5" y="0"/>
                      <a:pt x="5" y="1"/>
                    </a:cubicBezTo>
                    <a:cubicBezTo>
                      <a:pt x="4" y="1"/>
                      <a:pt x="3" y="1"/>
                      <a:pt x="3" y="1"/>
                    </a:cubicBezTo>
                    <a:cubicBezTo>
                      <a:pt x="2" y="1"/>
                      <a:pt x="2" y="1"/>
                      <a:pt x="1" y="2"/>
                    </a:cubicBezTo>
                    <a:cubicBezTo>
                      <a:pt x="1" y="2"/>
                      <a:pt x="1" y="2"/>
                      <a:pt x="0" y="2"/>
                    </a:cubicBezTo>
                    <a:cubicBezTo>
                      <a:pt x="2" y="6"/>
                      <a:pt x="2" y="6"/>
                      <a:pt x="2" y="6"/>
                    </a:cubicBezTo>
                    <a:cubicBezTo>
                      <a:pt x="3" y="5"/>
                      <a:pt x="3" y="5"/>
                      <a:pt x="4" y="5"/>
                    </a:cubicBezTo>
                    <a:cubicBezTo>
                      <a:pt x="5" y="5"/>
                      <a:pt x="6" y="4"/>
                      <a:pt x="7" y="4"/>
                    </a:cubicBezTo>
                    <a:cubicBezTo>
                      <a:pt x="7" y="4"/>
                      <a:pt x="7" y="4"/>
                      <a:pt x="8" y="5"/>
                    </a:cubicBezTo>
                    <a:cubicBezTo>
                      <a:pt x="8" y="5"/>
                      <a:pt x="8" y="5"/>
                      <a:pt x="9" y="5"/>
                    </a:cubicBezTo>
                    <a:cubicBezTo>
                      <a:pt x="9" y="5"/>
                      <a:pt x="9" y="5"/>
                      <a:pt x="9" y="6"/>
                    </a:cubicBezTo>
                    <a:cubicBezTo>
                      <a:pt x="9" y="6"/>
                      <a:pt x="9" y="6"/>
                      <a:pt x="9" y="7"/>
                    </a:cubicBezTo>
                    <a:cubicBezTo>
                      <a:pt x="9" y="7"/>
                      <a:pt x="9" y="8"/>
                      <a:pt x="9" y="8"/>
                    </a:cubicBezTo>
                    <a:cubicBezTo>
                      <a:pt x="9" y="8"/>
                      <a:pt x="9" y="9"/>
                      <a:pt x="8" y="9"/>
                    </a:cubicBezTo>
                    <a:cubicBezTo>
                      <a:pt x="8" y="9"/>
                      <a:pt x="8" y="9"/>
                      <a:pt x="7" y="9"/>
                    </a:cubicBezTo>
                    <a:cubicBezTo>
                      <a:pt x="7" y="9"/>
                      <a:pt x="6" y="9"/>
                      <a:pt x="6" y="9"/>
                    </a:cubicBezTo>
                    <a:cubicBezTo>
                      <a:pt x="4" y="9"/>
                      <a:pt x="4" y="9"/>
                      <a:pt x="4" y="9"/>
                    </a:cubicBezTo>
                    <a:cubicBezTo>
                      <a:pt x="4" y="13"/>
                      <a:pt x="4" y="13"/>
                      <a:pt x="4" y="13"/>
                    </a:cubicBezTo>
                    <a:cubicBezTo>
                      <a:pt x="6" y="13"/>
                      <a:pt x="6" y="13"/>
                      <a:pt x="6" y="13"/>
                    </a:cubicBezTo>
                    <a:cubicBezTo>
                      <a:pt x="6" y="13"/>
                      <a:pt x="7" y="13"/>
                      <a:pt x="7" y="13"/>
                    </a:cubicBezTo>
                    <a:cubicBezTo>
                      <a:pt x="8" y="14"/>
                      <a:pt x="9" y="14"/>
                      <a:pt x="9" y="14"/>
                    </a:cubicBezTo>
                    <a:cubicBezTo>
                      <a:pt x="9" y="14"/>
                      <a:pt x="10" y="15"/>
                      <a:pt x="10" y="15"/>
                    </a:cubicBezTo>
                    <a:cubicBezTo>
                      <a:pt x="10" y="15"/>
                      <a:pt x="10" y="16"/>
                      <a:pt x="10" y="16"/>
                    </a:cubicBezTo>
                    <a:cubicBezTo>
                      <a:pt x="10" y="17"/>
                      <a:pt x="10" y="18"/>
                      <a:pt x="9" y="19"/>
                    </a:cubicBezTo>
                    <a:cubicBezTo>
                      <a:pt x="9" y="19"/>
                      <a:pt x="8" y="19"/>
                      <a:pt x="6" y="19"/>
                    </a:cubicBezTo>
                    <a:cubicBezTo>
                      <a:pt x="5" y="19"/>
                      <a:pt x="4" y="19"/>
                      <a:pt x="3" y="19"/>
                    </a:cubicBezTo>
                    <a:cubicBezTo>
                      <a:pt x="2" y="19"/>
                      <a:pt x="1" y="19"/>
                      <a:pt x="1" y="18"/>
                    </a:cubicBezTo>
                    <a:cubicBezTo>
                      <a:pt x="0" y="22"/>
                      <a:pt x="0" y="22"/>
                      <a:pt x="0" y="22"/>
                    </a:cubicBezTo>
                    <a:cubicBezTo>
                      <a:pt x="0" y="22"/>
                      <a:pt x="0" y="23"/>
                      <a:pt x="1" y="23"/>
                    </a:cubicBezTo>
                    <a:cubicBezTo>
                      <a:pt x="1" y="23"/>
                      <a:pt x="2" y="23"/>
                      <a:pt x="3" y="23"/>
                    </a:cubicBezTo>
                    <a:cubicBezTo>
                      <a:pt x="3" y="23"/>
                      <a:pt x="4" y="23"/>
                      <a:pt x="4" y="23"/>
                    </a:cubicBezTo>
                    <a:cubicBezTo>
                      <a:pt x="5" y="24"/>
                      <a:pt x="6" y="24"/>
                      <a:pt x="6" y="24"/>
                    </a:cubicBezTo>
                    <a:cubicBezTo>
                      <a:pt x="8" y="24"/>
                      <a:pt x="9" y="23"/>
                      <a:pt x="10" y="2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ea"/>
                  <a:cs typeface="+mn-cs"/>
                </a:endParaRPr>
              </a:p>
            </p:txBody>
          </p:sp>
        </p:grpSp>
      </p:grpSp>
    </p:spTree>
    <p:extLst>
      <p:ext uri="{BB962C8B-B14F-4D97-AF65-F5344CB8AC3E}">
        <p14:creationId xmlns:p14="http://schemas.microsoft.com/office/powerpoint/2010/main" val="1808680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p:txBody>
          <a:bodyPr/>
          <a:lstStyle/>
          <a:p>
            <a:r>
              <a:rPr lang="en-IN" dirty="0"/>
              <a:t>Through our global panelist coverage we offer a range of survey solutions to provide valuable market insights</a:t>
            </a:r>
            <a:endParaRPr lang="en-US" dirty="0"/>
          </a:p>
        </p:txBody>
      </p:sp>
      <p:sp>
        <p:nvSpPr>
          <p:cNvPr id="3084" name="Rectangle 3083">
            <a:extLst>
              <a:ext uri="{FF2B5EF4-FFF2-40B4-BE49-F238E27FC236}">
                <a16:creationId xmlns:a16="http://schemas.microsoft.com/office/drawing/2014/main" id="{4AF836D2-2D7D-4086-9388-4BD0C951D79B}"/>
              </a:ext>
            </a:extLst>
          </p:cNvPr>
          <p:cNvSpPr/>
          <p:nvPr/>
        </p:nvSpPr>
        <p:spPr>
          <a:xfrm>
            <a:off x="2258768" y="2184324"/>
            <a:ext cx="1887817" cy="3139321"/>
          </a:xfrm>
          <a:prstGeom prst="rect">
            <a:avLst/>
          </a:prstGeom>
        </p:spPr>
        <p:txBody>
          <a:bodyPr wrap="square">
            <a:spAutoFit/>
          </a:bodyPr>
          <a:lstStyle/>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Platform-agnostic </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Online, mobile, web intercept and qual programming</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Interactive survey tools</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Dynamic question types</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Mobile/tablet optimized</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Multi-lingual/Multi-country</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Real time reporting and field monitoring</a:t>
            </a:r>
          </a:p>
        </p:txBody>
      </p:sp>
      <p:sp>
        <p:nvSpPr>
          <p:cNvPr id="3085" name="Rectangle 3084">
            <a:extLst>
              <a:ext uri="{FF2B5EF4-FFF2-40B4-BE49-F238E27FC236}">
                <a16:creationId xmlns:a16="http://schemas.microsoft.com/office/drawing/2014/main" id="{37D2B6C8-D2A2-44B7-BAEF-3E18E3C1A32B}"/>
              </a:ext>
            </a:extLst>
          </p:cNvPr>
          <p:cNvSpPr/>
          <p:nvPr/>
        </p:nvSpPr>
        <p:spPr>
          <a:xfrm>
            <a:off x="4126055" y="2192275"/>
            <a:ext cx="2045937" cy="2964914"/>
          </a:xfrm>
          <a:prstGeom prst="rect">
            <a:avLst/>
          </a:prstGeom>
        </p:spPr>
        <p:txBody>
          <a:bodyPr wrap="square">
            <a:spAutoFit/>
          </a:bodyPr>
          <a:lstStyle/>
          <a:p>
            <a:pPr marL="171450" marR="0" lvl="0" indent="-171450" algn="l" defTabSz="914400" rtl="0" eaLnBrk="1" fontAlgn="auto" latinLnBrk="0" hangingPunct="1">
              <a:lnSpc>
                <a:spcPts val="1500"/>
              </a:lnSpc>
              <a:spcBef>
                <a:spcPts val="0"/>
              </a:spcBef>
              <a:spcAft>
                <a:spcPts val="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Access to 110+ million panel across 70+ countries</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B2B, B2C, ITDM</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65+ global sample partners</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Hard-to-reach audiences</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Local language support</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Multi-mode sampling</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De-dupe &amp; data checks, Digital fingerprinting</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In-house panel recruitment</a:t>
            </a:r>
          </a:p>
        </p:txBody>
      </p:sp>
      <p:sp>
        <p:nvSpPr>
          <p:cNvPr id="3086" name="Rectangle 3085">
            <a:extLst>
              <a:ext uri="{FF2B5EF4-FFF2-40B4-BE49-F238E27FC236}">
                <a16:creationId xmlns:a16="http://schemas.microsoft.com/office/drawing/2014/main" id="{26504D32-AFDF-4648-BDAF-CD05A318085E}"/>
              </a:ext>
            </a:extLst>
          </p:cNvPr>
          <p:cNvSpPr/>
          <p:nvPr/>
        </p:nvSpPr>
        <p:spPr>
          <a:xfrm>
            <a:off x="6052306" y="2186930"/>
            <a:ext cx="1982238" cy="3077766"/>
          </a:xfrm>
          <a:prstGeom prst="rect">
            <a:avLst/>
          </a:prstGeom>
        </p:spPr>
        <p:txBody>
          <a:bodyPr wrap="square">
            <a:spAutoFit/>
          </a:bodyPr>
          <a:lstStyle/>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Data Management</a:t>
            </a:r>
          </a:p>
          <a:p>
            <a:pPr marL="292100"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Validation</a:t>
            </a:r>
          </a:p>
          <a:p>
            <a:pPr marL="292100"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Data normalization and transformation</a:t>
            </a:r>
          </a:p>
          <a:p>
            <a:pPr marL="292100"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Benchmarking</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Analysis</a:t>
            </a:r>
          </a:p>
          <a:p>
            <a:pPr marL="292100"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Data aggregation/ Tabulation</a:t>
            </a:r>
          </a:p>
          <a:p>
            <a:pPr marL="292100"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Various descriptive, Bi variate &amp; Multivariate statistical analysis</a:t>
            </a:r>
          </a:p>
          <a:p>
            <a:pPr marL="29210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Diagnostic statistics</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What-if analysis </a:t>
            </a:r>
          </a:p>
        </p:txBody>
      </p:sp>
      <p:sp>
        <p:nvSpPr>
          <p:cNvPr id="3087" name="Rectangle 3086">
            <a:extLst>
              <a:ext uri="{FF2B5EF4-FFF2-40B4-BE49-F238E27FC236}">
                <a16:creationId xmlns:a16="http://schemas.microsoft.com/office/drawing/2014/main" id="{C5EBA1BF-EB99-4100-BFE6-4C54BBF9D3AF}"/>
              </a:ext>
            </a:extLst>
          </p:cNvPr>
          <p:cNvSpPr/>
          <p:nvPr/>
        </p:nvSpPr>
        <p:spPr>
          <a:xfrm>
            <a:off x="7948808" y="2197297"/>
            <a:ext cx="1920046" cy="3898503"/>
          </a:xfrm>
          <a:prstGeom prst="rect">
            <a:avLst/>
          </a:prstGeom>
        </p:spPr>
        <p:txBody>
          <a:bodyPr wrap="square">
            <a:spAutoFit/>
          </a:bodyPr>
          <a:lstStyle/>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Engaging dashboard</a:t>
            </a:r>
          </a:p>
          <a:p>
            <a:pPr marL="396875"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Online</a:t>
            </a:r>
          </a:p>
          <a:p>
            <a:pPr marL="396875" marR="0" lvl="0" indent="-171450" algn="l" defTabSz="914400" rtl="0" eaLnBrk="1" fontAlgn="auto" latinLnBrk="0" hangingPunct="1">
              <a:lnSpc>
                <a:spcPts val="1300"/>
              </a:lnSpc>
              <a:spcBef>
                <a:spcPts val="0"/>
              </a:spcBef>
              <a:spcAft>
                <a:spcPts val="600"/>
              </a:spcAft>
              <a:buClr>
                <a:schemeClr val="bg1"/>
              </a:buClr>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Offline</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Tailored portal solution for integrated data collection and reporting</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Benchmarking capabilities</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Simulators &amp; scorecard</a:t>
            </a:r>
          </a:p>
          <a:p>
            <a:pPr marL="171450" marR="0" lvl="0" indent="-171450"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Visualization design &amp; development</a:t>
            </a:r>
          </a:p>
          <a:p>
            <a:pPr marL="225425" marR="0" lvl="0" indent="-225425"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endParaRPr kumimoji="0" lang="en-US" sz="1200" b="1" i="0" u="none" strike="noStrike" kern="1200" cap="none" spc="0" normalizeH="0" baseline="0" noProof="0" dirty="0">
              <a:ln>
                <a:noFill/>
              </a:ln>
              <a:solidFill>
                <a:schemeClr val="bg1"/>
              </a:solidFill>
              <a:effectLst/>
              <a:uLnTx/>
              <a:uFillTx/>
              <a:ea typeface="+mn-ea"/>
              <a:cs typeface="+mn-cs"/>
            </a:endParaRPr>
          </a:p>
          <a:p>
            <a:pPr marL="214313" marR="0" lvl="0" indent="-214313" algn="l" defTabSz="914400" rtl="0" eaLnBrk="1" fontAlgn="auto" latinLnBrk="0" hangingPunct="1">
              <a:lnSpc>
                <a:spcPts val="1300"/>
              </a:lnSpc>
              <a:spcBef>
                <a:spcPts val="600"/>
              </a:spcBef>
              <a:spcAft>
                <a:spcPts val="0"/>
              </a:spcAft>
              <a:buClr>
                <a:schemeClr val="bg1"/>
              </a:buClr>
              <a:buSzTx/>
              <a:buFont typeface="Wingdings" panose="05000000000000000000" pitchFamily="2" charset="2"/>
              <a:buChar char="§"/>
              <a:tabLst/>
              <a:defRPr/>
            </a:pPr>
            <a:endParaRPr kumimoji="0" lang="en-US" sz="1200" b="0" i="0" u="none" strike="noStrike" kern="1200" cap="none" spc="0" normalizeH="0" baseline="0" noProof="0" dirty="0">
              <a:ln>
                <a:noFill/>
              </a:ln>
              <a:solidFill>
                <a:schemeClr val="bg1"/>
              </a:solidFill>
              <a:effectLst/>
              <a:uLnTx/>
              <a:uFillTx/>
              <a:ea typeface="+mn-ea"/>
              <a:cs typeface="+mn-cs"/>
            </a:endParaRPr>
          </a:p>
          <a:p>
            <a:pPr marL="214313" marR="0" lvl="0" indent="-214313"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endParaRPr kumimoji="0" lang="en-US" sz="1200" b="0" i="0" u="none" strike="noStrike" kern="1200" cap="none" spc="0" normalizeH="0" baseline="0" noProof="0" dirty="0">
              <a:ln>
                <a:noFill/>
              </a:ln>
              <a:solidFill>
                <a:schemeClr val="bg1"/>
              </a:solidFill>
              <a:effectLst/>
              <a:uLnTx/>
              <a:uFillTx/>
              <a:ea typeface="+mn-ea"/>
              <a:cs typeface="+mn-cs"/>
            </a:endParaRPr>
          </a:p>
          <a:p>
            <a:pPr marL="214313" marR="0" lvl="0" indent="-214313"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endParaRPr kumimoji="0" lang="en-US" sz="1200" b="0" i="0" u="none" strike="noStrike" kern="1200" cap="none" spc="0" normalizeH="0" baseline="0" noProof="0" dirty="0">
              <a:ln>
                <a:noFill/>
              </a:ln>
              <a:solidFill>
                <a:schemeClr val="bg1"/>
              </a:solidFill>
              <a:effectLst/>
              <a:uLnTx/>
              <a:uFillTx/>
              <a:ea typeface="+mn-ea"/>
              <a:cs typeface="+mn-cs"/>
            </a:endParaRPr>
          </a:p>
        </p:txBody>
      </p:sp>
      <p:grpSp>
        <p:nvGrpSpPr>
          <p:cNvPr id="3088" name="Group 3087">
            <a:extLst>
              <a:ext uri="{FF2B5EF4-FFF2-40B4-BE49-F238E27FC236}">
                <a16:creationId xmlns:a16="http://schemas.microsoft.com/office/drawing/2014/main" id="{6F2129AF-7673-4C57-AFE3-559161AFC2CD}"/>
              </a:ext>
            </a:extLst>
          </p:cNvPr>
          <p:cNvGrpSpPr/>
          <p:nvPr/>
        </p:nvGrpSpPr>
        <p:grpSpPr>
          <a:xfrm>
            <a:off x="2310608" y="1484784"/>
            <a:ext cx="1822410" cy="595832"/>
            <a:chOff x="1133848" y="2934037"/>
            <a:chExt cx="2420236" cy="578590"/>
          </a:xfrm>
          <a:solidFill>
            <a:schemeClr val="accent5"/>
          </a:solidFill>
        </p:grpSpPr>
        <p:sp>
          <p:nvSpPr>
            <p:cNvPr id="3111" name="Rounded Rectangle 2">
              <a:extLst>
                <a:ext uri="{FF2B5EF4-FFF2-40B4-BE49-F238E27FC236}">
                  <a16:creationId xmlns:a16="http://schemas.microsoft.com/office/drawing/2014/main" id="{697FBCB0-0CAC-4E1C-9801-97DE752A9E0B}"/>
                </a:ext>
              </a:extLst>
            </p:cNvPr>
            <p:cNvSpPr/>
            <p:nvPr/>
          </p:nvSpPr>
          <p:spPr>
            <a:xfrm>
              <a:off x="1133848" y="2934037"/>
              <a:ext cx="2420236" cy="578590"/>
            </a:xfrm>
            <a:prstGeom prst="snip1Rect">
              <a:avLst/>
            </a:prstGeom>
            <a:grpFill/>
            <a:ln>
              <a:noFill/>
            </a:ln>
          </p:spPr>
          <p:txBody>
            <a:bodyPr wrap="square" lIns="45720" tIns="45720" rIns="45720" bIns="45720" rtlCol="0" anchor="ctr">
              <a:noAutofit/>
            </a:bodyPr>
            <a:lstStyle/>
            <a:p>
              <a:pPr algn="ctr">
                <a:spcAft>
                  <a:spcPts val="100"/>
                </a:spcAft>
                <a:buClr>
                  <a:srgbClr val="0070AD"/>
                </a:buClr>
              </a:pPr>
              <a:endParaRPr lang="en-US" sz="1600" spc="150" dirty="0">
                <a:solidFill>
                  <a:schemeClr val="bg1"/>
                </a:solidFill>
              </a:endParaRPr>
            </a:p>
          </p:txBody>
        </p:sp>
        <p:sp>
          <p:nvSpPr>
            <p:cNvPr id="3112" name="object 14">
              <a:extLst>
                <a:ext uri="{FF2B5EF4-FFF2-40B4-BE49-F238E27FC236}">
                  <a16:creationId xmlns:a16="http://schemas.microsoft.com/office/drawing/2014/main" id="{3FD6B836-0A7D-4C39-AD07-A2455DC1EB22}"/>
                </a:ext>
              </a:extLst>
            </p:cNvPr>
            <p:cNvSpPr txBox="1"/>
            <p:nvPr/>
          </p:nvSpPr>
          <p:spPr>
            <a:xfrm>
              <a:off x="1196707" y="3034738"/>
              <a:ext cx="2303568" cy="336229"/>
            </a:xfrm>
            <a:prstGeom prst="rect">
              <a:avLst/>
            </a:prstGeom>
            <a:grpFill/>
            <a:ln>
              <a:noFill/>
            </a:ln>
          </p:spPr>
          <p:txBody>
            <a:bodyPr wrap="square" lIns="45720" tIns="45720" rIns="45720" bIns="45720" rtlCol="0" anchor="ctr">
              <a:noAutofit/>
            </a:bodyPr>
            <a:lstStyle>
              <a:defPPr>
                <a:defRPr lang="en-US"/>
              </a:defPPr>
              <a:lvl1pPr algn="ctr">
                <a:spcAft>
                  <a:spcPts val="100"/>
                </a:spcAft>
                <a:buClr>
                  <a:srgbClr val="0070AD"/>
                </a:buClr>
                <a:defRPr sz="1000" spc="150">
                  <a:solidFill>
                    <a:schemeClr val="bg1"/>
                  </a:solidFill>
                  <a:latin typeface="+mj-lt"/>
                </a:defRPr>
              </a:lvl1pPr>
            </a:lstStyle>
            <a:p>
              <a:r>
                <a:rPr lang="en-US" sz="1600" dirty="0">
                  <a:latin typeface="+mn-lt"/>
                </a:rPr>
                <a:t>Survey </a:t>
              </a:r>
            </a:p>
            <a:p>
              <a:r>
                <a:rPr lang="en-US" sz="1600" dirty="0">
                  <a:latin typeface="+mn-lt"/>
                </a:rPr>
                <a:t>Solution</a:t>
              </a:r>
            </a:p>
          </p:txBody>
        </p:sp>
      </p:grpSp>
      <p:grpSp>
        <p:nvGrpSpPr>
          <p:cNvPr id="3089" name="Group 3088">
            <a:extLst>
              <a:ext uri="{FF2B5EF4-FFF2-40B4-BE49-F238E27FC236}">
                <a16:creationId xmlns:a16="http://schemas.microsoft.com/office/drawing/2014/main" id="{2AA6121F-EAF2-4A84-B21F-3ED8A5301CEA}"/>
              </a:ext>
            </a:extLst>
          </p:cNvPr>
          <p:cNvGrpSpPr/>
          <p:nvPr/>
        </p:nvGrpSpPr>
        <p:grpSpPr>
          <a:xfrm>
            <a:off x="4201132" y="1488859"/>
            <a:ext cx="1822410" cy="591757"/>
            <a:chOff x="3877356" y="2919437"/>
            <a:chExt cx="2420236" cy="578590"/>
          </a:xfrm>
          <a:solidFill>
            <a:schemeClr val="accent5"/>
          </a:solidFill>
        </p:grpSpPr>
        <p:sp>
          <p:nvSpPr>
            <p:cNvPr id="3109" name="Rounded Rectangle 2">
              <a:extLst>
                <a:ext uri="{FF2B5EF4-FFF2-40B4-BE49-F238E27FC236}">
                  <a16:creationId xmlns:a16="http://schemas.microsoft.com/office/drawing/2014/main" id="{AF9CEBE7-C82D-4063-8308-D7343CC9DDA0}"/>
                </a:ext>
              </a:extLst>
            </p:cNvPr>
            <p:cNvSpPr/>
            <p:nvPr/>
          </p:nvSpPr>
          <p:spPr>
            <a:xfrm>
              <a:off x="3877356" y="2919437"/>
              <a:ext cx="2420236" cy="578590"/>
            </a:xfrm>
            <a:prstGeom prst="snip1Rect">
              <a:avLst/>
            </a:prstGeom>
            <a:grpFill/>
            <a:ln>
              <a:noFill/>
            </a:ln>
          </p:spPr>
          <p:txBody>
            <a:bodyPr wrap="square" lIns="45720" tIns="45720" rIns="45720" bIns="45720" rtlCol="0" anchor="ctr">
              <a:noAutofit/>
            </a:bodyPr>
            <a:lstStyle/>
            <a:p>
              <a:pPr algn="ctr">
                <a:spcAft>
                  <a:spcPts val="100"/>
                </a:spcAft>
                <a:buClr>
                  <a:srgbClr val="0070AD"/>
                </a:buClr>
              </a:pPr>
              <a:endParaRPr lang="en-US" sz="1600" spc="150" dirty="0">
                <a:solidFill>
                  <a:schemeClr val="bg1"/>
                </a:solidFill>
              </a:endParaRPr>
            </a:p>
          </p:txBody>
        </p:sp>
        <p:sp>
          <p:nvSpPr>
            <p:cNvPr id="3110" name="object 14">
              <a:extLst>
                <a:ext uri="{FF2B5EF4-FFF2-40B4-BE49-F238E27FC236}">
                  <a16:creationId xmlns:a16="http://schemas.microsoft.com/office/drawing/2014/main" id="{3FCD0E75-9C81-4FF8-8D56-A06EAB19439E}"/>
                </a:ext>
              </a:extLst>
            </p:cNvPr>
            <p:cNvSpPr txBox="1"/>
            <p:nvPr/>
          </p:nvSpPr>
          <p:spPr>
            <a:xfrm>
              <a:off x="3877356" y="3002869"/>
              <a:ext cx="2366425" cy="338545"/>
            </a:xfrm>
            <a:prstGeom prst="rect">
              <a:avLst/>
            </a:prstGeom>
            <a:grpFill/>
            <a:ln>
              <a:noFill/>
            </a:ln>
          </p:spPr>
          <p:txBody>
            <a:bodyPr wrap="square" lIns="45720" tIns="45720" rIns="45720" bIns="45720" rtlCol="0" anchor="ctr">
              <a:noAutofit/>
            </a:bodyPr>
            <a:lstStyle>
              <a:defPPr>
                <a:defRPr lang="en-US"/>
              </a:defPPr>
              <a:lvl1pPr marR="0" lvl="0" indent="0" algn="ctr" fontAlgn="auto">
                <a:spcAft>
                  <a:spcPts val="100"/>
                </a:spcAft>
                <a:buClr>
                  <a:srgbClr val="0070AD"/>
                </a:buClr>
                <a:buSzTx/>
                <a:buFontTx/>
                <a:buNone/>
                <a:tabLst/>
                <a:defRPr kumimoji="0" sz="1000" i="0" u="none" strike="noStrike" cap="none" spc="150" normalizeH="0">
                  <a:ln>
                    <a:noFill/>
                  </a:ln>
                  <a:solidFill>
                    <a:schemeClr val="bg1"/>
                  </a:solidFill>
                  <a:effectLst/>
                  <a:uLnTx/>
                  <a:uFillTx/>
                  <a:latin typeface="+mj-lt"/>
                </a:defRPr>
              </a:lvl1pPr>
            </a:lstStyle>
            <a:p>
              <a:r>
                <a:rPr lang="en-US" sz="1600" dirty="0">
                  <a:latin typeface="+mn-lt"/>
                </a:rPr>
                <a:t>Global Sample</a:t>
              </a:r>
            </a:p>
            <a:p>
              <a:r>
                <a:rPr lang="en-US" sz="1600" dirty="0">
                  <a:latin typeface="+mn-lt"/>
                </a:rPr>
                <a:t>Procurement</a:t>
              </a:r>
            </a:p>
          </p:txBody>
        </p:sp>
      </p:grpSp>
      <p:grpSp>
        <p:nvGrpSpPr>
          <p:cNvPr id="3090" name="Group 3089">
            <a:extLst>
              <a:ext uri="{FF2B5EF4-FFF2-40B4-BE49-F238E27FC236}">
                <a16:creationId xmlns:a16="http://schemas.microsoft.com/office/drawing/2014/main" id="{C9218D86-EB34-4E2A-B1B6-4EEDF6CD9B96}"/>
              </a:ext>
            </a:extLst>
          </p:cNvPr>
          <p:cNvGrpSpPr/>
          <p:nvPr/>
        </p:nvGrpSpPr>
        <p:grpSpPr>
          <a:xfrm>
            <a:off x="6091655" y="1484785"/>
            <a:ext cx="1822410" cy="595831"/>
            <a:chOff x="6591785" y="2972582"/>
            <a:chExt cx="2420236" cy="578590"/>
          </a:xfrm>
          <a:solidFill>
            <a:schemeClr val="accent5"/>
          </a:solidFill>
        </p:grpSpPr>
        <p:sp>
          <p:nvSpPr>
            <p:cNvPr id="3107" name="Rounded Rectangle 2">
              <a:extLst>
                <a:ext uri="{FF2B5EF4-FFF2-40B4-BE49-F238E27FC236}">
                  <a16:creationId xmlns:a16="http://schemas.microsoft.com/office/drawing/2014/main" id="{2F0D53E2-C27F-4BD8-B33C-7300D2F12587}"/>
                </a:ext>
              </a:extLst>
            </p:cNvPr>
            <p:cNvSpPr/>
            <p:nvPr/>
          </p:nvSpPr>
          <p:spPr>
            <a:xfrm>
              <a:off x="6591785" y="2972582"/>
              <a:ext cx="2420236" cy="578590"/>
            </a:xfrm>
            <a:prstGeom prst="snip1Rect">
              <a:avLst/>
            </a:prstGeom>
            <a:grpFill/>
            <a:ln>
              <a:noFill/>
            </a:ln>
          </p:spPr>
          <p:txBody>
            <a:bodyPr wrap="square" lIns="45720" tIns="45720" rIns="45720" bIns="45720" rtlCol="0" anchor="ctr">
              <a:noAutofit/>
            </a:bodyPr>
            <a:lstStyle/>
            <a:p>
              <a:pPr algn="ctr">
                <a:spcAft>
                  <a:spcPts val="100"/>
                </a:spcAft>
                <a:buClr>
                  <a:srgbClr val="0070AD"/>
                </a:buClr>
              </a:pPr>
              <a:endParaRPr lang="en-US" sz="1600" spc="150" dirty="0">
                <a:solidFill>
                  <a:schemeClr val="bg1"/>
                </a:solidFill>
              </a:endParaRPr>
            </a:p>
          </p:txBody>
        </p:sp>
        <p:sp>
          <p:nvSpPr>
            <p:cNvPr id="3108" name="object 14">
              <a:extLst>
                <a:ext uri="{FF2B5EF4-FFF2-40B4-BE49-F238E27FC236}">
                  <a16:creationId xmlns:a16="http://schemas.microsoft.com/office/drawing/2014/main" id="{71C1F55B-6444-4B8A-8654-3888D88316CA}"/>
                </a:ext>
              </a:extLst>
            </p:cNvPr>
            <p:cNvSpPr txBox="1"/>
            <p:nvPr/>
          </p:nvSpPr>
          <p:spPr>
            <a:xfrm>
              <a:off x="6629933" y="3064400"/>
              <a:ext cx="2309259" cy="336230"/>
            </a:xfrm>
            <a:prstGeom prst="rect">
              <a:avLst/>
            </a:prstGeom>
            <a:grpFill/>
            <a:ln>
              <a:noFill/>
            </a:ln>
          </p:spPr>
          <p:txBody>
            <a:bodyPr wrap="square" lIns="45720" tIns="45720" rIns="45720" bIns="45720" rtlCol="0" anchor="ctr">
              <a:noAutofit/>
            </a:bodyPr>
            <a:lstStyle>
              <a:defPPr>
                <a:defRPr lang="en-US"/>
              </a:defPPr>
              <a:lvl1pPr algn="ctr">
                <a:spcAft>
                  <a:spcPts val="100"/>
                </a:spcAft>
                <a:buClr>
                  <a:srgbClr val="0070AD"/>
                </a:buClr>
                <a:defRPr sz="1000" spc="150">
                  <a:solidFill>
                    <a:schemeClr val="bg1"/>
                  </a:solidFill>
                  <a:latin typeface="+mj-lt"/>
                </a:defRPr>
              </a:lvl1pPr>
            </a:lstStyle>
            <a:p>
              <a:r>
                <a:rPr lang="en-US" sz="1600" dirty="0">
                  <a:latin typeface="+mn-lt"/>
                </a:rPr>
                <a:t>Data </a:t>
              </a:r>
            </a:p>
            <a:p>
              <a:r>
                <a:rPr lang="en-US" sz="1600" dirty="0">
                  <a:latin typeface="+mn-lt"/>
                </a:rPr>
                <a:t>Analysis </a:t>
              </a:r>
            </a:p>
          </p:txBody>
        </p:sp>
      </p:grpSp>
      <p:grpSp>
        <p:nvGrpSpPr>
          <p:cNvPr id="3091" name="Group 3090">
            <a:extLst>
              <a:ext uri="{FF2B5EF4-FFF2-40B4-BE49-F238E27FC236}">
                <a16:creationId xmlns:a16="http://schemas.microsoft.com/office/drawing/2014/main" id="{78AAA9F2-0984-462B-9FA0-DE0778FC8689}"/>
              </a:ext>
            </a:extLst>
          </p:cNvPr>
          <p:cNvGrpSpPr/>
          <p:nvPr/>
        </p:nvGrpSpPr>
        <p:grpSpPr>
          <a:xfrm>
            <a:off x="7982179" y="1484784"/>
            <a:ext cx="1822410" cy="595832"/>
            <a:chOff x="9404755" y="2988299"/>
            <a:chExt cx="2420236" cy="578590"/>
          </a:xfrm>
          <a:solidFill>
            <a:schemeClr val="accent5"/>
          </a:solidFill>
        </p:grpSpPr>
        <p:sp>
          <p:nvSpPr>
            <p:cNvPr id="3105" name="Rounded Rectangle 2">
              <a:extLst>
                <a:ext uri="{FF2B5EF4-FFF2-40B4-BE49-F238E27FC236}">
                  <a16:creationId xmlns:a16="http://schemas.microsoft.com/office/drawing/2014/main" id="{E40407FE-5D46-4FF8-9FE2-E95056BDBCCB}"/>
                </a:ext>
              </a:extLst>
            </p:cNvPr>
            <p:cNvSpPr/>
            <p:nvPr/>
          </p:nvSpPr>
          <p:spPr>
            <a:xfrm>
              <a:off x="9404755" y="2988299"/>
              <a:ext cx="2420236" cy="578590"/>
            </a:xfrm>
            <a:prstGeom prst="snip1Rect">
              <a:avLst/>
            </a:prstGeom>
            <a:grpFill/>
            <a:ln>
              <a:noFill/>
            </a:ln>
          </p:spPr>
          <p:txBody>
            <a:bodyPr wrap="square" lIns="45720" tIns="45720" rIns="45720" bIns="45720" rtlCol="0" anchor="ctr">
              <a:noAutofit/>
            </a:bodyPr>
            <a:lstStyle/>
            <a:p>
              <a:pPr algn="ctr">
                <a:spcAft>
                  <a:spcPts val="100"/>
                </a:spcAft>
                <a:buClr>
                  <a:srgbClr val="0070AD"/>
                </a:buClr>
              </a:pPr>
              <a:endParaRPr lang="en-US" sz="1600" spc="150" dirty="0">
                <a:solidFill>
                  <a:schemeClr val="bg1"/>
                </a:solidFill>
              </a:endParaRPr>
            </a:p>
          </p:txBody>
        </p:sp>
        <p:sp>
          <p:nvSpPr>
            <p:cNvPr id="3106" name="object 14">
              <a:extLst>
                <a:ext uri="{FF2B5EF4-FFF2-40B4-BE49-F238E27FC236}">
                  <a16:creationId xmlns:a16="http://schemas.microsoft.com/office/drawing/2014/main" id="{0E0598E1-C053-49AF-B9B9-316D0D7AEBAA}"/>
                </a:ext>
              </a:extLst>
            </p:cNvPr>
            <p:cNvSpPr txBox="1"/>
            <p:nvPr/>
          </p:nvSpPr>
          <p:spPr>
            <a:xfrm>
              <a:off x="9474298" y="3098560"/>
              <a:ext cx="2239825" cy="336229"/>
            </a:xfrm>
            <a:prstGeom prst="rect">
              <a:avLst/>
            </a:prstGeom>
            <a:grpFill/>
            <a:ln>
              <a:noFill/>
            </a:ln>
          </p:spPr>
          <p:txBody>
            <a:bodyPr wrap="square" lIns="45720" tIns="45720" rIns="45720" bIns="45720" rtlCol="0" anchor="ctr">
              <a:noAutofit/>
            </a:bodyPr>
            <a:lstStyle>
              <a:defPPr>
                <a:defRPr lang="en-US"/>
              </a:defPPr>
              <a:lvl1pPr algn="ctr">
                <a:spcAft>
                  <a:spcPts val="100"/>
                </a:spcAft>
                <a:buClr>
                  <a:srgbClr val="0070AD"/>
                </a:buClr>
                <a:defRPr sz="1000" spc="150">
                  <a:solidFill>
                    <a:schemeClr val="bg1"/>
                  </a:solidFill>
                  <a:latin typeface="+mj-lt"/>
                </a:defRPr>
              </a:lvl1pPr>
            </a:lstStyle>
            <a:p>
              <a:r>
                <a:rPr lang="en-US" sz="1600" dirty="0">
                  <a:latin typeface="+mn-lt"/>
                </a:rPr>
                <a:t>BI &amp;</a:t>
              </a:r>
            </a:p>
            <a:p>
              <a:r>
                <a:rPr lang="en-US" sz="1600" dirty="0">
                  <a:latin typeface="+mn-lt"/>
                </a:rPr>
                <a:t> Reporting</a:t>
              </a:r>
            </a:p>
          </p:txBody>
        </p:sp>
      </p:grpSp>
      <p:cxnSp>
        <p:nvCxnSpPr>
          <p:cNvPr id="3092" name="Straight Connector 3091">
            <a:extLst>
              <a:ext uri="{FF2B5EF4-FFF2-40B4-BE49-F238E27FC236}">
                <a16:creationId xmlns:a16="http://schemas.microsoft.com/office/drawing/2014/main" id="{4B93DBAC-5274-4B6B-8AE0-E92D0578343C}"/>
              </a:ext>
            </a:extLst>
          </p:cNvPr>
          <p:cNvCxnSpPr/>
          <p:nvPr/>
        </p:nvCxnSpPr>
        <p:spPr>
          <a:xfrm>
            <a:off x="4153789" y="2068077"/>
            <a:ext cx="0" cy="338328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3093" name="Straight Connector 3092">
            <a:extLst>
              <a:ext uri="{FF2B5EF4-FFF2-40B4-BE49-F238E27FC236}">
                <a16:creationId xmlns:a16="http://schemas.microsoft.com/office/drawing/2014/main" id="{45F2378B-2427-441F-8765-31B1E5BD9689}"/>
              </a:ext>
            </a:extLst>
          </p:cNvPr>
          <p:cNvCxnSpPr/>
          <p:nvPr/>
        </p:nvCxnSpPr>
        <p:spPr>
          <a:xfrm>
            <a:off x="7937294" y="2062833"/>
            <a:ext cx="0" cy="338328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3094" name="Straight Connector 3093">
            <a:extLst>
              <a:ext uri="{FF2B5EF4-FFF2-40B4-BE49-F238E27FC236}">
                <a16:creationId xmlns:a16="http://schemas.microsoft.com/office/drawing/2014/main" id="{4C01032C-4C65-4967-9EDD-9B93D3DB0F75}"/>
              </a:ext>
            </a:extLst>
          </p:cNvPr>
          <p:cNvCxnSpPr/>
          <p:nvPr/>
        </p:nvCxnSpPr>
        <p:spPr>
          <a:xfrm>
            <a:off x="6050187" y="2064983"/>
            <a:ext cx="0" cy="338328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3095" name="Group 3094">
            <a:extLst>
              <a:ext uri="{FF2B5EF4-FFF2-40B4-BE49-F238E27FC236}">
                <a16:creationId xmlns:a16="http://schemas.microsoft.com/office/drawing/2014/main" id="{78D7120D-6F9B-4389-A607-788A2CA74C98}"/>
              </a:ext>
            </a:extLst>
          </p:cNvPr>
          <p:cNvGrpSpPr/>
          <p:nvPr/>
        </p:nvGrpSpPr>
        <p:grpSpPr>
          <a:xfrm>
            <a:off x="420086" y="1488860"/>
            <a:ext cx="1822409" cy="591756"/>
            <a:chOff x="1133848" y="2890068"/>
            <a:chExt cx="2420236" cy="578590"/>
          </a:xfrm>
          <a:solidFill>
            <a:schemeClr val="accent5"/>
          </a:solidFill>
        </p:grpSpPr>
        <p:sp>
          <p:nvSpPr>
            <p:cNvPr id="3103" name="Rounded Rectangle 2">
              <a:extLst>
                <a:ext uri="{FF2B5EF4-FFF2-40B4-BE49-F238E27FC236}">
                  <a16:creationId xmlns:a16="http://schemas.microsoft.com/office/drawing/2014/main" id="{D7494F90-4453-4608-8A45-D80C6C411492}"/>
                </a:ext>
              </a:extLst>
            </p:cNvPr>
            <p:cNvSpPr/>
            <p:nvPr/>
          </p:nvSpPr>
          <p:spPr>
            <a:xfrm>
              <a:off x="1133848" y="2890068"/>
              <a:ext cx="2420236" cy="578590"/>
            </a:xfrm>
            <a:prstGeom prst="snip1Rect">
              <a:avLst/>
            </a:prstGeom>
            <a:grpFill/>
            <a:ln>
              <a:noFill/>
            </a:ln>
          </p:spPr>
          <p:txBody>
            <a:bodyPr wrap="square" lIns="45720" tIns="45720" rIns="45720" bIns="45720" rtlCol="0" anchor="ctr">
              <a:noAutofit/>
            </a:bodyPr>
            <a:lstStyle/>
            <a:p>
              <a:pPr algn="ctr">
                <a:spcAft>
                  <a:spcPts val="100"/>
                </a:spcAft>
                <a:buClr>
                  <a:srgbClr val="0070AD"/>
                </a:buClr>
              </a:pPr>
              <a:endParaRPr lang="en-US" sz="1600" spc="150" dirty="0">
                <a:solidFill>
                  <a:schemeClr val="bg1"/>
                </a:solidFill>
              </a:endParaRPr>
            </a:p>
          </p:txBody>
        </p:sp>
        <p:sp>
          <p:nvSpPr>
            <p:cNvPr id="3104" name="object 14">
              <a:extLst>
                <a:ext uri="{FF2B5EF4-FFF2-40B4-BE49-F238E27FC236}">
                  <a16:creationId xmlns:a16="http://schemas.microsoft.com/office/drawing/2014/main" id="{02A1E10E-ACEA-4EFE-9FE4-93849D5EA6FC}"/>
                </a:ext>
              </a:extLst>
            </p:cNvPr>
            <p:cNvSpPr txBox="1"/>
            <p:nvPr/>
          </p:nvSpPr>
          <p:spPr>
            <a:xfrm>
              <a:off x="1222761" y="2969819"/>
              <a:ext cx="2239472" cy="338545"/>
            </a:xfrm>
            <a:prstGeom prst="rect">
              <a:avLst/>
            </a:prstGeom>
            <a:grpFill/>
            <a:ln>
              <a:noFill/>
            </a:ln>
          </p:spPr>
          <p:txBody>
            <a:bodyPr wrap="square" lIns="45720" tIns="45720" rIns="45720" bIns="45720" rtlCol="0" anchor="ctr">
              <a:noAutofit/>
            </a:bodyPr>
            <a:lstStyle>
              <a:defPPr>
                <a:defRPr lang="en-US"/>
              </a:defPPr>
              <a:lvl1pPr algn="ctr">
                <a:spcAft>
                  <a:spcPts val="100"/>
                </a:spcAft>
                <a:buClr>
                  <a:srgbClr val="0070AD"/>
                </a:buClr>
                <a:defRPr sz="1000" spc="150">
                  <a:solidFill>
                    <a:schemeClr val="bg1"/>
                  </a:solidFill>
                  <a:latin typeface="+mj-lt"/>
                </a:defRPr>
              </a:lvl1pPr>
            </a:lstStyle>
            <a:p>
              <a:r>
                <a:rPr lang="en-US" sz="1600" dirty="0">
                  <a:latin typeface="+mn-lt"/>
                </a:rPr>
                <a:t>Research </a:t>
              </a:r>
            </a:p>
            <a:p>
              <a:r>
                <a:rPr lang="en-US" sz="1600" dirty="0">
                  <a:latin typeface="+mn-lt"/>
                </a:rPr>
                <a:t>Design</a:t>
              </a:r>
            </a:p>
          </p:txBody>
        </p:sp>
      </p:grpSp>
      <p:sp>
        <p:nvSpPr>
          <p:cNvPr id="3096" name="Rectangle 3095">
            <a:extLst>
              <a:ext uri="{FF2B5EF4-FFF2-40B4-BE49-F238E27FC236}">
                <a16:creationId xmlns:a16="http://schemas.microsoft.com/office/drawing/2014/main" id="{6BC814BB-716D-4909-9AD4-99BC27FE1C36}"/>
              </a:ext>
            </a:extLst>
          </p:cNvPr>
          <p:cNvSpPr/>
          <p:nvPr/>
        </p:nvSpPr>
        <p:spPr>
          <a:xfrm>
            <a:off x="315913" y="2200167"/>
            <a:ext cx="1891461" cy="3277820"/>
          </a:xfrm>
          <a:prstGeom prst="rect">
            <a:avLst/>
          </a:prstGeom>
        </p:spPr>
        <p:txBody>
          <a:bodyPr wrap="square">
            <a:spAutoFit/>
          </a:bodyPr>
          <a:lstStyle/>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Consult to understand client company, industry trends and specific business/marketing issue at hand</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Design methodology and sample frame </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Quantitative questionnaire &amp; qualitative research guide design</a:t>
            </a:r>
          </a:p>
          <a:p>
            <a:pPr marL="171450" marR="0" lvl="0" indent="-171450" algn="l" defTabSz="914400" rtl="0" eaLnBrk="1" fontAlgn="auto" latinLnBrk="0" hangingPunct="1">
              <a:lnSpc>
                <a:spcPct val="100000"/>
              </a:lnSpc>
              <a:spcBef>
                <a:spcPts val="0"/>
              </a:spcBef>
              <a:spcAft>
                <a:spcPts val="600"/>
              </a:spcAft>
              <a:buClr>
                <a:schemeClr val="bg1"/>
              </a:buClr>
              <a:buSzTx/>
              <a:buFont typeface="Wingdings" panose="05000000000000000000" pitchFamily="2" charset="2"/>
              <a:buChar char="§"/>
              <a:tabLst/>
              <a:defRPr/>
            </a:pPr>
            <a:r>
              <a:rPr kumimoji="0" lang="en-US" sz="1200" b="0" i="0" u="none" strike="noStrike" kern="1200" cap="none" spc="0" normalizeH="0" baseline="0" noProof="0" dirty="0">
                <a:ln>
                  <a:noFill/>
                </a:ln>
                <a:solidFill>
                  <a:schemeClr val="bg1"/>
                </a:solidFill>
                <a:effectLst/>
                <a:uLnTx/>
                <a:uFillTx/>
                <a:ea typeface="+mn-ea"/>
                <a:cs typeface="+mn-cs"/>
              </a:rPr>
              <a:t>Define analyses framework to address the key business challenges</a:t>
            </a:r>
          </a:p>
        </p:txBody>
      </p:sp>
      <p:grpSp>
        <p:nvGrpSpPr>
          <p:cNvPr id="3097" name="Group 3096">
            <a:extLst>
              <a:ext uri="{FF2B5EF4-FFF2-40B4-BE49-F238E27FC236}">
                <a16:creationId xmlns:a16="http://schemas.microsoft.com/office/drawing/2014/main" id="{FC015052-3FCE-45DB-8C51-F0AB54938DF8}"/>
              </a:ext>
            </a:extLst>
          </p:cNvPr>
          <p:cNvGrpSpPr/>
          <p:nvPr/>
        </p:nvGrpSpPr>
        <p:grpSpPr>
          <a:xfrm>
            <a:off x="9872704" y="1488860"/>
            <a:ext cx="1822409" cy="591756"/>
            <a:chOff x="1133848" y="2890068"/>
            <a:chExt cx="2420236" cy="578590"/>
          </a:xfrm>
          <a:solidFill>
            <a:schemeClr val="accent5"/>
          </a:solidFill>
        </p:grpSpPr>
        <p:sp>
          <p:nvSpPr>
            <p:cNvPr id="3101" name="Rounded Rectangle 2">
              <a:extLst>
                <a:ext uri="{FF2B5EF4-FFF2-40B4-BE49-F238E27FC236}">
                  <a16:creationId xmlns:a16="http://schemas.microsoft.com/office/drawing/2014/main" id="{9394C030-E0D4-4367-8BFA-D7C5204BD8BB}"/>
                </a:ext>
              </a:extLst>
            </p:cNvPr>
            <p:cNvSpPr/>
            <p:nvPr/>
          </p:nvSpPr>
          <p:spPr>
            <a:xfrm>
              <a:off x="1133848" y="2890068"/>
              <a:ext cx="2420236" cy="578590"/>
            </a:xfrm>
            <a:prstGeom prst="snip1Rect">
              <a:avLst/>
            </a:prstGeom>
            <a:grpFill/>
            <a:ln>
              <a:noFill/>
            </a:ln>
          </p:spPr>
          <p:txBody>
            <a:bodyPr wrap="square" lIns="45720" tIns="45720" rIns="45720" bIns="45720" rtlCol="0" anchor="ctr">
              <a:noAutofit/>
            </a:bodyPr>
            <a:lstStyle/>
            <a:p>
              <a:pPr algn="ctr">
                <a:spcAft>
                  <a:spcPts val="100"/>
                </a:spcAft>
                <a:buClr>
                  <a:srgbClr val="0070AD"/>
                </a:buClr>
              </a:pPr>
              <a:endParaRPr lang="en-US" sz="1600" spc="150" dirty="0">
                <a:solidFill>
                  <a:schemeClr val="bg1"/>
                </a:solidFill>
              </a:endParaRPr>
            </a:p>
          </p:txBody>
        </p:sp>
        <p:sp>
          <p:nvSpPr>
            <p:cNvPr id="3102" name="object 14">
              <a:extLst>
                <a:ext uri="{FF2B5EF4-FFF2-40B4-BE49-F238E27FC236}">
                  <a16:creationId xmlns:a16="http://schemas.microsoft.com/office/drawing/2014/main" id="{2AE5AE6E-E756-4E7E-8659-2BAD6DFEC49A}"/>
                </a:ext>
              </a:extLst>
            </p:cNvPr>
            <p:cNvSpPr txBox="1"/>
            <p:nvPr/>
          </p:nvSpPr>
          <p:spPr>
            <a:xfrm>
              <a:off x="1222761" y="2969819"/>
              <a:ext cx="2239472" cy="338545"/>
            </a:xfrm>
            <a:prstGeom prst="rect">
              <a:avLst/>
            </a:prstGeom>
            <a:grpFill/>
            <a:ln>
              <a:noFill/>
            </a:ln>
          </p:spPr>
          <p:txBody>
            <a:bodyPr wrap="square" lIns="45720" tIns="45720" rIns="45720" bIns="45720" rtlCol="0" anchor="ctr">
              <a:noAutofit/>
            </a:bodyPr>
            <a:lstStyle>
              <a:defPPr>
                <a:defRPr lang="en-US"/>
              </a:defPPr>
              <a:lvl1pPr algn="ctr">
                <a:spcAft>
                  <a:spcPts val="100"/>
                </a:spcAft>
                <a:buClr>
                  <a:srgbClr val="0070AD"/>
                </a:buClr>
                <a:defRPr sz="1000" spc="150">
                  <a:solidFill>
                    <a:schemeClr val="bg1"/>
                  </a:solidFill>
                  <a:latin typeface="+mj-lt"/>
                </a:defRPr>
              </a:lvl1pPr>
            </a:lstStyle>
            <a:p>
              <a:r>
                <a:rPr lang="en-US" sz="1600" dirty="0">
                  <a:latin typeface="+mn-lt"/>
                </a:rPr>
                <a:t>Research </a:t>
              </a:r>
            </a:p>
            <a:p>
              <a:r>
                <a:rPr lang="en-US" sz="1600" dirty="0">
                  <a:latin typeface="+mn-lt"/>
                </a:rPr>
                <a:t>Insights</a:t>
              </a:r>
            </a:p>
          </p:txBody>
        </p:sp>
      </p:grpSp>
      <p:sp>
        <p:nvSpPr>
          <p:cNvPr id="3098" name="Rectangle 3097">
            <a:extLst>
              <a:ext uri="{FF2B5EF4-FFF2-40B4-BE49-F238E27FC236}">
                <a16:creationId xmlns:a16="http://schemas.microsoft.com/office/drawing/2014/main" id="{68983B65-66B1-4853-A903-6A5BDBED2D6D}"/>
              </a:ext>
            </a:extLst>
          </p:cNvPr>
          <p:cNvSpPr/>
          <p:nvPr/>
        </p:nvSpPr>
        <p:spPr>
          <a:xfrm>
            <a:off x="9768532" y="2180641"/>
            <a:ext cx="1891461" cy="2903359"/>
          </a:xfrm>
          <a:prstGeom prst="rect">
            <a:avLst/>
          </a:prstGeom>
        </p:spPr>
        <p:txBody>
          <a:bodyPr wrap="square">
            <a:spAutoFit/>
          </a:bodyPr>
          <a:lstStyle/>
          <a:p>
            <a:pPr marL="171450" marR="0" lvl="0" indent="-17145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tab pos="457200" algn="l"/>
              </a:tabLst>
              <a:defRPr/>
            </a:pPr>
            <a:r>
              <a:rPr kumimoji="0" lang="en-US" sz="1200" b="0" i="0" u="none" strike="noStrike" kern="1200" cap="none" spc="0" normalizeH="0" baseline="0" noProof="0" dirty="0">
                <a:ln>
                  <a:noFill/>
                </a:ln>
                <a:solidFill>
                  <a:schemeClr val="bg1"/>
                </a:solidFill>
                <a:effectLst/>
                <a:uLnTx/>
                <a:uFillTx/>
                <a:ea typeface="+mn-ea"/>
                <a:cs typeface="+mn-cs"/>
              </a:rPr>
              <a:t>Data based insights amalgamating both qualitative and quantitative research</a:t>
            </a:r>
          </a:p>
          <a:p>
            <a:pPr marL="171450" marR="0" lvl="0" indent="-17145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tab pos="457200" algn="l"/>
              </a:tabLst>
              <a:defRPr/>
            </a:pPr>
            <a:endParaRPr kumimoji="0" lang="en-US" sz="1200" b="0" i="0" u="none" strike="noStrike" kern="1200" cap="none" spc="0" normalizeH="0" baseline="0" noProof="0" dirty="0">
              <a:ln>
                <a:noFill/>
              </a:ln>
              <a:solidFill>
                <a:schemeClr val="bg1"/>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tab pos="457200" algn="l"/>
              </a:tabLst>
              <a:defRPr/>
            </a:pPr>
            <a:r>
              <a:rPr kumimoji="0" lang="en-US" sz="1200" b="0" i="0" u="none" strike="noStrike" kern="1200" cap="none" spc="0" normalizeH="0" baseline="0" noProof="0" dirty="0">
                <a:ln>
                  <a:noFill/>
                </a:ln>
                <a:solidFill>
                  <a:schemeClr val="bg1"/>
                </a:solidFill>
                <a:effectLst/>
                <a:uLnTx/>
                <a:uFillTx/>
                <a:ea typeface="+mn-ea"/>
                <a:cs typeface="+mn-cs"/>
              </a:rPr>
              <a:t>Insight capabilities across life cycle of a product</a:t>
            </a:r>
          </a:p>
          <a:p>
            <a:pPr marL="171450" marR="0" lvl="0" indent="-17145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tab pos="457200" algn="l"/>
              </a:tabLst>
              <a:defRPr/>
            </a:pPr>
            <a:endParaRPr kumimoji="0" lang="en-US" sz="1200" b="0" i="0" u="none" strike="noStrike" kern="1200" cap="none" spc="0" normalizeH="0" baseline="0" noProof="0" dirty="0">
              <a:ln>
                <a:noFill/>
              </a:ln>
              <a:solidFill>
                <a:schemeClr val="bg1"/>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
                <a:schemeClr val="bg1"/>
              </a:buClr>
              <a:buSzTx/>
              <a:buFont typeface="Wingdings" panose="05000000000000000000" pitchFamily="2" charset="2"/>
              <a:buChar char="§"/>
              <a:tabLst>
                <a:tab pos="457200" algn="l"/>
              </a:tabLst>
              <a:defRPr/>
            </a:pPr>
            <a:r>
              <a:rPr kumimoji="0" lang="en-US" sz="1200" b="0" i="0" u="none" strike="noStrike" kern="1200" cap="none" spc="0" normalizeH="0" baseline="0" noProof="0" dirty="0">
                <a:ln>
                  <a:noFill/>
                </a:ln>
                <a:solidFill>
                  <a:schemeClr val="bg1"/>
                </a:solidFill>
                <a:effectLst/>
                <a:uLnTx/>
                <a:uFillTx/>
                <a:ea typeface="+mn-ea"/>
                <a:cs typeface="+mn-cs"/>
              </a:rPr>
              <a:t>Insights generated from both consumer and business segments</a:t>
            </a:r>
          </a:p>
          <a:p>
            <a:pPr marL="214313" marR="0" lvl="0" indent="-214313"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endParaRPr kumimoji="0" lang="en-US" sz="1200" b="0" i="0" u="none" strike="noStrike" kern="1200" cap="none" spc="0" normalizeH="0" baseline="0" noProof="0" dirty="0">
              <a:ln>
                <a:noFill/>
              </a:ln>
              <a:solidFill>
                <a:schemeClr val="bg1"/>
              </a:solidFill>
              <a:effectLst/>
              <a:uLnTx/>
              <a:uFillTx/>
              <a:ea typeface="+mn-ea"/>
              <a:cs typeface="+mn-cs"/>
            </a:endParaRPr>
          </a:p>
          <a:p>
            <a:pPr marL="214313" marR="0" lvl="0" indent="-214313" algn="l" defTabSz="914400" rtl="0" eaLnBrk="1" fontAlgn="auto" latinLnBrk="0" hangingPunct="1">
              <a:lnSpc>
                <a:spcPts val="1300"/>
              </a:lnSpc>
              <a:spcBef>
                <a:spcPts val="0"/>
              </a:spcBef>
              <a:spcAft>
                <a:spcPts val="600"/>
              </a:spcAft>
              <a:buClr>
                <a:schemeClr val="bg1"/>
              </a:buClr>
              <a:buSzTx/>
              <a:buFont typeface="Wingdings" panose="05000000000000000000" pitchFamily="2" charset="2"/>
              <a:buChar char="§"/>
              <a:tabLst/>
              <a:defRPr/>
            </a:pPr>
            <a:endParaRPr kumimoji="0" lang="en-US" sz="1200" b="0" i="0" u="none" strike="noStrike" kern="1200" cap="none" spc="0" normalizeH="0" baseline="0" noProof="0" dirty="0">
              <a:ln>
                <a:noFill/>
              </a:ln>
              <a:solidFill>
                <a:schemeClr val="bg1"/>
              </a:solidFill>
              <a:effectLst/>
              <a:uLnTx/>
              <a:uFillTx/>
              <a:ea typeface="+mn-ea"/>
              <a:cs typeface="+mn-cs"/>
            </a:endParaRPr>
          </a:p>
        </p:txBody>
      </p:sp>
      <p:cxnSp>
        <p:nvCxnSpPr>
          <p:cNvPr id="3099" name="Straight Connector 3098">
            <a:extLst>
              <a:ext uri="{FF2B5EF4-FFF2-40B4-BE49-F238E27FC236}">
                <a16:creationId xmlns:a16="http://schemas.microsoft.com/office/drawing/2014/main" id="{0A017208-B354-49AF-939C-7EDF73A4CC01}"/>
              </a:ext>
            </a:extLst>
          </p:cNvPr>
          <p:cNvCxnSpPr/>
          <p:nvPr/>
        </p:nvCxnSpPr>
        <p:spPr>
          <a:xfrm>
            <a:off x="2265709" y="2070577"/>
            <a:ext cx="0" cy="338328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cxnSp>
        <p:nvCxnSpPr>
          <p:cNvPr id="3100" name="Straight Connector 3099">
            <a:extLst>
              <a:ext uri="{FF2B5EF4-FFF2-40B4-BE49-F238E27FC236}">
                <a16:creationId xmlns:a16="http://schemas.microsoft.com/office/drawing/2014/main" id="{FE1F2754-1958-4C82-870B-A3A751A69642}"/>
              </a:ext>
            </a:extLst>
          </p:cNvPr>
          <p:cNvCxnSpPr/>
          <p:nvPr/>
        </p:nvCxnSpPr>
        <p:spPr>
          <a:xfrm>
            <a:off x="9844272" y="2073077"/>
            <a:ext cx="0" cy="3383280"/>
          </a:xfrm>
          <a:prstGeom prst="line">
            <a:avLst/>
          </a:prstGeom>
          <a:ln>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5566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p:txBody>
          <a:bodyPr/>
          <a:lstStyle/>
          <a:p>
            <a:r>
              <a:rPr lang="en-IN" dirty="0"/>
              <a:t>We helped Nestle uncover untapped market and </a:t>
            </a:r>
            <a:br>
              <a:rPr lang="en-IN" dirty="0"/>
            </a:br>
            <a:r>
              <a:rPr lang="en-IN" dirty="0"/>
              <a:t>consumer potential</a:t>
            </a:r>
          </a:p>
        </p:txBody>
      </p:sp>
      <p:sp>
        <p:nvSpPr>
          <p:cNvPr id="7" name="Rectangle 6">
            <a:extLst>
              <a:ext uri="{FF2B5EF4-FFF2-40B4-BE49-F238E27FC236}">
                <a16:creationId xmlns:a16="http://schemas.microsoft.com/office/drawing/2014/main" id="{D3FC7F7C-E58E-4B17-AEAC-F1B343F54C7F}"/>
              </a:ext>
            </a:extLst>
          </p:cNvPr>
          <p:cNvSpPr/>
          <p:nvPr/>
        </p:nvSpPr>
        <p:spPr>
          <a:xfrm>
            <a:off x="6168008" y="1366258"/>
            <a:ext cx="2736000" cy="3850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IMPORTANT QUESTIONS</a:t>
            </a:r>
          </a:p>
        </p:txBody>
      </p:sp>
      <p:sp>
        <p:nvSpPr>
          <p:cNvPr id="8" name="Rectangle 7">
            <a:extLst>
              <a:ext uri="{FF2B5EF4-FFF2-40B4-BE49-F238E27FC236}">
                <a16:creationId xmlns:a16="http://schemas.microsoft.com/office/drawing/2014/main" id="{9899496E-8870-432D-8004-ABDAF78F2470}"/>
              </a:ext>
            </a:extLst>
          </p:cNvPr>
          <p:cNvSpPr/>
          <p:nvPr/>
        </p:nvSpPr>
        <p:spPr>
          <a:xfrm>
            <a:off x="9093751" y="1366258"/>
            <a:ext cx="2736000" cy="3850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SOLUTION</a:t>
            </a:r>
          </a:p>
        </p:txBody>
      </p:sp>
      <p:sp>
        <p:nvSpPr>
          <p:cNvPr id="9" name="Rectangle 8">
            <a:extLst>
              <a:ext uri="{FF2B5EF4-FFF2-40B4-BE49-F238E27FC236}">
                <a16:creationId xmlns:a16="http://schemas.microsoft.com/office/drawing/2014/main" id="{F32597E4-A249-4E21-8C8B-E0D4307DE1DD}"/>
              </a:ext>
            </a:extLst>
          </p:cNvPr>
          <p:cNvSpPr/>
          <p:nvPr/>
        </p:nvSpPr>
        <p:spPr>
          <a:xfrm>
            <a:off x="4295799" y="3039205"/>
            <a:ext cx="1709714" cy="1044000"/>
          </a:xfrm>
          <a:prstGeom prst="rect">
            <a:avLst/>
          </a:prstGeom>
          <a:solidFill>
            <a:srgbClr val="00D5D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ea typeface="+mn-lt"/>
                <a:cs typeface="+mn-lt"/>
              </a:rPr>
              <a:t>CONSUMER </a:t>
            </a:r>
          </a:p>
        </p:txBody>
      </p:sp>
      <p:sp>
        <p:nvSpPr>
          <p:cNvPr id="10" name="Rectangle 9">
            <a:extLst>
              <a:ext uri="{FF2B5EF4-FFF2-40B4-BE49-F238E27FC236}">
                <a16:creationId xmlns:a16="http://schemas.microsoft.com/office/drawing/2014/main" id="{8FEF603D-0A19-4F38-97CC-00FFB26C5F63}"/>
              </a:ext>
            </a:extLst>
          </p:cNvPr>
          <p:cNvSpPr/>
          <p:nvPr/>
        </p:nvSpPr>
        <p:spPr>
          <a:xfrm>
            <a:off x="6168008" y="3039205"/>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How to improve purchase and loyalty conversion rates? </a:t>
            </a:r>
          </a:p>
        </p:txBody>
      </p:sp>
      <p:sp>
        <p:nvSpPr>
          <p:cNvPr id="11" name="Rectangle 10">
            <a:extLst>
              <a:ext uri="{FF2B5EF4-FFF2-40B4-BE49-F238E27FC236}">
                <a16:creationId xmlns:a16="http://schemas.microsoft.com/office/drawing/2014/main" id="{55ED054B-233C-45AF-9B14-5B1C1E6897A7}"/>
              </a:ext>
            </a:extLst>
          </p:cNvPr>
          <p:cNvSpPr/>
          <p:nvPr/>
        </p:nvSpPr>
        <p:spPr>
          <a:xfrm>
            <a:off x="4295800" y="4205151"/>
            <a:ext cx="1709714" cy="1044000"/>
          </a:xfrm>
          <a:prstGeom prst="rect">
            <a:avLst/>
          </a:prstGeom>
          <a:solidFill>
            <a:srgbClr val="00B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ea typeface="+mn-lt"/>
                <a:cs typeface="+mn-lt"/>
              </a:rPr>
              <a:t>PRODUCT LAUNCH</a:t>
            </a:r>
          </a:p>
        </p:txBody>
      </p:sp>
      <p:sp>
        <p:nvSpPr>
          <p:cNvPr id="12" name="Rectangle 11">
            <a:extLst>
              <a:ext uri="{FF2B5EF4-FFF2-40B4-BE49-F238E27FC236}">
                <a16:creationId xmlns:a16="http://schemas.microsoft.com/office/drawing/2014/main" id="{3F0BFBCE-166B-404A-99D5-EF124902D6F5}"/>
              </a:ext>
            </a:extLst>
          </p:cNvPr>
          <p:cNvSpPr/>
          <p:nvPr/>
        </p:nvSpPr>
        <p:spPr>
          <a:xfrm>
            <a:off x="6168008" y="4205151"/>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Is messaging and packaging clear for my new product? </a:t>
            </a:r>
          </a:p>
        </p:txBody>
      </p:sp>
      <p:sp>
        <p:nvSpPr>
          <p:cNvPr id="13" name="Rectangle 12">
            <a:extLst>
              <a:ext uri="{FF2B5EF4-FFF2-40B4-BE49-F238E27FC236}">
                <a16:creationId xmlns:a16="http://schemas.microsoft.com/office/drawing/2014/main" id="{854FEC51-326D-4612-B39E-B948EECAAB43}"/>
              </a:ext>
            </a:extLst>
          </p:cNvPr>
          <p:cNvSpPr/>
          <p:nvPr/>
        </p:nvSpPr>
        <p:spPr>
          <a:xfrm>
            <a:off x="9093751" y="4205151"/>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Gauge consumer sentiment and choose the right packaging design for their product</a:t>
            </a:r>
          </a:p>
        </p:txBody>
      </p:sp>
      <p:sp>
        <p:nvSpPr>
          <p:cNvPr id="14" name="Rectangle 13">
            <a:extLst>
              <a:ext uri="{FF2B5EF4-FFF2-40B4-BE49-F238E27FC236}">
                <a16:creationId xmlns:a16="http://schemas.microsoft.com/office/drawing/2014/main" id="{C4790672-94C5-4F23-9C64-4DAA4EEC5E82}"/>
              </a:ext>
            </a:extLst>
          </p:cNvPr>
          <p:cNvSpPr/>
          <p:nvPr/>
        </p:nvSpPr>
        <p:spPr>
          <a:xfrm>
            <a:off x="4295799" y="5371096"/>
            <a:ext cx="1709714" cy="10440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ea typeface="+mn-lt"/>
                <a:cs typeface="+mn-lt"/>
              </a:rPr>
              <a:t>SALES &amp; </a:t>
            </a:r>
            <a:br>
              <a:rPr lang="en-US" sz="1600" dirty="0">
                <a:solidFill>
                  <a:schemeClr val="bg1"/>
                </a:solidFill>
                <a:ea typeface="+mn-lt"/>
                <a:cs typeface="+mn-lt"/>
              </a:rPr>
            </a:br>
            <a:r>
              <a:rPr lang="en-US" sz="1600" dirty="0">
                <a:solidFill>
                  <a:schemeClr val="bg1"/>
                </a:solidFill>
                <a:ea typeface="+mn-lt"/>
                <a:cs typeface="+mn-lt"/>
              </a:rPr>
              <a:t>DISTRIBUTION </a:t>
            </a:r>
            <a:br>
              <a:rPr lang="en-US" sz="1600" dirty="0">
                <a:solidFill>
                  <a:schemeClr val="bg1"/>
                </a:solidFill>
                <a:ea typeface="+mn-lt"/>
                <a:cs typeface="+mn-lt"/>
              </a:rPr>
            </a:br>
            <a:r>
              <a:rPr lang="en-US" sz="1600" dirty="0">
                <a:solidFill>
                  <a:schemeClr val="bg1"/>
                </a:solidFill>
                <a:ea typeface="+mn-lt"/>
                <a:cs typeface="+mn-lt"/>
              </a:rPr>
              <a:t>STRATEGY</a:t>
            </a:r>
          </a:p>
        </p:txBody>
      </p:sp>
      <p:sp>
        <p:nvSpPr>
          <p:cNvPr id="15" name="Rectangle 14">
            <a:extLst>
              <a:ext uri="{FF2B5EF4-FFF2-40B4-BE49-F238E27FC236}">
                <a16:creationId xmlns:a16="http://schemas.microsoft.com/office/drawing/2014/main" id="{5C28D2D7-BBF9-4B60-929E-95F24BC51702}"/>
              </a:ext>
            </a:extLst>
          </p:cNvPr>
          <p:cNvSpPr/>
          <p:nvPr/>
        </p:nvSpPr>
        <p:spPr>
          <a:xfrm>
            <a:off x="6168008" y="5371096"/>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What Retail channels my customers are looking at?  </a:t>
            </a:r>
          </a:p>
        </p:txBody>
      </p:sp>
      <p:sp>
        <p:nvSpPr>
          <p:cNvPr id="16" name="Rectangle 15">
            <a:extLst>
              <a:ext uri="{FF2B5EF4-FFF2-40B4-BE49-F238E27FC236}">
                <a16:creationId xmlns:a16="http://schemas.microsoft.com/office/drawing/2014/main" id="{2943C404-0E89-4DA6-B333-B1563D35454C}"/>
              </a:ext>
            </a:extLst>
          </p:cNvPr>
          <p:cNvSpPr/>
          <p:nvPr/>
        </p:nvSpPr>
        <p:spPr>
          <a:xfrm>
            <a:off x="9093751" y="5371096"/>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Understanding and rating Retail service parameters, evaluated by store type (physical store versus online), Reasons for store preference etc.</a:t>
            </a:r>
          </a:p>
        </p:txBody>
      </p:sp>
      <p:sp>
        <p:nvSpPr>
          <p:cNvPr id="17" name="Rectangle 16">
            <a:extLst>
              <a:ext uri="{FF2B5EF4-FFF2-40B4-BE49-F238E27FC236}">
                <a16:creationId xmlns:a16="http://schemas.microsoft.com/office/drawing/2014/main" id="{2412B029-469A-49BE-9260-A671476D7BB7}"/>
              </a:ext>
            </a:extLst>
          </p:cNvPr>
          <p:cNvSpPr/>
          <p:nvPr/>
        </p:nvSpPr>
        <p:spPr>
          <a:xfrm>
            <a:off x="4302452" y="1873259"/>
            <a:ext cx="1711473" cy="104400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ea typeface="+mn-lt"/>
                <a:cs typeface="+mn-lt"/>
              </a:rPr>
              <a:t>BRAND HEALTH</a:t>
            </a:r>
          </a:p>
        </p:txBody>
      </p:sp>
      <p:sp>
        <p:nvSpPr>
          <p:cNvPr id="18" name="Rectangle 17">
            <a:extLst>
              <a:ext uri="{FF2B5EF4-FFF2-40B4-BE49-F238E27FC236}">
                <a16:creationId xmlns:a16="http://schemas.microsoft.com/office/drawing/2014/main" id="{0C087CE8-E770-46FD-893B-509611BB808E}"/>
              </a:ext>
            </a:extLst>
          </p:cNvPr>
          <p:cNvSpPr/>
          <p:nvPr/>
        </p:nvSpPr>
        <p:spPr>
          <a:xfrm>
            <a:off x="6168008" y="1873259"/>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How strong is my brand? </a:t>
            </a:r>
          </a:p>
          <a:p>
            <a:endParaRPr lang="en-US" sz="1200" dirty="0">
              <a:solidFill>
                <a:schemeClr val="tx1"/>
              </a:solidFill>
            </a:endParaRPr>
          </a:p>
        </p:txBody>
      </p:sp>
      <p:sp>
        <p:nvSpPr>
          <p:cNvPr id="19" name="Rectangle 18">
            <a:extLst>
              <a:ext uri="{FF2B5EF4-FFF2-40B4-BE49-F238E27FC236}">
                <a16:creationId xmlns:a16="http://schemas.microsoft.com/office/drawing/2014/main" id="{00016EDF-8DFF-4501-BC9F-843289CD4426}"/>
              </a:ext>
            </a:extLst>
          </p:cNvPr>
          <p:cNvSpPr/>
          <p:nvPr/>
        </p:nvSpPr>
        <p:spPr>
          <a:xfrm>
            <a:off x="9093751" y="1873259"/>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r>
              <a:rPr lang="en-US" sz="1200" dirty="0">
                <a:solidFill>
                  <a:schemeClr val="tx1"/>
                </a:solidFill>
              </a:rPr>
              <a:t>Assessed awareness, usage, satisfaction, disposition, attitudes, perceptions, and user profile across user segments of Current user, Infrequent user, &amp; Lapsers</a:t>
            </a:r>
          </a:p>
          <a:p>
            <a:pPr lvl="0"/>
            <a:endParaRPr lang="en-US" sz="1200" dirty="0">
              <a:solidFill>
                <a:schemeClr val="tx1"/>
              </a:solidFill>
            </a:endParaRPr>
          </a:p>
        </p:txBody>
      </p:sp>
      <p:sp>
        <p:nvSpPr>
          <p:cNvPr id="23" name="Rectangle 22">
            <a:extLst>
              <a:ext uri="{FF2B5EF4-FFF2-40B4-BE49-F238E27FC236}">
                <a16:creationId xmlns:a16="http://schemas.microsoft.com/office/drawing/2014/main" id="{73260FA7-7082-4FF7-8B4B-93AA2F6F252D}"/>
              </a:ext>
            </a:extLst>
          </p:cNvPr>
          <p:cNvSpPr/>
          <p:nvPr/>
        </p:nvSpPr>
        <p:spPr>
          <a:xfrm>
            <a:off x="9093751" y="3039205"/>
            <a:ext cx="2736000" cy="10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r>
              <a:rPr lang="en-US" sz="1200" dirty="0">
                <a:solidFill>
                  <a:schemeClr val="tx1"/>
                </a:solidFill>
              </a:rPr>
              <a:t>Consumption, reasons for product selection, purchase behavior, channels of purchase, influencers, for client brand versus competition.​</a:t>
            </a:r>
          </a:p>
        </p:txBody>
      </p:sp>
      <p:sp>
        <p:nvSpPr>
          <p:cNvPr id="26" name="Rectangle 25">
            <a:extLst>
              <a:ext uri="{FF2B5EF4-FFF2-40B4-BE49-F238E27FC236}">
                <a16:creationId xmlns:a16="http://schemas.microsoft.com/office/drawing/2014/main" id="{7D42D563-E291-4536-A2B8-3EDE199C5A36}"/>
              </a:ext>
            </a:extLst>
          </p:cNvPr>
          <p:cNvSpPr/>
          <p:nvPr/>
        </p:nvSpPr>
        <p:spPr>
          <a:xfrm>
            <a:off x="407368" y="1675609"/>
            <a:ext cx="3488495" cy="707886"/>
          </a:xfrm>
          <a:prstGeom prst="rect">
            <a:avLst/>
          </a:prstGeom>
        </p:spPr>
        <p:txBody>
          <a:bodyPr wrap="square">
            <a:spAutoFit/>
          </a:bodyPr>
          <a:lstStyle/>
          <a:p>
            <a:pPr>
              <a:defRPr/>
            </a:pPr>
            <a:r>
              <a:rPr lang="en-US" sz="2400" dirty="0">
                <a:solidFill>
                  <a:schemeClr val="accent1">
                    <a:lumMod val="60000"/>
                    <a:lumOff val="40000"/>
                  </a:schemeClr>
                </a:solidFill>
                <a:ea typeface="Times New Roman" panose="02020603050405020304" pitchFamily="18" charset="0"/>
              </a:rPr>
              <a:t>PREFERRED PARTNER </a:t>
            </a:r>
          </a:p>
          <a:p>
            <a:pPr>
              <a:defRPr/>
            </a:pPr>
            <a:r>
              <a:rPr lang="en-US" sz="1600" b="1" dirty="0">
                <a:solidFill>
                  <a:schemeClr val="bg1"/>
                </a:solidFill>
                <a:ea typeface="Times New Roman" panose="02020603050405020304" pitchFamily="18" charset="0"/>
              </a:rPr>
              <a:t>Since 2015 </a:t>
            </a:r>
            <a:endParaRPr lang="en-US" sz="1600" dirty="0">
              <a:solidFill>
                <a:schemeClr val="bg1"/>
              </a:solidFill>
            </a:endParaRPr>
          </a:p>
        </p:txBody>
      </p:sp>
      <p:sp>
        <p:nvSpPr>
          <p:cNvPr id="27" name="Rectangle 26">
            <a:extLst>
              <a:ext uri="{FF2B5EF4-FFF2-40B4-BE49-F238E27FC236}">
                <a16:creationId xmlns:a16="http://schemas.microsoft.com/office/drawing/2014/main" id="{6329D4A7-A092-486B-A49B-46462DCBF713}"/>
              </a:ext>
            </a:extLst>
          </p:cNvPr>
          <p:cNvSpPr/>
          <p:nvPr/>
        </p:nvSpPr>
        <p:spPr>
          <a:xfrm>
            <a:off x="407369" y="2636912"/>
            <a:ext cx="3384376" cy="3539430"/>
          </a:xfrm>
          <a:prstGeom prst="rect">
            <a:avLst/>
          </a:prstGeom>
        </p:spPr>
        <p:txBody>
          <a:bodyPr wrap="square" anchor="t">
            <a:spAutoFit/>
          </a:bodyPr>
          <a:lstStyle/>
          <a:p>
            <a:pPr>
              <a:defRPr/>
            </a:pPr>
            <a:r>
              <a:rPr lang="en-US" sz="1600" dirty="0">
                <a:solidFill>
                  <a:srgbClr val="FFFFFF">
                    <a:lumMod val="95000"/>
                  </a:srgbClr>
                </a:solidFill>
              </a:rPr>
              <a:t>Done</a:t>
            </a:r>
            <a:r>
              <a:rPr lang="en-US" sz="1600" b="1" dirty="0">
                <a:solidFill>
                  <a:schemeClr val="accent1">
                    <a:lumMod val="60000"/>
                    <a:lumOff val="40000"/>
                  </a:schemeClr>
                </a:solidFill>
                <a:ea typeface="Times New Roman" panose="02020603050405020304" pitchFamily="18" charset="0"/>
              </a:rPr>
              <a:t> </a:t>
            </a:r>
            <a:r>
              <a:rPr lang="en-US" sz="1600" dirty="0">
                <a:solidFill>
                  <a:srgbClr val="FFFFFF">
                    <a:lumMod val="95000"/>
                  </a:srgbClr>
                </a:solidFill>
                <a:ea typeface="Times New Roman" panose="02020603050405020304" pitchFamily="18" charset="0"/>
              </a:rPr>
              <a:t>research </a:t>
            </a:r>
          </a:p>
          <a:p>
            <a:pPr>
              <a:defRPr/>
            </a:pPr>
            <a:r>
              <a:rPr lang="en-US" sz="1600" dirty="0">
                <a:solidFill>
                  <a:srgbClr val="FFFFFF">
                    <a:lumMod val="95000"/>
                  </a:srgbClr>
                </a:solidFill>
                <a:ea typeface="Times New Roman" panose="02020603050405020304" pitchFamily="18" charset="0"/>
              </a:rPr>
              <a:t>and insights </a:t>
            </a:r>
            <a:r>
              <a:rPr lang="en-US" sz="2400" dirty="0">
                <a:solidFill>
                  <a:schemeClr val="accent1">
                    <a:lumMod val="60000"/>
                    <a:lumOff val="40000"/>
                  </a:schemeClr>
                </a:solidFill>
                <a:ea typeface="Times New Roman" panose="02020603050405020304" pitchFamily="18" charset="0"/>
              </a:rPr>
              <a:t>projects</a:t>
            </a:r>
            <a:r>
              <a:rPr lang="en-US" sz="1600" b="1" dirty="0">
                <a:solidFill>
                  <a:schemeClr val="accent1">
                    <a:lumMod val="60000"/>
                    <a:lumOff val="40000"/>
                  </a:schemeClr>
                </a:solidFill>
                <a:ea typeface="Times New Roman" panose="02020603050405020304" pitchFamily="18" charset="0"/>
              </a:rPr>
              <a:t> </a:t>
            </a:r>
          </a:p>
          <a:p>
            <a:pPr>
              <a:defRPr/>
            </a:pPr>
            <a:r>
              <a:rPr lang="en-US" sz="1600" dirty="0">
                <a:solidFill>
                  <a:srgbClr val="FFFFFF">
                    <a:lumMod val="95000"/>
                  </a:srgbClr>
                </a:solidFill>
                <a:ea typeface="Times New Roman" panose="02020603050405020304" pitchFamily="18" charset="0"/>
              </a:rPr>
              <a:t>covering multiple geographies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FFFFFF">
                  <a:lumMod val="95000"/>
                </a:srgb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lumMod val="95000"/>
                  </a:srgbClr>
                </a:solidFill>
                <a:effectLst/>
                <a:uLnTx/>
                <a:uFillTx/>
                <a:ea typeface="+mn-ea"/>
                <a:cs typeface="+mn-cs"/>
              </a:rPr>
              <a:t>Worked across major categories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lumMod val="95000"/>
                  </a:srgbClr>
                </a:solidFill>
                <a:effectLst/>
                <a:uLnTx/>
                <a:uFillTx/>
                <a:ea typeface="+mn-ea"/>
                <a:cs typeface="+mn-cs"/>
              </a:rPr>
              <a:t>within Nestle:</a:t>
            </a:r>
          </a:p>
          <a:p>
            <a:pPr marL="285750" lvl="1" indent="-285750">
              <a:buFont typeface="Wingdings" panose="05000000000000000000" pitchFamily="2" charset="2"/>
              <a:buChar char="§"/>
              <a:defRPr/>
            </a:pPr>
            <a:r>
              <a:rPr kumimoji="0" lang="en-US" sz="1600" b="0" i="0" u="none" strike="noStrike" kern="1200" cap="none" spc="0" normalizeH="0" baseline="0" noProof="0" dirty="0">
                <a:ln>
                  <a:noFill/>
                </a:ln>
                <a:solidFill>
                  <a:srgbClr val="FFFFFF">
                    <a:lumMod val="95000"/>
                  </a:srgbClr>
                </a:solidFill>
                <a:effectLst/>
                <a:uLnTx/>
                <a:uFillTx/>
                <a:ea typeface="Verdana"/>
                <a:cs typeface="+mn-cs"/>
              </a:rPr>
              <a:t>Prepared dishes &amp; cooking </a:t>
            </a:r>
            <a:r>
              <a:rPr lang="en-US" sz="1600" dirty="0">
                <a:solidFill>
                  <a:srgbClr val="FFFFFF">
                    <a:lumMod val="95000"/>
                  </a:srgbClr>
                </a:solidFill>
                <a:ea typeface="Verdana"/>
              </a:rPr>
              <a:t>a</a:t>
            </a:r>
            <a:r>
              <a:rPr kumimoji="0" lang="en-US" sz="1600" b="0" i="0" u="none" strike="noStrike" kern="1200" cap="none" spc="0" normalizeH="0" baseline="0" noProof="0" dirty="0">
                <a:ln>
                  <a:noFill/>
                </a:ln>
                <a:solidFill>
                  <a:srgbClr val="FFFFFF">
                    <a:lumMod val="95000"/>
                  </a:srgbClr>
                </a:solidFill>
                <a:effectLst/>
                <a:uLnTx/>
                <a:uFillTx/>
                <a:ea typeface="Verdana"/>
                <a:cs typeface="+mn-cs"/>
              </a:rPr>
              <a:t>ids</a:t>
            </a:r>
          </a:p>
          <a:p>
            <a:pPr marL="285750" lvl="1" indent="-285750">
              <a:buFont typeface="Wingdings" panose="05000000000000000000" pitchFamily="2" charset="2"/>
              <a:buChar char="§"/>
              <a:defRPr/>
            </a:pPr>
            <a:r>
              <a:rPr kumimoji="0" lang="en-US" sz="1600" b="0" i="0" u="none" strike="noStrike" kern="1200" cap="none" spc="0" normalizeH="0" baseline="0" noProof="0" dirty="0">
                <a:ln>
                  <a:noFill/>
                </a:ln>
                <a:solidFill>
                  <a:srgbClr val="FFFFFF">
                    <a:lumMod val="95000"/>
                  </a:srgbClr>
                </a:solidFill>
                <a:effectLst/>
                <a:uLnTx/>
                <a:uFillTx/>
                <a:ea typeface="Verdana"/>
                <a:cs typeface="+mn-cs"/>
              </a:rPr>
              <a:t>Nutrition &amp; health science </a:t>
            </a:r>
          </a:p>
          <a:p>
            <a:pPr marL="285750" lvl="1" indent="-285750">
              <a:buFont typeface="Wingdings" panose="05000000000000000000" pitchFamily="2" charset="2"/>
              <a:buChar char="§"/>
              <a:defRPr/>
            </a:pPr>
            <a:r>
              <a:rPr kumimoji="0" lang="en-US" sz="1600" b="0" i="0" u="none" strike="noStrike" kern="1200" cap="none" spc="0" normalizeH="0" baseline="0" noProof="0" dirty="0">
                <a:ln>
                  <a:noFill/>
                </a:ln>
                <a:solidFill>
                  <a:srgbClr val="FFFFFF">
                    <a:lumMod val="95000"/>
                  </a:srgbClr>
                </a:solidFill>
                <a:effectLst/>
                <a:uLnTx/>
                <a:uFillTx/>
                <a:ea typeface="Verdana"/>
                <a:cs typeface="+mn-cs"/>
              </a:rPr>
              <a:t>Powdered &amp; liquid beverages </a:t>
            </a:r>
          </a:p>
          <a:p>
            <a:pPr marL="285750" lvl="1" indent="-285750">
              <a:buFont typeface="Wingdings" panose="05000000000000000000" pitchFamily="2" charset="2"/>
              <a:buChar char="§"/>
              <a:defRPr/>
            </a:pPr>
            <a:r>
              <a:rPr kumimoji="0" lang="en-US" sz="1600" b="0" i="0" u="none" strike="noStrike" kern="1200" cap="none" spc="0" normalizeH="0" baseline="0" noProof="0" dirty="0">
                <a:ln>
                  <a:noFill/>
                </a:ln>
                <a:solidFill>
                  <a:srgbClr val="FFFFFF">
                    <a:lumMod val="95000"/>
                  </a:srgbClr>
                </a:solidFill>
                <a:effectLst/>
                <a:uLnTx/>
                <a:uFillTx/>
                <a:ea typeface="Verdana"/>
                <a:cs typeface="+mn-cs"/>
              </a:rPr>
              <a:t>Petcare</a:t>
            </a:r>
          </a:p>
          <a:p>
            <a:pPr marL="285750" lvl="1" indent="-285750">
              <a:buFont typeface="Wingdings" panose="05000000000000000000" pitchFamily="2" charset="2"/>
              <a:buChar char="§"/>
              <a:defRPr/>
            </a:pPr>
            <a:r>
              <a:rPr lang="en-US" sz="1600" dirty="0">
                <a:solidFill>
                  <a:srgbClr val="FFFFFF">
                    <a:lumMod val="95000"/>
                  </a:srgbClr>
                </a:solidFill>
                <a:ea typeface="Verdana"/>
              </a:rPr>
              <a:t>Confectionary</a:t>
            </a:r>
          </a:p>
          <a:p>
            <a:pPr marL="285750" lvl="1" indent="-285750">
              <a:buFont typeface="Wingdings" panose="05000000000000000000" pitchFamily="2" charset="2"/>
              <a:buChar char="§"/>
              <a:defRPr/>
            </a:pPr>
            <a:r>
              <a:rPr lang="en-US" sz="1600" dirty="0">
                <a:solidFill>
                  <a:srgbClr val="FFFFFF">
                    <a:lumMod val="95000"/>
                  </a:srgbClr>
                </a:solidFill>
                <a:ea typeface="Verdana"/>
              </a:rPr>
              <a:t>Water</a:t>
            </a:r>
          </a:p>
          <a:p>
            <a:pPr marL="285750" lvl="1" indent="-285750">
              <a:buFont typeface="Wingdings" panose="05000000000000000000" pitchFamily="2" charset="2"/>
              <a:buChar char="§"/>
              <a:defRPr/>
            </a:pPr>
            <a:r>
              <a:rPr lang="en-US" sz="1600" dirty="0">
                <a:solidFill>
                  <a:srgbClr val="FFFFFF">
                    <a:lumMod val="95000"/>
                  </a:srgbClr>
                </a:solidFill>
                <a:ea typeface="Verdana"/>
              </a:rPr>
              <a:t>Milk products &amp; ice-cream</a:t>
            </a:r>
          </a:p>
        </p:txBody>
      </p:sp>
      <p:grpSp>
        <p:nvGrpSpPr>
          <p:cNvPr id="28" name="Group 27">
            <a:extLst>
              <a:ext uri="{FF2B5EF4-FFF2-40B4-BE49-F238E27FC236}">
                <a16:creationId xmlns:a16="http://schemas.microsoft.com/office/drawing/2014/main" id="{2E2411D8-C4D9-46D9-B75D-3AEC273958F3}"/>
              </a:ext>
            </a:extLst>
          </p:cNvPr>
          <p:cNvGrpSpPr/>
          <p:nvPr/>
        </p:nvGrpSpPr>
        <p:grpSpPr>
          <a:xfrm>
            <a:off x="10494489" y="126829"/>
            <a:ext cx="778032" cy="774364"/>
            <a:chOff x="381000" y="1622940"/>
            <a:chExt cx="878400" cy="878400"/>
          </a:xfrm>
        </p:grpSpPr>
        <p:sp>
          <p:nvSpPr>
            <p:cNvPr id="29" name="CustomShape 16">
              <a:extLst>
                <a:ext uri="{FF2B5EF4-FFF2-40B4-BE49-F238E27FC236}">
                  <a16:creationId xmlns:a16="http://schemas.microsoft.com/office/drawing/2014/main" id="{04033939-4B60-4309-B6AF-D74E747D7F44}"/>
                </a:ext>
              </a:extLst>
            </p:cNvPr>
            <p:cNvSpPr/>
            <p:nvPr/>
          </p:nvSpPr>
          <p:spPr>
            <a:xfrm>
              <a:off x="381000" y="1622940"/>
              <a:ext cx="878400" cy="878400"/>
            </a:xfrm>
            <a:prstGeom prst="ellipse">
              <a:avLst/>
            </a:prstGeom>
            <a:solidFill>
              <a:srgbClr val="FFFFFF"/>
            </a:solidFill>
            <a:ln w="31680">
              <a:solidFill>
                <a:schemeClr val="accent2"/>
              </a:solidFill>
            </a:ln>
          </p:spPr>
          <p:style>
            <a:lnRef idx="2">
              <a:schemeClr val="accent1">
                <a:shade val="50000"/>
              </a:schemeClr>
            </a:lnRef>
            <a:fillRef idx="1">
              <a:schemeClr val="accent1"/>
            </a:fillRef>
            <a:effectRef idx="0">
              <a:schemeClr val="accent1"/>
            </a:effectRef>
            <a:fontRef idx="minor"/>
          </p:style>
          <p:txBody>
            <a:bodyPr/>
            <a:lstStyle/>
            <a:p>
              <a:endParaRPr lang="en-IN"/>
            </a:p>
          </p:txBody>
        </p:sp>
        <p:pic>
          <p:nvPicPr>
            <p:cNvPr id="30" name="Picture 57">
              <a:extLst>
                <a:ext uri="{FF2B5EF4-FFF2-40B4-BE49-F238E27FC236}">
                  <a16:creationId xmlns:a16="http://schemas.microsoft.com/office/drawing/2014/main" id="{DC8C7841-FF7A-4906-A154-C64FD1454D2F}"/>
                </a:ext>
              </a:extLst>
            </p:cNvPr>
            <p:cNvPicPr/>
            <p:nvPr/>
          </p:nvPicPr>
          <p:blipFill>
            <a:blip r:embed="rId2" cstate="hqprint">
              <a:extLst>
                <a:ext uri="{28A0092B-C50C-407E-A947-70E740481C1C}">
                  <a14:useLocalDpi xmlns:a14="http://schemas.microsoft.com/office/drawing/2010/main" val="0"/>
                </a:ext>
              </a:extLst>
            </a:blip>
            <a:stretch/>
          </p:blipFill>
          <p:spPr>
            <a:xfrm>
              <a:off x="569280" y="1793940"/>
              <a:ext cx="501480" cy="517680"/>
            </a:xfrm>
            <a:prstGeom prst="rect">
              <a:avLst/>
            </a:prstGeom>
            <a:ln>
              <a:noFill/>
            </a:ln>
          </p:spPr>
        </p:pic>
      </p:grpSp>
    </p:spTree>
    <p:extLst>
      <p:ext uri="{BB962C8B-B14F-4D97-AF65-F5344CB8AC3E}">
        <p14:creationId xmlns:p14="http://schemas.microsoft.com/office/powerpoint/2010/main" val="4044852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5B3C-B9B4-439B-B7A3-A508243B1C4B}"/>
              </a:ext>
            </a:extLst>
          </p:cNvPr>
          <p:cNvSpPr>
            <a:spLocks noGrp="1"/>
          </p:cNvSpPr>
          <p:nvPr>
            <p:ph type="title"/>
          </p:nvPr>
        </p:nvSpPr>
        <p:spPr/>
        <p:txBody>
          <a:bodyPr/>
          <a:lstStyle/>
          <a:p>
            <a:r>
              <a:rPr lang="en-IN" dirty="0"/>
              <a:t>We successfully established a market observatory to </a:t>
            </a:r>
            <a:br>
              <a:rPr lang="en-IN" dirty="0"/>
            </a:br>
            <a:r>
              <a:rPr lang="en-IN" dirty="0"/>
              <a:t>track key movements in the fintech / regtech landscape </a:t>
            </a:r>
            <a:br>
              <a:rPr lang="en-IN" dirty="0"/>
            </a:br>
            <a:r>
              <a:rPr lang="en-IN" dirty="0"/>
              <a:t>with BNPP account</a:t>
            </a:r>
          </a:p>
        </p:txBody>
      </p:sp>
      <p:sp>
        <p:nvSpPr>
          <p:cNvPr id="22" name="TextBox 21">
            <a:extLst>
              <a:ext uri="{FF2B5EF4-FFF2-40B4-BE49-F238E27FC236}">
                <a16:creationId xmlns:a16="http://schemas.microsoft.com/office/drawing/2014/main" id="{16905B0D-1238-4089-AA20-2F2AB02B324E}"/>
              </a:ext>
            </a:extLst>
          </p:cNvPr>
          <p:cNvSpPr txBox="1"/>
          <p:nvPr/>
        </p:nvSpPr>
        <p:spPr>
          <a:xfrm>
            <a:off x="479376" y="1331476"/>
            <a:ext cx="40767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i="0" u="none" strike="noStrike" kern="1200" cap="none" spc="0" normalizeH="0" baseline="0" noProof="0" dirty="0">
                <a:ln>
                  <a:noFill/>
                </a:ln>
                <a:solidFill>
                  <a:schemeClr val="accent2"/>
                </a:solidFill>
                <a:effectLst/>
                <a:uLnTx/>
                <a:uFillTx/>
                <a:latin typeface="Ubuntu"/>
                <a:ea typeface="+mn-ea"/>
                <a:cs typeface="+mn-cs"/>
              </a:rPr>
              <a:t>FS:  Fintech and Regtech Watchtower</a:t>
            </a:r>
          </a:p>
        </p:txBody>
      </p:sp>
      <p:sp>
        <p:nvSpPr>
          <p:cNvPr id="24" name="Rectangle: Diagonal Corners Rounded 23">
            <a:extLst>
              <a:ext uri="{FF2B5EF4-FFF2-40B4-BE49-F238E27FC236}">
                <a16:creationId xmlns:a16="http://schemas.microsoft.com/office/drawing/2014/main" id="{90709C3B-F72B-4665-8E0F-7AC952ED9549}"/>
              </a:ext>
            </a:extLst>
          </p:cNvPr>
          <p:cNvSpPr/>
          <p:nvPr/>
        </p:nvSpPr>
        <p:spPr>
          <a:xfrm>
            <a:off x="7248128" y="1890322"/>
            <a:ext cx="4267200" cy="1408280"/>
          </a:xfrm>
          <a:prstGeom prst="round2DiagRect">
            <a:avLst/>
          </a:prstGeom>
          <a:ln>
            <a:solidFill>
              <a:schemeClr val="accent5">
                <a:lumMod val="60000"/>
                <a:lumOff val="40000"/>
              </a:schemeClr>
            </a:solidFill>
          </a:ln>
        </p:spPr>
        <p:txBody>
          <a:bodyPr wrap="square" anchor="ctr">
            <a:noAutofit/>
          </a:bodyPr>
          <a:lstStyle/>
          <a:p>
            <a:pPr marL="0" lvl="1">
              <a:defRPr/>
            </a:pPr>
            <a:r>
              <a:rPr lang="en-US" i="1" dirty="0">
                <a:solidFill>
                  <a:srgbClr val="FFFFFF">
                    <a:lumMod val="95000"/>
                  </a:srgbClr>
                </a:solidFill>
                <a:ea typeface="Times New Roman" panose="02020603050405020304" pitchFamily="18" charset="0"/>
              </a:rPr>
              <a:t>The research helped the client to </a:t>
            </a:r>
            <a:r>
              <a:rPr lang="en-US" i="1" dirty="0">
                <a:solidFill>
                  <a:schemeClr val="accent5">
                    <a:lumMod val="60000"/>
                    <a:lumOff val="40000"/>
                  </a:schemeClr>
                </a:solidFill>
              </a:rPr>
              <a:t>understand key developments in the fintech/regtech space </a:t>
            </a:r>
            <a:r>
              <a:rPr lang="en-US" i="1" dirty="0">
                <a:solidFill>
                  <a:srgbClr val="FFFFFF">
                    <a:lumMod val="95000"/>
                  </a:srgbClr>
                </a:solidFill>
                <a:ea typeface="Times New Roman" panose="02020603050405020304" pitchFamily="18" charset="0"/>
              </a:rPr>
              <a:t>and capitalize on market opportunities</a:t>
            </a:r>
            <a:endParaRPr lang="es-ES_tradnl" i="1" dirty="0">
              <a:solidFill>
                <a:srgbClr val="FFFFFF">
                  <a:lumMod val="95000"/>
                </a:srgbClr>
              </a:solidFill>
            </a:endParaRPr>
          </a:p>
        </p:txBody>
      </p:sp>
      <p:sp>
        <p:nvSpPr>
          <p:cNvPr id="25" name="Rectangle 24">
            <a:extLst>
              <a:ext uri="{FF2B5EF4-FFF2-40B4-BE49-F238E27FC236}">
                <a16:creationId xmlns:a16="http://schemas.microsoft.com/office/drawing/2014/main" id="{86C2B339-4FD3-431B-B567-5EB628F3E675}"/>
              </a:ext>
            </a:extLst>
          </p:cNvPr>
          <p:cNvSpPr/>
          <p:nvPr/>
        </p:nvSpPr>
        <p:spPr>
          <a:xfrm>
            <a:off x="407368" y="1700808"/>
            <a:ext cx="5486400" cy="16698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spcBef>
                <a:spcPts val="400"/>
              </a:spcBef>
              <a:defRPr/>
            </a:pPr>
            <a:r>
              <a:rPr lang="en-IN" sz="1400" b="1" dirty="0">
                <a:solidFill>
                  <a:schemeClr val="bg1"/>
                </a:solidFill>
                <a:ea typeface="Times New Roman" panose="02020603050405020304" pitchFamily="18" charset="0"/>
              </a:rPr>
              <a:t>Set up a </a:t>
            </a:r>
            <a:r>
              <a:rPr lang="en-IN" sz="1400" b="1" dirty="0">
                <a:solidFill>
                  <a:srgbClr val="68D1F3"/>
                </a:solidFill>
                <a:ea typeface="Times New Roman" panose="02020603050405020304" pitchFamily="18" charset="0"/>
              </a:rPr>
              <a:t>market observatory </a:t>
            </a:r>
            <a:r>
              <a:rPr lang="en-IN" sz="1400" b="1" dirty="0">
                <a:solidFill>
                  <a:schemeClr val="bg1"/>
                </a:solidFill>
                <a:ea typeface="Times New Roman" panose="02020603050405020304" pitchFamily="18" charset="0"/>
              </a:rPr>
              <a:t>to capture recent developments in the financial markets</a:t>
            </a:r>
          </a:p>
          <a:p>
            <a:pPr lvl="0">
              <a:spcBef>
                <a:spcPts val="400"/>
              </a:spcBef>
              <a:defRPr/>
            </a:pPr>
            <a:r>
              <a:rPr lang="en-US" sz="1400" dirty="0">
                <a:solidFill>
                  <a:srgbClr val="FFFFFF">
                    <a:lumMod val="95000"/>
                  </a:srgbClr>
                </a:solidFill>
              </a:rPr>
              <a:t>Worked across major categories like:</a:t>
            </a:r>
          </a:p>
          <a:p>
            <a:pPr marL="177800" lvl="1" indent="-171450">
              <a:spcBef>
                <a:spcPts val="400"/>
              </a:spcBef>
              <a:buFont typeface="Wingdings" panose="05000000000000000000" pitchFamily="2" charset="2"/>
              <a:buChar char="§"/>
              <a:defRPr/>
            </a:pPr>
            <a:r>
              <a:rPr lang="en-IN" sz="1400" dirty="0">
                <a:solidFill>
                  <a:srgbClr val="FFFFFF">
                    <a:lumMod val="95000"/>
                  </a:srgbClr>
                </a:solidFill>
                <a:ea typeface="Verdana"/>
              </a:rPr>
              <a:t>Fintech</a:t>
            </a:r>
          </a:p>
          <a:p>
            <a:pPr marL="177800" lvl="1" indent="-171450">
              <a:spcBef>
                <a:spcPts val="400"/>
              </a:spcBef>
              <a:buFont typeface="Wingdings" panose="05000000000000000000" pitchFamily="2" charset="2"/>
              <a:buChar char="§"/>
              <a:defRPr/>
            </a:pPr>
            <a:r>
              <a:rPr lang="en-IN" sz="1400" dirty="0">
                <a:solidFill>
                  <a:srgbClr val="FFFFFF">
                    <a:lumMod val="95000"/>
                  </a:srgbClr>
                </a:solidFill>
                <a:ea typeface="Verdana"/>
              </a:rPr>
              <a:t>Regtech</a:t>
            </a:r>
          </a:p>
          <a:p>
            <a:pPr marL="177800" lvl="1" indent="-171450">
              <a:spcBef>
                <a:spcPts val="400"/>
              </a:spcBef>
              <a:buFont typeface="Wingdings" panose="05000000000000000000" pitchFamily="2" charset="2"/>
              <a:buChar char="§"/>
              <a:defRPr/>
            </a:pPr>
            <a:r>
              <a:rPr lang="en-IN" sz="1400" dirty="0">
                <a:solidFill>
                  <a:srgbClr val="FFFFFF">
                    <a:lumMod val="95000"/>
                  </a:srgbClr>
                </a:solidFill>
                <a:ea typeface="Verdana"/>
              </a:rPr>
              <a:t>Payments</a:t>
            </a:r>
          </a:p>
          <a:p>
            <a:pPr marL="177800" lvl="1" indent="-171450">
              <a:spcBef>
                <a:spcPts val="400"/>
              </a:spcBef>
              <a:buFont typeface="Wingdings" panose="05000000000000000000" pitchFamily="2" charset="2"/>
              <a:buChar char="§"/>
              <a:defRPr/>
            </a:pPr>
            <a:r>
              <a:rPr lang="en-IN" sz="1400" dirty="0">
                <a:solidFill>
                  <a:srgbClr val="FFFFFF">
                    <a:lumMod val="95000"/>
                  </a:srgbClr>
                </a:solidFill>
                <a:ea typeface="Verdana"/>
              </a:rPr>
              <a:t>Other emerging technologies</a:t>
            </a:r>
          </a:p>
        </p:txBody>
      </p:sp>
      <p:sp>
        <p:nvSpPr>
          <p:cNvPr id="31" name="Rectangle 30">
            <a:extLst>
              <a:ext uri="{FF2B5EF4-FFF2-40B4-BE49-F238E27FC236}">
                <a16:creationId xmlns:a16="http://schemas.microsoft.com/office/drawing/2014/main" id="{44D4F555-5DA9-4A76-AA1F-EDB58E95BC64}"/>
              </a:ext>
            </a:extLst>
          </p:cNvPr>
          <p:cNvSpPr/>
          <p:nvPr/>
        </p:nvSpPr>
        <p:spPr>
          <a:xfrm>
            <a:off x="911424" y="3674072"/>
            <a:ext cx="4745085" cy="27792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32" name="Rectangle 31">
            <a:extLst>
              <a:ext uri="{FF2B5EF4-FFF2-40B4-BE49-F238E27FC236}">
                <a16:creationId xmlns:a16="http://schemas.microsoft.com/office/drawing/2014/main" id="{AABCB894-33AE-48C0-9FB1-9EFDFC9737DE}"/>
              </a:ext>
            </a:extLst>
          </p:cNvPr>
          <p:cNvSpPr/>
          <p:nvPr/>
        </p:nvSpPr>
        <p:spPr>
          <a:xfrm>
            <a:off x="6463483" y="3674072"/>
            <a:ext cx="4745085" cy="27792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Ubuntu"/>
              <a:ea typeface="+mn-ea"/>
              <a:cs typeface="+mn-cs"/>
            </a:endParaRPr>
          </a:p>
        </p:txBody>
      </p:sp>
      <p:pic>
        <p:nvPicPr>
          <p:cNvPr id="33" name="Picture 32">
            <a:extLst>
              <a:ext uri="{FF2B5EF4-FFF2-40B4-BE49-F238E27FC236}">
                <a16:creationId xmlns:a16="http://schemas.microsoft.com/office/drawing/2014/main" id="{82337CFA-486E-4274-98A0-31322E4E6683}"/>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1010845" y="3768025"/>
            <a:ext cx="4546243" cy="2591359"/>
          </a:xfrm>
          <a:prstGeom prst="rect">
            <a:avLst/>
          </a:prstGeom>
          <a:solidFill>
            <a:schemeClr val="accent2"/>
          </a:solidFill>
        </p:spPr>
      </p:pic>
      <p:pic>
        <p:nvPicPr>
          <p:cNvPr id="34" name="Picture 33">
            <a:extLst>
              <a:ext uri="{FF2B5EF4-FFF2-40B4-BE49-F238E27FC236}">
                <a16:creationId xmlns:a16="http://schemas.microsoft.com/office/drawing/2014/main" id="{CBCFD7EB-AC6D-4CCD-84A5-BBB995124DF9}"/>
              </a:ext>
            </a:extLst>
          </p:cNvPr>
          <p:cNvPicPr>
            <a:picLocks noChangeAspect="1"/>
          </p:cNvPicPr>
          <p:nvPr/>
        </p:nvPicPr>
        <p:blipFill rotWithShape="1">
          <a:blip r:embed="rId3" cstate="hqprint">
            <a:extLst>
              <a:ext uri="{28A0092B-C50C-407E-A947-70E740481C1C}">
                <a14:useLocalDpi xmlns:a14="http://schemas.microsoft.com/office/drawing/2010/main" val="0"/>
              </a:ext>
            </a:extLst>
          </a:blip>
          <a:srcRect/>
          <a:stretch/>
        </p:blipFill>
        <p:spPr>
          <a:xfrm>
            <a:off x="6632950" y="3807951"/>
            <a:ext cx="4406150" cy="2511506"/>
          </a:xfrm>
          <a:prstGeom prst="rect">
            <a:avLst/>
          </a:prstGeom>
        </p:spPr>
      </p:pic>
    </p:spTree>
    <p:extLst>
      <p:ext uri="{BB962C8B-B14F-4D97-AF65-F5344CB8AC3E}">
        <p14:creationId xmlns:p14="http://schemas.microsoft.com/office/powerpoint/2010/main" val="1994615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3476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DGb8neUQ3wDfFYGcykXU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
        <a:dk1>
          <a:srgbClr val="000000"/>
        </a:dk1>
        <a:lt1>
          <a:srgbClr val="FFFFFF"/>
        </a:lt1>
        <a:dk2>
          <a:srgbClr val="263147"/>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647276AF-6822-427E-98A0-181940D5610E}" vid="{1D7AE4B5-172A-49E8-B10B-BF83401316F8}"/>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0" ma:contentTypeDescription="Create a new document." ma:contentTypeScope="" ma:versionID="8eeb1f6fe5ef97e1055d5887c79916c8">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c636eaa07e9deb6e2eb9de282b363b46"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TaxCatchAll xmlns="17de28ac-b190-4cd4-a606-47e679de9d2c" xsi:nil="true"/>
    <FolderDescription xmlns="6a00c37a-6f72-4698-9b02-81ff9fa7b20d" xsi:nil="true"/>
    <ReuseCount xmlns="6a00c37a-6f72-4698-9b02-81ff9fa7b20d">0</ReuseCount>
  </documentManagement>
</p:properties>
</file>

<file path=customXml/itemProps1.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2.xml><?xml version="1.0" encoding="utf-8"?>
<ds:datastoreItem xmlns:ds="http://schemas.openxmlformats.org/officeDocument/2006/customXml" ds:itemID="{C489C3CE-D5D6-45A1-BB37-5EA462BB67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00c37a-6f72-4698-9b02-81ff9fa7b20d"/>
    <ds:schemaRef ds:uri="17de28ac-b190-4cd4-a606-47e679de9d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65F6DA-EDFD-4C3F-B2EB-EDE359E124E2}">
  <ds:schemaRefs>
    <ds:schemaRef ds:uri="82f2f6e2-6b7b-4b69-83fe-2512bfbe28b5"/>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ebec29f-d519-4ced-9b20-dd73d23777a1"/>
    <ds:schemaRef ds:uri="http://www.w3.org/XML/1998/namespace"/>
    <ds:schemaRef ds:uri="http://purl.org/dc/dcmitype/"/>
    <ds:schemaRef ds:uri="6a00c37a-6f72-4698-9b02-81ff9fa7b20d"/>
    <ds:schemaRef ds:uri="17de28ac-b190-4cd4-a606-47e679de9d2c"/>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ppt-Capgemini-Invent_MasterTemplate</Template>
  <TotalTime>1477</TotalTime>
  <Words>1290</Words>
  <Application>Microsoft Office PowerPoint</Application>
  <PresentationFormat>Widescreen</PresentationFormat>
  <Paragraphs>238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Capgemini Master 2021</vt:lpstr>
      <vt:lpstr>Strategic         research group</vt:lpstr>
      <vt:lpstr>Objective and scope</vt:lpstr>
      <vt:lpstr>Our capabilities and credentials</vt:lpstr>
      <vt:lpstr>PowerPoint Presentation</vt:lpstr>
      <vt:lpstr>We use multiple research techniques &amp; several enablers to cater to research needs &amp; decision making across all business aspects</vt:lpstr>
      <vt:lpstr>We have a structured methodology and robust processes to build high quality reports from a greenfield start state</vt:lpstr>
      <vt:lpstr>We synthesize the information into impactful industry  trends, competitor intelligence, benchmarking and  thought leadership reports</vt:lpstr>
      <vt:lpstr>Through our global panelist coverage we offer a range of survey solutions to provide valuable market insights</vt:lpstr>
      <vt:lpstr>We helped Nestle uncover untapped market and  consumer potential</vt:lpstr>
      <vt:lpstr>We successfully established a market observatory to  track key movements in the fintech / regtech landscape  with BNPP account</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Invent template</dc:subject>
  <dc:creator>Walanj, Pallavi</dc:creator>
  <cp:lastModifiedBy>Gaimukhe, Riya</cp:lastModifiedBy>
  <cp:revision>251</cp:revision>
  <dcterms:created xsi:type="dcterms:W3CDTF">2021-07-06T03:56:24Z</dcterms:created>
  <dcterms:modified xsi:type="dcterms:W3CDTF">2026-02-19T11:13:57Z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