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fntdata" ContentType="application/x-fontdata"/>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svg" ContentType="image/svg+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slideLayouts/slideLayout70.xml" ContentType="application/vnd.openxmlformats-officedocument.presentationml.slideLayout+xml"/>
  <Override PartName="/ppt/theme/theme5.xml" ContentType="application/vnd.openxmlformats-officedocument.theme+xml"/>
  <Override PartName="/ppt/tags/tag35.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 id="2147483968" r:id="rId6"/>
    <p:sldMasterId id="2147484004" r:id="rId7"/>
    <p:sldMasterId id="2147484048" r:id="rId8"/>
  </p:sldMasterIdLst>
  <p:notesMasterIdLst>
    <p:notesMasterId r:id="rId23"/>
  </p:notesMasterIdLst>
  <p:handoutMasterIdLst>
    <p:handoutMasterId r:id="rId24"/>
  </p:handoutMasterIdLst>
  <p:sldIdLst>
    <p:sldId id="1044" r:id="rId9"/>
    <p:sldId id="2147471204" r:id="rId10"/>
    <p:sldId id="2147471244" r:id="rId11"/>
    <p:sldId id="2145706749" r:id="rId12"/>
    <p:sldId id="2147471236" r:id="rId13"/>
    <p:sldId id="2147471262" r:id="rId14"/>
    <p:sldId id="2147471223" r:id="rId15"/>
    <p:sldId id="2147471263" r:id="rId16"/>
    <p:sldId id="14967" r:id="rId17"/>
    <p:sldId id="2146846748" r:id="rId18"/>
    <p:sldId id="2147471264" r:id="rId19"/>
    <p:sldId id="2147471237" r:id="rId20"/>
    <p:sldId id="2147471265" r:id="rId21"/>
    <p:sldId id="1027" r:id="rId22"/>
  </p:sldIdLst>
  <p:sldSz cx="12192000" cy="6858000"/>
  <p:notesSz cx="6858000" cy="9144000"/>
  <p:embeddedFontLst>
    <p:embeddedFont>
      <p:font typeface="Ubuntu" panose="020B0504030602030204" pitchFamily="34" charset="0"/>
      <p:regular r:id="rId25"/>
      <p:bold r:id="rId26"/>
      <p:italic r:id="rId27"/>
      <p:boldItalic r:id="rId28"/>
    </p:embeddedFont>
    <p:embeddedFont>
      <p:font typeface="Ubuntu Light" panose="020B0304030602030204" pitchFamily="34" charset="0"/>
      <p:regular r:id="rId29"/>
      <p:italic r:id="rId30"/>
    </p:embeddedFont>
    <p:embeddedFont>
      <p:font typeface="Ubuntu Medium" panose="020B0604030602030204" pitchFamily="34" charset="0"/>
      <p:regular r:id="rId31"/>
      <p:italic r:id="rId32"/>
    </p:embeddedFont>
    <p:embeddedFont>
      <p:font typeface="Verdana" panose="020B0604030504040204" pitchFamily="34" charset="0"/>
      <p:regular r:id="rId33"/>
      <p:bold r:id="rId34"/>
      <p:italic r:id="rId35"/>
      <p:boldItalic r:id="rId36"/>
    </p:embeddedFont>
  </p:embeddedFontLst>
  <p:custDataLst>
    <p:tags r:id="rId37"/>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B61C7EC-2379-4CEE-A1E7-9EA14E59A52B}">
          <p14:sldIdLst>
            <p14:sldId id="1044"/>
            <p14:sldId id="2147471204"/>
            <p14:sldId id="2147471244"/>
            <p14:sldId id="2145706749"/>
            <p14:sldId id="2147471236"/>
            <p14:sldId id="2147471262"/>
            <p14:sldId id="2147471223"/>
            <p14:sldId id="2147471263"/>
            <p14:sldId id="14967"/>
            <p14:sldId id="2146846748"/>
            <p14:sldId id="2147471264"/>
            <p14:sldId id="2147471237"/>
            <p14:sldId id="2147471265"/>
            <p14:sldId id="1027"/>
          </p14:sldIdLst>
        </p14:section>
      </p14:sectionLst>
    </p:ext>
    <p:ext uri="{EFAFB233-063F-42B5-8137-9DF3F51BA10A}">
      <p15:sldGuideLst xmlns:p15="http://schemas.microsoft.com/office/powerpoint/2012/main">
        <p15:guide id="6" pos="166" userDrawn="1">
          <p15:clr>
            <a:srgbClr val="A4A3A4"/>
          </p15:clr>
        </p15:guide>
        <p15:guide id="7"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DB83B3-32E6-6AA3-F743-DBF3485E9A95}" name="SINGH, SHIKHA" initials="SS" userId="S::shikha.j.singh@capgemini.com::d6dbfe43-ac40-4fdc-90c9-c5a3baa9d1a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utchinson, Craig" initials="HC" lastIdx="1" clrIdx="0">
    <p:extLst>
      <p:ext uri="{19B8F6BF-5375-455C-9EA6-DF929625EA0E}">
        <p15:presenceInfo xmlns:p15="http://schemas.microsoft.com/office/powerpoint/2012/main" userId="S::craig.hutchinson@capgemini.com::48ff1e1e-1d8f-40d4-91f7-4cca7013b25d" providerId="AD"/>
      </p:ext>
    </p:extLst>
  </p:cmAuthor>
  <p:cmAuthor id="2" name="Basu, Atanu" initials="BA" lastIdx="2" clrIdx="1">
    <p:extLst>
      <p:ext uri="{19B8F6BF-5375-455C-9EA6-DF929625EA0E}">
        <p15:presenceInfo xmlns:p15="http://schemas.microsoft.com/office/powerpoint/2012/main" userId="S::atanu.basu@capgemini.com::337b6f15-e096-4366-9699-725335cd9bc2" providerId="AD"/>
      </p:ext>
    </p:extLst>
  </p:cmAuthor>
  <p:cmAuthor id="3" name="Robertson, Ian" initials="RI" lastIdx="1" clrIdx="2">
    <p:extLst>
      <p:ext uri="{19B8F6BF-5375-455C-9EA6-DF929625EA0E}">
        <p15:presenceInfo xmlns:p15="http://schemas.microsoft.com/office/powerpoint/2012/main" userId="S::ian.robertson@capgemini.com::1b826b9f-c42b-41ee-a4a8-0b3c234ffe3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989B"/>
    <a:srgbClr val="CCFFCC"/>
    <a:srgbClr val="CDF0FB"/>
    <a:srgbClr val="008E40"/>
    <a:srgbClr val="35B8FF"/>
    <a:srgbClr val="109598"/>
    <a:srgbClr val="0070AD"/>
    <a:srgbClr val="12ABDB"/>
    <a:srgbClr val="F26B43"/>
    <a:srgbClr val="76DB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23" autoAdjust="0"/>
    <p:restoredTop sz="94660"/>
  </p:normalViewPr>
  <p:slideViewPr>
    <p:cSldViewPr snapToGrid="0" showGuides="1">
      <p:cViewPr varScale="1">
        <p:scale>
          <a:sx n="56" d="100"/>
          <a:sy n="56" d="100"/>
        </p:scale>
        <p:origin x="348" y="44"/>
      </p:cViewPr>
      <p:guideLst>
        <p:guide pos="166"/>
        <p:guide orient="horz" pos="2160"/>
      </p:guideLst>
    </p:cSldViewPr>
  </p:slideViewPr>
  <p:notesTextViewPr>
    <p:cViewPr>
      <p:scale>
        <a:sx n="1" d="1"/>
        <a:sy n="1" d="1"/>
      </p:scale>
      <p:origin x="0" y="0"/>
    </p:cViewPr>
  </p:notesTextViewPr>
  <p:notesViewPr>
    <p:cSldViewPr snapToGrid="0" showGuides="1">
      <p:cViewPr varScale="1">
        <p:scale>
          <a:sx n="62" d="100"/>
          <a:sy n="62" d="100"/>
        </p:scale>
        <p:origin x="315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font" Target="fonts/font2.fntdata"/><Relationship Id="rId39" Type="http://schemas.openxmlformats.org/officeDocument/2006/relationships/presProps" Target="presProps.xml"/><Relationship Id="rId21" Type="http://schemas.openxmlformats.org/officeDocument/2006/relationships/slide" Target="slides/slide13.xml"/><Relationship Id="rId34" Type="http://schemas.openxmlformats.org/officeDocument/2006/relationships/font" Target="fonts/font10.fntdata"/><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font" Target="fonts/font5.fntdata"/><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microsoft.com/office/2018/10/relationships/authors" Target="author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DD1D69-DDF0-4FAB-8E10-C84BB5C3C9F8}" type="doc">
      <dgm:prSet loTypeId="urn:microsoft.com/office/officeart/2005/8/layout/list1" loCatId="list" qsTypeId="urn:microsoft.com/office/officeart/2005/8/quickstyle/simple1" qsCatId="simple" csTypeId="urn:microsoft.com/office/officeart/2005/8/colors/accent2_5" csCatId="accent2" phldr="1"/>
      <dgm:spPr/>
      <dgm:t>
        <a:bodyPr/>
        <a:lstStyle/>
        <a:p>
          <a:endParaRPr lang="en-IN"/>
        </a:p>
      </dgm:t>
    </dgm:pt>
    <dgm:pt modelId="{096AAFEE-876D-4D0A-BA26-6B983E86870A}">
      <dgm:prSet phldrT="[Text]" custT="1"/>
      <dgm:spPr/>
      <dgm:t>
        <a:bodyPr spcFirstLastPara="0" vert="horz" wrap="square" lIns="12700" tIns="12700" rIns="12700" bIns="12700" numCol="1" spcCol="1270" anchor="ctr" anchorCtr="0"/>
        <a:lstStyle/>
        <a:p>
          <a:r>
            <a:rPr lang="en-US" sz="1800" b="1" kern="1200" dirty="0">
              <a:cs typeface="+mn-cs"/>
            </a:rPr>
            <a:t>Support and Inputs </a:t>
          </a:r>
          <a:r>
            <a:rPr lang="en-US" sz="1400" b="1" kern="1200" dirty="0">
              <a:solidFill>
                <a:schemeClr val="accent1">
                  <a:lumMod val="75000"/>
                </a:schemeClr>
              </a:solidFill>
              <a:latin typeface="Ubuntu"/>
              <a:ea typeface="+mn-ea"/>
              <a:cs typeface="+mn-cs"/>
            </a:rPr>
            <a:t>Discovery and Evaluate</a:t>
          </a:r>
          <a:endParaRPr lang="en-IN" sz="1400" b="1" kern="1200" dirty="0">
            <a:solidFill>
              <a:schemeClr val="accent1">
                <a:lumMod val="75000"/>
              </a:schemeClr>
            </a:solidFill>
            <a:latin typeface="Ubuntu"/>
            <a:ea typeface="+mn-ea"/>
            <a:cs typeface="+mn-cs"/>
          </a:endParaRPr>
        </a:p>
      </dgm:t>
    </dgm:pt>
    <dgm:pt modelId="{CC33AAAF-BE65-4353-A759-2EE38D0D4F0B}" type="parTrans" cxnId="{944E77C5-34A3-42F6-8864-7F6116226FD1}">
      <dgm:prSet/>
      <dgm:spPr/>
      <dgm:t>
        <a:bodyPr/>
        <a:lstStyle/>
        <a:p>
          <a:endParaRPr lang="en-IN"/>
        </a:p>
      </dgm:t>
    </dgm:pt>
    <dgm:pt modelId="{20027C85-3B26-4F65-8BE7-9789148D3497}" type="sibTrans" cxnId="{944E77C5-34A3-42F6-8864-7F6116226FD1}">
      <dgm:prSet/>
      <dgm:spPr/>
      <dgm:t>
        <a:bodyPr/>
        <a:lstStyle/>
        <a:p>
          <a:endParaRPr lang="en-IN"/>
        </a:p>
      </dgm:t>
    </dgm:pt>
    <dgm:pt modelId="{1B563260-DB8D-4DE1-AF0E-0CC810ED60A2}">
      <dgm:prSet phldrT="[Text]" custT="1"/>
      <dgm:spPr/>
      <dgm:t>
        <a:bodyPr/>
        <a:lstStyle/>
        <a:p>
          <a:pPr>
            <a:buFont typeface="Arial" panose="020B0604020202020204" pitchFamily="34" charset="0"/>
            <a:buChar char="•"/>
          </a:pPr>
          <a:r>
            <a:rPr lang="en-US" sz="1600" b="0" i="0" dirty="0">
              <a:cs typeface="+mn-cs"/>
            </a:rPr>
            <a:t>Active discussion and participation during the workshops</a:t>
          </a:r>
          <a:endParaRPr lang="en-IN" sz="1600" b="0" i="0" dirty="0"/>
        </a:p>
      </dgm:t>
    </dgm:pt>
    <dgm:pt modelId="{09C08B80-EC77-4C91-B7CB-D0A44D5FEFFD}" type="parTrans" cxnId="{D39444F8-87EF-41BF-B0AF-86590511A9EF}">
      <dgm:prSet/>
      <dgm:spPr/>
      <dgm:t>
        <a:bodyPr/>
        <a:lstStyle/>
        <a:p>
          <a:endParaRPr lang="en-IN"/>
        </a:p>
      </dgm:t>
    </dgm:pt>
    <dgm:pt modelId="{F802C3EA-8DC1-4F09-AE5C-2EEA453DD647}" type="sibTrans" cxnId="{D39444F8-87EF-41BF-B0AF-86590511A9EF}">
      <dgm:prSet/>
      <dgm:spPr/>
      <dgm:t>
        <a:bodyPr/>
        <a:lstStyle/>
        <a:p>
          <a:endParaRPr lang="en-IN"/>
        </a:p>
      </dgm:t>
    </dgm:pt>
    <dgm:pt modelId="{DDEBB233-2C9E-4C9C-8D86-3447FC99CD1D}">
      <dgm:prSet phldrT="[Text]" custT="1"/>
      <dgm:spPr/>
      <dgm:t>
        <a:bodyPr/>
        <a:lstStyle/>
        <a:p>
          <a:r>
            <a:rPr lang="en-US" sz="1800" b="1" dirty="0"/>
            <a:t>Advise and decision  </a:t>
          </a:r>
          <a:r>
            <a:rPr lang="en-US" sz="1400" b="1" dirty="0">
              <a:solidFill>
                <a:schemeClr val="accent1">
                  <a:lumMod val="75000"/>
                </a:schemeClr>
              </a:solidFill>
              <a:latin typeface="Ubuntu"/>
              <a:ea typeface="+mn-ea"/>
              <a:cs typeface="+mn-cs"/>
            </a:rPr>
            <a:t>Discovery  Evaluate and Recommend </a:t>
          </a:r>
          <a:endParaRPr lang="en-IN" sz="1400" dirty="0"/>
        </a:p>
      </dgm:t>
    </dgm:pt>
    <dgm:pt modelId="{6B833458-C2A6-4DCE-9DB2-5AD2843A5D14}" type="parTrans" cxnId="{56ECD538-341B-44C8-B53E-63A3C7D91321}">
      <dgm:prSet/>
      <dgm:spPr/>
      <dgm:t>
        <a:bodyPr/>
        <a:lstStyle/>
        <a:p>
          <a:endParaRPr lang="en-IN"/>
        </a:p>
      </dgm:t>
    </dgm:pt>
    <dgm:pt modelId="{5C043014-6B82-4891-9CE4-C8E1A51DEC32}" type="sibTrans" cxnId="{56ECD538-341B-44C8-B53E-63A3C7D91321}">
      <dgm:prSet/>
      <dgm:spPr/>
      <dgm:t>
        <a:bodyPr/>
        <a:lstStyle/>
        <a:p>
          <a:endParaRPr lang="en-IN"/>
        </a:p>
      </dgm:t>
    </dgm:pt>
    <dgm:pt modelId="{80A1ADEA-EB7F-4AFF-ADB8-5A0CC150E9E3}">
      <dgm:prSet phldrT="[Text]" custT="1"/>
      <dgm:spPr/>
      <dgm:t>
        <a:bodyPr/>
        <a:lstStyle/>
        <a:p>
          <a:pPr>
            <a:buFont typeface="Arial" panose="020B0604020202020204" pitchFamily="34" charset="0"/>
            <a:buChar char="•"/>
          </a:pPr>
          <a:r>
            <a:rPr lang="en-US" altLang="en-US" sz="1600" b="0" i="0" u="none" dirty="0"/>
            <a:t>Provide review comments as per pre-defined schedule / timelines</a:t>
          </a:r>
          <a:endParaRPr lang="en-IN" sz="1600" b="0" i="0" u="none" dirty="0"/>
        </a:p>
      </dgm:t>
    </dgm:pt>
    <dgm:pt modelId="{67FA9ADD-F9F2-4439-9557-446BA9497775}" type="parTrans" cxnId="{7365AE87-78EE-4B3F-A3B5-5783A2CE7787}">
      <dgm:prSet/>
      <dgm:spPr/>
      <dgm:t>
        <a:bodyPr/>
        <a:lstStyle/>
        <a:p>
          <a:endParaRPr lang="en-IN"/>
        </a:p>
      </dgm:t>
    </dgm:pt>
    <dgm:pt modelId="{B9809A63-8CA8-49CE-B7BC-F4EA8D8D451D}" type="sibTrans" cxnId="{7365AE87-78EE-4B3F-A3B5-5783A2CE7787}">
      <dgm:prSet/>
      <dgm:spPr/>
      <dgm:t>
        <a:bodyPr/>
        <a:lstStyle/>
        <a:p>
          <a:endParaRPr lang="en-IN"/>
        </a:p>
      </dgm:t>
    </dgm:pt>
    <dgm:pt modelId="{189DF9E9-881C-4B05-A128-374D9FF25FBB}">
      <dgm:prSet phldrT="[Text]" custT="1"/>
      <dgm:spPr/>
      <dgm:t>
        <a:bodyPr/>
        <a:lstStyle/>
        <a:p>
          <a:r>
            <a:rPr lang="en-US" sz="1800" b="1" dirty="0"/>
            <a:t>Kick off and planning </a:t>
          </a:r>
          <a:r>
            <a:rPr lang="en-US" sz="1400" b="1" dirty="0">
              <a:solidFill>
                <a:schemeClr val="accent1">
                  <a:lumMod val="75000"/>
                </a:schemeClr>
              </a:solidFill>
            </a:rPr>
            <a:t>Initialization Phase</a:t>
          </a:r>
          <a:endParaRPr lang="en-IN" sz="1400" dirty="0">
            <a:solidFill>
              <a:schemeClr val="accent1">
                <a:lumMod val="75000"/>
              </a:schemeClr>
            </a:solidFill>
          </a:endParaRPr>
        </a:p>
      </dgm:t>
    </dgm:pt>
    <dgm:pt modelId="{BAA6A7B0-2CED-406B-8DBD-5AFC907F0901}" type="sibTrans" cxnId="{4A4B5099-0E28-47EA-B064-DBF42F980917}">
      <dgm:prSet/>
      <dgm:spPr/>
      <dgm:t>
        <a:bodyPr/>
        <a:lstStyle/>
        <a:p>
          <a:endParaRPr lang="en-IN"/>
        </a:p>
      </dgm:t>
    </dgm:pt>
    <dgm:pt modelId="{6B2674CC-63B9-469D-9FA9-70DADE0B441C}" type="parTrans" cxnId="{4A4B5099-0E28-47EA-B064-DBF42F980917}">
      <dgm:prSet/>
      <dgm:spPr/>
      <dgm:t>
        <a:bodyPr/>
        <a:lstStyle/>
        <a:p>
          <a:endParaRPr lang="en-IN"/>
        </a:p>
      </dgm:t>
    </dgm:pt>
    <dgm:pt modelId="{FF43D92B-EEB9-4543-9831-8FA75FA89133}">
      <dgm:prSet custT="1"/>
      <dgm:spPr/>
      <dgm:t>
        <a:bodyPr/>
        <a:lstStyle/>
        <a:p>
          <a:pPr>
            <a:buFont typeface="Arial" panose="020B0604020202020204" pitchFamily="34" charset="0"/>
            <a:buChar char="•"/>
          </a:pPr>
          <a:r>
            <a:rPr lang="en-US" sz="1600" b="0" i="0" kern="1200" dirty="0">
              <a:latin typeface="Ubuntu"/>
              <a:ea typeface="+mn-ea"/>
              <a:cs typeface="+mn-cs"/>
            </a:rPr>
            <a:t>Nominate the Process SMEs for the workshops for all areas in scope</a:t>
          </a:r>
          <a:endParaRPr lang="en-IN" sz="1600" b="0" i="0" kern="1200" dirty="0">
            <a:latin typeface="Ubuntu"/>
            <a:ea typeface="+mn-ea"/>
            <a:cs typeface="+mn-cs"/>
          </a:endParaRPr>
        </a:p>
      </dgm:t>
    </dgm:pt>
    <dgm:pt modelId="{C4177CCB-B800-4264-B67D-4BFD7BA95FEE}" type="parTrans" cxnId="{4938C7C5-9303-45E6-BF90-3107919D1573}">
      <dgm:prSet/>
      <dgm:spPr/>
      <dgm:t>
        <a:bodyPr/>
        <a:lstStyle/>
        <a:p>
          <a:endParaRPr lang="en-IN"/>
        </a:p>
      </dgm:t>
    </dgm:pt>
    <dgm:pt modelId="{33BA7F3B-E3C7-4463-AD2A-973358FFA83B}" type="sibTrans" cxnId="{4938C7C5-9303-45E6-BF90-3107919D1573}">
      <dgm:prSet/>
      <dgm:spPr/>
      <dgm:t>
        <a:bodyPr/>
        <a:lstStyle/>
        <a:p>
          <a:endParaRPr lang="en-IN"/>
        </a:p>
      </dgm:t>
    </dgm:pt>
    <dgm:pt modelId="{EB11B9D1-4AE3-48FF-A76F-FE799885F39D}">
      <dgm:prSet custT="1"/>
      <dgm:spPr/>
      <dgm:t>
        <a:bodyPr/>
        <a:lstStyle/>
        <a:p>
          <a:pPr>
            <a:buFont typeface="Arial" panose="020B0604020202020204" pitchFamily="34" charset="0"/>
            <a:buChar char="•"/>
          </a:pPr>
          <a:r>
            <a:rPr lang="en-US" sz="1600" b="0" i="0" kern="1200" dirty="0">
              <a:latin typeface="Ubuntu"/>
              <a:ea typeface="+mn-ea"/>
              <a:cs typeface="+mn-cs"/>
            </a:rPr>
            <a:t>Provide responses to the pre-workshop questionnaire &amp; other artefacts sent by Capgemini</a:t>
          </a:r>
        </a:p>
      </dgm:t>
    </dgm:pt>
    <dgm:pt modelId="{A5891750-6CA0-4F20-9516-05AFD3E12AE2}" type="parTrans" cxnId="{5B57716E-B5FA-4418-B61F-7CE6AC9F2E8B}">
      <dgm:prSet/>
      <dgm:spPr/>
      <dgm:t>
        <a:bodyPr/>
        <a:lstStyle/>
        <a:p>
          <a:endParaRPr lang="en-IN"/>
        </a:p>
      </dgm:t>
    </dgm:pt>
    <dgm:pt modelId="{D25B4403-AD6A-4AB4-8032-D9FD177ABE91}" type="sibTrans" cxnId="{5B57716E-B5FA-4418-B61F-7CE6AC9F2E8B}">
      <dgm:prSet/>
      <dgm:spPr/>
      <dgm:t>
        <a:bodyPr/>
        <a:lstStyle/>
        <a:p>
          <a:endParaRPr lang="en-IN"/>
        </a:p>
      </dgm:t>
    </dgm:pt>
    <dgm:pt modelId="{51F3A300-3A9D-4E21-8A45-987D2C09DF18}">
      <dgm:prSet custT="1"/>
      <dgm:spPr/>
      <dgm:t>
        <a:bodyPr/>
        <a:lstStyle/>
        <a:p>
          <a:pPr>
            <a:buFont typeface="Arial" panose="020B0604020202020204" pitchFamily="34" charset="0"/>
            <a:buChar char="•"/>
          </a:pPr>
          <a:r>
            <a:rPr lang="en-US" sz="1600" b="0" i="0" dirty="0">
              <a:cs typeface="+mn-cs"/>
            </a:rPr>
            <a:t>Provide clarifications on the responses of pre-workshop questionnaire &amp; provide inputs on any open points</a:t>
          </a:r>
        </a:p>
      </dgm:t>
    </dgm:pt>
    <dgm:pt modelId="{5654E5E9-DA9F-44C5-B041-866D80DA49C2}" type="parTrans" cxnId="{54ED3EB1-B618-4D01-926A-CF8A6E8B243E}">
      <dgm:prSet/>
      <dgm:spPr/>
      <dgm:t>
        <a:bodyPr/>
        <a:lstStyle/>
        <a:p>
          <a:endParaRPr lang="en-IN"/>
        </a:p>
      </dgm:t>
    </dgm:pt>
    <dgm:pt modelId="{204D47B7-56B0-47C0-A369-CDA08C68C586}" type="sibTrans" cxnId="{54ED3EB1-B618-4D01-926A-CF8A6E8B243E}">
      <dgm:prSet/>
      <dgm:spPr/>
      <dgm:t>
        <a:bodyPr/>
        <a:lstStyle/>
        <a:p>
          <a:endParaRPr lang="en-IN"/>
        </a:p>
      </dgm:t>
    </dgm:pt>
    <dgm:pt modelId="{2D743A9D-9B84-48AD-85E6-05153EC97CA3}">
      <dgm:prSet custT="1"/>
      <dgm:spPr/>
      <dgm:t>
        <a:bodyPr/>
        <a:lstStyle/>
        <a:p>
          <a:pPr>
            <a:buFont typeface="Arial" panose="020B0604020202020204" pitchFamily="34" charset="0"/>
            <a:buChar char="•"/>
          </a:pPr>
          <a:r>
            <a:rPr lang="en-US" sz="1600" b="0" i="0" dirty="0">
              <a:cs typeface="+mn-cs"/>
            </a:rPr>
            <a:t>Review &amp; Validation of business processes, business rules aligned to Client’s expectations</a:t>
          </a:r>
        </a:p>
      </dgm:t>
    </dgm:pt>
    <dgm:pt modelId="{13F674B6-A6E7-4F78-8636-DE29AF3E2E7F}" type="parTrans" cxnId="{A3A62711-C880-41E0-86ED-F80F1ECEF2CF}">
      <dgm:prSet/>
      <dgm:spPr/>
      <dgm:t>
        <a:bodyPr/>
        <a:lstStyle/>
        <a:p>
          <a:endParaRPr lang="en-IN"/>
        </a:p>
      </dgm:t>
    </dgm:pt>
    <dgm:pt modelId="{95899254-6B50-499F-BBC5-904F02EDF290}" type="sibTrans" cxnId="{A3A62711-C880-41E0-86ED-F80F1ECEF2CF}">
      <dgm:prSet/>
      <dgm:spPr/>
      <dgm:t>
        <a:bodyPr/>
        <a:lstStyle/>
        <a:p>
          <a:endParaRPr lang="en-IN"/>
        </a:p>
      </dgm:t>
    </dgm:pt>
    <dgm:pt modelId="{31EADE56-9DB5-4FAE-83E1-C7FA3C51B1BD}">
      <dgm:prSet custT="1"/>
      <dgm:spPr/>
      <dgm:t>
        <a:bodyPr/>
        <a:lstStyle/>
        <a:p>
          <a:pPr>
            <a:buFont typeface="Arial" panose="020B0604020202020204" pitchFamily="34" charset="0"/>
            <a:buChar char="•"/>
          </a:pPr>
          <a:r>
            <a:rPr lang="en-US" altLang="en-US" sz="1600" b="0" i="0" u="none" dirty="0"/>
            <a:t>Timely sign-off on business processes post reviews</a:t>
          </a:r>
        </a:p>
      </dgm:t>
    </dgm:pt>
    <dgm:pt modelId="{CEE38019-2164-42CD-A3B0-DD71DCCACCC3}" type="parTrans" cxnId="{61BA5E21-7461-4ED0-9AF3-E18174C46F38}">
      <dgm:prSet/>
      <dgm:spPr/>
      <dgm:t>
        <a:bodyPr/>
        <a:lstStyle/>
        <a:p>
          <a:endParaRPr lang="en-IN"/>
        </a:p>
      </dgm:t>
    </dgm:pt>
    <dgm:pt modelId="{913D1C3E-5834-489F-AA6B-6C646CDDFC34}" type="sibTrans" cxnId="{61BA5E21-7461-4ED0-9AF3-E18174C46F38}">
      <dgm:prSet/>
      <dgm:spPr/>
      <dgm:t>
        <a:bodyPr/>
        <a:lstStyle/>
        <a:p>
          <a:endParaRPr lang="en-IN"/>
        </a:p>
      </dgm:t>
    </dgm:pt>
    <dgm:pt modelId="{7B5CECD7-39BD-4E97-BDAD-69A1D61F69C7}">
      <dgm:prSet custT="1"/>
      <dgm:spPr/>
      <dgm:t>
        <a:bodyPr/>
        <a:lstStyle/>
        <a:p>
          <a:pPr>
            <a:buFont typeface="Arial" panose="020B0604020202020204" pitchFamily="34" charset="0"/>
            <a:buChar char="•"/>
          </a:pPr>
          <a:r>
            <a:rPr lang="en-US" sz="1600" b="0" i="0" kern="1200" dirty="0">
              <a:latin typeface="Ubuntu"/>
              <a:ea typeface="+mn-ea"/>
              <a:cs typeface="+mn-cs"/>
            </a:rPr>
            <a:t>Confirm availability &amp; participation of all the stakeholders for workshops</a:t>
          </a:r>
        </a:p>
      </dgm:t>
    </dgm:pt>
    <dgm:pt modelId="{8FAF1E6D-28E1-4C91-90B8-A7563D323F5E}" type="parTrans" cxnId="{A969B26A-FA4B-47EE-BF0A-A366CEE2F5DE}">
      <dgm:prSet/>
      <dgm:spPr/>
      <dgm:t>
        <a:bodyPr/>
        <a:lstStyle/>
        <a:p>
          <a:endParaRPr lang="en-IN"/>
        </a:p>
      </dgm:t>
    </dgm:pt>
    <dgm:pt modelId="{6A72E6B7-1191-4531-A4CC-ACB7F436F288}" type="sibTrans" cxnId="{A969B26A-FA4B-47EE-BF0A-A366CEE2F5DE}">
      <dgm:prSet/>
      <dgm:spPr/>
      <dgm:t>
        <a:bodyPr/>
        <a:lstStyle/>
        <a:p>
          <a:endParaRPr lang="en-IN"/>
        </a:p>
      </dgm:t>
    </dgm:pt>
    <dgm:pt modelId="{91407D3E-6B69-463E-BD74-CF85152E16C1}">
      <dgm:prSet phldrT="[Text]" custT="1"/>
      <dgm:spPr/>
      <dgm:t>
        <a:bodyPr/>
        <a:lstStyle/>
        <a:p>
          <a:pPr>
            <a:buFont typeface="Arial" panose="020B0604020202020204" pitchFamily="34" charset="0"/>
            <a:buChar char="•"/>
          </a:pPr>
          <a:r>
            <a:rPr lang="en-IN" sz="1600" b="0" i="0" dirty="0"/>
            <a:t>Provide the relevant details on ‘As-Is’ Process/Architecture/scenarios/ KPIs etc</a:t>
          </a:r>
        </a:p>
      </dgm:t>
    </dgm:pt>
    <dgm:pt modelId="{06184D54-9124-456D-BB50-D01C6999EAE1}" type="parTrans" cxnId="{B0274F2F-EC24-4D6E-865C-7AB7CA0B6A61}">
      <dgm:prSet/>
      <dgm:spPr/>
      <dgm:t>
        <a:bodyPr/>
        <a:lstStyle/>
        <a:p>
          <a:endParaRPr lang="en-IN"/>
        </a:p>
      </dgm:t>
    </dgm:pt>
    <dgm:pt modelId="{344DC8A7-5C96-4E16-872D-6DDC83547A4B}" type="sibTrans" cxnId="{B0274F2F-EC24-4D6E-865C-7AB7CA0B6A61}">
      <dgm:prSet/>
      <dgm:spPr/>
      <dgm:t>
        <a:bodyPr/>
        <a:lstStyle/>
        <a:p>
          <a:endParaRPr lang="en-IN"/>
        </a:p>
      </dgm:t>
    </dgm:pt>
    <dgm:pt modelId="{3D247365-220B-42A7-BAC1-B34243CCB83E}">
      <dgm:prSet custT="1"/>
      <dgm:spPr/>
      <dgm:t>
        <a:bodyPr/>
        <a:lstStyle/>
        <a:p>
          <a:pPr>
            <a:buFont typeface="Arial" panose="020B0604020202020204" pitchFamily="34" charset="0"/>
            <a:buChar char="•"/>
          </a:pPr>
          <a:r>
            <a:rPr lang="en-IN" sz="1600" b="0" i="0" kern="1200" dirty="0">
              <a:latin typeface="Ubuntu"/>
              <a:ea typeface="+mn-ea"/>
              <a:cs typeface="+mn-cs"/>
            </a:rPr>
            <a:t>Nominate the Technical, data, integration, Architecture SMEs, , domain platform leads  for the workshops for all IT stacks in scope</a:t>
          </a:r>
        </a:p>
      </dgm:t>
    </dgm:pt>
    <dgm:pt modelId="{368A0063-3F1D-4940-911C-87D01441C962}" type="parTrans" cxnId="{4A85D79D-54E1-4441-A453-BEA035A86D50}">
      <dgm:prSet/>
      <dgm:spPr/>
      <dgm:t>
        <a:bodyPr/>
        <a:lstStyle/>
        <a:p>
          <a:endParaRPr lang="en-IN"/>
        </a:p>
      </dgm:t>
    </dgm:pt>
    <dgm:pt modelId="{7CE748A5-30A5-4037-A14A-2885DDEBDF6A}" type="sibTrans" cxnId="{4A85D79D-54E1-4441-A453-BEA035A86D50}">
      <dgm:prSet/>
      <dgm:spPr/>
      <dgm:t>
        <a:bodyPr/>
        <a:lstStyle/>
        <a:p>
          <a:endParaRPr lang="en-IN"/>
        </a:p>
      </dgm:t>
    </dgm:pt>
    <dgm:pt modelId="{58305446-6DBC-482B-880E-F966F21F24C7}">
      <dgm:prSet custT="1"/>
      <dgm:spPr/>
      <dgm:t>
        <a:bodyPr/>
        <a:lstStyle/>
        <a:p>
          <a:pPr>
            <a:buFont typeface="Arial" panose="020B0604020202020204" pitchFamily="34" charset="0"/>
            <a:buChar char="•"/>
          </a:pPr>
          <a:r>
            <a:rPr lang="en-US" sz="1600" b="0" i="0" kern="1200" dirty="0">
              <a:latin typeface="Ubuntu"/>
              <a:ea typeface="+mn-ea"/>
              <a:cs typeface="+mn-cs"/>
            </a:rPr>
            <a:t>List out the GAPs in providing required inputs</a:t>
          </a:r>
        </a:p>
      </dgm:t>
    </dgm:pt>
    <dgm:pt modelId="{8D2FED2E-66BF-4E3B-B7E3-1E85A8514B60}" type="parTrans" cxnId="{834C0757-C51B-40EF-BBBD-49CB4EB8AF44}">
      <dgm:prSet/>
      <dgm:spPr/>
      <dgm:t>
        <a:bodyPr/>
        <a:lstStyle/>
        <a:p>
          <a:endParaRPr lang="en-IN"/>
        </a:p>
      </dgm:t>
    </dgm:pt>
    <dgm:pt modelId="{C0C8B1D4-7AE7-49AC-9DB2-87FA8D65634A}" type="sibTrans" cxnId="{834C0757-C51B-40EF-BBBD-49CB4EB8AF44}">
      <dgm:prSet/>
      <dgm:spPr/>
      <dgm:t>
        <a:bodyPr/>
        <a:lstStyle/>
        <a:p>
          <a:endParaRPr lang="en-IN"/>
        </a:p>
      </dgm:t>
    </dgm:pt>
    <dgm:pt modelId="{0AC070C5-5FD8-47BF-B362-80FC4C22B18B}">
      <dgm:prSet custT="1"/>
      <dgm:spPr/>
      <dgm:t>
        <a:bodyPr/>
        <a:lstStyle/>
        <a:p>
          <a:pPr>
            <a:buFont typeface="Arial" panose="020B0604020202020204" pitchFamily="34" charset="0"/>
            <a:buChar char="•"/>
          </a:pPr>
          <a:r>
            <a:rPr lang="en-IN" sz="1600" b="0" i="0" kern="1200" dirty="0">
              <a:latin typeface="Ubuntu"/>
              <a:ea typeface="+mn-ea"/>
              <a:cs typeface="+mn-cs"/>
            </a:rPr>
            <a:t>Provide access to all the required documents .</a:t>
          </a:r>
        </a:p>
      </dgm:t>
    </dgm:pt>
    <dgm:pt modelId="{466DBE2A-77FF-4143-89EF-21E7388FF306}" type="parTrans" cxnId="{95FAC565-2D81-44BB-B466-C0A65444CCDF}">
      <dgm:prSet/>
      <dgm:spPr/>
      <dgm:t>
        <a:bodyPr/>
        <a:lstStyle/>
        <a:p>
          <a:endParaRPr lang="en-IN"/>
        </a:p>
      </dgm:t>
    </dgm:pt>
    <dgm:pt modelId="{2142E978-0D45-4D58-BC5F-AA8A2EC62D95}" type="sibTrans" cxnId="{95FAC565-2D81-44BB-B466-C0A65444CCDF}">
      <dgm:prSet/>
      <dgm:spPr/>
      <dgm:t>
        <a:bodyPr/>
        <a:lstStyle/>
        <a:p>
          <a:endParaRPr lang="en-IN"/>
        </a:p>
      </dgm:t>
    </dgm:pt>
    <dgm:pt modelId="{90D1D40C-BE08-4010-AF8A-2DE9B6D2DABA}" type="pres">
      <dgm:prSet presAssocID="{40DD1D69-DDF0-4FAB-8E10-C84BB5C3C9F8}" presName="linear" presStyleCnt="0">
        <dgm:presLayoutVars>
          <dgm:dir/>
          <dgm:animLvl val="lvl"/>
          <dgm:resizeHandles val="exact"/>
        </dgm:presLayoutVars>
      </dgm:prSet>
      <dgm:spPr/>
    </dgm:pt>
    <dgm:pt modelId="{AD6709E3-1FD6-4564-9575-9E113D409796}" type="pres">
      <dgm:prSet presAssocID="{189DF9E9-881C-4B05-A128-374D9FF25FBB}" presName="parentLin" presStyleCnt="0"/>
      <dgm:spPr/>
    </dgm:pt>
    <dgm:pt modelId="{94110E28-D3B7-4620-B49E-89229953C4D2}" type="pres">
      <dgm:prSet presAssocID="{189DF9E9-881C-4B05-A128-374D9FF25FBB}" presName="parentLeftMargin" presStyleLbl="node1" presStyleIdx="0" presStyleCnt="3"/>
      <dgm:spPr/>
    </dgm:pt>
    <dgm:pt modelId="{DFEFA196-56B2-45DA-910C-6B84CCB9BA42}" type="pres">
      <dgm:prSet presAssocID="{189DF9E9-881C-4B05-A128-374D9FF25FBB}" presName="parentText" presStyleLbl="node1" presStyleIdx="0" presStyleCnt="3" custLinFactNeighborX="-5756">
        <dgm:presLayoutVars>
          <dgm:chMax val="0"/>
          <dgm:bulletEnabled val="1"/>
        </dgm:presLayoutVars>
      </dgm:prSet>
      <dgm:spPr/>
    </dgm:pt>
    <dgm:pt modelId="{80141D23-FB9A-4B56-8A6D-EA9FB1D1C2C5}" type="pres">
      <dgm:prSet presAssocID="{189DF9E9-881C-4B05-A128-374D9FF25FBB}" presName="negativeSpace" presStyleCnt="0"/>
      <dgm:spPr/>
    </dgm:pt>
    <dgm:pt modelId="{8799FF2D-D745-423C-BCEB-0D659A003AEC}" type="pres">
      <dgm:prSet presAssocID="{189DF9E9-881C-4B05-A128-374D9FF25FBB}" presName="childText" presStyleLbl="conFgAcc1" presStyleIdx="0" presStyleCnt="3">
        <dgm:presLayoutVars>
          <dgm:bulletEnabled val="1"/>
        </dgm:presLayoutVars>
      </dgm:prSet>
      <dgm:spPr/>
    </dgm:pt>
    <dgm:pt modelId="{62CA7DE5-A0D5-4B54-BF97-276607D21BFC}" type="pres">
      <dgm:prSet presAssocID="{BAA6A7B0-2CED-406B-8DBD-5AFC907F0901}" presName="spaceBetweenRectangles" presStyleCnt="0"/>
      <dgm:spPr/>
    </dgm:pt>
    <dgm:pt modelId="{56536547-4FE6-44B3-9AA2-E2A8BAF2F9DB}" type="pres">
      <dgm:prSet presAssocID="{096AAFEE-876D-4D0A-BA26-6B983E86870A}" presName="parentLin" presStyleCnt="0"/>
      <dgm:spPr/>
    </dgm:pt>
    <dgm:pt modelId="{E1D827EB-47F9-48FC-B3F4-F269767EDD19}" type="pres">
      <dgm:prSet presAssocID="{096AAFEE-876D-4D0A-BA26-6B983E86870A}" presName="parentLeftMargin" presStyleLbl="node1" presStyleIdx="0" presStyleCnt="3"/>
      <dgm:spPr/>
    </dgm:pt>
    <dgm:pt modelId="{AAE27011-E476-4B30-A5D5-CFF2EE89F301}" type="pres">
      <dgm:prSet presAssocID="{096AAFEE-876D-4D0A-BA26-6B983E86870A}" presName="parentText" presStyleLbl="node1" presStyleIdx="1" presStyleCnt="3" custLinFactNeighborX="-5756">
        <dgm:presLayoutVars>
          <dgm:chMax val="0"/>
          <dgm:bulletEnabled val="1"/>
        </dgm:presLayoutVars>
      </dgm:prSet>
      <dgm:spPr/>
    </dgm:pt>
    <dgm:pt modelId="{B93FE1C4-8C96-482F-8902-DAF9D0AAC6C0}" type="pres">
      <dgm:prSet presAssocID="{096AAFEE-876D-4D0A-BA26-6B983E86870A}" presName="negativeSpace" presStyleCnt="0"/>
      <dgm:spPr/>
    </dgm:pt>
    <dgm:pt modelId="{D29C6E24-C800-47FA-8D05-5E81A3868B3F}" type="pres">
      <dgm:prSet presAssocID="{096AAFEE-876D-4D0A-BA26-6B983E86870A}" presName="childText" presStyleLbl="conFgAcc1" presStyleIdx="1" presStyleCnt="3">
        <dgm:presLayoutVars>
          <dgm:bulletEnabled val="1"/>
        </dgm:presLayoutVars>
      </dgm:prSet>
      <dgm:spPr/>
    </dgm:pt>
    <dgm:pt modelId="{FB81EA98-34F1-42A3-AD8D-D865BDF7C448}" type="pres">
      <dgm:prSet presAssocID="{20027C85-3B26-4F65-8BE7-9789148D3497}" presName="spaceBetweenRectangles" presStyleCnt="0"/>
      <dgm:spPr/>
    </dgm:pt>
    <dgm:pt modelId="{2A2B08AC-318A-4145-AF3E-A981EF23F669}" type="pres">
      <dgm:prSet presAssocID="{DDEBB233-2C9E-4C9C-8D86-3447FC99CD1D}" presName="parentLin" presStyleCnt="0"/>
      <dgm:spPr/>
    </dgm:pt>
    <dgm:pt modelId="{4EE51471-D087-4EA4-A232-1B6C1683CFF0}" type="pres">
      <dgm:prSet presAssocID="{DDEBB233-2C9E-4C9C-8D86-3447FC99CD1D}" presName="parentLeftMargin" presStyleLbl="node1" presStyleIdx="1" presStyleCnt="3"/>
      <dgm:spPr/>
    </dgm:pt>
    <dgm:pt modelId="{6AAFC5B7-A2B9-4222-B35D-9EC07D2C31C5}" type="pres">
      <dgm:prSet presAssocID="{DDEBB233-2C9E-4C9C-8D86-3447FC99CD1D}" presName="parentText" presStyleLbl="node1" presStyleIdx="2" presStyleCnt="3" custLinFactNeighborX="-5756">
        <dgm:presLayoutVars>
          <dgm:chMax val="0"/>
          <dgm:bulletEnabled val="1"/>
        </dgm:presLayoutVars>
      </dgm:prSet>
      <dgm:spPr/>
    </dgm:pt>
    <dgm:pt modelId="{0ACB842A-803F-43E9-AD3F-1EA717809D8A}" type="pres">
      <dgm:prSet presAssocID="{DDEBB233-2C9E-4C9C-8D86-3447FC99CD1D}" presName="negativeSpace" presStyleCnt="0"/>
      <dgm:spPr/>
    </dgm:pt>
    <dgm:pt modelId="{88FE7F03-4391-42CD-B6CC-C848118C04EF}" type="pres">
      <dgm:prSet presAssocID="{DDEBB233-2C9E-4C9C-8D86-3447FC99CD1D}" presName="childText" presStyleLbl="conFgAcc1" presStyleIdx="2" presStyleCnt="3">
        <dgm:presLayoutVars>
          <dgm:bulletEnabled val="1"/>
        </dgm:presLayoutVars>
      </dgm:prSet>
      <dgm:spPr/>
    </dgm:pt>
  </dgm:ptLst>
  <dgm:cxnLst>
    <dgm:cxn modelId="{5E0C0800-E26F-4F65-935D-1E257CED9420}" type="presOf" srcId="{FF43D92B-EEB9-4543-9831-8FA75FA89133}" destId="{8799FF2D-D745-423C-BCEB-0D659A003AEC}" srcOrd="0" destOrd="0" presId="urn:microsoft.com/office/officeart/2005/8/layout/list1"/>
    <dgm:cxn modelId="{FE4B5200-74C7-4B6A-99A1-96D985049537}" type="presOf" srcId="{3D247365-220B-42A7-BAC1-B34243CCB83E}" destId="{8799FF2D-D745-423C-BCEB-0D659A003AEC}" srcOrd="0" destOrd="1" presId="urn:microsoft.com/office/officeart/2005/8/layout/list1"/>
    <dgm:cxn modelId="{B5395809-E7D0-4ED5-A4BD-D2FDFC888D1D}" type="presOf" srcId="{DDEBB233-2C9E-4C9C-8D86-3447FC99CD1D}" destId="{4EE51471-D087-4EA4-A232-1B6C1683CFF0}" srcOrd="0" destOrd="0" presId="urn:microsoft.com/office/officeart/2005/8/layout/list1"/>
    <dgm:cxn modelId="{A3A62711-C880-41E0-86ED-F80F1ECEF2CF}" srcId="{096AAFEE-876D-4D0A-BA26-6B983E86870A}" destId="{2D743A9D-9B84-48AD-85E6-05153EC97CA3}" srcOrd="3" destOrd="0" parTransId="{13F674B6-A6E7-4F78-8636-DE29AF3E2E7F}" sibTransId="{95899254-6B50-499F-BBC5-904F02EDF290}"/>
    <dgm:cxn modelId="{61BA5E21-7461-4ED0-9AF3-E18174C46F38}" srcId="{DDEBB233-2C9E-4C9C-8D86-3447FC99CD1D}" destId="{31EADE56-9DB5-4FAE-83E1-C7FA3C51B1BD}" srcOrd="1" destOrd="0" parTransId="{CEE38019-2164-42CD-A3B0-DD71DCCACCC3}" sibTransId="{913D1C3E-5834-489F-AA6B-6C646CDDFC34}"/>
    <dgm:cxn modelId="{B0274F2F-EC24-4D6E-865C-7AB7CA0B6A61}" srcId="{096AAFEE-876D-4D0A-BA26-6B983E86870A}" destId="{91407D3E-6B69-463E-BD74-CF85152E16C1}" srcOrd="1" destOrd="0" parTransId="{06184D54-9124-456D-BB50-D01C6999EAE1}" sibTransId="{344DC8A7-5C96-4E16-872D-6DDC83547A4B}"/>
    <dgm:cxn modelId="{56ECD538-341B-44C8-B53E-63A3C7D91321}" srcId="{40DD1D69-DDF0-4FAB-8E10-C84BB5C3C9F8}" destId="{DDEBB233-2C9E-4C9C-8D86-3447FC99CD1D}" srcOrd="2" destOrd="0" parTransId="{6B833458-C2A6-4DCE-9DB2-5AD2843A5D14}" sibTransId="{5C043014-6B82-4891-9CE4-C8E1A51DEC32}"/>
    <dgm:cxn modelId="{5EBC1339-8E65-4894-900D-48648020DF3C}" type="presOf" srcId="{096AAFEE-876D-4D0A-BA26-6B983E86870A}" destId="{E1D827EB-47F9-48FC-B3F4-F269767EDD19}" srcOrd="0" destOrd="0" presId="urn:microsoft.com/office/officeart/2005/8/layout/list1"/>
    <dgm:cxn modelId="{C609D55F-243A-4739-93E7-0F76A7437866}" type="presOf" srcId="{2D743A9D-9B84-48AD-85E6-05153EC97CA3}" destId="{D29C6E24-C800-47FA-8D05-5E81A3868B3F}" srcOrd="0" destOrd="3" presId="urn:microsoft.com/office/officeart/2005/8/layout/list1"/>
    <dgm:cxn modelId="{F51E5C43-0758-4A97-8C87-4CCA7A613BF9}" type="presOf" srcId="{0AC070C5-5FD8-47BF-B362-80FC4C22B18B}" destId="{8799FF2D-D745-423C-BCEB-0D659A003AEC}" srcOrd="0" destOrd="2" presId="urn:microsoft.com/office/officeart/2005/8/layout/list1"/>
    <dgm:cxn modelId="{95FAC565-2D81-44BB-B466-C0A65444CCDF}" srcId="{189DF9E9-881C-4B05-A128-374D9FF25FBB}" destId="{0AC070C5-5FD8-47BF-B362-80FC4C22B18B}" srcOrd="2" destOrd="0" parTransId="{466DBE2A-77FF-4143-89EF-21E7388FF306}" sibTransId="{2142E978-0D45-4D58-BC5F-AA8A2EC62D95}"/>
    <dgm:cxn modelId="{92303946-F566-4252-B267-CB04F2F08493}" type="presOf" srcId="{7B5CECD7-39BD-4E97-BDAD-69A1D61F69C7}" destId="{8799FF2D-D745-423C-BCEB-0D659A003AEC}" srcOrd="0" destOrd="4" presId="urn:microsoft.com/office/officeart/2005/8/layout/list1"/>
    <dgm:cxn modelId="{651D3668-EE66-4EF4-85A6-12D9350CA689}" type="presOf" srcId="{91407D3E-6B69-463E-BD74-CF85152E16C1}" destId="{D29C6E24-C800-47FA-8D05-5E81A3868B3F}" srcOrd="0" destOrd="1" presId="urn:microsoft.com/office/officeart/2005/8/layout/list1"/>
    <dgm:cxn modelId="{6DEDE669-1C9A-4CCC-B785-166C80A24BFA}" type="presOf" srcId="{096AAFEE-876D-4D0A-BA26-6B983E86870A}" destId="{AAE27011-E476-4B30-A5D5-CFF2EE89F301}" srcOrd="1" destOrd="0" presId="urn:microsoft.com/office/officeart/2005/8/layout/list1"/>
    <dgm:cxn modelId="{A969B26A-FA4B-47EE-BF0A-A366CEE2F5DE}" srcId="{189DF9E9-881C-4B05-A128-374D9FF25FBB}" destId="{7B5CECD7-39BD-4E97-BDAD-69A1D61F69C7}" srcOrd="4" destOrd="0" parTransId="{8FAF1E6D-28E1-4C91-90B8-A7563D323F5E}" sibTransId="{6A72E6B7-1191-4531-A4CC-ACB7F436F288}"/>
    <dgm:cxn modelId="{5B57716E-B5FA-4418-B61F-7CE6AC9F2E8B}" srcId="{189DF9E9-881C-4B05-A128-374D9FF25FBB}" destId="{EB11B9D1-4AE3-48FF-A76F-FE799885F39D}" srcOrd="3" destOrd="0" parTransId="{A5891750-6CA0-4F20-9516-05AFD3E12AE2}" sibTransId="{D25B4403-AD6A-4AB4-8032-D9FD177ABE91}"/>
    <dgm:cxn modelId="{60D97375-E5BF-4707-A1A3-DAACCE4F7DCB}" type="presOf" srcId="{DDEBB233-2C9E-4C9C-8D86-3447FC99CD1D}" destId="{6AAFC5B7-A2B9-4222-B35D-9EC07D2C31C5}" srcOrd="1" destOrd="0" presId="urn:microsoft.com/office/officeart/2005/8/layout/list1"/>
    <dgm:cxn modelId="{834C0757-C51B-40EF-BBBD-49CB4EB8AF44}" srcId="{189DF9E9-881C-4B05-A128-374D9FF25FBB}" destId="{58305446-6DBC-482B-880E-F966F21F24C7}" srcOrd="5" destOrd="0" parTransId="{8D2FED2E-66BF-4E3B-B7E3-1E85A8514B60}" sibTransId="{C0C8B1D4-7AE7-49AC-9DB2-87FA8D65634A}"/>
    <dgm:cxn modelId="{3F786459-184E-4214-8106-37681A44FD32}" type="presOf" srcId="{EB11B9D1-4AE3-48FF-A76F-FE799885F39D}" destId="{8799FF2D-D745-423C-BCEB-0D659A003AEC}" srcOrd="0" destOrd="3" presId="urn:microsoft.com/office/officeart/2005/8/layout/list1"/>
    <dgm:cxn modelId="{F2C64F81-8AC6-4B93-AA96-B8FE16582368}" type="presOf" srcId="{31EADE56-9DB5-4FAE-83E1-C7FA3C51B1BD}" destId="{88FE7F03-4391-42CD-B6CC-C848118C04EF}" srcOrd="0" destOrd="1" presId="urn:microsoft.com/office/officeart/2005/8/layout/list1"/>
    <dgm:cxn modelId="{7365AE87-78EE-4B3F-A3B5-5783A2CE7787}" srcId="{DDEBB233-2C9E-4C9C-8D86-3447FC99CD1D}" destId="{80A1ADEA-EB7F-4AFF-ADB8-5A0CC150E9E3}" srcOrd="0" destOrd="0" parTransId="{67FA9ADD-F9F2-4439-9557-446BA9497775}" sibTransId="{B9809A63-8CA8-49CE-B7BC-F4EA8D8D451D}"/>
    <dgm:cxn modelId="{4A4B5099-0E28-47EA-B064-DBF42F980917}" srcId="{40DD1D69-DDF0-4FAB-8E10-C84BB5C3C9F8}" destId="{189DF9E9-881C-4B05-A128-374D9FF25FBB}" srcOrd="0" destOrd="0" parTransId="{6B2674CC-63B9-469D-9FA9-70DADE0B441C}" sibTransId="{BAA6A7B0-2CED-406B-8DBD-5AFC907F0901}"/>
    <dgm:cxn modelId="{4A85D79D-54E1-4441-A453-BEA035A86D50}" srcId="{189DF9E9-881C-4B05-A128-374D9FF25FBB}" destId="{3D247365-220B-42A7-BAC1-B34243CCB83E}" srcOrd="1" destOrd="0" parTransId="{368A0063-3F1D-4940-911C-87D01441C962}" sibTransId="{7CE748A5-30A5-4037-A14A-2885DDEBDF6A}"/>
    <dgm:cxn modelId="{2D4D09A1-C1A9-4D5E-B5BE-FF02F6C809AA}" type="presOf" srcId="{58305446-6DBC-482B-880E-F966F21F24C7}" destId="{8799FF2D-D745-423C-BCEB-0D659A003AEC}" srcOrd="0" destOrd="5" presId="urn:microsoft.com/office/officeart/2005/8/layout/list1"/>
    <dgm:cxn modelId="{54ED3EB1-B618-4D01-926A-CF8A6E8B243E}" srcId="{096AAFEE-876D-4D0A-BA26-6B983E86870A}" destId="{51F3A300-3A9D-4E21-8A45-987D2C09DF18}" srcOrd="2" destOrd="0" parTransId="{5654E5E9-DA9F-44C5-B041-866D80DA49C2}" sibTransId="{204D47B7-56B0-47C0-A369-CDA08C68C586}"/>
    <dgm:cxn modelId="{EEEA39B7-DF58-4F77-AF52-CF66957C8130}" type="presOf" srcId="{40DD1D69-DDF0-4FAB-8E10-C84BB5C3C9F8}" destId="{90D1D40C-BE08-4010-AF8A-2DE9B6D2DABA}" srcOrd="0" destOrd="0" presId="urn:microsoft.com/office/officeart/2005/8/layout/list1"/>
    <dgm:cxn modelId="{E5B256B7-EF11-4B83-95FC-EA642E66A598}" type="presOf" srcId="{189DF9E9-881C-4B05-A128-374D9FF25FBB}" destId="{DFEFA196-56B2-45DA-910C-6B84CCB9BA42}" srcOrd="1" destOrd="0" presId="urn:microsoft.com/office/officeart/2005/8/layout/list1"/>
    <dgm:cxn modelId="{E3059DBE-41A2-4568-A7D7-C1283EA43100}" type="presOf" srcId="{1B563260-DB8D-4DE1-AF0E-0CC810ED60A2}" destId="{D29C6E24-C800-47FA-8D05-5E81A3868B3F}" srcOrd="0" destOrd="0" presId="urn:microsoft.com/office/officeart/2005/8/layout/list1"/>
    <dgm:cxn modelId="{EAE598C3-0397-4D41-8B1C-A25AB88B98B2}" type="presOf" srcId="{189DF9E9-881C-4B05-A128-374D9FF25FBB}" destId="{94110E28-D3B7-4620-B49E-89229953C4D2}" srcOrd="0" destOrd="0" presId="urn:microsoft.com/office/officeart/2005/8/layout/list1"/>
    <dgm:cxn modelId="{944E77C5-34A3-42F6-8864-7F6116226FD1}" srcId="{40DD1D69-DDF0-4FAB-8E10-C84BB5C3C9F8}" destId="{096AAFEE-876D-4D0A-BA26-6B983E86870A}" srcOrd="1" destOrd="0" parTransId="{CC33AAAF-BE65-4353-A759-2EE38D0D4F0B}" sibTransId="{20027C85-3B26-4F65-8BE7-9789148D3497}"/>
    <dgm:cxn modelId="{4938C7C5-9303-45E6-BF90-3107919D1573}" srcId="{189DF9E9-881C-4B05-A128-374D9FF25FBB}" destId="{FF43D92B-EEB9-4543-9831-8FA75FA89133}" srcOrd="0" destOrd="0" parTransId="{C4177CCB-B800-4264-B67D-4BFD7BA95FEE}" sibTransId="{33BA7F3B-E3C7-4463-AD2A-973358FFA83B}"/>
    <dgm:cxn modelId="{145B5ECC-BCA9-4E38-AA81-9A05CF28EEE0}" type="presOf" srcId="{80A1ADEA-EB7F-4AFF-ADB8-5A0CC150E9E3}" destId="{88FE7F03-4391-42CD-B6CC-C848118C04EF}" srcOrd="0" destOrd="0" presId="urn:microsoft.com/office/officeart/2005/8/layout/list1"/>
    <dgm:cxn modelId="{A0AA38E9-AF5E-4184-A408-282EF8F890A9}" type="presOf" srcId="{51F3A300-3A9D-4E21-8A45-987D2C09DF18}" destId="{D29C6E24-C800-47FA-8D05-5E81A3868B3F}" srcOrd="0" destOrd="2" presId="urn:microsoft.com/office/officeart/2005/8/layout/list1"/>
    <dgm:cxn modelId="{D39444F8-87EF-41BF-B0AF-86590511A9EF}" srcId="{096AAFEE-876D-4D0A-BA26-6B983E86870A}" destId="{1B563260-DB8D-4DE1-AF0E-0CC810ED60A2}" srcOrd="0" destOrd="0" parTransId="{09C08B80-EC77-4C91-B7CB-D0A44D5FEFFD}" sibTransId="{F802C3EA-8DC1-4F09-AE5C-2EEA453DD647}"/>
    <dgm:cxn modelId="{4E0BE9B8-7720-4C6A-8B99-F4B80698124E}" type="presParOf" srcId="{90D1D40C-BE08-4010-AF8A-2DE9B6D2DABA}" destId="{AD6709E3-1FD6-4564-9575-9E113D409796}" srcOrd="0" destOrd="0" presId="urn:microsoft.com/office/officeart/2005/8/layout/list1"/>
    <dgm:cxn modelId="{1B5762C5-7564-4DAE-BC44-9B321D0A9D8C}" type="presParOf" srcId="{AD6709E3-1FD6-4564-9575-9E113D409796}" destId="{94110E28-D3B7-4620-B49E-89229953C4D2}" srcOrd="0" destOrd="0" presId="urn:microsoft.com/office/officeart/2005/8/layout/list1"/>
    <dgm:cxn modelId="{3F4767B3-B5E9-4AD3-A268-9596443BEB8A}" type="presParOf" srcId="{AD6709E3-1FD6-4564-9575-9E113D409796}" destId="{DFEFA196-56B2-45DA-910C-6B84CCB9BA42}" srcOrd="1" destOrd="0" presId="urn:microsoft.com/office/officeart/2005/8/layout/list1"/>
    <dgm:cxn modelId="{24DA18F5-2A6A-435B-B54A-DDC95894FB9D}" type="presParOf" srcId="{90D1D40C-BE08-4010-AF8A-2DE9B6D2DABA}" destId="{80141D23-FB9A-4B56-8A6D-EA9FB1D1C2C5}" srcOrd="1" destOrd="0" presId="urn:microsoft.com/office/officeart/2005/8/layout/list1"/>
    <dgm:cxn modelId="{5A607322-C097-42E5-98C5-EC1259C234EA}" type="presParOf" srcId="{90D1D40C-BE08-4010-AF8A-2DE9B6D2DABA}" destId="{8799FF2D-D745-423C-BCEB-0D659A003AEC}" srcOrd="2" destOrd="0" presId="urn:microsoft.com/office/officeart/2005/8/layout/list1"/>
    <dgm:cxn modelId="{C0381ABA-BEEC-4655-8649-4713D9EB6D05}" type="presParOf" srcId="{90D1D40C-BE08-4010-AF8A-2DE9B6D2DABA}" destId="{62CA7DE5-A0D5-4B54-BF97-276607D21BFC}" srcOrd="3" destOrd="0" presId="urn:microsoft.com/office/officeart/2005/8/layout/list1"/>
    <dgm:cxn modelId="{885C8473-3FAC-4E24-97B7-E4424DAED53E}" type="presParOf" srcId="{90D1D40C-BE08-4010-AF8A-2DE9B6D2DABA}" destId="{56536547-4FE6-44B3-9AA2-E2A8BAF2F9DB}" srcOrd="4" destOrd="0" presId="urn:microsoft.com/office/officeart/2005/8/layout/list1"/>
    <dgm:cxn modelId="{A850A4FD-8F80-46CE-AC16-BC4237ACAE7C}" type="presParOf" srcId="{56536547-4FE6-44B3-9AA2-E2A8BAF2F9DB}" destId="{E1D827EB-47F9-48FC-B3F4-F269767EDD19}" srcOrd="0" destOrd="0" presId="urn:microsoft.com/office/officeart/2005/8/layout/list1"/>
    <dgm:cxn modelId="{277F1128-A760-4E32-AC4D-624E9BCCAC62}" type="presParOf" srcId="{56536547-4FE6-44B3-9AA2-E2A8BAF2F9DB}" destId="{AAE27011-E476-4B30-A5D5-CFF2EE89F301}" srcOrd="1" destOrd="0" presId="urn:microsoft.com/office/officeart/2005/8/layout/list1"/>
    <dgm:cxn modelId="{1DFC7268-E2E3-495A-81B3-0B05B51E375B}" type="presParOf" srcId="{90D1D40C-BE08-4010-AF8A-2DE9B6D2DABA}" destId="{B93FE1C4-8C96-482F-8902-DAF9D0AAC6C0}" srcOrd="5" destOrd="0" presId="urn:microsoft.com/office/officeart/2005/8/layout/list1"/>
    <dgm:cxn modelId="{8A0CB4CE-A0F3-44DA-BD45-2743233C7E66}" type="presParOf" srcId="{90D1D40C-BE08-4010-AF8A-2DE9B6D2DABA}" destId="{D29C6E24-C800-47FA-8D05-5E81A3868B3F}" srcOrd="6" destOrd="0" presId="urn:microsoft.com/office/officeart/2005/8/layout/list1"/>
    <dgm:cxn modelId="{5405F19F-21F2-4837-9417-DB5B95C654C5}" type="presParOf" srcId="{90D1D40C-BE08-4010-AF8A-2DE9B6D2DABA}" destId="{FB81EA98-34F1-42A3-AD8D-D865BDF7C448}" srcOrd="7" destOrd="0" presId="urn:microsoft.com/office/officeart/2005/8/layout/list1"/>
    <dgm:cxn modelId="{E37AA507-5227-4EB5-9935-87F048E1480B}" type="presParOf" srcId="{90D1D40C-BE08-4010-AF8A-2DE9B6D2DABA}" destId="{2A2B08AC-318A-4145-AF3E-A981EF23F669}" srcOrd="8" destOrd="0" presId="urn:microsoft.com/office/officeart/2005/8/layout/list1"/>
    <dgm:cxn modelId="{CAFE51CE-8207-4D65-8C4F-359B54617AF7}" type="presParOf" srcId="{2A2B08AC-318A-4145-AF3E-A981EF23F669}" destId="{4EE51471-D087-4EA4-A232-1B6C1683CFF0}" srcOrd="0" destOrd="0" presId="urn:microsoft.com/office/officeart/2005/8/layout/list1"/>
    <dgm:cxn modelId="{A379ADB2-3525-4DC4-BA64-895EC3BDC264}" type="presParOf" srcId="{2A2B08AC-318A-4145-AF3E-A981EF23F669}" destId="{6AAFC5B7-A2B9-4222-B35D-9EC07D2C31C5}" srcOrd="1" destOrd="0" presId="urn:microsoft.com/office/officeart/2005/8/layout/list1"/>
    <dgm:cxn modelId="{00905178-6B7F-45B2-A68C-BAC5AFDD00FB}" type="presParOf" srcId="{90D1D40C-BE08-4010-AF8A-2DE9B6D2DABA}" destId="{0ACB842A-803F-43E9-AD3F-1EA717809D8A}" srcOrd="9" destOrd="0" presId="urn:microsoft.com/office/officeart/2005/8/layout/list1"/>
    <dgm:cxn modelId="{B44ECAAC-B161-4DF4-B1E0-464865102FAA}" type="presParOf" srcId="{90D1D40C-BE08-4010-AF8A-2DE9B6D2DABA}" destId="{88FE7F03-4391-42CD-B6CC-C848118C04EF}"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99FF2D-D745-423C-BCEB-0D659A003AEC}">
      <dsp:nvSpPr>
        <dsp:cNvPr id="0" name=""/>
        <dsp:cNvSpPr/>
      </dsp:nvSpPr>
      <dsp:spPr>
        <a:xfrm>
          <a:off x="0" y="236718"/>
          <a:ext cx="10710028" cy="2047500"/>
        </a:xfrm>
        <a:prstGeom prst="rect">
          <a:avLst/>
        </a:prstGeom>
        <a:solidFill>
          <a:schemeClr val="lt1">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1217" tIns="270764" rIns="831217" bIns="113792"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a:latin typeface="Ubuntu"/>
              <a:ea typeface="+mn-ea"/>
              <a:cs typeface="+mn-cs"/>
            </a:rPr>
            <a:t>Nominate the Process SMEs for the workshops for all areas in scope</a:t>
          </a:r>
          <a:endParaRPr lang="en-IN" sz="1600" b="0" i="0" kern="1200" dirty="0">
            <a:latin typeface="Ubuntu"/>
            <a:ea typeface="+mn-ea"/>
            <a:cs typeface="+mn-cs"/>
          </a:endParaRPr>
        </a:p>
        <a:p>
          <a:pPr marL="171450" lvl="1" indent="-171450" algn="l" defTabSz="711200">
            <a:lnSpc>
              <a:spcPct val="90000"/>
            </a:lnSpc>
            <a:spcBef>
              <a:spcPct val="0"/>
            </a:spcBef>
            <a:spcAft>
              <a:spcPct val="15000"/>
            </a:spcAft>
            <a:buFont typeface="Arial" panose="020B0604020202020204" pitchFamily="34" charset="0"/>
            <a:buChar char="•"/>
          </a:pPr>
          <a:r>
            <a:rPr lang="en-IN" sz="1600" b="0" i="0" kern="1200" dirty="0">
              <a:latin typeface="Ubuntu"/>
              <a:ea typeface="+mn-ea"/>
              <a:cs typeface="+mn-cs"/>
            </a:rPr>
            <a:t>Nominate the Technical, data, integration, Architecture SMEs, , domain platform leads  for the workshops for all IT stacks in scope</a:t>
          </a:r>
        </a:p>
        <a:p>
          <a:pPr marL="171450" lvl="1" indent="-171450" algn="l" defTabSz="711200">
            <a:lnSpc>
              <a:spcPct val="90000"/>
            </a:lnSpc>
            <a:spcBef>
              <a:spcPct val="0"/>
            </a:spcBef>
            <a:spcAft>
              <a:spcPct val="15000"/>
            </a:spcAft>
            <a:buFont typeface="Arial" panose="020B0604020202020204" pitchFamily="34" charset="0"/>
            <a:buChar char="•"/>
          </a:pPr>
          <a:r>
            <a:rPr lang="en-IN" sz="1600" b="0" i="0" kern="1200" dirty="0">
              <a:latin typeface="Ubuntu"/>
              <a:ea typeface="+mn-ea"/>
              <a:cs typeface="+mn-cs"/>
            </a:rPr>
            <a:t>Provide access to all the required documents .</a:t>
          </a:r>
        </a:p>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a:latin typeface="Ubuntu"/>
              <a:ea typeface="+mn-ea"/>
              <a:cs typeface="+mn-cs"/>
            </a:rPr>
            <a:t>Provide responses to the pre-workshop questionnaire &amp; other artefacts sent by Capgemini</a:t>
          </a:r>
        </a:p>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a:latin typeface="Ubuntu"/>
              <a:ea typeface="+mn-ea"/>
              <a:cs typeface="+mn-cs"/>
            </a:rPr>
            <a:t>Confirm availability &amp; participation of all the stakeholders for workshops</a:t>
          </a:r>
        </a:p>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a:latin typeface="Ubuntu"/>
              <a:ea typeface="+mn-ea"/>
              <a:cs typeface="+mn-cs"/>
            </a:rPr>
            <a:t>List out the GAPs in providing required inputs</a:t>
          </a:r>
        </a:p>
      </dsp:txBody>
      <dsp:txXfrm>
        <a:off x="0" y="236718"/>
        <a:ext cx="10710028" cy="2047500"/>
      </dsp:txXfrm>
    </dsp:sp>
    <dsp:sp modelId="{DFEFA196-56B2-45DA-910C-6B84CCB9BA42}">
      <dsp:nvSpPr>
        <dsp:cNvPr id="0" name=""/>
        <dsp:cNvSpPr/>
      </dsp:nvSpPr>
      <dsp:spPr>
        <a:xfrm>
          <a:off x="504677" y="44838"/>
          <a:ext cx="7497020" cy="383760"/>
        </a:xfrm>
        <a:prstGeom prst="roundRect">
          <a:avLst/>
        </a:prstGeom>
        <a:solidFill>
          <a:schemeClr val="accent2">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3370" tIns="0" rIns="283370" bIns="0" numCol="1" spcCol="1270" anchor="ctr" anchorCtr="0">
          <a:noAutofit/>
        </a:bodyPr>
        <a:lstStyle/>
        <a:p>
          <a:pPr marL="0" lvl="0" indent="0" algn="l" defTabSz="800100">
            <a:lnSpc>
              <a:spcPct val="90000"/>
            </a:lnSpc>
            <a:spcBef>
              <a:spcPct val="0"/>
            </a:spcBef>
            <a:spcAft>
              <a:spcPct val="35000"/>
            </a:spcAft>
            <a:buNone/>
          </a:pPr>
          <a:r>
            <a:rPr lang="en-US" sz="1800" b="1" kern="1200" dirty="0"/>
            <a:t>Kick off and planning </a:t>
          </a:r>
          <a:r>
            <a:rPr lang="en-US" sz="1400" b="1" kern="1200" dirty="0">
              <a:solidFill>
                <a:schemeClr val="accent1">
                  <a:lumMod val="75000"/>
                </a:schemeClr>
              </a:solidFill>
            </a:rPr>
            <a:t>Initialization Phase</a:t>
          </a:r>
          <a:endParaRPr lang="en-IN" sz="1400" kern="1200" dirty="0">
            <a:solidFill>
              <a:schemeClr val="accent1">
                <a:lumMod val="75000"/>
              </a:schemeClr>
            </a:solidFill>
          </a:endParaRPr>
        </a:p>
      </dsp:txBody>
      <dsp:txXfrm>
        <a:off x="523411" y="63572"/>
        <a:ext cx="7459552" cy="346292"/>
      </dsp:txXfrm>
    </dsp:sp>
    <dsp:sp modelId="{D29C6E24-C800-47FA-8D05-5E81A3868B3F}">
      <dsp:nvSpPr>
        <dsp:cNvPr id="0" name=""/>
        <dsp:cNvSpPr/>
      </dsp:nvSpPr>
      <dsp:spPr>
        <a:xfrm>
          <a:off x="0" y="2546298"/>
          <a:ext cx="10710028" cy="1556100"/>
        </a:xfrm>
        <a:prstGeom prst="rect">
          <a:avLst/>
        </a:prstGeom>
        <a:solidFill>
          <a:schemeClr val="lt1">
            <a:alpha val="90000"/>
            <a:hueOff val="0"/>
            <a:satOff val="0"/>
            <a:lumOff val="0"/>
            <a:alphaOff val="0"/>
          </a:schemeClr>
        </a:solidFill>
        <a:ln w="12700" cap="flat" cmpd="sng" algn="ctr">
          <a:solidFill>
            <a:schemeClr val="accent2">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1217" tIns="270764" rIns="831217" bIns="113792"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a:cs typeface="+mn-cs"/>
            </a:rPr>
            <a:t>Active discussion and participation during the workshops</a:t>
          </a:r>
          <a:endParaRPr lang="en-IN" sz="1600" b="0" i="0" kern="1200" dirty="0"/>
        </a:p>
        <a:p>
          <a:pPr marL="171450" lvl="1" indent="-171450" algn="l" defTabSz="711200">
            <a:lnSpc>
              <a:spcPct val="90000"/>
            </a:lnSpc>
            <a:spcBef>
              <a:spcPct val="0"/>
            </a:spcBef>
            <a:spcAft>
              <a:spcPct val="15000"/>
            </a:spcAft>
            <a:buFont typeface="Arial" panose="020B0604020202020204" pitchFamily="34" charset="0"/>
            <a:buChar char="•"/>
          </a:pPr>
          <a:r>
            <a:rPr lang="en-IN" sz="1600" b="0" i="0" kern="1200" dirty="0"/>
            <a:t>Provide the relevant details on ‘As-Is’ Process/Architecture/scenarios/ KPIs etc</a:t>
          </a:r>
        </a:p>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a:cs typeface="+mn-cs"/>
            </a:rPr>
            <a:t>Provide clarifications on the responses of pre-workshop questionnaire &amp; provide inputs on any open points</a:t>
          </a:r>
        </a:p>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dirty="0">
              <a:cs typeface="+mn-cs"/>
            </a:rPr>
            <a:t>Review &amp; Validation of business processes, business rules aligned to Client’s expectations</a:t>
          </a:r>
        </a:p>
      </dsp:txBody>
      <dsp:txXfrm>
        <a:off x="0" y="2546298"/>
        <a:ext cx="10710028" cy="1556100"/>
      </dsp:txXfrm>
    </dsp:sp>
    <dsp:sp modelId="{AAE27011-E476-4B30-A5D5-CFF2EE89F301}">
      <dsp:nvSpPr>
        <dsp:cNvPr id="0" name=""/>
        <dsp:cNvSpPr/>
      </dsp:nvSpPr>
      <dsp:spPr>
        <a:xfrm>
          <a:off x="504677" y="2354418"/>
          <a:ext cx="7497020" cy="383760"/>
        </a:xfrm>
        <a:prstGeom prst="roundRect">
          <a:avLst/>
        </a:prstGeom>
        <a:solidFill>
          <a:schemeClr val="accent2">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00100">
            <a:lnSpc>
              <a:spcPct val="90000"/>
            </a:lnSpc>
            <a:spcBef>
              <a:spcPct val="0"/>
            </a:spcBef>
            <a:spcAft>
              <a:spcPct val="35000"/>
            </a:spcAft>
            <a:buNone/>
          </a:pPr>
          <a:r>
            <a:rPr lang="en-US" sz="1800" b="1" kern="1200" dirty="0">
              <a:cs typeface="+mn-cs"/>
            </a:rPr>
            <a:t>Support and Inputs </a:t>
          </a:r>
          <a:r>
            <a:rPr lang="en-US" sz="1400" b="1" kern="1200" dirty="0">
              <a:solidFill>
                <a:schemeClr val="accent1">
                  <a:lumMod val="75000"/>
                </a:schemeClr>
              </a:solidFill>
              <a:latin typeface="Ubuntu"/>
              <a:ea typeface="+mn-ea"/>
              <a:cs typeface="+mn-cs"/>
            </a:rPr>
            <a:t>Discovery and Evaluate</a:t>
          </a:r>
          <a:endParaRPr lang="en-IN" sz="1400" b="1" kern="1200" dirty="0">
            <a:solidFill>
              <a:schemeClr val="accent1">
                <a:lumMod val="75000"/>
              </a:schemeClr>
            </a:solidFill>
            <a:latin typeface="Ubuntu"/>
            <a:ea typeface="+mn-ea"/>
            <a:cs typeface="+mn-cs"/>
          </a:endParaRPr>
        </a:p>
      </dsp:txBody>
      <dsp:txXfrm>
        <a:off x="523411" y="2373152"/>
        <a:ext cx="7459552" cy="346292"/>
      </dsp:txXfrm>
    </dsp:sp>
    <dsp:sp modelId="{88FE7F03-4391-42CD-B6CC-C848118C04EF}">
      <dsp:nvSpPr>
        <dsp:cNvPr id="0" name=""/>
        <dsp:cNvSpPr/>
      </dsp:nvSpPr>
      <dsp:spPr>
        <a:xfrm>
          <a:off x="0" y="4364479"/>
          <a:ext cx="10710028" cy="859950"/>
        </a:xfrm>
        <a:prstGeom prst="rect">
          <a:avLst/>
        </a:prstGeom>
        <a:solidFill>
          <a:schemeClr val="lt1">
            <a:alpha val="90000"/>
            <a:hueOff val="0"/>
            <a:satOff val="0"/>
            <a:lumOff val="0"/>
            <a:alphaOff val="0"/>
          </a:schemeClr>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1217" tIns="270764" rIns="831217" bIns="113792"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altLang="en-US" sz="1600" b="0" i="0" u="none" kern="1200" dirty="0"/>
            <a:t>Provide review comments as per pre-defined schedule / timelines</a:t>
          </a:r>
          <a:endParaRPr lang="en-IN" sz="1600" b="0" i="0" u="none" kern="1200" dirty="0"/>
        </a:p>
        <a:p>
          <a:pPr marL="171450" lvl="1" indent="-171450" algn="l" defTabSz="711200">
            <a:lnSpc>
              <a:spcPct val="90000"/>
            </a:lnSpc>
            <a:spcBef>
              <a:spcPct val="0"/>
            </a:spcBef>
            <a:spcAft>
              <a:spcPct val="15000"/>
            </a:spcAft>
            <a:buFont typeface="Arial" panose="020B0604020202020204" pitchFamily="34" charset="0"/>
            <a:buChar char="•"/>
          </a:pPr>
          <a:r>
            <a:rPr lang="en-US" altLang="en-US" sz="1600" b="0" i="0" u="none" kern="1200" dirty="0"/>
            <a:t>Timely sign-off on business processes post reviews</a:t>
          </a:r>
        </a:p>
      </dsp:txBody>
      <dsp:txXfrm>
        <a:off x="0" y="4364479"/>
        <a:ext cx="10710028" cy="859950"/>
      </dsp:txXfrm>
    </dsp:sp>
    <dsp:sp modelId="{6AAFC5B7-A2B9-4222-B35D-9EC07D2C31C5}">
      <dsp:nvSpPr>
        <dsp:cNvPr id="0" name=""/>
        <dsp:cNvSpPr/>
      </dsp:nvSpPr>
      <dsp:spPr>
        <a:xfrm>
          <a:off x="504677" y="4172599"/>
          <a:ext cx="7497020" cy="383760"/>
        </a:xfrm>
        <a:prstGeom prst="roundRect">
          <a:avLst/>
        </a:prstGeom>
        <a:solidFill>
          <a:schemeClr val="accent2">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3370" tIns="0" rIns="283370" bIns="0" numCol="1" spcCol="1270" anchor="ctr" anchorCtr="0">
          <a:noAutofit/>
        </a:bodyPr>
        <a:lstStyle/>
        <a:p>
          <a:pPr marL="0" lvl="0" indent="0" algn="l" defTabSz="800100">
            <a:lnSpc>
              <a:spcPct val="90000"/>
            </a:lnSpc>
            <a:spcBef>
              <a:spcPct val="0"/>
            </a:spcBef>
            <a:spcAft>
              <a:spcPct val="35000"/>
            </a:spcAft>
            <a:buNone/>
          </a:pPr>
          <a:r>
            <a:rPr lang="en-US" sz="1800" b="1" kern="1200" dirty="0"/>
            <a:t>Advise and decision  </a:t>
          </a:r>
          <a:r>
            <a:rPr lang="en-US" sz="1400" b="1" kern="1200" dirty="0">
              <a:solidFill>
                <a:schemeClr val="accent1">
                  <a:lumMod val="75000"/>
                </a:schemeClr>
              </a:solidFill>
              <a:latin typeface="Ubuntu"/>
              <a:ea typeface="+mn-ea"/>
              <a:cs typeface="+mn-cs"/>
            </a:rPr>
            <a:t>Discovery  Evaluate and Recommend </a:t>
          </a:r>
          <a:endParaRPr lang="en-IN" sz="1400" kern="1200" dirty="0"/>
        </a:p>
      </dsp:txBody>
      <dsp:txXfrm>
        <a:off x="523411" y="4191333"/>
        <a:ext cx="7459552"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13/08/2026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13/08/2026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E7D22E-2FCF-4181-8686-08BDCDF94062}" type="slidenum">
              <a:rPr lang="en-US" smtClean="0"/>
              <a:pPr/>
              <a:t>2</a:t>
            </a:fld>
            <a:endParaRPr lang="en-US" dirty="0"/>
          </a:p>
        </p:txBody>
      </p:sp>
    </p:spTree>
    <p:extLst>
      <p:ext uri="{BB962C8B-B14F-4D97-AF65-F5344CB8AC3E}">
        <p14:creationId xmlns:p14="http://schemas.microsoft.com/office/powerpoint/2010/main" val="3904152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3</a:t>
            </a:fld>
            <a:endParaRPr lang="pt-BR"/>
          </a:p>
        </p:txBody>
      </p:sp>
    </p:spTree>
    <p:extLst>
      <p:ext uri="{BB962C8B-B14F-4D97-AF65-F5344CB8AC3E}">
        <p14:creationId xmlns:p14="http://schemas.microsoft.com/office/powerpoint/2010/main" val="3246017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4</a:t>
            </a:fld>
            <a:endParaRPr lang="pt-BR"/>
          </a:p>
        </p:txBody>
      </p:sp>
    </p:spTree>
    <p:extLst>
      <p:ext uri="{BB962C8B-B14F-4D97-AF65-F5344CB8AC3E}">
        <p14:creationId xmlns:p14="http://schemas.microsoft.com/office/powerpoint/2010/main" val="3684918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D1C6C21-3530-4617-89EE-86AF9D30FEAB}" type="slidenum">
              <a:rPr lang="en-IN" smtClean="0"/>
              <a:t>6</a:t>
            </a:fld>
            <a:endParaRPr lang="en-IN" dirty="0"/>
          </a:p>
        </p:txBody>
      </p:sp>
    </p:spTree>
    <p:extLst>
      <p:ext uri="{BB962C8B-B14F-4D97-AF65-F5344CB8AC3E}">
        <p14:creationId xmlns:p14="http://schemas.microsoft.com/office/powerpoint/2010/main" val="858249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7</a:t>
            </a:fld>
            <a:endParaRPr lang="pt-BR"/>
          </a:p>
        </p:txBody>
      </p:sp>
    </p:spTree>
    <p:extLst>
      <p:ext uri="{BB962C8B-B14F-4D97-AF65-F5344CB8AC3E}">
        <p14:creationId xmlns:p14="http://schemas.microsoft.com/office/powerpoint/2010/main" val="2738155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0"/>
        <p:cNvGrpSpPr/>
        <p:nvPr/>
      </p:nvGrpSpPr>
      <p:grpSpPr>
        <a:xfrm>
          <a:off x="0" y="0"/>
          <a:ext cx="0" cy="0"/>
          <a:chOff x="0" y="0"/>
          <a:chExt cx="0" cy="0"/>
        </a:xfrm>
      </p:grpSpPr>
      <p:sp>
        <p:nvSpPr>
          <p:cNvPr id="2011" name="Shape 2011"/>
          <p:cNvSpPr>
            <a:spLocks noGrp="1" noRot="1" noChangeAspect="1"/>
          </p:cNvSpPr>
          <p:nvPr>
            <p:ph type="sldImg" idx="2"/>
          </p:nvPr>
        </p:nvSpPr>
        <p:spPr>
          <a:xfrm>
            <a:off x="342900" y="696913"/>
            <a:ext cx="6196013"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12" name="Shape 2012"/>
          <p:cNvSpPr txBox="1">
            <a:spLocks noGrp="1"/>
          </p:cNvSpPr>
          <p:nvPr>
            <p:ph type="body" idx="1"/>
          </p:nvPr>
        </p:nvSpPr>
        <p:spPr>
          <a:xfrm>
            <a:off x="688183" y="4415794"/>
            <a:ext cx="5505449" cy="4183379"/>
          </a:xfrm>
          <a:prstGeom prst="rect">
            <a:avLst/>
          </a:prstGeom>
          <a:noFill/>
          <a:ln>
            <a:noFill/>
          </a:ln>
        </p:spPr>
        <p:txBody>
          <a:bodyPr lIns="93925" tIns="46950" rIns="93925" bIns="46950" anchor="t" anchorCtr="0">
            <a:noAutofit/>
          </a:bodyPr>
          <a:lstStyle/>
          <a:p>
            <a:pPr marL="0" marR="0" lvl="0" indent="0" algn="l" rtl="0">
              <a:spcBef>
                <a:spcPts val="0"/>
              </a:spcBef>
              <a:buSzPct val="25000"/>
              <a:buNone/>
            </a:pPr>
            <a:endParaRPr lang="en-GB" sz="1200" b="0" i="0" u="none" strike="noStrike" cap="none" dirty="0">
              <a:solidFill>
                <a:schemeClr val="dk1"/>
              </a:solidFill>
              <a:latin typeface="Ubuntu" panose="020B0504030602030204" pitchFamily="34" charset="0"/>
              <a:ea typeface="Arial"/>
              <a:cs typeface="Arial"/>
              <a:sym typeface="Arial"/>
            </a:endParaRPr>
          </a:p>
        </p:txBody>
      </p:sp>
      <p:sp>
        <p:nvSpPr>
          <p:cNvPr id="2013" name="Shape 2013"/>
          <p:cNvSpPr txBox="1">
            <a:spLocks noGrp="1"/>
          </p:cNvSpPr>
          <p:nvPr>
            <p:ph type="sldNum" idx="12"/>
          </p:nvPr>
        </p:nvSpPr>
        <p:spPr>
          <a:xfrm>
            <a:off x="3898108" y="8829968"/>
            <a:ext cx="2982118" cy="464821"/>
          </a:xfrm>
          <a:prstGeom prst="rect">
            <a:avLst/>
          </a:prstGeom>
          <a:noFill/>
          <a:ln>
            <a:noFill/>
          </a:ln>
        </p:spPr>
        <p:txBody>
          <a:bodyPr lIns="93925" tIns="46950" rIns="93925" bIns="4695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Ubuntu" panose="020B0504030602030204" pitchFamily="34" charset="0"/>
                <a:ea typeface="Arial"/>
                <a:cs typeface="Arial"/>
                <a:sym typeface="Arial"/>
              </a:rPr>
              <a:t>9</a:t>
            </a:fld>
            <a:endParaRPr lang="en-US" sz="1200" dirty="0">
              <a:solidFill>
                <a:schemeClr val="dk1"/>
              </a:solidFill>
              <a:latin typeface="Ubuntu" panose="020B0504030602030204" pitchFamily="34" charset="0"/>
              <a:ea typeface="Arial"/>
              <a:cs typeface="Arial"/>
              <a:sym typeface="Arial"/>
            </a:endParaRPr>
          </a:p>
        </p:txBody>
      </p:sp>
    </p:spTree>
    <p:extLst>
      <p:ext uri="{BB962C8B-B14F-4D97-AF65-F5344CB8AC3E}">
        <p14:creationId xmlns:p14="http://schemas.microsoft.com/office/powerpoint/2010/main" val="349542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794462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12</a:t>
            </a:fld>
            <a:endParaRPr lang="pt-BR"/>
          </a:p>
        </p:txBody>
      </p:sp>
    </p:spTree>
    <p:extLst>
      <p:ext uri="{BB962C8B-B14F-4D97-AF65-F5344CB8AC3E}">
        <p14:creationId xmlns:p14="http://schemas.microsoft.com/office/powerpoint/2010/main" val="5721317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hyperlink" Target="http://www.youtube.com/capgeminimedia" TargetMode="External"/><Relationship Id="rId3" Type="http://schemas.openxmlformats.org/officeDocument/2006/relationships/tags" Target="../tags/tag9.xml"/><Relationship Id="rId7" Type="http://schemas.openxmlformats.org/officeDocument/2006/relationships/hyperlink" Target="http://www.linkedin.com/company/capgemini" TargetMode="External"/><Relationship Id="rId12" Type="http://schemas.openxmlformats.org/officeDocument/2006/relationships/image" Target="../media/image7.png"/><Relationship Id="rId17" Type="http://schemas.openxmlformats.org/officeDocument/2006/relationships/image" Target="../media/image2.png"/><Relationship Id="rId2" Type="http://schemas.openxmlformats.org/officeDocument/2006/relationships/tags" Target="../tags/tag8.xml"/><Relationship Id="rId16" Type="http://schemas.openxmlformats.org/officeDocument/2006/relationships/image" Target="../media/image9.png"/><Relationship Id="rId1" Type="http://schemas.openxmlformats.org/officeDocument/2006/relationships/tags" Target="../tags/tag7.xml"/><Relationship Id="rId6" Type="http://schemas.openxmlformats.org/officeDocument/2006/relationships/image" Target="../media/image11.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6.png"/><Relationship Id="rId4" Type="http://schemas.openxmlformats.org/officeDocument/2006/relationships/tags" Target="../tags/tag10.xml"/><Relationship Id="rId9" Type="http://schemas.openxmlformats.org/officeDocument/2006/relationships/hyperlink" Target="http://www.slideshare.net/capgemini" TargetMode="External"/><Relationship Id="rId1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3.xml"/><Relationship Id="rId4" Type="http://schemas.openxmlformats.org/officeDocument/2006/relationships/image" Target="../media/image17.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22.emf"/><Relationship Id="rId4" Type="http://schemas.openxmlformats.org/officeDocument/2006/relationships/oleObject" Target="../embeddings/oleObject5.bin"/></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23.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25.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26.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6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hyperlink" Target="http://www.youtube.com/capgeminimedia" TargetMode="External"/><Relationship Id="rId3" Type="http://schemas.openxmlformats.org/officeDocument/2006/relationships/tags" Target="../tags/tag29.xml"/><Relationship Id="rId7" Type="http://schemas.openxmlformats.org/officeDocument/2006/relationships/hyperlink" Target="http://www.linkedin.com/company/capgemini" TargetMode="External"/><Relationship Id="rId12" Type="http://schemas.openxmlformats.org/officeDocument/2006/relationships/image" Target="../media/image7.png"/><Relationship Id="rId17" Type="http://schemas.openxmlformats.org/officeDocument/2006/relationships/image" Target="../media/image2.png"/><Relationship Id="rId2" Type="http://schemas.openxmlformats.org/officeDocument/2006/relationships/tags" Target="../tags/tag28.xml"/><Relationship Id="rId16" Type="http://schemas.openxmlformats.org/officeDocument/2006/relationships/image" Target="../media/image9.png"/><Relationship Id="rId1" Type="http://schemas.openxmlformats.org/officeDocument/2006/relationships/tags" Target="../tags/tag27.xml"/><Relationship Id="rId6" Type="http://schemas.openxmlformats.org/officeDocument/2006/relationships/image" Target="../media/image11.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6.png"/><Relationship Id="rId4" Type="http://schemas.openxmlformats.org/officeDocument/2006/relationships/tags" Target="../tags/tag30.xml"/><Relationship Id="rId9" Type="http://schemas.openxmlformats.org/officeDocument/2006/relationships/hyperlink" Target="http://www.slideshare.net/capgemini" TargetMode="External"/><Relationship Id="rId14" Type="http://schemas.openxmlformats.org/officeDocument/2006/relationships/image" Target="../media/image8.png"/></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4.xml"/><Relationship Id="rId1" Type="http://schemas.openxmlformats.org/officeDocument/2006/relationships/tags" Target="../tags/tag31.xml"/><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22.emf"/><Relationship Id="rId5" Type="http://schemas.openxmlformats.org/officeDocument/2006/relationships/oleObject" Target="../embeddings/oleObject8.bin"/><Relationship Id="rId4"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04813" y="205059"/>
            <a:ext cx="10093534" cy="716711"/>
          </a:xfrm>
        </p:spPr>
        <p:txBody>
          <a:bodyPr anchor="t"/>
          <a:lstStyle/>
          <a:p>
            <a:r>
              <a:rPr lang="fr-FR"/>
              <a:t>Modifiez le style du titre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_Dark BG">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lvl1pPr>
              <a:defRPr>
                <a:solidFill>
                  <a:schemeClr val="bg1"/>
                </a:solidFill>
              </a:defRPr>
            </a:lvl1pPr>
          </a:lstStyle>
          <a:p>
            <a:r>
              <a:rPr lang="fr-FR"/>
              <a:t>Modifiez le style du titre</a:t>
            </a:r>
            <a:endParaRPr lang="de-DE"/>
          </a:p>
        </p:txBody>
      </p:sp>
    </p:spTree>
    <p:extLst>
      <p:ext uri="{BB962C8B-B14F-4D97-AF65-F5344CB8AC3E}">
        <p14:creationId xmlns:p14="http://schemas.microsoft.com/office/powerpoint/2010/main" val="1295837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fr-FR"/>
              <a:t>Modifiez le style du titre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fr-FR"/>
              <a:t>Modifiez le style du titre</a:t>
            </a:r>
            <a:endParaRPr lang="en-GB"/>
          </a:p>
        </p:txBody>
      </p:sp>
      <p:grpSp>
        <p:nvGrpSpPr>
          <p:cNvPr id="5" name="Groupe 1">
            <a:extLst>
              <a:ext uri="{FF2B5EF4-FFF2-40B4-BE49-F238E27FC236}">
                <a16:creationId xmlns:a16="http://schemas.microsoft.com/office/drawing/2014/main" id="{58E2C826-A98B-C96E-021B-971613BE7FC4}"/>
              </a:ext>
            </a:extLst>
          </p:cNvPr>
          <p:cNvGrpSpPr>
            <a:grpSpLocks noChangeAspect="1"/>
          </p:cNvGrpSpPr>
          <p:nvPr userDrawn="1"/>
        </p:nvGrpSpPr>
        <p:grpSpPr>
          <a:xfrm>
            <a:off x="11562163" y="205059"/>
            <a:ext cx="419436" cy="388988"/>
            <a:chOff x="11501102" y="171573"/>
            <a:chExt cx="419436" cy="388988"/>
          </a:xfrm>
        </p:grpSpPr>
        <p:sp>
          <p:nvSpPr>
            <p:cNvPr id="6" name="Freeform 13">
              <a:extLst>
                <a:ext uri="{FF2B5EF4-FFF2-40B4-BE49-F238E27FC236}">
                  <a16:creationId xmlns:a16="http://schemas.microsoft.com/office/drawing/2014/main" id="{3D64761F-2517-D187-9003-9AE3A22E3775}"/>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8" name="Freeform 14">
              <a:extLst>
                <a:ext uri="{FF2B5EF4-FFF2-40B4-BE49-F238E27FC236}">
                  <a16:creationId xmlns:a16="http://schemas.microsoft.com/office/drawing/2014/main" id="{B8F1DFC6-DC24-7F3F-AFAD-9B1FBE750604}"/>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1125538"/>
            <a:ext cx="4899025" cy="332399"/>
          </a:xfrm>
        </p:spPr>
        <p:txBody>
          <a:bodyPr wrap="square" lIns="36000" rIns="36000" bIns="0" anchor="b" anchorCtr="0">
            <a:spAutoFit/>
          </a:bodyPr>
          <a:lstStyle>
            <a:lvl1pPr algn="l">
              <a:lnSpc>
                <a:spcPct val="90000"/>
              </a:lnSpc>
              <a:defRPr sz="2400" b="1" baseline="0">
                <a:solidFill>
                  <a:schemeClr val="bg1"/>
                </a:solidFill>
                <a:latin typeface="Ubuntu" panose="020B0504030602030204" pitchFamily="34" charset="0"/>
              </a:defRPr>
            </a:lvl1pPr>
          </a:lstStyle>
          <a:p>
            <a:r>
              <a:rPr lang="fr-FR"/>
              <a:t>Modifiez le style du titre</a:t>
            </a:r>
            <a:endParaRPr lang="en-GB"/>
          </a:p>
        </p:txBody>
      </p:sp>
      <p:grpSp>
        <p:nvGrpSpPr>
          <p:cNvPr id="4" name="Groupe 1">
            <a:extLst>
              <a:ext uri="{FF2B5EF4-FFF2-40B4-BE49-F238E27FC236}">
                <a16:creationId xmlns:a16="http://schemas.microsoft.com/office/drawing/2014/main" id="{AAB9B07A-99B3-6B94-C02A-41A90F9E7CD2}"/>
              </a:ext>
            </a:extLst>
          </p:cNvPr>
          <p:cNvGrpSpPr>
            <a:grpSpLocks noChangeAspect="1"/>
          </p:cNvGrpSpPr>
          <p:nvPr userDrawn="1"/>
        </p:nvGrpSpPr>
        <p:grpSpPr>
          <a:xfrm>
            <a:off x="11562163" y="205059"/>
            <a:ext cx="419436" cy="388988"/>
            <a:chOff x="11501102" y="171573"/>
            <a:chExt cx="419436" cy="388988"/>
          </a:xfrm>
        </p:grpSpPr>
        <p:sp>
          <p:nvSpPr>
            <p:cNvPr id="5" name="Freeform 13">
              <a:extLst>
                <a:ext uri="{FF2B5EF4-FFF2-40B4-BE49-F238E27FC236}">
                  <a16:creationId xmlns:a16="http://schemas.microsoft.com/office/drawing/2014/main" id="{6942D384-C016-53B9-EA61-76E72BD8D182}"/>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6" name="Freeform 14">
              <a:extLst>
                <a:ext uri="{FF2B5EF4-FFF2-40B4-BE49-F238E27FC236}">
                  <a16:creationId xmlns:a16="http://schemas.microsoft.com/office/drawing/2014/main" id="{4B43BB32-A31D-F254-750C-CA751D1D249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397270324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fr-FR"/>
              <a:t>Modifiez le style du titre</a:t>
            </a:r>
            <a:endParaRPr lang="en-GB"/>
          </a:p>
        </p:txBody>
      </p:sp>
      <p:pic>
        <p:nvPicPr>
          <p:cNvPr id="5" name="Picture 4" descr="A close-up of hands holding a tablet&#10;&#10;Description automatically generated with low confidence">
            <a:extLst>
              <a:ext uri="{FF2B5EF4-FFF2-40B4-BE49-F238E27FC236}">
                <a16:creationId xmlns:a16="http://schemas.microsoft.com/office/drawing/2014/main" id="{94C07B61-15A8-4430-88D6-2AC9308B176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330" y="0"/>
            <a:ext cx="12192000" cy="6858000"/>
          </a:xfrm>
          <a:prstGeom prst="rect">
            <a:avLst/>
          </a:prstGeom>
        </p:spPr>
      </p:pic>
      <p:sp>
        <p:nvSpPr>
          <p:cNvPr id="6" name="Graphic 13">
            <a:extLst>
              <a:ext uri="{FF2B5EF4-FFF2-40B4-BE49-F238E27FC236}">
                <a16:creationId xmlns:a16="http://schemas.microsoft.com/office/drawing/2014/main" id="{804C0F92-3596-4D0A-9F68-6DCFABB1B60E}"/>
              </a:ext>
            </a:extLst>
          </p:cNvPr>
          <p:cNvSpPr>
            <a:spLocks/>
          </p:cNvSpPr>
          <p:nvPr userDrawn="1"/>
        </p:nvSpPr>
        <p:spPr>
          <a:xfrm rot="21365793">
            <a:off x="1693022" y="1041653"/>
            <a:ext cx="8351985" cy="6323030"/>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Title Slide 3 Full Picture">
    <p:bg>
      <p:bgPr>
        <a:solidFill>
          <a:schemeClr val="accent4"/>
        </a:solidFill>
        <a:effectLst/>
      </p:bgPr>
    </p:bg>
    <p:spTree>
      <p:nvGrpSpPr>
        <p:cNvPr id="1" name=""/>
        <p:cNvGrpSpPr/>
        <p:nvPr/>
      </p:nvGrpSpPr>
      <p:grpSpPr>
        <a:xfrm>
          <a:off x="0" y="0"/>
          <a:ext cx="0" cy="0"/>
          <a:chOff x="0" y="0"/>
          <a:chExt cx="0" cy="0"/>
        </a:xfrm>
      </p:grpSpPr>
      <p:pic>
        <p:nvPicPr>
          <p:cNvPr id="7" name="Picture 6" descr="A person talking on the phone&#10;&#10;Description automatically generated with medium confidence">
            <a:extLst>
              <a:ext uri="{FF2B5EF4-FFF2-40B4-BE49-F238E27FC236}">
                <a16:creationId xmlns:a16="http://schemas.microsoft.com/office/drawing/2014/main" id="{112C18EE-2428-4ABD-8D66-7B57CAFA460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433"/>
          <a:stretch/>
        </p:blipFill>
        <p:spPr>
          <a:xfrm>
            <a:off x="0" y="0"/>
            <a:ext cx="12192000" cy="6858000"/>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fr-FR"/>
              <a:t>Modifiez le style du titre</a:t>
            </a:r>
            <a:endParaRPr lang="en-GB"/>
          </a:p>
        </p:txBody>
      </p:sp>
      <p:sp>
        <p:nvSpPr>
          <p:cNvPr id="6" name="Graphic 13">
            <a:extLst>
              <a:ext uri="{FF2B5EF4-FFF2-40B4-BE49-F238E27FC236}">
                <a16:creationId xmlns:a16="http://schemas.microsoft.com/office/drawing/2014/main" id="{804C0F92-3596-4D0A-9F68-6DCFABB1B60E}"/>
              </a:ext>
            </a:extLst>
          </p:cNvPr>
          <p:cNvSpPr>
            <a:spLocks/>
          </p:cNvSpPr>
          <p:nvPr userDrawn="1"/>
        </p:nvSpPr>
        <p:spPr>
          <a:xfrm rot="21365793">
            <a:off x="-107178" y="1041652"/>
            <a:ext cx="8351985" cy="6323030"/>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Tree>
    <p:extLst>
      <p:ext uri="{BB962C8B-B14F-4D97-AF65-F5344CB8AC3E}">
        <p14:creationId xmlns:p14="http://schemas.microsoft.com/office/powerpoint/2010/main" val="56953506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fr-FR"/>
              <a:t>Modifiez le style du titre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fr-FR"/>
              <a:t>Modifiez le style du titre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290,000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Dark blue-Gre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69F9113-EDBF-DF4F-9443-95FC0EAA5601}"/>
              </a:ext>
            </a:extLst>
          </p:cNvPr>
          <p:cNvSpPr/>
          <p:nvPr userDrawn="1"/>
        </p:nvSpPr>
        <p:spPr>
          <a:xfrm>
            <a:off x="0" y="6553200"/>
            <a:ext cx="12192000" cy="304800"/>
          </a:xfrm>
          <a:prstGeom prst="rect">
            <a:avLst/>
          </a:prstGeom>
          <a:gradFill flip="none" rotWithShape="1">
            <a:gsLst>
              <a:gs pos="0">
                <a:srgbClr val="C00000"/>
              </a:gs>
              <a:gs pos="76000">
                <a:srgbClr val="12ABDB"/>
              </a:gs>
              <a:gs pos="35000">
                <a:srgbClr val="FF4001"/>
              </a:gs>
            </a:gsLst>
            <a:lin ang="0" scaled="1"/>
            <a:tileRect/>
          </a:gradFill>
          <a:ln w="25400" cap="flat" cmpd="sng" algn="ctr">
            <a:noFill/>
            <a:prstDash val="solid"/>
          </a:ln>
          <a:effectLst/>
        </p:spPr>
        <p:txBody>
          <a:bodyPr tIns="90000" bIns="90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chemeClr val="bg1"/>
              </a:solidFill>
              <a:effectLst/>
              <a:uLnTx/>
              <a:uFillTx/>
              <a:latin typeface="Ubuntu" panose="020B0504030602030204" pitchFamily="34" charset="0"/>
              <a:ea typeface="+mn-ea"/>
              <a:cs typeface="+mn-cs"/>
            </a:endParaRPr>
          </a:p>
        </p:txBody>
      </p:sp>
      <p:sp>
        <p:nvSpPr>
          <p:cNvPr id="3" name="Retângulo 43">
            <a:extLst>
              <a:ext uri="{FF2B5EF4-FFF2-40B4-BE49-F238E27FC236}">
                <a16:creationId xmlns:a16="http://schemas.microsoft.com/office/drawing/2014/main" id="{25FC8637-25BD-4C09-AF25-56B4243DAB3D}"/>
              </a:ext>
            </a:extLst>
          </p:cNvPr>
          <p:cNvSpPr/>
          <p:nvPr userDrawn="1"/>
        </p:nvSpPr>
        <p:spPr>
          <a:xfrm>
            <a:off x="11711879" y="6555758"/>
            <a:ext cx="314509"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263525" y="279698"/>
            <a:ext cx="10305982" cy="548640"/>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pt-PT" sz="2400" kern="1200" dirty="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lvl="0">
              <a:lnSpc>
                <a:spcPts val="3000"/>
              </a:lnSpc>
            </a:pPr>
            <a:r>
              <a:rPr lang="en-US"/>
              <a:t>Click to add title</a:t>
            </a:r>
            <a:endParaRPr lang="pt-PT"/>
          </a:p>
        </p:txBody>
      </p:sp>
      <p:grpSp>
        <p:nvGrpSpPr>
          <p:cNvPr id="24" name="Group 23"/>
          <p:cNvGrpSpPr/>
          <p:nvPr userDrawn="1"/>
        </p:nvGrpSpPr>
        <p:grpSpPr>
          <a:xfrm>
            <a:off x="10705583" y="264627"/>
            <a:ext cx="1114559" cy="505839"/>
            <a:chOff x="10832583" y="264627"/>
            <a:chExt cx="1114559" cy="505839"/>
          </a:xfrm>
        </p:grpSpPr>
        <p:grpSp>
          <p:nvGrpSpPr>
            <p:cNvPr id="25" name="Group 24"/>
            <p:cNvGrpSpPr/>
            <p:nvPr userDrawn="1"/>
          </p:nvGrpSpPr>
          <p:grpSpPr>
            <a:xfrm>
              <a:off x="10832583" y="274916"/>
              <a:ext cx="593602" cy="495550"/>
              <a:chOff x="10977979" y="173945"/>
              <a:chExt cx="550567" cy="459624"/>
            </a:xfrm>
          </p:grpSpPr>
          <p:pic>
            <p:nvPicPr>
              <p:cNvPr id="27" name="Graphic 4">
                <a:extLst>
                  <a:ext uri="{FF2B5EF4-FFF2-40B4-BE49-F238E27FC236}">
                    <a16:creationId xmlns:a16="http://schemas.microsoft.com/office/drawing/2014/main" id="{84732735-EEC3-407D-88F5-F9BA1CEDF92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1836" t="-4713" b="16530"/>
              <a:stretch/>
            </p:blipFill>
            <p:spPr>
              <a:xfrm>
                <a:off x="10977979" y="173945"/>
                <a:ext cx="424356" cy="459624"/>
              </a:xfrm>
              <a:prstGeom prst="rect">
                <a:avLst/>
              </a:prstGeom>
            </p:spPr>
          </p:pic>
          <p:cxnSp>
            <p:nvCxnSpPr>
              <p:cNvPr id="28" name="Straight Connector 27">
                <a:extLst>
                  <a:ext uri="{FF2B5EF4-FFF2-40B4-BE49-F238E27FC236}">
                    <a16:creationId xmlns:a16="http://schemas.microsoft.com/office/drawing/2014/main" id="{396F0F4A-D6E6-4578-B4D2-DF80218FFC94}"/>
                  </a:ext>
                </a:extLst>
              </p:cNvPr>
              <p:cNvCxnSpPr/>
              <p:nvPr userDrawn="1"/>
            </p:nvCxnSpPr>
            <p:spPr>
              <a:xfrm>
                <a:off x="11528546" y="237616"/>
                <a:ext cx="0" cy="33228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pic>
          <p:nvPicPr>
            <p:cNvPr id="26" name="Picture 25">
              <a:extLst>
                <a:ext uri="{FF2B5EF4-FFF2-40B4-BE49-F238E27FC236}">
                  <a16:creationId xmlns:a16="http://schemas.microsoft.com/office/drawing/2014/main" id="{F61006C7-2CBC-4B43-8DE9-F1B4DD2C833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529428" y="264627"/>
              <a:ext cx="417714" cy="505839"/>
            </a:xfrm>
            <a:prstGeom prst="rect">
              <a:avLst/>
            </a:prstGeom>
            <a:effectLst/>
          </p:spPr>
        </p:pic>
      </p:grpSp>
      <p:cxnSp>
        <p:nvCxnSpPr>
          <p:cNvPr id="18" name="Conector reto 49">
            <a:extLst>
              <a:ext uri="{FF2B5EF4-FFF2-40B4-BE49-F238E27FC236}">
                <a16:creationId xmlns:a16="http://schemas.microsoft.com/office/drawing/2014/main" id="{74A32230-2EC3-4DB7-BB7E-D5FAB875FB2A}"/>
              </a:ext>
            </a:extLst>
          </p:cNvPr>
          <p:cNvCxnSpPr>
            <a:cxnSpLocks/>
          </p:cNvCxnSpPr>
          <p:nvPr userDrawn="1"/>
        </p:nvCxnSpPr>
        <p:spPr>
          <a:xfrm flipV="1">
            <a:off x="1867045" y="6606163"/>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9" name="Retângulo 43">
            <a:extLst>
              <a:ext uri="{FF2B5EF4-FFF2-40B4-BE49-F238E27FC236}">
                <a16:creationId xmlns:a16="http://schemas.microsoft.com/office/drawing/2014/main" id="{F8AABBFE-CF23-41A8-9C83-9A08610877CF}"/>
              </a:ext>
            </a:extLst>
          </p:cNvPr>
          <p:cNvSpPr/>
          <p:nvPr userDrawn="1"/>
        </p:nvSpPr>
        <p:spPr>
          <a:xfrm>
            <a:off x="1949708" y="6618162"/>
            <a:ext cx="1785745" cy="123111"/>
          </a:xfrm>
          <a:prstGeom prst="rect">
            <a:avLst/>
          </a:prstGeom>
        </p:spPr>
        <p:txBody>
          <a:bodyPr wrap="none" lIns="0" tIns="0" rIns="0" bIns="0" anchor="t" anchorCtr="0">
            <a:spAutoFit/>
          </a:bodyPr>
          <a:lstStyle/>
          <a:p>
            <a:pPr algn="l">
              <a:lnSpc>
                <a:spcPct val="100000"/>
              </a:lnSpc>
            </a:pPr>
            <a:r>
              <a:rPr lang="en-US" sz="800" dirty="0">
                <a:solidFill>
                  <a:schemeClr val="bg1"/>
                </a:solidFill>
                <a:cs typeface="Arial" panose="020B0604020202020204" pitchFamily="34" charset="0"/>
              </a:rPr>
              <a:t>© 2021 Capgemini. All rights reserved.</a:t>
            </a:r>
          </a:p>
        </p:txBody>
      </p:sp>
    </p:spTree>
    <p:extLst>
      <p:ext uri="{BB962C8B-B14F-4D97-AF65-F5344CB8AC3E}">
        <p14:creationId xmlns:p14="http://schemas.microsoft.com/office/powerpoint/2010/main" val="35519227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3" name="Slide Number Placeholder 6"/>
          <p:cNvSpPr>
            <a:spLocks noGrp="1"/>
          </p:cNvSpPr>
          <p:nvPr>
            <p:ph type="sldNum" sz="quarter" idx="10"/>
          </p:nvPr>
        </p:nvSpPr>
        <p:spPr>
          <a:xfrm>
            <a:off x="4673600" y="6370904"/>
            <a:ext cx="2844800" cy="424888"/>
          </a:xfrm>
          <a:prstGeom prst="rect">
            <a:avLst/>
          </a:prstGeom>
        </p:spPr>
        <p:txBody>
          <a:bodyPr/>
          <a:lstStyle>
            <a:lvl1pPr>
              <a:defRPr/>
            </a:lvl1pPr>
          </a:lstStyle>
          <a:p>
            <a:fld id="{3C07A251-11C3-4E4F-A1FB-BEEBAC99C136}" type="slidenum">
              <a:rPr lang="en-US"/>
              <a:pPr/>
              <a:t>‹#›</a:t>
            </a:fld>
            <a:endParaRPr lang="en-US" dirty="0"/>
          </a:p>
        </p:txBody>
      </p:sp>
      <p:sp>
        <p:nvSpPr>
          <p:cNvPr id="8" name="Title Placeholder 1"/>
          <p:cNvSpPr>
            <a:spLocks noGrp="1"/>
          </p:cNvSpPr>
          <p:nvPr>
            <p:ph type="title"/>
          </p:nvPr>
        </p:nvSpPr>
        <p:spPr bwMode="auto">
          <a:xfrm>
            <a:off x="406400" y="229584"/>
            <a:ext cx="11379200" cy="3693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cxnSp>
        <p:nvCxnSpPr>
          <p:cNvPr id="9" name="Straight Connector 8"/>
          <p:cNvCxnSpPr/>
          <p:nvPr userDrawn="1"/>
        </p:nvCxnSpPr>
        <p:spPr>
          <a:xfrm>
            <a:off x="406400" y="1066384"/>
            <a:ext cx="11379200"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Subtitle 2"/>
          <p:cNvSpPr>
            <a:spLocks noGrp="1"/>
          </p:cNvSpPr>
          <p:nvPr>
            <p:ph type="subTitle" idx="1"/>
          </p:nvPr>
        </p:nvSpPr>
        <p:spPr>
          <a:xfrm>
            <a:off x="406400" y="1055216"/>
            <a:ext cx="11379200" cy="526220"/>
          </a:xfrm>
          <a:prstGeom prst="rect">
            <a:avLst/>
          </a:prstGeom>
        </p:spPr>
        <p:txBody>
          <a:bodyPr anchor="ctr" anchorCtr="0">
            <a:normAutofit/>
          </a:bodyPr>
          <a:lstStyle>
            <a:lvl1pPr marL="0" indent="0" algn="ctr">
              <a:buNone/>
              <a:defRPr sz="1200" b="1">
                <a:solidFill>
                  <a:schemeClr val="tx1"/>
                </a:solidFill>
                <a:latin typeface="+mn-lt"/>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3305102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Slide Number Placeholder 6"/>
          <p:cNvSpPr>
            <a:spLocks noGrp="1"/>
          </p:cNvSpPr>
          <p:nvPr>
            <p:ph type="sldNum" sz="quarter" idx="10"/>
          </p:nvPr>
        </p:nvSpPr>
        <p:spPr/>
        <p:txBody>
          <a:bodyPr/>
          <a:lstStyle>
            <a:lvl1pPr>
              <a:defRPr/>
            </a:lvl1pPr>
          </a:lstStyle>
          <a:p>
            <a:fld id="{3C07A251-11C3-4E4F-A1FB-BEEBAC99C136}" type="slidenum">
              <a:rPr lang="en-US"/>
              <a:pPr/>
              <a:t>‹#›</a:t>
            </a:fld>
            <a:endParaRPr lang="en-US" dirty="0"/>
          </a:p>
        </p:txBody>
      </p:sp>
      <p:sp>
        <p:nvSpPr>
          <p:cNvPr id="8" name="Title Placeholder 1"/>
          <p:cNvSpPr>
            <a:spLocks noGrp="1"/>
          </p:cNvSpPr>
          <p:nvPr>
            <p:ph type="title"/>
          </p:nvPr>
        </p:nvSpPr>
        <p:spPr bwMode="auto">
          <a:xfrm>
            <a:off x="406400" y="229584"/>
            <a:ext cx="11379200" cy="8256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cxnSp>
        <p:nvCxnSpPr>
          <p:cNvPr id="9" name="Straight Connector 8"/>
          <p:cNvCxnSpPr/>
          <p:nvPr userDrawn="1"/>
        </p:nvCxnSpPr>
        <p:spPr>
          <a:xfrm>
            <a:off x="406400" y="1066384"/>
            <a:ext cx="11379200"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Subtitle 2"/>
          <p:cNvSpPr>
            <a:spLocks noGrp="1"/>
          </p:cNvSpPr>
          <p:nvPr>
            <p:ph type="subTitle" idx="1"/>
          </p:nvPr>
        </p:nvSpPr>
        <p:spPr>
          <a:xfrm>
            <a:off x="406400" y="1055216"/>
            <a:ext cx="11379200" cy="526220"/>
          </a:xfrm>
          <a:prstGeom prst="rect">
            <a:avLst/>
          </a:prstGeom>
        </p:spPr>
        <p:txBody>
          <a:bodyPr anchor="ctr" anchorCtr="0">
            <a:normAutofit/>
          </a:bodyPr>
          <a:lstStyle>
            <a:lvl1pPr marL="0" indent="0" algn="ctr">
              <a:buNone/>
              <a:defRPr sz="1200" b="1">
                <a:solidFill>
                  <a:schemeClr val="tx1"/>
                </a:solidFill>
                <a:latin typeface="+mn-lt"/>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26032890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37917261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856918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B3BCF-A555-0FF0-1EBA-E70F234991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5BC493-6CD8-623E-EB4C-3227A55D2F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F8DAAFC-5C72-DFF6-CACB-A089955BEDE3}"/>
              </a:ext>
            </a:extLst>
          </p:cNvPr>
          <p:cNvSpPr>
            <a:spLocks noGrp="1"/>
          </p:cNvSpPr>
          <p:nvPr>
            <p:ph type="dt" sz="half" idx="10"/>
          </p:nvPr>
        </p:nvSpPr>
        <p:spPr/>
        <p:txBody>
          <a:bodyPr/>
          <a:lstStyle/>
          <a:p>
            <a:fld id="{BCEE269E-6861-4AAA-A44A-FF5454E999D0}" type="datetimeFigureOut">
              <a:rPr lang="en-IN" smtClean="0"/>
              <a:t>13-08-2026</a:t>
            </a:fld>
            <a:endParaRPr lang="en-IN" dirty="0"/>
          </a:p>
        </p:txBody>
      </p:sp>
      <p:sp>
        <p:nvSpPr>
          <p:cNvPr id="5" name="Footer Placeholder 4">
            <a:extLst>
              <a:ext uri="{FF2B5EF4-FFF2-40B4-BE49-F238E27FC236}">
                <a16:creationId xmlns:a16="http://schemas.microsoft.com/office/drawing/2014/main" id="{05505B87-0D1B-97D0-0E94-34500CB2E85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84F8083-92B2-8E25-A4DD-5BE124BDF7D3}"/>
              </a:ext>
            </a:extLst>
          </p:cNvPr>
          <p:cNvSpPr>
            <a:spLocks noGrp="1"/>
          </p:cNvSpPr>
          <p:nvPr>
            <p:ph type="sldNum" sz="quarter" idx="12"/>
          </p:nvPr>
        </p:nvSpPr>
        <p:spPr/>
        <p:txBody>
          <a:bodyPr/>
          <a:lstStyle/>
          <a:p>
            <a:fld id="{784C8354-20C7-4E5A-A6C0-A0CF0C018D9F}" type="slidenum">
              <a:rPr lang="en-IN" smtClean="0"/>
              <a:t>‹#›</a:t>
            </a:fld>
            <a:endParaRPr lang="en-IN" dirty="0"/>
          </a:p>
        </p:txBody>
      </p:sp>
    </p:spTree>
    <p:extLst>
      <p:ext uri="{BB962C8B-B14F-4D97-AF65-F5344CB8AC3E}">
        <p14:creationId xmlns:p14="http://schemas.microsoft.com/office/powerpoint/2010/main" val="6070294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Subtitle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AD5E62-125B-401D-BACC-CA113F5CA980}"/>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321">
              <a:extLst>
                <a:ext uri="{FF2B5EF4-FFF2-40B4-BE49-F238E27FC236}">
                  <a16:creationId xmlns:a16="http://schemas.microsoft.com/office/drawing/2014/main" id="{DF832F2C-D3A7-4DE5-96EA-08ADD488B23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p:txBody>
          <a:bodyPr/>
          <a:lstStyle>
            <a:lvl1pPr algn="r">
              <a:defRPr/>
            </a:lvl1pPr>
          </a:lstStyle>
          <a:p>
            <a:pPr>
              <a:spcBef>
                <a:spcPts val="1000"/>
              </a:spcBef>
              <a:buFont typeface="Arial" panose="020B0604020202020204" pitchFamily="34" charset="0"/>
              <a:buNone/>
            </a:pPr>
            <a:endParaRPr lang="en-US" dirty="0"/>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dirty="0"/>
          </a:p>
        </p:txBody>
      </p:sp>
      <p:sp>
        <p:nvSpPr>
          <p:cNvPr id="11" name="Title Placeholder 4">
            <a:extLst>
              <a:ext uri="{FF2B5EF4-FFF2-40B4-BE49-F238E27FC236}">
                <a16:creationId xmlns:a16="http://schemas.microsoft.com/office/drawing/2014/main" id="{8CCCBC14-D599-4EA7-9BC4-E710373F2D23}"/>
              </a:ext>
            </a:extLst>
          </p:cNvPr>
          <p:cNvSpPr>
            <a:spLocks noGrp="1"/>
          </p:cNvSpPr>
          <p:nvPr>
            <p:ph type="title"/>
          </p:nvPr>
        </p:nvSpPr>
        <p:spPr>
          <a:xfrm>
            <a:off x="550863" y="6907"/>
            <a:ext cx="10873877" cy="1127300"/>
          </a:xfrm>
          <a:prstGeom prst="rect">
            <a:avLst/>
          </a:prstGeom>
        </p:spPr>
        <p:txBody>
          <a:bodyPr vert="horz" lIns="0" tIns="180000" rIns="0" bIns="0" rtlCol="0" anchor="t" anchorCtr="0">
            <a:noAutofit/>
          </a:bodyPr>
          <a:lstStyle>
            <a:lvl1pPr>
              <a:defRPr>
                <a:solidFill>
                  <a:schemeClr val="bg1"/>
                </a:solidFill>
              </a:defRPr>
            </a:lvl1pPr>
          </a:lstStyle>
          <a:p>
            <a:r>
              <a:rPr lang="en-US"/>
              <a:t>Click to edit Master title style</a:t>
            </a:r>
            <a:endParaRPr lang="de-DE"/>
          </a:p>
        </p:txBody>
      </p:sp>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p:nvPr>
        </p:nvSpPr>
        <p:spPr>
          <a:xfrm>
            <a:off x="550200" y="1125538"/>
            <a:ext cx="11090938" cy="246221"/>
          </a:xfrm>
        </p:spPr>
        <p:txBody>
          <a:bodyPr lIns="0">
            <a:noAutofit/>
          </a:bodyPr>
          <a:lstStyle>
            <a:lvl1pPr>
              <a:defRPr sz="1600" b="1">
                <a:solidFill>
                  <a:schemeClr val="bg1"/>
                </a:solidFill>
                <a:latin typeface="+mn-lt"/>
              </a:defRPr>
            </a:lvl1pPr>
          </a:lstStyle>
          <a:p>
            <a:pPr lvl="0"/>
            <a:r>
              <a:rPr lang="en-US"/>
              <a:t>Click to edit Master text styles</a:t>
            </a:r>
          </a:p>
        </p:txBody>
      </p:sp>
      <p:sp>
        <p:nvSpPr>
          <p:cNvPr id="4" name="Footer Placeholder 3">
            <a:extLst>
              <a:ext uri="{FF2B5EF4-FFF2-40B4-BE49-F238E27FC236}">
                <a16:creationId xmlns:a16="http://schemas.microsoft.com/office/drawing/2014/main" id="{413328ED-0583-4621-B5D1-697E1C3F445B}"/>
              </a:ext>
            </a:extLst>
          </p:cNvPr>
          <p:cNvSpPr>
            <a:spLocks noGrp="1"/>
          </p:cNvSpPr>
          <p:nvPr>
            <p:ph type="ftr" sz="quarter" idx="16"/>
          </p:nvPr>
        </p:nvSpPr>
        <p:spPr/>
        <p:txBody>
          <a:bodyPr/>
          <a:lstStyle/>
          <a:p>
            <a:pPr>
              <a:spcBef>
                <a:spcPts val="1000"/>
              </a:spcBef>
              <a:buFont typeface="Arial" panose="020B0604020202020204" pitchFamily="34" charset="0"/>
              <a:buNone/>
            </a:pPr>
            <a:endParaRPr lang="en-US" dirty="0"/>
          </a:p>
        </p:txBody>
      </p:sp>
      <p:sp>
        <p:nvSpPr>
          <p:cNvPr id="15" name="TextBox 14">
            <a:extLst>
              <a:ext uri="{FF2B5EF4-FFF2-40B4-BE49-F238E27FC236}">
                <a16:creationId xmlns:a16="http://schemas.microsoft.com/office/drawing/2014/main" id="{184F0420-9A84-41FB-A6AE-B98197D77AF1}"/>
              </a:ext>
            </a:extLst>
          </p:cNvPr>
          <p:cNvSpPr txBox="1"/>
          <p:nvPr userDrawn="1">
            <p:custDataLst>
              <p:tags r:id="rId1"/>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dirty="0">
                <a:solidFill>
                  <a:schemeClr val="bg1">
                    <a:lumMod val="65000"/>
                  </a:schemeClr>
                </a:solidFill>
                <a:cs typeface="Times New Roman" pitchFamily="18" charset="0"/>
              </a:rPr>
              <a:t>Company Confidential</a:t>
            </a:r>
            <a:endParaRPr lang="en-GB" sz="800" b="1" dirty="0">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28298422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16" name="bg object 16"/>
          <p:cNvSpPr/>
          <p:nvPr/>
        </p:nvSpPr>
        <p:spPr>
          <a:xfrm>
            <a:off x="6400800" y="0"/>
            <a:ext cx="5791200" cy="6858000"/>
          </a:xfrm>
          <a:custGeom>
            <a:avLst/>
            <a:gdLst/>
            <a:ahLst/>
            <a:cxnLst/>
            <a:rect l="l" t="t" r="r" b="b"/>
            <a:pathLst>
              <a:path w="5791200" h="6858000">
                <a:moveTo>
                  <a:pt x="0" y="6858000"/>
                </a:moveTo>
                <a:lnTo>
                  <a:pt x="5791200" y="6858000"/>
                </a:lnTo>
                <a:lnTo>
                  <a:pt x="5791200" y="0"/>
                </a:lnTo>
                <a:lnTo>
                  <a:pt x="0" y="0"/>
                </a:lnTo>
                <a:lnTo>
                  <a:pt x="0" y="6858000"/>
                </a:lnTo>
                <a:close/>
              </a:path>
            </a:pathLst>
          </a:custGeom>
          <a:solidFill>
            <a:srgbClr val="F1F1F1"/>
          </a:solidFill>
        </p:spPr>
        <p:txBody>
          <a:bodyPr wrap="square" lIns="0" tIns="0" rIns="0" bIns="0" rtlCol="0"/>
          <a:lstStyle/>
          <a:p>
            <a:endParaRPr dirty="0"/>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30089868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FD0FD82-575D-854E-BAE0-600D99C1961C}"/>
              </a:ext>
            </a:extLst>
          </p:cNvPr>
          <p:cNvGrpSpPr>
            <a:grpSpLocks noChangeAspect="1"/>
          </p:cNvGrpSpPr>
          <p:nvPr userDrawn="1"/>
        </p:nvGrpSpPr>
        <p:grpSpPr>
          <a:xfrm>
            <a:off x="364594" y="338877"/>
            <a:ext cx="2120903" cy="472849"/>
            <a:chOff x="728663" y="4465638"/>
            <a:chExt cx="5354637" cy="1193801"/>
          </a:xfrm>
        </p:grpSpPr>
        <p:sp>
          <p:nvSpPr>
            <p:cNvPr id="8" name="Freeform 11">
              <a:extLst>
                <a:ext uri="{FF2B5EF4-FFF2-40B4-BE49-F238E27FC236}">
                  <a16:creationId xmlns:a16="http://schemas.microsoft.com/office/drawing/2014/main" id="{CBE3248A-733C-BB4F-8089-027F80A95484}"/>
                </a:ext>
              </a:extLst>
            </p:cNvPr>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sp>
          <p:nvSpPr>
            <p:cNvPr id="9" name="Freeform 12">
              <a:extLst>
                <a:ext uri="{FF2B5EF4-FFF2-40B4-BE49-F238E27FC236}">
                  <a16:creationId xmlns:a16="http://schemas.microsoft.com/office/drawing/2014/main" id="{A2ACE16A-A9F0-ED41-B44A-BEBCD67B429D}"/>
                </a:ext>
              </a:extLst>
            </p:cNvPr>
            <p:cNvSpPr>
              <a:spLocks noEditPoints="1"/>
            </p:cNvSpPr>
            <p:nvPr userDrawn="1"/>
          </p:nvSpPr>
          <p:spPr bwMode="auto">
            <a:xfrm>
              <a:off x="728663" y="4483100"/>
              <a:ext cx="4352924" cy="1176339"/>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sp>
          <p:nvSpPr>
            <p:cNvPr id="10" name="Freeform 13">
              <a:extLst>
                <a:ext uri="{FF2B5EF4-FFF2-40B4-BE49-F238E27FC236}">
                  <a16:creationId xmlns:a16="http://schemas.microsoft.com/office/drawing/2014/main" id="{F922D843-A5E8-A546-9113-DD79B4D1F526}"/>
                </a:ext>
              </a:extLst>
            </p:cNvPr>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sp>
          <p:nvSpPr>
            <p:cNvPr id="12" name="Freeform 14">
              <a:extLst>
                <a:ext uri="{FF2B5EF4-FFF2-40B4-BE49-F238E27FC236}">
                  <a16:creationId xmlns:a16="http://schemas.microsoft.com/office/drawing/2014/main" id="{8F4C843D-2383-2843-A780-9C257E8C218F}"/>
                </a:ext>
              </a:extLst>
            </p:cNvPr>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sp>
          <p:nvSpPr>
            <p:cNvPr id="13" name="Freeform 15">
              <a:extLst>
                <a:ext uri="{FF2B5EF4-FFF2-40B4-BE49-F238E27FC236}">
                  <a16:creationId xmlns:a16="http://schemas.microsoft.com/office/drawing/2014/main" id="{7835AA38-1F5D-054B-9959-E9281B7E72CD}"/>
                </a:ext>
              </a:extLst>
            </p:cNvPr>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grpSp>
      <p:pic>
        <p:nvPicPr>
          <p:cNvPr id="15" name="Picture 14" descr="A close up of a logo&#10;&#10;Description automatically generated">
            <a:extLst>
              <a:ext uri="{FF2B5EF4-FFF2-40B4-BE49-F238E27FC236}">
                <a16:creationId xmlns:a16="http://schemas.microsoft.com/office/drawing/2014/main" id="{7CB7AF77-9D05-B84A-B78A-41567AEFE92A}"/>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l="43253"/>
          <a:stretch/>
        </p:blipFill>
        <p:spPr>
          <a:xfrm>
            <a:off x="5281640" y="0"/>
            <a:ext cx="6918555" cy="6858000"/>
          </a:xfrm>
          <a:prstGeom prst="rect">
            <a:avLst/>
          </a:prstGeom>
        </p:spPr>
      </p:pic>
      <p:pic>
        <p:nvPicPr>
          <p:cNvPr id="17" name="Picture 16">
            <a:extLst>
              <a:ext uri="{FF2B5EF4-FFF2-40B4-BE49-F238E27FC236}">
                <a16:creationId xmlns:a16="http://schemas.microsoft.com/office/drawing/2014/main" id="{4B6513AF-2B09-B442-AEA8-AC6FB9D45EF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55361" y="2879058"/>
            <a:ext cx="3904905" cy="1480085"/>
          </a:xfrm>
          <a:prstGeom prst="rect">
            <a:avLst/>
          </a:prstGeom>
        </p:spPr>
      </p:pic>
      <p:pic>
        <p:nvPicPr>
          <p:cNvPr id="4" name="Picture 3" descr="A picture containing object&#10;&#10;Description automatically generated">
            <a:extLst>
              <a:ext uri="{FF2B5EF4-FFF2-40B4-BE49-F238E27FC236}">
                <a16:creationId xmlns:a16="http://schemas.microsoft.com/office/drawing/2014/main" id="{11FB3446-9FC5-394D-8AE9-9234E09F1A5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55360" y="6094823"/>
            <a:ext cx="2616200" cy="304800"/>
          </a:xfrm>
          <a:prstGeom prst="rect">
            <a:avLst/>
          </a:prstGeom>
        </p:spPr>
      </p:pic>
    </p:spTree>
    <p:extLst>
      <p:ext uri="{BB962C8B-B14F-4D97-AF65-F5344CB8AC3E}">
        <p14:creationId xmlns:p14="http://schemas.microsoft.com/office/powerpoint/2010/main" val="28343571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Blue">
    <p:bg>
      <p:bgPr>
        <a:solidFill>
          <a:schemeClr val="accent1"/>
        </a:solidFill>
        <a:effectLst/>
      </p:bgPr>
    </p:bg>
    <p:spTree>
      <p:nvGrpSpPr>
        <p:cNvPr id="1" name=""/>
        <p:cNvGrpSpPr/>
        <p:nvPr/>
      </p:nvGrpSpPr>
      <p:grpSpPr>
        <a:xfrm>
          <a:off x="0" y="0"/>
          <a:ext cx="0" cy="0"/>
          <a:chOff x="0" y="0"/>
          <a:chExt cx="0" cy="0"/>
        </a:xfrm>
      </p:grpSpPr>
      <p:pic>
        <p:nvPicPr>
          <p:cNvPr id="4" name="Picture 3" descr="DIVIDER NEURAL LENS 338.5mm x 190.5mm 1 V1 White.png"/>
          <p:cNvPicPr>
            <a:picLocks noChangeAspect="1"/>
          </p:cNvPicPr>
          <p:nvPr userDrawn="1"/>
        </p:nvPicPr>
        <p:blipFill>
          <a:blip r:embed="rId2">
            <a:alphaModFix amt="50000"/>
            <a:extLst>
              <a:ext uri="{28A0092B-C50C-407E-A947-70E740481C1C}">
                <a14:useLocalDpi xmlns:a14="http://schemas.microsoft.com/office/drawing/2010/main"/>
              </a:ext>
            </a:extLst>
          </a:blip>
          <a:stretch>
            <a:fillRect/>
          </a:stretch>
        </p:blipFill>
        <p:spPr>
          <a:xfrm flipH="1" flipV="1">
            <a:off x="0" y="0"/>
            <a:ext cx="12192000" cy="6858000"/>
          </a:xfrm>
          <a:prstGeom prst="rect">
            <a:avLst/>
          </a:prstGeom>
        </p:spPr>
      </p:pic>
      <p:pic>
        <p:nvPicPr>
          <p:cNvPr id="5" name="Picture 4">
            <a:extLst>
              <a:ext uri="{FF2B5EF4-FFF2-40B4-BE49-F238E27FC236}">
                <a16:creationId xmlns:a16="http://schemas.microsoft.com/office/drawing/2014/main" id="{B7168108-5B0E-4149-BBCF-3D77971B888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35433" y="338875"/>
            <a:ext cx="375491" cy="345600"/>
          </a:xfrm>
          <a:prstGeom prst="rect">
            <a:avLst/>
          </a:prstGeom>
        </p:spPr>
      </p:pic>
    </p:spTree>
    <p:extLst>
      <p:ext uri="{BB962C8B-B14F-4D97-AF65-F5344CB8AC3E}">
        <p14:creationId xmlns:p14="http://schemas.microsoft.com/office/powerpoint/2010/main" val="720701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Divider Blue">
    <p:bg>
      <p:bgPr>
        <a:solidFill>
          <a:schemeClr val="accent1">
            <a:alpha val="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168108-5B0E-4149-BBCF-3D77971B88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5433" y="338875"/>
            <a:ext cx="375491" cy="345600"/>
          </a:xfrm>
          <a:prstGeom prst="rect">
            <a:avLst/>
          </a:prstGeom>
        </p:spPr>
      </p:pic>
      <p:grpSp>
        <p:nvGrpSpPr>
          <p:cNvPr id="6" name="Group 5"/>
          <p:cNvGrpSpPr/>
          <p:nvPr userDrawn="1"/>
        </p:nvGrpSpPr>
        <p:grpSpPr>
          <a:xfrm>
            <a:off x="-1132840" y="-752460"/>
            <a:ext cx="7398344" cy="8325875"/>
            <a:chOff x="-1152315" y="-746997"/>
            <a:chExt cx="7398344" cy="8325874"/>
          </a:xfrm>
          <a:solidFill>
            <a:srgbClr val="80B8D6"/>
          </a:solidFill>
        </p:grpSpPr>
        <p:sp>
          <p:nvSpPr>
            <p:cNvPr id="7" name="Oval 10"/>
            <p:cNvSpPr>
              <a:spLocks noChangeArrowheads="1"/>
            </p:cNvSpPr>
            <p:nvPr/>
          </p:nvSpPr>
          <p:spPr bwMode="auto">
            <a:xfrm rot="1841733">
              <a:off x="5189635" y="800233"/>
              <a:ext cx="504212" cy="50421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8" name="Freeform 7"/>
            <p:cNvSpPr>
              <a:spLocks/>
            </p:cNvSpPr>
            <p:nvPr/>
          </p:nvSpPr>
          <p:spPr bwMode="auto">
            <a:xfrm rot="1841733">
              <a:off x="2034991" y="1308548"/>
              <a:ext cx="4049857" cy="6270329"/>
            </a:xfrm>
            <a:custGeom>
              <a:avLst/>
              <a:gdLst>
                <a:gd name="connsiteX0" fmla="*/ 2125812 w 4049857"/>
                <a:gd name="connsiteY0" fmla="*/ 5714925 h 6270329"/>
                <a:gd name="connsiteX1" fmla="*/ 2291919 w 4049857"/>
                <a:gd name="connsiteY1" fmla="*/ 5664297 h 6270329"/>
                <a:gd name="connsiteX2" fmla="*/ 2492889 w 4049857"/>
                <a:gd name="connsiteY2" fmla="*/ 5664297 h 6270329"/>
                <a:gd name="connsiteX3" fmla="*/ 2494112 w 4049857"/>
                <a:gd name="connsiteY3" fmla="*/ 5664297 h 6270329"/>
                <a:gd name="connsiteX4" fmla="*/ 1992136 w 4049857"/>
                <a:gd name="connsiteY4" fmla="*/ 5962296 h 6270329"/>
                <a:gd name="connsiteX5" fmla="*/ 1998176 w 4049857"/>
                <a:gd name="connsiteY5" fmla="*/ 5903185 h 6270329"/>
                <a:gd name="connsiteX6" fmla="*/ 2125812 w 4049857"/>
                <a:gd name="connsiteY6" fmla="*/ 5714925 h 6270329"/>
                <a:gd name="connsiteX7" fmla="*/ 137245 w 4049857"/>
                <a:gd name="connsiteY7" fmla="*/ 48096 h 6270329"/>
                <a:gd name="connsiteX8" fmla="*/ 305989 w 4049857"/>
                <a:gd name="connsiteY8" fmla="*/ 0 h 6270329"/>
                <a:gd name="connsiteX9" fmla="*/ 1235957 w 4049857"/>
                <a:gd name="connsiteY9" fmla="*/ 0 h 6270329"/>
                <a:gd name="connsiteX10" fmla="*/ 1535946 w 4049857"/>
                <a:gd name="connsiteY10" fmla="*/ 300016 h 6270329"/>
                <a:gd name="connsiteX11" fmla="*/ 1451949 w 4049857"/>
                <a:gd name="connsiteY11" fmla="*/ 516027 h 6270329"/>
                <a:gd name="connsiteX12" fmla="*/ 1235956 w 4049857"/>
                <a:gd name="connsiteY12" fmla="*/ 600032 h 6270329"/>
                <a:gd name="connsiteX13" fmla="*/ 971966 w 4049857"/>
                <a:gd name="connsiteY13" fmla="*/ 864045 h 6270329"/>
                <a:gd name="connsiteX14" fmla="*/ 1235956 w 4049857"/>
                <a:gd name="connsiteY14" fmla="*/ 1134060 h 6270329"/>
                <a:gd name="connsiteX15" fmla="*/ 1973930 w 4049857"/>
                <a:gd name="connsiteY15" fmla="*/ 1134059 h 6270329"/>
                <a:gd name="connsiteX16" fmla="*/ 2273920 w 4049857"/>
                <a:gd name="connsiteY16" fmla="*/ 1386073 h 6270329"/>
                <a:gd name="connsiteX17" fmla="*/ 2639907 w 4049857"/>
                <a:gd name="connsiteY17" fmla="*/ 1386073 h 6270329"/>
                <a:gd name="connsiteX18" fmla="*/ 2933897 w 4049857"/>
                <a:gd name="connsiteY18" fmla="*/ 1134060 h 6270329"/>
                <a:gd name="connsiteX19" fmla="*/ 3371881 w 4049857"/>
                <a:gd name="connsiteY19" fmla="*/ 1134059 h 6270329"/>
                <a:gd name="connsiteX20" fmla="*/ 3389881 w 4049857"/>
                <a:gd name="connsiteY20" fmla="*/ 1134059 h 6270329"/>
                <a:gd name="connsiteX21" fmla="*/ 3671871 w 4049857"/>
                <a:gd name="connsiteY21" fmla="*/ 1434075 h 6270329"/>
                <a:gd name="connsiteX22" fmla="*/ 3389880 w 4049857"/>
                <a:gd name="connsiteY22" fmla="*/ 1734091 h 6270329"/>
                <a:gd name="connsiteX23" fmla="*/ 2933897 w 4049857"/>
                <a:gd name="connsiteY23" fmla="*/ 1734091 h 6270329"/>
                <a:gd name="connsiteX24" fmla="*/ 2639907 w 4049857"/>
                <a:gd name="connsiteY24" fmla="*/ 1482078 h 6270329"/>
                <a:gd name="connsiteX25" fmla="*/ 2273920 w 4049857"/>
                <a:gd name="connsiteY25" fmla="*/ 1482078 h 6270329"/>
                <a:gd name="connsiteX26" fmla="*/ 2189923 w 4049857"/>
                <a:gd name="connsiteY26" fmla="*/ 1644086 h 6270329"/>
                <a:gd name="connsiteX27" fmla="*/ 1973930 w 4049857"/>
                <a:gd name="connsiteY27" fmla="*/ 1734091 h 6270329"/>
                <a:gd name="connsiteX28" fmla="*/ 1853934 w 4049857"/>
                <a:gd name="connsiteY28" fmla="*/ 1734091 h 6270329"/>
                <a:gd name="connsiteX29" fmla="*/ 1589944 w 4049857"/>
                <a:gd name="connsiteY29" fmla="*/ 1998105 h 6270329"/>
                <a:gd name="connsiteX30" fmla="*/ 1853934 w 4049857"/>
                <a:gd name="connsiteY30" fmla="*/ 2262119 h 6270329"/>
                <a:gd name="connsiteX31" fmla="*/ 2591909 w 4049857"/>
                <a:gd name="connsiteY31" fmla="*/ 2262119 h 6270329"/>
                <a:gd name="connsiteX32" fmla="*/ 2891898 w 4049857"/>
                <a:gd name="connsiteY32" fmla="*/ 2520132 h 6270329"/>
                <a:gd name="connsiteX33" fmla="*/ 3269885 w 4049857"/>
                <a:gd name="connsiteY33" fmla="*/ 2520132 h 6270329"/>
                <a:gd name="connsiteX34" fmla="*/ 3269885 w 4049857"/>
                <a:gd name="connsiteY34" fmla="*/ 2616137 h 6270329"/>
                <a:gd name="connsiteX35" fmla="*/ 2891898 w 4049857"/>
                <a:gd name="connsiteY35" fmla="*/ 2616138 h 6270329"/>
                <a:gd name="connsiteX36" fmla="*/ 2807901 w 4049857"/>
                <a:gd name="connsiteY36" fmla="*/ 2778146 h 6270329"/>
                <a:gd name="connsiteX37" fmla="*/ 2591909 w 4049857"/>
                <a:gd name="connsiteY37" fmla="*/ 2868150 h 6270329"/>
                <a:gd name="connsiteX38" fmla="*/ 1361952 w 4049857"/>
                <a:gd name="connsiteY38" fmla="*/ 2868151 h 6270329"/>
                <a:gd name="connsiteX39" fmla="*/ 1097961 w 4049857"/>
                <a:gd name="connsiteY39" fmla="*/ 3132164 h 6270329"/>
                <a:gd name="connsiteX40" fmla="*/ 1361952 w 4049857"/>
                <a:gd name="connsiteY40" fmla="*/ 3396178 h 6270329"/>
                <a:gd name="connsiteX41" fmla="*/ 2435914 w 4049857"/>
                <a:gd name="connsiteY41" fmla="*/ 3396178 h 6270329"/>
                <a:gd name="connsiteX42" fmla="*/ 2729904 w 4049857"/>
                <a:gd name="connsiteY42" fmla="*/ 3648191 h 6270329"/>
                <a:gd name="connsiteX43" fmla="*/ 3113890 w 4049857"/>
                <a:gd name="connsiteY43" fmla="*/ 3648192 h 6270329"/>
                <a:gd name="connsiteX44" fmla="*/ 3413880 w 4049857"/>
                <a:gd name="connsiteY44" fmla="*/ 3396178 h 6270329"/>
                <a:gd name="connsiteX45" fmla="*/ 3749868 w 4049857"/>
                <a:gd name="connsiteY45" fmla="*/ 3396178 h 6270329"/>
                <a:gd name="connsiteX46" fmla="*/ 4049857 w 4049857"/>
                <a:gd name="connsiteY46" fmla="*/ 3702194 h 6270329"/>
                <a:gd name="connsiteX47" fmla="*/ 3749868 w 4049857"/>
                <a:gd name="connsiteY47" fmla="*/ 4002210 h 6270329"/>
                <a:gd name="connsiteX48" fmla="*/ 3413880 w 4049857"/>
                <a:gd name="connsiteY48" fmla="*/ 4002210 h 6270329"/>
                <a:gd name="connsiteX49" fmla="*/ 3113890 w 4049857"/>
                <a:gd name="connsiteY49" fmla="*/ 3750197 h 6270329"/>
                <a:gd name="connsiteX50" fmla="*/ 2729904 w 4049857"/>
                <a:gd name="connsiteY50" fmla="*/ 3750197 h 6270329"/>
                <a:gd name="connsiteX51" fmla="*/ 2645906 w 4049857"/>
                <a:gd name="connsiteY51" fmla="*/ 3912205 h 6270329"/>
                <a:gd name="connsiteX52" fmla="*/ 2435914 w 4049857"/>
                <a:gd name="connsiteY52" fmla="*/ 4002210 h 6270329"/>
                <a:gd name="connsiteX53" fmla="*/ 1703940 w 4049857"/>
                <a:gd name="connsiteY53" fmla="*/ 4002210 h 6270329"/>
                <a:gd name="connsiteX54" fmla="*/ 1439949 w 4049857"/>
                <a:gd name="connsiteY54" fmla="*/ 4266224 h 6270329"/>
                <a:gd name="connsiteX55" fmla="*/ 1703940 w 4049857"/>
                <a:gd name="connsiteY55" fmla="*/ 4530238 h 6270329"/>
                <a:gd name="connsiteX56" fmla="*/ 2093926 w 4049857"/>
                <a:gd name="connsiteY56" fmla="*/ 4530238 h 6270329"/>
                <a:gd name="connsiteX57" fmla="*/ 2393916 w 4049857"/>
                <a:gd name="connsiteY57" fmla="*/ 4782251 h 6270329"/>
                <a:gd name="connsiteX58" fmla="*/ 2771902 w 4049857"/>
                <a:gd name="connsiteY58" fmla="*/ 4782251 h 6270329"/>
                <a:gd name="connsiteX59" fmla="*/ 3071892 w 4049857"/>
                <a:gd name="connsiteY59" fmla="*/ 4530238 h 6270329"/>
                <a:gd name="connsiteX60" fmla="*/ 3407880 w 4049857"/>
                <a:gd name="connsiteY60" fmla="*/ 4530238 h 6270329"/>
                <a:gd name="connsiteX61" fmla="*/ 3443878 w 4049857"/>
                <a:gd name="connsiteY61" fmla="*/ 4530238 h 6270329"/>
                <a:gd name="connsiteX62" fmla="*/ 3713869 w 4049857"/>
                <a:gd name="connsiteY62" fmla="*/ 4830254 h 6270329"/>
                <a:gd name="connsiteX63" fmla="*/ 3692776 w 4049857"/>
                <a:gd name="connsiteY63" fmla="*/ 4940416 h 6270329"/>
                <a:gd name="connsiteX64" fmla="*/ 3680422 w 4049857"/>
                <a:gd name="connsiteY64" fmla="*/ 4960042 h 6270329"/>
                <a:gd name="connsiteX65" fmla="*/ 3392275 w 4049857"/>
                <a:gd name="connsiteY65" fmla="*/ 5131102 h 6270329"/>
                <a:gd name="connsiteX66" fmla="*/ 3353062 w 4049857"/>
                <a:gd name="connsiteY66" fmla="*/ 5131734 h 6270329"/>
                <a:gd name="connsiteX67" fmla="*/ 3071892 w 4049857"/>
                <a:gd name="connsiteY67" fmla="*/ 5136270 h 6270329"/>
                <a:gd name="connsiteX68" fmla="*/ 2771902 w 4049857"/>
                <a:gd name="connsiteY68" fmla="*/ 4884257 h 6270329"/>
                <a:gd name="connsiteX69" fmla="*/ 2393916 w 4049857"/>
                <a:gd name="connsiteY69" fmla="*/ 4884257 h 6270329"/>
                <a:gd name="connsiteX70" fmla="*/ 2309919 w 4049857"/>
                <a:gd name="connsiteY70" fmla="*/ 5046265 h 6270329"/>
                <a:gd name="connsiteX71" fmla="*/ 2093926 w 4049857"/>
                <a:gd name="connsiteY71" fmla="*/ 5136270 h 6270329"/>
                <a:gd name="connsiteX72" fmla="*/ 1187958 w 4049857"/>
                <a:gd name="connsiteY72" fmla="*/ 5136270 h 6270329"/>
                <a:gd name="connsiteX73" fmla="*/ 923967 w 4049857"/>
                <a:gd name="connsiteY73" fmla="*/ 5400284 h 6270329"/>
                <a:gd name="connsiteX74" fmla="*/ 1187958 w 4049857"/>
                <a:gd name="connsiteY74" fmla="*/ 5664297 h 6270329"/>
                <a:gd name="connsiteX75" fmla="*/ 1313954 w 4049857"/>
                <a:gd name="connsiteY75" fmla="*/ 5664297 h 6270329"/>
                <a:gd name="connsiteX76" fmla="*/ 1613943 w 4049857"/>
                <a:gd name="connsiteY76" fmla="*/ 5916311 h 6270329"/>
                <a:gd name="connsiteX77" fmla="*/ 1991930 w 4049857"/>
                <a:gd name="connsiteY77" fmla="*/ 5916311 h 6270329"/>
                <a:gd name="connsiteX78" fmla="*/ 1991930 w 4049857"/>
                <a:gd name="connsiteY78" fmla="*/ 5936562 h 6270329"/>
                <a:gd name="connsiteX79" fmla="*/ 1991930 w 4049857"/>
                <a:gd name="connsiteY79" fmla="*/ 5962418 h 6270329"/>
                <a:gd name="connsiteX80" fmla="*/ 1907878 w 4049857"/>
                <a:gd name="connsiteY80" fmla="*/ 6012316 h 6270329"/>
                <a:gd name="connsiteX81" fmla="*/ 1899648 w 4049857"/>
                <a:gd name="connsiteY81" fmla="*/ 6012316 h 6270329"/>
                <a:gd name="connsiteX82" fmla="*/ 1613943 w 4049857"/>
                <a:gd name="connsiteY82" fmla="*/ 6012316 h 6270329"/>
                <a:gd name="connsiteX83" fmla="*/ 1529946 w 4049857"/>
                <a:gd name="connsiteY83" fmla="*/ 6180325 h 6270329"/>
                <a:gd name="connsiteX84" fmla="*/ 1313954 w 4049857"/>
                <a:gd name="connsiteY84" fmla="*/ 6270329 h 6270329"/>
                <a:gd name="connsiteX85" fmla="*/ 305989 w 4049857"/>
                <a:gd name="connsiteY85" fmla="*/ 6270329 h 6270329"/>
                <a:gd name="connsiteX86" fmla="*/ 0 w 4049857"/>
                <a:gd name="connsiteY86" fmla="*/ 5964313 h 6270329"/>
                <a:gd name="connsiteX87" fmla="*/ 89997 w 4049857"/>
                <a:gd name="connsiteY87" fmla="*/ 5754302 h 6270329"/>
                <a:gd name="connsiteX88" fmla="*/ 305989 w 4049857"/>
                <a:gd name="connsiteY88" fmla="*/ 5664297 h 6270329"/>
                <a:gd name="connsiteX89" fmla="*/ 395986 w 4049857"/>
                <a:gd name="connsiteY89" fmla="*/ 5664297 h 6270329"/>
                <a:gd name="connsiteX90" fmla="*/ 581980 w 4049857"/>
                <a:gd name="connsiteY90" fmla="*/ 5586293 h 6270329"/>
                <a:gd name="connsiteX91" fmla="*/ 659977 w 4049857"/>
                <a:gd name="connsiteY91" fmla="*/ 5400284 h 6270329"/>
                <a:gd name="connsiteX92" fmla="*/ 395986 w 4049857"/>
                <a:gd name="connsiteY92" fmla="*/ 5136270 h 6270329"/>
                <a:gd name="connsiteX93" fmla="*/ 305989 w 4049857"/>
                <a:gd name="connsiteY93" fmla="*/ 5136270 h 6270329"/>
                <a:gd name="connsiteX94" fmla="*/ 0 w 4049857"/>
                <a:gd name="connsiteY94" fmla="*/ 4830254 h 6270329"/>
                <a:gd name="connsiteX95" fmla="*/ 89997 w 4049857"/>
                <a:gd name="connsiteY95" fmla="*/ 4620243 h 6270329"/>
                <a:gd name="connsiteX96" fmla="*/ 305989 w 4049857"/>
                <a:gd name="connsiteY96" fmla="*/ 4530238 h 6270329"/>
                <a:gd name="connsiteX97" fmla="*/ 911968 w 4049857"/>
                <a:gd name="connsiteY97" fmla="*/ 4530238 h 6270329"/>
                <a:gd name="connsiteX98" fmla="*/ 1097961 w 4049857"/>
                <a:gd name="connsiteY98" fmla="*/ 4452234 h 6270329"/>
                <a:gd name="connsiteX99" fmla="*/ 1175959 w 4049857"/>
                <a:gd name="connsiteY99" fmla="*/ 4266224 h 6270329"/>
                <a:gd name="connsiteX100" fmla="*/ 911968 w 4049857"/>
                <a:gd name="connsiteY100" fmla="*/ 4002210 h 6270329"/>
                <a:gd name="connsiteX101" fmla="*/ 305989 w 4049857"/>
                <a:gd name="connsiteY101" fmla="*/ 4002210 h 6270329"/>
                <a:gd name="connsiteX102" fmla="*/ 0 w 4049857"/>
                <a:gd name="connsiteY102" fmla="*/ 3702194 h 6270329"/>
                <a:gd name="connsiteX103" fmla="*/ 89997 w 4049857"/>
                <a:gd name="connsiteY103" fmla="*/ 3486183 h 6270329"/>
                <a:gd name="connsiteX104" fmla="*/ 305989 w 4049857"/>
                <a:gd name="connsiteY104" fmla="*/ 3396178 h 6270329"/>
                <a:gd name="connsiteX105" fmla="*/ 539981 w 4049857"/>
                <a:gd name="connsiteY105" fmla="*/ 3396179 h 6270329"/>
                <a:gd name="connsiteX106" fmla="*/ 731974 w 4049857"/>
                <a:gd name="connsiteY106" fmla="*/ 3318174 h 6270329"/>
                <a:gd name="connsiteX107" fmla="*/ 809971 w 4049857"/>
                <a:gd name="connsiteY107" fmla="*/ 3132164 h 6270329"/>
                <a:gd name="connsiteX108" fmla="*/ 539981 w 4049857"/>
                <a:gd name="connsiteY108" fmla="*/ 2868151 h 6270329"/>
                <a:gd name="connsiteX109" fmla="*/ 305989 w 4049857"/>
                <a:gd name="connsiteY109" fmla="*/ 2868151 h 6270329"/>
                <a:gd name="connsiteX110" fmla="*/ 0 w 4049857"/>
                <a:gd name="connsiteY110" fmla="*/ 2568135 h 6270329"/>
                <a:gd name="connsiteX111" fmla="*/ 89997 w 4049857"/>
                <a:gd name="connsiteY111" fmla="*/ 2352124 h 6270329"/>
                <a:gd name="connsiteX112" fmla="*/ 305989 w 4049857"/>
                <a:gd name="connsiteY112" fmla="*/ 2262119 h 6270329"/>
                <a:gd name="connsiteX113" fmla="*/ 1037963 w 4049857"/>
                <a:gd name="connsiteY113" fmla="*/ 2262119 h 6270329"/>
                <a:gd name="connsiteX114" fmla="*/ 1223957 w 4049857"/>
                <a:gd name="connsiteY114" fmla="*/ 2184115 h 6270329"/>
                <a:gd name="connsiteX115" fmla="*/ 1301954 w 4049857"/>
                <a:gd name="connsiteY115" fmla="*/ 1998105 h 6270329"/>
                <a:gd name="connsiteX116" fmla="*/ 1037963 w 4049857"/>
                <a:gd name="connsiteY116" fmla="*/ 1734091 h 6270329"/>
                <a:gd name="connsiteX117" fmla="*/ 305989 w 4049857"/>
                <a:gd name="connsiteY117" fmla="*/ 1734091 h 6270329"/>
                <a:gd name="connsiteX118" fmla="*/ 0 w 4049857"/>
                <a:gd name="connsiteY118" fmla="*/ 1434075 h 6270329"/>
                <a:gd name="connsiteX119" fmla="*/ 89997 w 4049857"/>
                <a:gd name="connsiteY119" fmla="*/ 1218064 h 6270329"/>
                <a:gd name="connsiteX120" fmla="*/ 305989 w 4049857"/>
                <a:gd name="connsiteY120" fmla="*/ 1134060 h 6270329"/>
                <a:gd name="connsiteX121" fmla="*/ 371987 w 4049857"/>
                <a:gd name="connsiteY121" fmla="*/ 1134060 h 6270329"/>
                <a:gd name="connsiteX122" fmla="*/ 557980 w 4049857"/>
                <a:gd name="connsiteY122" fmla="*/ 1056056 h 6270329"/>
                <a:gd name="connsiteX123" fmla="*/ 635978 w 4049857"/>
                <a:gd name="connsiteY123" fmla="*/ 864045 h 6270329"/>
                <a:gd name="connsiteX124" fmla="*/ 371987 w 4049857"/>
                <a:gd name="connsiteY124" fmla="*/ 600032 h 6270329"/>
                <a:gd name="connsiteX125" fmla="*/ 305989 w 4049857"/>
                <a:gd name="connsiteY125" fmla="*/ 600032 h 6270329"/>
                <a:gd name="connsiteX126" fmla="*/ 0 w 4049857"/>
                <a:gd name="connsiteY126" fmla="*/ 300016 h 6270329"/>
                <a:gd name="connsiteX127" fmla="*/ 89997 w 4049857"/>
                <a:gd name="connsiteY127" fmla="*/ 84004 h 6270329"/>
                <a:gd name="connsiteX128" fmla="*/ 137245 w 4049857"/>
                <a:gd name="connsiteY128" fmla="*/ 48096 h 627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049857" h="6270329">
                  <a:moveTo>
                    <a:pt x="2125812" y="5714925"/>
                  </a:moveTo>
                  <a:cubicBezTo>
                    <a:pt x="2173798" y="5682861"/>
                    <a:pt x="2231171" y="5664297"/>
                    <a:pt x="2291919" y="5664297"/>
                  </a:cubicBezTo>
                  <a:cubicBezTo>
                    <a:pt x="2291919" y="5664297"/>
                    <a:pt x="2291919" y="5664297"/>
                    <a:pt x="2492889" y="5664297"/>
                  </a:cubicBezTo>
                  <a:lnTo>
                    <a:pt x="2494112" y="5664297"/>
                  </a:lnTo>
                  <a:lnTo>
                    <a:pt x="1992136" y="5962296"/>
                  </a:lnTo>
                  <a:lnTo>
                    <a:pt x="1998176" y="5903185"/>
                  </a:lnTo>
                  <a:cubicBezTo>
                    <a:pt x="2014534" y="5824431"/>
                    <a:pt x="2061830" y="5757677"/>
                    <a:pt x="2125812" y="5714925"/>
                  </a:cubicBezTo>
                  <a:close/>
                  <a:moveTo>
                    <a:pt x="137245" y="48096"/>
                  </a:moveTo>
                  <a:cubicBezTo>
                    <a:pt x="186744" y="16876"/>
                    <a:pt x="242992" y="0"/>
                    <a:pt x="305989" y="0"/>
                  </a:cubicBezTo>
                  <a:cubicBezTo>
                    <a:pt x="305989" y="0"/>
                    <a:pt x="305989" y="0"/>
                    <a:pt x="1235957" y="0"/>
                  </a:cubicBezTo>
                  <a:cubicBezTo>
                    <a:pt x="1403950" y="0"/>
                    <a:pt x="1535946" y="132007"/>
                    <a:pt x="1535946" y="300016"/>
                  </a:cubicBezTo>
                  <a:cubicBezTo>
                    <a:pt x="1535946" y="378020"/>
                    <a:pt x="1505947" y="456024"/>
                    <a:pt x="1451949" y="516027"/>
                  </a:cubicBezTo>
                  <a:cubicBezTo>
                    <a:pt x="1391951" y="570030"/>
                    <a:pt x="1313954" y="600032"/>
                    <a:pt x="1235956" y="600032"/>
                  </a:cubicBezTo>
                  <a:cubicBezTo>
                    <a:pt x="1091962" y="606032"/>
                    <a:pt x="971966" y="720038"/>
                    <a:pt x="971966" y="864045"/>
                  </a:cubicBezTo>
                  <a:cubicBezTo>
                    <a:pt x="971966" y="1014053"/>
                    <a:pt x="1091962" y="1134060"/>
                    <a:pt x="1235956" y="1134060"/>
                  </a:cubicBezTo>
                  <a:cubicBezTo>
                    <a:pt x="1235956" y="1134060"/>
                    <a:pt x="1235956" y="1134060"/>
                    <a:pt x="1973930" y="1134059"/>
                  </a:cubicBezTo>
                  <a:cubicBezTo>
                    <a:pt x="2123925" y="1134060"/>
                    <a:pt x="2249921" y="1242065"/>
                    <a:pt x="2273920" y="1386073"/>
                  </a:cubicBezTo>
                  <a:cubicBezTo>
                    <a:pt x="2273920" y="1386073"/>
                    <a:pt x="2273920" y="1386073"/>
                    <a:pt x="2639907" y="1386073"/>
                  </a:cubicBezTo>
                  <a:cubicBezTo>
                    <a:pt x="2663906" y="1242065"/>
                    <a:pt x="2783902" y="1134060"/>
                    <a:pt x="2933897" y="1134060"/>
                  </a:cubicBezTo>
                  <a:cubicBezTo>
                    <a:pt x="2933897" y="1134060"/>
                    <a:pt x="2933897" y="1134060"/>
                    <a:pt x="3371881" y="1134059"/>
                  </a:cubicBezTo>
                  <a:cubicBezTo>
                    <a:pt x="3371881" y="1134059"/>
                    <a:pt x="3371881" y="1134059"/>
                    <a:pt x="3389881" y="1134059"/>
                  </a:cubicBezTo>
                  <a:cubicBezTo>
                    <a:pt x="3545875" y="1140060"/>
                    <a:pt x="3671871" y="1272067"/>
                    <a:pt x="3671871" y="1434075"/>
                  </a:cubicBezTo>
                  <a:cubicBezTo>
                    <a:pt x="3671871" y="1590084"/>
                    <a:pt x="3545875" y="1722090"/>
                    <a:pt x="3389880" y="1734091"/>
                  </a:cubicBezTo>
                  <a:cubicBezTo>
                    <a:pt x="3389880" y="1734091"/>
                    <a:pt x="3389880" y="1734091"/>
                    <a:pt x="2933897" y="1734091"/>
                  </a:cubicBezTo>
                  <a:cubicBezTo>
                    <a:pt x="2783902" y="1734091"/>
                    <a:pt x="2663906" y="1626085"/>
                    <a:pt x="2639907" y="1482078"/>
                  </a:cubicBezTo>
                  <a:cubicBezTo>
                    <a:pt x="2639907" y="1482078"/>
                    <a:pt x="2639907" y="1482078"/>
                    <a:pt x="2273920" y="1482078"/>
                  </a:cubicBezTo>
                  <a:cubicBezTo>
                    <a:pt x="2261921" y="1542081"/>
                    <a:pt x="2231922" y="1602084"/>
                    <a:pt x="2189923" y="1644086"/>
                  </a:cubicBezTo>
                  <a:cubicBezTo>
                    <a:pt x="2129925" y="1704090"/>
                    <a:pt x="2057927" y="1734091"/>
                    <a:pt x="1973930" y="1734091"/>
                  </a:cubicBezTo>
                  <a:cubicBezTo>
                    <a:pt x="1973930" y="1734091"/>
                    <a:pt x="1973930" y="1734091"/>
                    <a:pt x="1853934" y="1734091"/>
                  </a:cubicBezTo>
                  <a:cubicBezTo>
                    <a:pt x="1709940" y="1734091"/>
                    <a:pt x="1589944" y="1854097"/>
                    <a:pt x="1589944" y="1998105"/>
                  </a:cubicBezTo>
                  <a:cubicBezTo>
                    <a:pt x="1589944" y="2148113"/>
                    <a:pt x="1709940" y="2262119"/>
                    <a:pt x="1853934" y="2262119"/>
                  </a:cubicBezTo>
                  <a:cubicBezTo>
                    <a:pt x="1853934" y="2262119"/>
                    <a:pt x="1853934" y="2262119"/>
                    <a:pt x="2591909" y="2262119"/>
                  </a:cubicBezTo>
                  <a:cubicBezTo>
                    <a:pt x="2741904" y="2262119"/>
                    <a:pt x="2867899" y="2376125"/>
                    <a:pt x="2891898" y="2520132"/>
                  </a:cubicBezTo>
                  <a:cubicBezTo>
                    <a:pt x="2891898" y="2520132"/>
                    <a:pt x="2891898" y="2520132"/>
                    <a:pt x="3269885" y="2520132"/>
                  </a:cubicBezTo>
                  <a:cubicBezTo>
                    <a:pt x="3269885" y="2520132"/>
                    <a:pt x="3269885" y="2520132"/>
                    <a:pt x="3269885" y="2616137"/>
                  </a:cubicBezTo>
                  <a:cubicBezTo>
                    <a:pt x="3269885" y="2616137"/>
                    <a:pt x="3269885" y="2616137"/>
                    <a:pt x="2891898" y="2616138"/>
                  </a:cubicBezTo>
                  <a:cubicBezTo>
                    <a:pt x="2879898" y="2676140"/>
                    <a:pt x="2849900" y="2736144"/>
                    <a:pt x="2807901" y="2778146"/>
                  </a:cubicBezTo>
                  <a:cubicBezTo>
                    <a:pt x="2747903" y="2838149"/>
                    <a:pt x="2675905" y="2868151"/>
                    <a:pt x="2591909" y="2868150"/>
                  </a:cubicBezTo>
                  <a:cubicBezTo>
                    <a:pt x="2591909" y="2868150"/>
                    <a:pt x="2591909" y="2868150"/>
                    <a:pt x="1361952" y="2868151"/>
                  </a:cubicBezTo>
                  <a:cubicBezTo>
                    <a:pt x="1217957" y="2868151"/>
                    <a:pt x="1097962" y="2988157"/>
                    <a:pt x="1097961" y="3132164"/>
                  </a:cubicBezTo>
                  <a:cubicBezTo>
                    <a:pt x="1097961" y="3276172"/>
                    <a:pt x="1217957" y="3396178"/>
                    <a:pt x="1361952" y="3396178"/>
                  </a:cubicBezTo>
                  <a:cubicBezTo>
                    <a:pt x="1361952" y="3396178"/>
                    <a:pt x="1361952" y="3396178"/>
                    <a:pt x="2435914" y="3396178"/>
                  </a:cubicBezTo>
                  <a:cubicBezTo>
                    <a:pt x="2585909" y="3396178"/>
                    <a:pt x="2705905" y="3510184"/>
                    <a:pt x="2729904" y="3648191"/>
                  </a:cubicBezTo>
                  <a:cubicBezTo>
                    <a:pt x="2729904" y="3648191"/>
                    <a:pt x="2729904" y="3648191"/>
                    <a:pt x="3113890" y="3648192"/>
                  </a:cubicBezTo>
                  <a:cubicBezTo>
                    <a:pt x="3137890" y="3510184"/>
                    <a:pt x="3263885" y="3396178"/>
                    <a:pt x="3413880" y="3396178"/>
                  </a:cubicBezTo>
                  <a:cubicBezTo>
                    <a:pt x="3413880" y="3396178"/>
                    <a:pt x="3413880" y="3396178"/>
                    <a:pt x="3749868" y="3396178"/>
                  </a:cubicBezTo>
                  <a:cubicBezTo>
                    <a:pt x="3917862" y="3396179"/>
                    <a:pt x="4049857" y="3534186"/>
                    <a:pt x="4049857" y="3702194"/>
                  </a:cubicBezTo>
                  <a:cubicBezTo>
                    <a:pt x="4049857" y="3864203"/>
                    <a:pt x="3917862" y="4002210"/>
                    <a:pt x="3749868" y="4002210"/>
                  </a:cubicBezTo>
                  <a:cubicBezTo>
                    <a:pt x="3749868" y="4002210"/>
                    <a:pt x="3749868" y="4002210"/>
                    <a:pt x="3413880" y="4002210"/>
                  </a:cubicBezTo>
                  <a:cubicBezTo>
                    <a:pt x="3263885" y="4002210"/>
                    <a:pt x="3137890" y="3894204"/>
                    <a:pt x="3113890" y="3750197"/>
                  </a:cubicBezTo>
                  <a:cubicBezTo>
                    <a:pt x="3113890" y="3750197"/>
                    <a:pt x="3113890" y="3750197"/>
                    <a:pt x="2729904" y="3750197"/>
                  </a:cubicBezTo>
                  <a:cubicBezTo>
                    <a:pt x="2723904" y="3810200"/>
                    <a:pt x="2693905" y="3870203"/>
                    <a:pt x="2645906" y="3912205"/>
                  </a:cubicBezTo>
                  <a:cubicBezTo>
                    <a:pt x="2591909" y="3972209"/>
                    <a:pt x="2513911" y="4002210"/>
                    <a:pt x="2435914" y="4002210"/>
                  </a:cubicBezTo>
                  <a:cubicBezTo>
                    <a:pt x="2435914" y="4002210"/>
                    <a:pt x="2435914" y="4002210"/>
                    <a:pt x="1703940" y="4002210"/>
                  </a:cubicBezTo>
                  <a:cubicBezTo>
                    <a:pt x="1559945" y="4002210"/>
                    <a:pt x="1439949" y="4122216"/>
                    <a:pt x="1439949" y="4266224"/>
                  </a:cubicBezTo>
                  <a:cubicBezTo>
                    <a:pt x="1439949" y="4410232"/>
                    <a:pt x="1559945" y="4530238"/>
                    <a:pt x="1703940" y="4530238"/>
                  </a:cubicBezTo>
                  <a:cubicBezTo>
                    <a:pt x="1703940" y="4530238"/>
                    <a:pt x="1703940" y="4530238"/>
                    <a:pt x="2093926" y="4530238"/>
                  </a:cubicBezTo>
                  <a:cubicBezTo>
                    <a:pt x="2243921" y="4530238"/>
                    <a:pt x="2369916" y="4638244"/>
                    <a:pt x="2393916" y="4782251"/>
                  </a:cubicBezTo>
                  <a:cubicBezTo>
                    <a:pt x="2393916" y="4782251"/>
                    <a:pt x="2393916" y="4782251"/>
                    <a:pt x="2771902" y="4782251"/>
                  </a:cubicBezTo>
                  <a:cubicBezTo>
                    <a:pt x="2795901" y="4638244"/>
                    <a:pt x="2921897" y="4530238"/>
                    <a:pt x="3071892" y="4530238"/>
                  </a:cubicBezTo>
                  <a:cubicBezTo>
                    <a:pt x="3071892" y="4530238"/>
                    <a:pt x="3071892" y="4530238"/>
                    <a:pt x="3407880" y="4530238"/>
                  </a:cubicBezTo>
                  <a:cubicBezTo>
                    <a:pt x="3407880" y="4530238"/>
                    <a:pt x="3407880" y="4530238"/>
                    <a:pt x="3443878" y="4530238"/>
                  </a:cubicBezTo>
                  <a:cubicBezTo>
                    <a:pt x="3593873" y="4548239"/>
                    <a:pt x="3713869" y="4680246"/>
                    <a:pt x="3713869" y="4830254"/>
                  </a:cubicBezTo>
                  <a:cubicBezTo>
                    <a:pt x="3713869" y="4869256"/>
                    <a:pt x="3706369" y="4906383"/>
                    <a:pt x="3692776" y="4940416"/>
                  </a:cubicBezTo>
                  <a:lnTo>
                    <a:pt x="3680422" y="4960042"/>
                  </a:lnTo>
                  <a:lnTo>
                    <a:pt x="3392275" y="5131102"/>
                  </a:lnTo>
                  <a:lnTo>
                    <a:pt x="3353062" y="5131734"/>
                  </a:lnTo>
                  <a:cubicBezTo>
                    <a:pt x="3298571" y="5132613"/>
                    <a:pt x="3211387" y="5134019"/>
                    <a:pt x="3071892" y="5136270"/>
                  </a:cubicBezTo>
                  <a:cubicBezTo>
                    <a:pt x="2921897" y="5136270"/>
                    <a:pt x="2795901" y="5022264"/>
                    <a:pt x="2771902" y="4884257"/>
                  </a:cubicBezTo>
                  <a:cubicBezTo>
                    <a:pt x="2771902" y="4884257"/>
                    <a:pt x="2771902" y="4884257"/>
                    <a:pt x="2393916" y="4884257"/>
                  </a:cubicBezTo>
                  <a:cubicBezTo>
                    <a:pt x="2381916" y="4944260"/>
                    <a:pt x="2351917" y="4998262"/>
                    <a:pt x="2309919" y="5046265"/>
                  </a:cubicBezTo>
                  <a:cubicBezTo>
                    <a:pt x="2249920" y="5100268"/>
                    <a:pt x="2171924" y="5136270"/>
                    <a:pt x="2093926" y="5136270"/>
                  </a:cubicBezTo>
                  <a:cubicBezTo>
                    <a:pt x="2093926" y="5136270"/>
                    <a:pt x="2093926" y="5136270"/>
                    <a:pt x="1187958" y="5136270"/>
                  </a:cubicBezTo>
                  <a:cubicBezTo>
                    <a:pt x="1043963" y="5136270"/>
                    <a:pt x="923968" y="5256276"/>
                    <a:pt x="923967" y="5400284"/>
                  </a:cubicBezTo>
                  <a:cubicBezTo>
                    <a:pt x="923968" y="5544291"/>
                    <a:pt x="1043963" y="5664297"/>
                    <a:pt x="1187958" y="5664297"/>
                  </a:cubicBezTo>
                  <a:cubicBezTo>
                    <a:pt x="1187958" y="5664297"/>
                    <a:pt x="1187958" y="5664297"/>
                    <a:pt x="1313954" y="5664297"/>
                  </a:cubicBezTo>
                  <a:cubicBezTo>
                    <a:pt x="1463948" y="5664297"/>
                    <a:pt x="1589944" y="5772303"/>
                    <a:pt x="1613943" y="5916311"/>
                  </a:cubicBezTo>
                  <a:cubicBezTo>
                    <a:pt x="1613943" y="5916311"/>
                    <a:pt x="1613943" y="5916311"/>
                    <a:pt x="1991930" y="5916311"/>
                  </a:cubicBezTo>
                  <a:cubicBezTo>
                    <a:pt x="1991930" y="5916311"/>
                    <a:pt x="1991930" y="5916311"/>
                    <a:pt x="1991930" y="5936562"/>
                  </a:cubicBezTo>
                  <a:lnTo>
                    <a:pt x="1991930" y="5962418"/>
                  </a:lnTo>
                  <a:lnTo>
                    <a:pt x="1907878" y="6012316"/>
                  </a:lnTo>
                  <a:lnTo>
                    <a:pt x="1899648" y="6012316"/>
                  </a:lnTo>
                  <a:cubicBezTo>
                    <a:pt x="1844279" y="6012316"/>
                    <a:pt x="1755688" y="6012316"/>
                    <a:pt x="1613943" y="6012316"/>
                  </a:cubicBezTo>
                  <a:cubicBezTo>
                    <a:pt x="1601944" y="6078319"/>
                    <a:pt x="1571944" y="6132322"/>
                    <a:pt x="1529946" y="6180325"/>
                  </a:cubicBezTo>
                  <a:cubicBezTo>
                    <a:pt x="1469948" y="6234327"/>
                    <a:pt x="1397951" y="6270329"/>
                    <a:pt x="1313954" y="6270329"/>
                  </a:cubicBezTo>
                  <a:cubicBezTo>
                    <a:pt x="1313954" y="6270329"/>
                    <a:pt x="1313954" y="6270329"/>
                    <a:pt x="305989" y="6270329"/>
                  </a:cubicBezTo>
                  <a:cubicBezTo>
                    <a:pt x="137995" y="6270329"/>
                    <a:pt x="0" y="6132322"/>
                    <a:pt x="0" y="5964313"/>
                  </a:cubicBezTo>
                  <a:cubicBezTo>
                    <a:pt x="0" y="5886309"/>
                    <a:pt x="35999" y="5808305"/>
                    <a:pt x="89997" y="5754302"/>
                  </a:cubicBezTo>
                  <a:cubicBezTo>
                    <a:pt x="149995" y="5694299"/>
                    <a:pt x="221992" y="5664297"/>
                    <a:pt x="305989" y="5664297"/>
                  </a:cubicBezTo>
                  <a:cubicBezTo>
                    <a:pt x="305989" y="5664297"/>
                    <a:pt x="305989" y="5664297"/>
                    <a:pt x="395986" y="5664297"/>
                  </a:cubicBezTo>
                  <a:cubicBezTo>
                    <a:pt x="467984" y="5664297"/>
                    <a:pt x="533981" y="5634296"/>
                    <a:pt x="581980" y="5586293"/>
                  </a:cubicBezTo>
                  <a:cubicBezTo>
                    <a:pt x="629978" y="5538291"/>
                    <a:pt x="659977" y="5472287"/>
                    <a:pt x="659977" y="5400284"/>
                  </a:cubicBezTo>
                  <a:cubicBezTo>
                    <a:pt x="659977" y="5256276"/>
                    <a:pt x="539981" y="5136270"/>
                    <a:pt x="395986" y="5136270"/>
                  </a:cubicBezTo>
                  <a:cubicBezTo>
                    <a:pt x="395986" y="5136270"/>
                    <a:pt x="395986" y="5136270"/>
                    <a:pt x="305989" y="5136270"/>
                  </a:cubicBezTo>
                  <a:cubicBezTo>
                    <a:pt x="137995" y="5136270"/>
                    <a:pt x="0" y="4998262"/>
                    <a:pt x="0" y="4830254"/>
                  </a:cubicBezTo>
                  <a:cubicBezTo>
                    <a:pt x="0" y="4752250"/>
                    <a:pt x="35999" y="4674246"/>
                    <a:pt x="89997" y="4620243"/>
                  </a:cubicBezTo>
                  <a:cubicBezTo>
                    <a:pt x="149995" y="4560240"/>
                    <a:pt x="221992" y="4530238"/>
                    <a:pt x="305989" y="4530238"/>
                  </a:cubicBezTo>
                  <a:cubicBezTo>
                    <a:pt x="305989" y="4530238"/>
                    <a:pt x="305989" y="4530238"/>
                    <a:pt x="911968" y="4530238"/>
                  </a:cubicBezTo>
                  <a:cubicBezTo>
                    <a:pt x="983965" y="4530238"/>
                    <a:pt x="1049963" y="4500236"/>
                    <a:pt x="1097961" y="4452234"/>
                  </a:cubicBezTo>
                  <a:cubicBezTo>
                    <a:pt x="1151959" y="4404231"/>
                    <a:pt x="1175958" y="4338228"/>
                    <a:pt x="1175959" y="4266224"/>
                  </a:cubicBezTo>
                  <a:cubicBezTo>
                    <a:pt x="1175959" y="4122216"/>
                    <a:pt x="1055963" y="4002210"/>
                    <a:pt x="911968" y="4002210"/>
                  </a:cubicBezTo>
                  <a:cubicBezTo>
                    <a:pt x="911968" y="4002210"/>
                    <a:pt x="911968" y="4002210"/>
                    <a:pt x="305989" y="4002210"/>
                  </a:cubicBezTo>
                  <a:cubicBezTo>
                    <a:pt x="137995" y="4002210"/>
                    <a:pt x="0" y="3864203"/>
                    <a:pt x="0" y="3702194"/>
                  </a:cubicBezTo>
                  <a:cubicBezTo>
                    <a:pt x="0" y="3618190"/>
                    <a:pt x="35999" y="3540186"/>
                    <a:pt x="89997" y="3486183"/>
                  </a:cubicBezTo>
                  <a:cubicBezTo>
                    <a:pt x="149995" y="3426180"/>
                    <a:pt x="221992" y="3396179"/>
                    <a:pt x="305989" y="3396178"/>
                  </a:cubicBezTo>
                  <a:cubicBezTo>
                    <a:pt x="305989" y="3396178"/>
                    <a:pt x="305989" y="3396178"/>
                    <a:pt x="539981" y="3396179"/>
                  </a:cubicBezTo>
                  <a:cubicBezTo>
                    <a:pt x="611978" y="3396178"/>
                    <a:pt x="677976" y="3372177"/>
                    <a:pt x="731974" y="3318174"/>
                  </a:cubicBezTo>
                  <a:cubicBezTo>
                    <a:pt x="779972" y="3270172"/>
                    <a:pt x="809972" y="3204168"/>
                    <a:pt x="809971" y="3132164"/>
                  </a:cubicBezTo>
                  <a:cubicBezTo>
                    <a:pt x="809971" y="2988157"/>
                    <a:pt x="689976" y="2868151"/>
                    <a:pt x="539981" y="2868151"/>
                  </a:cubicBezTo>
                  <a:cubicBezTo>
                    <a:pt x="539981" y="2868151"/>
                    <a:pt x="539981" y="2868151"/>
                    <a:pt x="305989" y="2868151"/>
                  </a:cubicBezTo>
                  <a:cubicBezTo>
                    <a:pt x="137995" y="2868151"/>
                    <a:pt x="0" y="2730143"/>
                    <a:pt x="0" y="2568135"/>
                  </a:cubicBezTo>
                  <a:cubicBezTo>
                    <a:pt x="0" y="2484130"/>
                    <a:pt x="35999" y="2412127"/>
                    <a:pt x="89997" y="2352124"/>
                  </a:cubicBezTo>
                  <a:cubicBezTo>
                    <a:pt x="149995" y="2298121"/>
                    <a:pt x="221992" y="2262119"/>
                    <a:pt x="305989" y="2262119"/>
                  </a:cubicBezTo>
                  <a:cubicBezTo>
                    <a:pt x="305989" y="2262119"/>
                    <a:pt x="305989" y="2262119"/>
                    <a:pt x="1037963" y="2262119"/>
                  </a:cubicBezTo>
                  <a:cubicBezTo>
                    <a:pt x="1103961" y="2262119"/>
                    <a:pt x="1169959" y="2238118"/>
                    <a:pt x="1223957" y="2184115"/>
                  </a:cubicBezTo>
                  <a:cubicBezTo>
                    <a:pt x="1271955" y="2136112"/>
                    <a:pt x="1301954" y="2070109"/>
                    <a:pt x="1301954" y="1998105"/>
                  </a:cubicBezTo>
                  <a:cubicBezTo>
                    <a:pt x="1301954" y="1854097"/>
                    <a:pt x="1181958" y="1734091"/>
                    <a:pt x="1037963" y="1734091"/>
                  </a:cubicBezTo>
                  <a:cubicBezTo>
                    <a:pt x="1037963" y="1734091"/>
                    <a:pt x="1037963" y="1734091"/>
                    <a:pt x="305989" y="1734091"/>
                  </a:cubicBezTo>
                  <a:cubicBezTo>
                    <a:pt x="137995" y="1734091"/>
                    <a:pt x="0" y="1602084"/>
                    <a:pt x="0" y="1434075"/>
                  </a:cubicBezTo>
                  <a:cubicBezTo>
                    <a:pt x="0" y="1350071"/>
                    <a:pt x="35999" y="1278067"/>
                    <a:pt x="89997" y="1218064"/>
                  </a:cubicBezTo>
                  <a:cubicBezTo>
                    <a:pt x="149995" y="1164061"/>
                    <a:pt x="221992" y="1134060"/>
                    <a:pt x="305989" y="1134060"/>
                  </a:cubicBezTo>
                  <a:cubicBezTo>
                    <a:pt x="305989" y="1134060"/>
                    <a:pt x="305989" y="1134060"/>
                    <a:pt x="371987" y="1134060"/>
                  </a:cubicBezTo>
                  <a:cubicBezTo>
                    <a:pt x="443984" y="1134060"/>
                    <a:pt x="509982" y="1104058"/>
                    <a:pt x="557980" y="1056056"/>
                  </a:cubicBezTo>
                  <a:cubicBezTo>
                    <a:pt x="605979" y="1002053"/>
                    <a:pt x="635978" y="936049"/>
                    <a:pt x="635978" y="864045"/>
                  </a:cubicBezTo>
                  <a:cubicBezTo>
                    <a:pt x="635978" y="720038"/>
                    <a:pt x="515982" y="600032"/>
                    <a:pt x="371987" y="600032"/>
                  </a:cubicBezTo>
                  <a:cubicBezTo>
                    <a:pt x="371987" y="600032"/>
                    <a:pt x="371987" y="600032"/>
                    <a:pt x="305989" y="600032"/>
                  </a:cubicBezTo>
                  <a:cubicBezTo>
                    <a:pt x="137995" y="600031"/>
                    <a:pt x="0" y="468025"/>
                    <a:pt x="0" y="300016"/>
                  </a:cubicBezTo>
                  <a:cubicBezTo>
                    <a:pt x="0" y="222012"/>
                    <a:pt x="35999" y="144008"/>
                    <a:pt x="89997" y="84004"/>
                  </a:cubicBezTo>
                  <a:cubicBezTo>
                    <a:pt x="104996" y="70504"/>
                    <a:pt x="120746" y="58503"/>
                    <a:pt x="137245" y="480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9" name="Freeform 12"/>
            <p:cNvSpPr>
              <a:spLocks/>
            </p:cNvSpPr>
            <p:nvPr/>
          </p:nvSpPr>
          <p:spPr bwMode="auto">
            <a:xfrm rot="1841733">
              <a:off x="5381434" y="1887712"/>
              <a:ext cx="864595" cy="599560"/>
            </a:xfrm>
            <a:custGeom>
              <a:avLst/>
              <a:gdLst>
                <a:gd name="T0" fmla="*/ 51 w 144"/>
                <a:gd name="T1" fmla="*/ 100 h 100"/>
                <a:gd name="T2" fmla="*/ 100 w 144"/>
                <a:gd name="T3" fmla="*/ 100 h 100"/>
                <a:gd name="T4" fmla="*/ 105 w 144"/>
                <a:gd name="T5" fmla="*/ 99 h 100"/>
                <a:gd name="T6" fmla="*/ 144 w 144"/>
                <a:gd name="T7" fmla="*/ 50 h 100"/>
                <a:gd name="T8" fmla="*/ 105 w 144"/>
                <a:gd name="T9" fmla="*/ 1 h 100"/>
                <a:gd name="T10" fmla="*/ 100 w 144"/>
                <a:gd name="T11" fmla="*/ 0 h 100"/>
                <a:gd name="T12" fmla="*/ 51 w 144"/>
                <a:gd name="T13" fmla="*/ 0 h 100"/>
                <a:gd name="T14" fmla="*/ 0 w 144"/>
                <a:gd name="T15" fmla="*/ 50 h 100"/>
                <a:gd name="T16" fmla="*/ 51 w 144"/>
                <a:gd name="T1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4" h="100">
                  <a:moveTo>
                    <a:pt x="51" y="100"/>
                  </a:moveTo>
                  <a:cubicBezTo>
                    <a:pt x="100" y="100"/>
                    <a:pt x="100" y="100"/>
                    <a:pt x="100" y="100"/>
                  </a:cubicBezTo>
                  <a:cubicBezTo>
                    <a:pt x="105" y="99"/>
                    <a:pt x="105" y="99"/>
                    <a:pt x="105" y="99"/>
                  </a:cubicBezTo>
                  <a:cubicBezTo>
                    <a:pt x="128" y="93"/>
                    <a:pt x="144" y="73"/>
                    <a:pt x="144" y="50"/>
                  </a:cubicBezTo>
                  <a:cubicBezTo>
                    <a:pt x="144" y="27"/>
                    <a:pt x="128" y="7"/>
                    <a:pt x="105" y="1"/>
                  </a:cubicBezTo>
                  <a:cubicBezTo>
                    <a:pt x="100" y="0"/>
                    <a:pt x="100" y="0"/>
                    <a:pt x="100" y="0"/>
                  </a:cubicBezTo>
                  <a:cubicBezTo>
                    <a:pt x="51" y="0"/>
                    <a:pt x="51" y="0"/>
                    <a:pt x="51" y="0"/>
                  </a:cubicBezTo>
                  <a:cubicBezTo>
                    <a:pt x="23" y="0"/>
                    <a:pt x="0" y="22"/>
                    <a:pt x="0" y="50"/>
                  </a:cubicBezTo>
                  <a:cubicBezTo>
                    <a:pt x="0" y="78"/>
                    <a:pt x="23" y="100"/>
                    <a:pt x="51"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0" name="Freeform 13"/>
            <p:cNvSpPr>
              <a:spLocks/>
            </p:cNvSpPr>
            <p:nvPr/>
          </p:nvSpPr>
          <p:spPr bwMode="auto">
            <a:xfrm rot="1841733">
              <a:off x="5366061" y="4485302"/>
              <a:ext cx="780560" cy="606025"/>
            </a:xfrm>
            <a:custGeom>
              <a:avLst/>
              <a:gdLst>
                <a:gd name="T0" fmla="*/ 0 w 130"/>
                <a:gd name="T1" fmla="*/ 51 h 101"/>
                <a:gd name="T2" fmla="*/ 50 w 130"/>
                <a:gd name="T3" fmla="*/ 101 h 101"/>
                <a:gd name="T4" fmla="*/ 80 w 130"/>
                <a:gd name="T5" fmla="*/ 101 h 101"/>
                <a:gd name="T6" fmla="*/ 130 w 130"/>
                <a:gd name="T7" fmla="*/ 51 h 101"/>
                <a:gd name="T8" fmla="*/ 80 w 130"/>
                <a:gd name="T9" fmla="*/ 0 h 101"/>
                <a:gd name="T10" fmla="*/ 50 w 130"/>
                <a:gd name="T11" fmla="*/ 0 h 101"/>
                <a:gd name="T12" fmla="*/ 0 w 130"/>
                <a:gd name="T13" fmla="*/ 51 h 101"/>
              </a:gdLst>
              <a:ahLst/>
              <a:cxnLst>
                <a:cxn ang="0">
                  <a:pos x="T0" y="T1"/>
                </a:cxn>
                <a:cxn ang="0">
                  <a:pos x="T2" y="T3"/>
                </a:cxn>
                <a:cxn ang="0">
                  <a:pos x="T4" y="T5"/>
                </a:cxn>
                <a:cxn ang="0">
                  <a:pos x="T6" y="T7"/>
                </a:cxn>
                <a:cxn ang="0">
                  <a:pos x="T8" y="T9"/>
                </a:cxn>
                <a:cxn ang="0">
                  <a:pos x="T10" y="T11"/>
                </a:cxn>
                <a:cxn ang="0">
                  <a:pos x="T12" y="T13"/>
                </a:cxn>
              </a:cxnLst>
              <a:rect l="0" t="0" r="r" b="b"/>
              <a:pathLst>
                <a:path w="130" h="101">
                  <a:moveTo>
                    <a:pt x="0" y="51"/>
                  </a:moveTo>
                  <a:cubicBezTo>
                    <a:pt x="0" y="78"/>
                    <a:pt x="22" y="101"/>
                    <a:pt x="50" y="101"/>
                  </a:cubicBezTo>
                  <a:cubicBezTo>
                    <a:pt x="80" y="101"/>
                    <a:pt x="80" y="101"/>
                    <a:pt x="80" y="101"/>
                  </a:cubicBezTo>
                  <a:cubicBezTo>
                    <a:pt x="108" y="101"/>
                    <a:pt x="130" y="78"/>
                    <a:pt x="130" y="51"/>
                  </a:cubicBezTo>
                  <a:cubicBezTo>
                    <a:pt x="130" y="23"/>
                    <a:pt x="108" y="0"/>
                    <a:pt x="80" y="0"/>
                  </a:cubicBezTo>
                  <a:cubicBezTo>
                    <a:pt x="50" y="0"/>
                    <a:pt x="50" y="0"/>
                    <a:pt x="50" y="0"/>
                  </a:cubicBezTo>
                  <a:cubicBezTo>
                    <a:pt x="22" y="0"/>
                    <a:pt x="0" y="23"/>
                    <a:pt x="0"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1" name="Freeform 10"/>
            <p:cNvSpPr>
              <a:spLocks/>
            </p:cNvSpPr>
            <p:nvPr/>
          </p:nvSpPr>
          <p:spPr bwMode="auto">
            <a:xfrm rot="1841733">
              <a:off x="3577553" y="-185562"/>
              <a:ext cx="1481004" cy="606025"/>
            </a:xfrm>
            <a:custGeom>
              <a:avLst/>
              <a:gdLst>
                <a:gd name="connsiteX0" fmla="*/ 0 w 1481004"/>
                <a:gd name="connsiteY0" fmla="*/ 606025 h 606025"/>
                <a:gd name="connsiteX1" fmla="*/ 1020843 w 1481004"/>
                <a:gd name="connsiteY1" fmla="*/ 0 h 606025"/>
                <a:gd name="connsiteX2" fmla="*/ 1181069 w 1481004"/>
                <a:gd name="connsiteY2" fmla="*/ 0 h 606025"/>
                <a:gd name="connsiteX3" fmla="*/ 1481004 w 1481004"/>
                <a:gd name="connsiteY3" fmla="*/ 300012 h 606025"/>
                <a:gd name="connsiteX4" fmla="*/ 1181069 w 1481004"/>
                <a:gd name="connsiteY4" fmla="*/ 606025 h 606025"/>
                <a:gd name="connsiteX5" fmla="*/ 187570 w 1481004"/>
                <a:gd name="connsiteY5" fmla="*/ 606025 h 60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1004" h="606025">
                  <a:moveTo>
                    <a:pt x="0" y="606025"/>
                  </a:moveTo>
                  <a:lnTo>
                    <a:pt x="1020843" y="0"/>
                  </a:lnTo>
                  <a:lnTo>
                    <a:pt x="1181069" y="0"/>
                  </a:lnTo>
                  <a:cubicBezTo>
                    <a:pt x="1349033" y="0"/>
                    <a:pt x="1481004" y="138006"/>
                    <a:pt x="1481004" y="300012"/>
                  </a:cubicBezTo>
                  <a:cubicBezTo>
                    <a:pt x="1481004" y="468019"/>
                    <a:pt x="1349032" y="606025"/>
                    <a:pt x="1181069" y="606025"/>
                  </a:cubicBezTo>
                  <a:cubicBezTo>
                    <a:pt x="1181069" y="606025"/>
                    <a:pt x="1181069" y="606025"/>
                    <a:pt x="187570" y="6060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2" name="Freeform 11"/>
            <p:cNvSpPr>
              <a:spLocks/>
            </p:cNvSpPr>
            <p:nvPr/>
          </p:nvSpPr>
          <p:spPr bwMode="auto">
            <a:xfrm rot="1841733">
              <a:off x="-235439" y="6512239"/>
              <a:ext cx="1150953" cy="526920"/>
            </a:xfrm>
            <a:custGeom>
              <a:avLst/>
              <a:gdLst>
                <a:gd name="connsiteX0" fmla="*/ 0 w 1150953"/>
                <a:gd name="connsiteY0" fmla="*/ 0 h 526920"/>
                <a:gd name="connsiteX1" fmla="*/ 34400 w 1150953"/>
                <a:gd name="connsiteY1" fmla="*/ 0 h 526920"/>
                <a:gd name="connsiteX2" fmla="*/ 1025544 w 1150953"/>
                <a:gd name="connsiteY2" fmla="*/ 0 h 526920"/>
                <a:gd name="connsiteX3" fmla="*/ 1143269 w 1150953"/>
                <a:gd name="connsiteY3" fmla="*/ 24095 h 526920"/>
                <a:gd name="connsiteX4" fmla="*/ 1150953 w 1150953"/>
                <a:gd name="connsiteY4" fmla="*/ 29353 h 526920"/>
                <a:gd name="connsiteX5" fmla="*/ 312807 w 1150953"/>
                <a:gd name="connsiteY5" fmla="*/ 526920 h 52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0953" h="526920">
                  <a:moveTo>
                    <a:pt x="0" y="0"/>
                  </a:moveTo>
                  <a:lnTo>
                    <a:pt x="34400" y="0"/>
                  </a:lnTo>
                  <a:cubicBezTo>
                    <a:pt x="201308" y="0"/>
                    <a:pt x="498033" y="0"/>
                    <a:pt x="1025544" y="0"/>
                  </a:cubicBezTo>
                  <a:cubicBezTo>
                    <a:pt x="1067535" y="0"/>
                    <a:pt x="1107277" y="8626"/>
                    <a:pt x="1143269" y="24095"/>
                  </a:cubicBezTo>
                  <a:lnTo>
                    <a:pt x="1150953" y="29353"/>
                  </a:lnTo>
                  <a:lnTo>
                    <a:pt x="312807" y="5269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3" name="Rectangle 16"/>
            <p:cNvSpPr>
              <a:spLocks noChangeArrowheads="1"/>
            </p:cNvSpPr>
            <p:nvPr/>
          </p:nvSpPr>
          <p:spPr bwMode="auto">
            <a:xfrm rot="1841733">
              <a:off x="5057273" y="1813546"/>
              <a:ext cx="413713" cy="953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4" name="Freeform 13"/>
            <p:cNvSpPr>
              <a:spLocks/>
            </p:cNvSpPr>
            <p:nvPr/>
          </p:nvSpPr>
          <p:spPr bwMode="auto">
            <a:xfrm rot="1841733">
              <a:off x="-1152315" y="-746997"/>
              <a:ext cx="3499377" cy="6270329"/>
            </a:xfrm>
            <a:custGeom>
              <a:avLst/>
              <a:gdLst>
                <a:gd name="connsiteX0" fmla="*/ 2179194 w 3499377"/>
                <a:gd name="connsiteY0" fmla="*/ 102900 h 6270329"/>
                <a:gd name="connsiteX1" fmla="*/ 2352528 w 3499377"/>
                <a:gd name="connsiteY1" fmla="*/ 0 h 6270329"/>
                <a:gd name="connsiteX2" fmla="*/ 2385222 w 3499377"/>
                <a:gd name="connsiteY2" fmla="*/ 0 h 6270329"/>
                <a:gd name="connsiteX3" fmla="*/ 3199268 w 3499377"/>
                <a:gd name="connsiteY3" fmla="*/ 0 h 6270329"/>
                <a:gd name="connsiteX4" fmla="*/ 3415347 w 3499377"/>
                <a:gd name="connsiteY4" fmla="*/ 84005 h 6270329"/>
                <a:gd name="connsiteX5" fmla="*/ 3499377 w 3499377"/>
                <a:gd name="connsiteY5" fmla="*/ 300016 h 6270329"/>
                <a:gd name="connsiteX6" fmla="*/ 3199268 w 3499377"/>
                <a:gd name="connsiteY6" fmla="*/ 600032 h 6270329"/>
                <a:gd name="connsiteX7" fmla="*/ 3133244 w 3499377"/>
                <a:gd name="connsiteY7" fmla="*/ 600032 h 6270329"/>
                <a:gd name="connsiteX8" fmla="*/ 2869148 w 3499377"/>
                <a:gd name="connsiteY8" fmla="*/ 864045 h 6270329"/>
                <a:gd name="connsiteX9" fmla="*/ 2947176 w 3499377"/>
                <a:gd name="connsiteY9" fmla="*/ 1056056 h 6270329"/>
                <a:gd name="connsiteX10" fmla="*/ 3133244 w 3499377"/>
                <a:gd name="connsiteY10" fmla="*/ 1134060 h 6270329"/>
                <a:gd name="connsiteX11" fmla="*/ 3199268 w 3499377"/>
                <a:gd name="connsiteY11" fmla="*/ 1134060 h 6270329"/>
                <a:gd name="connsiteX12" fmla="*/ 3415347 w 3499377"/>
                <a:gd name="connsiteY12" fmla="*/ 1218064 h 6270329"/>
                <a:gd name="connsiteX13" fmla="*/ 3499377 w 3499377"/>
                <a:gd name="connsiteY13" fmla="*/ 1434075 h 6270329"/>
                <a:gd name="connsiteX14" fmla="*/ 3199268 w 3499377"/>
                <a:gd name="connsiteY14" fmla="*/ 1734091 h 6270329"/>
                <a:gd name="connsiteX15" fmla="*/ 2467002 w 3499377"/>
                <a:gd name="connsiteY15" fmla="*/ 1734091 h 6270329"/>
                <a:gd name="connsiteX16" fmla="*/ 2202905 w 3499377"/>
                <a:gd name="connsiteY16" fmla="*/ 1998105 h 6270329"/>
                <a:gd name="connsiteX17" fmla="*/ 2280934 w 3499377"/>
                <a:gd name="connsiteY17" fmla="*/ 2184115 h 6270329"/>
                <a:gd name="connsiteX18" fmla="*/ 2467002 w 3499377"/>
                <a:gd name="connsiteY18" fmla="*/ 2262119 h 6270329"/>
                <a:gd name="connsiteX19" fmla="*/ 3199268 w 3499377"/>
                <a:gd name="connsiteY19" fmla="*/ 2262119 h 6270329"/>
                <a:gd name="connsiteX20" fmla="*/ 3415347 w 3499377"/>
                <a:gd name="connsiteY20" fmla="*/ 2352124 h 6270329"/>
                <a:gd name="connsiteX21" fmla="*/ 3499377 w 3499377"/>
                <a:gd name="connsiteY21" fmla="*/ 2568135 h 6270329"/>
                <a:gd name="connsiteX22" fmla="*/ 3199268 w 3499377"/>
                <a:gd name="connsiteY22" fmla="*/ 2868151 h 6270329"/>
                <a:gd name="connsiteX23" fmla="*/ 2959181 w 3499377"/>
                <a:gd name="connsiteY23" fmla="*/ 2868151 h 6270329"/>
                <a:gd name="connsiteX24" fmla="*/ 2695085 w 3499377"/>
                <a:gd name="connsiteY24" fmla="*/ 3132164 h 6270329"/>
                <a:gd name="connsiteX25" fmla="*/ 2773113 w 3499377"/>
                <a:gd name="connsiteY25" fmla="*/ 3318174 h 6270329"/>
                <a:gd name="connsiteX26" fmla="*/ 2959181 w 3499377"/>
                <a:gd name="connsiteY26" fmla="*/ 3396179 h 6270329"/>
                <a:gd name="connsiteX27" fmla="*/ 3199268 w 3499377"/>
                <a:gd name="connsiteY27" fmla="*/ 3396178 h 6270329"/>
                <a:gd name="connsiteX28" fmla="*/ 3415347 w 3499377"/>
                <a:gd name="connsiteY28" fmla="*/ 3486183 h 6270329"/>
                <a:gd name="connsiteX29" fmla="*/ 3499377 w 3499377"/>
                <a:gd name="connsiteY29" fmla="*/ 3702194 h 6270329"/>
                <a:gd name="connsiteX30" fmla="*/ 3199268 w 3499377"/>
                <a:gd name="connsiteY30" fmla="*/ 4002210 h 6270329"/>
                <a:gd name="connsiteX31" fmla="*/ 2593047 w 3499377"/>
                <a:gd name="connsiteY31" fmla="*/ 4002210 h 6270329"/>
                <a:gd name="connsiteX32" fmla="*/ 2322949 w 3499377"/>
                <a:gd name="connsiteY32" fmla="*/ 4266224 h 6270329"/>
                <a:gd name="connsiteX33" fmla="*/ 2400978 w 3499377"/>
                <a:gd name="connsiteY33" fmla="*/ 4452234 h 6270329"/>
                <a:gd name="connsiteX34" fmla="*/ 2593047 w 3499377"/>
                <a:gd name="connsiteY34" fmla="*/ 4530238 h 6270329"/>
                <a:gd name="connsiteX35" fmla="*/ 3199268 w 3499377"/>
                <a:gd name="connsiteY35" fmla="*/ 4530238 h 6270329"/>
                <a:gd name="connsiteX36" fmla="*/ 3415347 w 3499377"/>
                <a:gd name="connsiteY36" fmla="*/ 4620243 h 6270329"/>
                <a:gd name="connsiteX37" fmla="*/ 3499377 w 3499377"/>
                <a:gd name="connsiteY37" fmla="*/ 4830254 h 6270329"/>
                <a:gd name="connsiteX38" fmla="*/ 3199268 w 3499377"/>
                <a:gd name="connsiteY38" fmla="*/ 5136270 h 6270329"/>
                <a:gd name="connsiteX39" fmla="*/ 3109235 w 3499377"/>
                <a:gd name="connsiteY39" fmla="*/ 5136270 h 6270329"/>
                <a:gd name="connsiteX40" fmla="*/ 2845139 w 3499377"/>
                <a:gd name="connsiteY40" fmla="*/ 5400284 h 6270329"/>
                <a:gd name="connsiteX41" fmla="*/ 2923167 w 3499377"/>
                <a:gd name="connsiteY41" fmla="*/ 5586293 h 6270329"/>
                <a:gd name="connsiteX42" fmla="*/ 3109235 w 3499377"/>
                <a:gd name="connsiteY42" fmla="*/ 5664297 h 6270329"/>
                <a:gd name="connsiteX43" fmla="*/ 3199268 w 3499377"/>
                <a:gd name="connsiteY43" fmla="*/ 5664297 h 6270329"/>
                <a:gd name="connsiteX44" fmla="*/ 3415347 w 3499377"/>
                <a:gd name="connsiteY44" fmla="*/ 5754302 h 6270329"/>
                <a:gd name="connsiteX45" fmla="*/ 3499377 w 3499377"/>
                <a:gd name="connsiteY45" fmla="*/ 5964313 h 6270329"/>
                <a:gd name="connsiteX46" fmla="*/ 3199268 w 3499377"/>
                <a:gd name="connsiteY46" fmla="*/ 6270329 h 6270329"/>
                <a:gd name="connsiteX47" fmla="*/ 2951619 w 3499377"/>
                <a:gd name="connsiteY47" fmla="*/ 6270329 h 6270329"/>
                <a:gd name="connsiteX48" fmla="*/ 2893308 w 3499377"/>
                <a:gd name="connsiteY48" fmla="*/ 6270329 h 6270329"/>
                <a:gd name="connsiteX49" fmla="*/ 2490692 w 3499377"/>
                <a:gd name="connsiteY49" fmla="*/ 5592127 h 6270329"/>
                <a:gd name="connsiteX50" fmla="*/ 2499263 w 3499377"/>
                <a:gd name="connsiteY50" fmla="*/ 5586293 h 6270329"/>
                <a:gd name="connsiteX51" fmla="*/ 2575041 w 3499377"/>
                <a:gd name="connsiteY51" fmla="*/ 5400284 h 6270329"/>
                <a:gd name="connsiteX52" fmla="*/ 2310945 w 3499377"/>
                <a:gd name="connsiteY52" fmla="*/ 5136270 h 6270329"/>
                <a:gd name="connsiteX53" fmla="*/ 2235551 w 3499377"/>
                <a:gd name="connsiteY53" fmla="*/ 5136270 h 6270329"/>
                <a:gd name="connsiteX54" fmla="*/ 2220072 w 3499377"/>
                <a:gd name="connsiteY54" fmla="*/ 5136270 h 6270329"/>
                <a:gd name="connsiteX55" fmla="*/ 1853318 w 3499377"/>
                <a:gd name="connsiteY55" fmla="*/ 4518477 h 6270329"/>
                <a:gd name="connsiteX56" fmla="*/ 1899326 w 3499377"/>
                <a:gd name="connsiteY56" fmla="*/ 4509237 h 6270329"/>
                <a:gd name="connsiteX57" fmla="*/ 2058853 w 3499377"/>
                <a:gd name="connsiteY57" fmla="*/ 4266224 h 6270329"/>
                <a:gd name="connsiteX58" fmla="*/ 1794757 w 3499377"/>
                <a:gd name="connsiteY58" fmla="*/ 4002210 h 6270329"/>
                <a:gd name="connsiteX59" fmla="*/ 1558757 w 3499377"/>
                <a:gd name="connsiteY59" fmla="*/ 4002210 h 6270329"/>
                <a:gd name="connsiteX60" fmla="*/ 1546835 w 3499377"/>
                <a:gd name="connsiteY60" fmla="*/ 4002210 h 6270329"/>
                <a:gd name="connsiteX61" fmla="*/ 1187064 w 3499377"/>
                <a:gd name="connsiteY61" fmla="*/ 3396179 h 6270329"/>
                <a:gd name="connsiteX62" fmla="*/ 1202792 w 3499377"/>
                <a:gd name="connsiteY62" fmla="*/ 3396178 h 6270329"/>
                <a:gd name="connsiteX63" fmla="*/ 2142884 w 3499377"/>
                <a:gd name="connsiteY63" fmla="*/ 3396178 h 6270329"/>
                <a:gd name="connsiteX64" fmla="*/ 2406980 w 3499377"/>
                <a:gd name="connsiteY64" fmla="*/ 3132165 h 6270329"/>
                <a:gd name="connsiteX65" fmla="*/ 2142884 w 3499377"/>
                <a:gd name="connsiteY65" fmla="*/ 2868151 h 6270329"/>
                <a:gd name="connsiteX66" fmla="*/ 906434 w 3499377"/>
                <a:gd name="connsiteY66" fmla="*/ 2868151 h 6270329"/>
                <a:gd name="connsiteX67" fmla="*/ 871599 w 3499377"/>
                <a:gd name="connsiteY67" fmla="*/ 2864781 h 6270329"/>
                <a:gd name="connsiteX68" fmla="*/ 628570 w 3499377"/>
                <a:gd name="connsiteY68" fmla="*/ 2455402 h 6270329"/>
                <a:gd name="connsiteX69" fmla="*/ 630427 w 3499377"/>
                <a:gd name="connsiteY69" fmla="*/ 2449441 h 6270329"/>
                <a:gd name="connsiteX70" fmla="*/ 906434 w 3499377"/>
                <a:gd name="connsiteY70" fmla="*/ 2262119 h 6270329"/>
                <a:gd name="connsiteX71" fmla="*/ 1650705 w 3499377"/>
                <a:gd name="connsiteY71" fmla="*/ 2262119 h 6270329"/>
                <a:gd name="connsiteX72" fmla="*/ 1914801 w 3499377"/>
                <a:gd name="connsiteY72" fmla="*/ 1998105 h 6270329"/>
                <a:gd name="connsiteX73" fmla="*/ 1650705 w 3499377"/>
                <a:gd name="connsiteY73" fmla="*/ 1734091 h 6270329"/>
                <a:gd name="connsiteX74" fmla="*/ 1530661 w 3499377"/>
                <a:gd name="connsiteY74" fmla="*/ 1734091 h 6270329"/>
                <a:gd name="connsiteX75" fmla="*/ 1314582 w 3499377"/>
                <a:gd name="connsiteY75" fmla="*/ 1644087 h 6270329"/>
                <a:gd name="connsiteX76" fmla="*/ 1230552 w 3499377"/>
                <a:gd name="connsiteY76" fmla="*/ 1482078 h 6270329"/>
                <a:gd name="connsiteX77" fmla="*/ 864419 w 3499377"/>
                <a:gd name="connsiteY77" fmla="*/ 1482078 h 6270329"/>
                <a:gd name="connsiteX78" fmla="*/ 564309 w 3499377"/>
                <a:gd name="connsiteY78" fmla="*/ 1734091 h 6270329"/>
                <a:gd name="connsiteX79" fmla="*/ 203277 w 3499377"/>
                <a:gd name="connsiteY79" fmla="*/ 1734091 h 6270329"/>
                <a:gd name="connsiteX80" fmla="*/ 200363 w 3499377"/>
                <a:gd name="connsiteY80" fmla="*/ 1734091 h 6270329"/>
                <a:gd name="connsiteX81" fmla="*/ 0 w 3499377"/>
                <a:gd name="connsiteY81" fmla="*/ 1396582 h 6270329"/>
                <a:gd name="connsiteX82" fmla="*/ 442216 w 3499377"/>
                <a:gd name="connsiteY82" fmla="*/ 1134060 h 6270329"/>
                <a:gd name="connsiteX83" fmla="*/ 485069 w 3499377"/>
                <a:gd name="connsiteY83" fmla="*/ 1134060 h 6270329"/>
                <a:gd name="connsiteX84" fmla="*/ 564309 w 3499377"/>
                <a:gd name="connsiteY84" fmla="*/ 1134060 h 6270329"/>
                <a:gd name="connsiteX85" fmla="*/ 864419 w 3499377"/>
                <a:gd name="connsiteY85" fmla="*/ 1386073 h 6270329"/>
                <a:gd name="connsiteX86" fmla="*/ 1230552 w 3499377"/>
                <a:gd name="connsiteY86" fmla="*/ 1386073 h 6270329"/>
                <a:gd name="connsiteX87" fmla="*/ 1530661 w 3499377"/>
                <a:gd name="connsiteY87" fmla="*/ 1134060 h 6270329"/>
                <a:gd name="connsiteX88" fmla="*/ 2262927 w 3499377"/>
                <a:gd name="connsiteY88" fmla="*/ 1134060 h 6270329"/>
                <a:gd name="connsiteX89" fmla="*/ 2527024 w 3499377"/>
                <a:gd name="connsiteY89" fmla="*/ 864045 h 6270329"/>
                <a:gd name="connsiteX90" fmla="*/ 2268930 w 3499377"/>
                <a:gd name="connsiteY90" fmla="*/ 600032 h 6270329"/>
                <a:gd name="connsiteX91" fmla="*/ 2052851 w 3499377"/>
                <a:gd name="connsiteY91" fmla="*/ 516027 h 6270329"/>
                <a:gd name="connsiteX92" fmla="*/ 1962818 w 3499377"/>
                <a:gd name="connsiteY92" fmla="*/ 300016 h 6270329"/>
                <a:gd name="connsiteX93" fmla="*/ 1969078 w 3499377"/>
                <a:gd name="connsiteY93" fmla="*/ 238888 h 6270329"/>
                <a:gd name="connsiteX94" fmla="*/ 1973468 w 3499377"/>
                <a:gd name="connsiteY94" fmla="*/ 225030 h 6270329"/>
                <a:gd name="connsiteX95" fmla="*/ 2179194 w 3499377"/>
                <a:gd name="connsiteY95" fmla="*/ 102900 h 627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499377" h="6270329">
                  <a:moveTo>
                    <a:pt x="2179194" y="102900"/>
                  </a:moveTo>
                  <a:lnTo>
                    <a:pt x="2352528" y="0"/>
                  </a:lnTo>
                  <a:lnTo>
                    <a:pt x="2385222" y="0"/>
                  </a:lnTo>
                  <a:cubicBezTo>
                    <a:pt x="2501515" y="0"/>
                    <a:pt x="2734099" y="0"/>
                    <a:pt x="3199268" y="0"/>
                  </a:cubicBezTo>
                  <a:cubicBezTo>
                    <a:pt x="3277296" y="0"/>
                    <a:pt x="3355325" y="30002"/>
                    <a:pt x="3415347" y="84005"/>
                  </a:cubicBezTo>
                  <a:cubicBezTo>
                    <a:pt x="3469366" y="144008"/>
                    <a:pt x="3499377" y="222012"/>
                    <a:pt x="3499377" y="300016"/>
                  </a:cubicBezTo>
                  <a:cubicBezTo>
                    <a:pt x="3499377" y="468025"/>
                    <a:pt x="3367329" y="600032"/>
                    <a:pt x="3199268" y="600032"/>
                  </a:cubicBezTo>
                  <a:cubicBezTo>
                    <a:pt x="3199268" y="600032"/>
                    <a:pt x="3199268" y="600032"/>
                    <a:pt x="3133244" y="600032"/>
                  </a:cubicBezTo>
                  <a:cubicBezTo>
                    <a:pt x="2989192" y="600032"/>
                    <a:pt x="2869148" y="720038"/>
                    <a:pt x="2869148" y="864045"/>
                  </a:cubicBezTo>
                  <a:cubicBezTo>
                    <a:pt x="2869148" y="936049"/>
                    <a:pt x="2893157" y="1002053"/>
                    <a:pt x="2947176" y="1056056"/>
                  </a:cubicBezTo>
                  <a:cubicBezTo>
                    <a:pt x="2995194" y="1104058"/>
                    <a:pt x="3061218" y="1134060"/>
                    <a:pt x="3133244" y="1134060"/>
                  </a:cubicBezTo>
                  <a:cubicBezTo>
                    <a:pt x="3133244" y="1134060"/>
                    <a:pt x="3133244" y="1134060"/>
                    <a:pt x="3199268" y="1134060"/>
                  </a:cubicBezTo>
                  <a:cubicBezTo>
                    <a:pt x="3277296" y="1134060"/>
                    <a:pt x="3355325" y="1164061"/>
                    <a:pt x="3415347" y="1218064"/>
                  </a:cubicBezTo>
                  <a:cubicBezTo>
                    <a:pt x="3469366" y="1278067"/>
                    <a:pt x="3499377" y="1350071"/>
                    <a:pt x="3499377" y="1434075"/>
                  </a:cubicBezTo>
                  <a:cubicBezTo>
                    <a:pt x="3499377" y="1602084"/>
                    <a:pt x="3367329" y="1734091"/>
                    <a:pt x="3199268" y="1734091"/>
                  </a:cubicBezTo>
                  <a:cubicBezTo>
                    <a:pt x="3199268" y="1734091"/>
                    <a:pt x="3199268" y="1734091"/>
                    <a:pt x="2467002" y="1734091"/>
                  </a:cubicBezTo>
                  <a:cubicBezTo>
                    <a:pt x="2322949" y="1734091"/>
                    <a:pt x="2202905" y="1854097"/>
                    <a:pt x="2202905" y="1998105"/>
                  </a:cubicBezTo>
                  <a:cubicBezTo>
                    <a:pt x="2202906" y="2070109"/>
                    <a:pt x="2232916" y="2136112"/>
                    <a:pt x="2280934" y="2184115"/>
                  </a:cubicBezTo>
                  <a:cubicBezTo>
                    <a:pt x="2328951" y="2238118"/>
                    <a:pt x="2394975" y="2262119"/>
                    <a:pt x="2467002" y="2262119"/>
                  </a:cubicBezTo>
                  <a:cubicBezTo>
                    <a:pt x="2467002" y="2262119"/>
                    <a:pt x="2467002" y="2262119"/>
                    <a:pt x="3199268" y="2262119"/>
                  </a:cubicBezTo>
                  <a:cubicBezTo>
                    <a:pt x="3277297" y="2262119"/>
                    <a:pt x="3355325" y="2298121"/>
                    <a:pt x="3415347" y="2352124"/>
                  </a:cubicBezTo>
                  <a:cubicBezTo>
                    <a:pt x="3469366" y="2412127"/>
                    <a:pt x="3499377" y="2484130"/>
                    <a:pt x="3499377" y="2568135"/>
                  </a:cubicBezTo>
                  <a:cubicBezTo>
                    <a:pt x="3499377" y="2730144"/>
                    <a:pt x="3367329" y="2868151"/>
                    <a:pt x="3199268" y="2868151"/>
                  </a:cubicBezTo>
                  <a:cubicBezTo>
                    <a:pt x="3199268" y="2868151"/>
                    <a:pt x="3199268" y="2868151"/>
                    <a:pt x="2959181" y="2868151"/>
                  </a:cubicBezTo>
                  <a:cubicBezTo>
                    <a:pt x="2815128" y="2868151"/>
                    <a:pt x="2695085" y="2988157"/>
                    <a:pt x="2695085" y="3132164"/>
                  </a:cubicBezTo>
                  <a:cubicBezTo>
                    <a:pt x="2695085" y="3204168"/>
                    <a:pt x="2725095" y="3270172"/>
                    <a:pt x="2773113" y="3318174"/>
                  </a:cubicBezTo>
                  <a:cubicBezTo>
                    <a:pt x="2821130" y="3372177"/>
                    <a:pt x="2887155" y="3396179"/>
                    <a:pt x="2959181" y="3396179"/>
                  </a:cubicBezTo>
                  <a:cubicBezTo>
                    <a:pt x="2959181" y="3396179"/>
                    <a:pt x="2959181" y="3396179"/>
                    <a:pt x="3199268" y="3396178"/>
                  </a:cubicBezTo>
                  <a:cubicBezTo>
                    <a:pt x="3277296" y="3396179"/>
                    <a:pt x="3355325" y="3426180"/>
                    <a:pt x="3415347" y="3486183"/>
                  </a:cubicBezTo>
                  <a:cubicBezTo>
                    <a:pt x="3469366" y="3540186"/>
                    <a:pt x="3499377" y="3618190"/>
                    <a:pt x="3499377" y="3702194"/>
                  </a:cubicBezTo>
                  <a:cubicBezTo>
                    <a:pt x="3499377" y="3864203"/>
                    <a:pt x="3367329" y="4002210"/>
                    <a:pt x="3199268" y="4002210"/>
                  </a:cubicBezTo>
                  <a:cubicBezTo>
                    <a:pt x="3199268" y="4002210"/>
                    <a:pt x="3199268" y="4002210"/>
                    <a:pt x="2593047" y="4002210"/>
                  </a:cubicBezTo>
                  <a:cubicBezTo>
                    <a:pt x="2442993" y="4002210"/>
                    <a:pt x="2322949" y="4122217"/>
                    <a:pt x="2322949" y="4266224"/>
                  </a:cubicBezTo>
                  <a:cubicBezTo>
                    <a:pt x="2322949" y="4338228"/>
                    <a:pt x="2352960" y="4404231"/>
                    <a:pt x="2400978" y="4452234"/>
                  </a:cubicBezTo>
                  <a:cubicBezTo>
                    <a:pt x="2454997" y="4500236"/>
                    <a:pt x="2521021" y="4530238"/>
                    <a:pt x="2593047" y="4530238"/>
                  </a:cubicBezTo>
                  <a:cubicBezTo>
                    <a:pt x="2593047" y="4530238"/>
                    <a:pt x="2593047" y="4530238"/>
                    <a:pt x="3199268" y="4530238"/>
                  </a:cubicBezTo>
                  <a:cubicBezTo>
                    <a:pt x="3277296" y="4530238"/>
                    <a:pt x="3355325" y="4560240"/>
                    <a:pt x="3415347" y="4620243"/>
                  </a:cubicBezTo>
                  <a:cubicBezTo>
                    <a:pt x="3469366" y="4674246"/>
                    <a:pt x="3499377" y="4752250"/>
                    <a:pt x="3499377" y="4830254"/>
                  </a:cubicBezTo>
                  <a:cubicBezTo>
                    <a:pt x="3499377" y="4998263"/>
                    <a:pt x="3367329" y="5136270"/>
                    <a:pt x="3199268" y="5136270"/>
                  </a:cubicBezTo>
                  <a:cubicBezTo>
                    <a:pt x="3199268" y="5136270"/>
                    <a:pt x="3199268" y="5136270"/>
                    <a:pt x="3109235" y="5136270"/>
                  </a:cubicBezTo>
                  <a:cubicBezTo>
                    <a:pt x="2959181" y="5136270"/>
                    <a:pt x="2845139" y="5256276"/>
                    <a:pt x="2845139" y="5400284"/>
                  </a:cubicBezTo>
                  <a:cubicBezTo>
                    <a:pt x="2845139" y="5472287"/>
                    <a:pt x="2869148" y="5538291"/>
                    <a:pt x="2923167" y="5586293"/>
                  </a:cubicBezTo>
                  <a:cubicBezTo>
                    <a:pt x="2971185" y="5634296"/>
                    <a:pt x="3037209" y="5664297"/>
                    <a:pt x="3109235" y="5664297"/>
                  </a:cubicBezTo>
                  <a:cubicBezTo>
                    <a:pt x="3109235" y="5664297"/>
                    <a:pt x="3109235" y="5664297"/>
                    <a:pt x="3199268" y="5664297"/>
                  </a:cubicBezTo>
                  <a:cubicBezTo>
                    <a:pt x="3277296" y="5664297"/>
                    <a:pt x="3355325" y="5694299"/>
                    <a:pt x="3415347" y="5754302"/>
                  </a:cubicBezTo>
                  <a:cubicBezTo>
                    <a:pt x="3469366" y="5808305"/>
                    <a:pt x="3499377" y="5886309"/>
                    <a:pt x="3499377" y="5964313"/>
                  </a:cubicBezTo>
                  <a:cubicBezTo>
                    <a:pt x="3499377" y="6132322"/>
                    <a:pt x="3367329" y="6270329"/>
                    <a:pt x="3199268" y="6270329"/>
                  </a:cubicBezTo>
                  <a:cubicBezTo>
                    <a:pt x="3199268" y="6270329"/>
                    <a:pt x="3199268" y="6270329"/>
                    <a:pt x="2951619" y="6270329"/>
                  </a:cubicBezTo>
                  <a:lnTo>
                    <a:pt x="2893308" y="6270329"/>
                  </a:lnTo>
                  <a:lnTo>
                    <a:pt x="2490692" y="5592127"/>
                  </a:lnTo>
                  <a:lnTo>
                    <a:pt x="2499263" y="5586293"/>
                  </a:lnTo>
                  <a:cubicBezTo>
                    <a:pt x="2546531" y="5538291"/>
                    <a:pt x="2575041" y="5472287"/>
                    <a:pt x="2575041" y="5400284"/>
                  </a:cubicBezTo>
                  <a:cubicBezTo>
                    <a:pt x="2575041" y="5256276"/>
                    <a:pt x="2460999" y="5136270"/>
                    <a:pt x="2310945" y="5136270"/>
                  </a:cubicBezTo>
                  <a:cubicBezTo>
                    <a:pt x="2310945" y="5136270"/>
                    <a:pt x="2310945" y="5136270"/>
                    <a:pt x="2235551" y="5136270"/>
                  </a:cubicBezTo>
                  <a:lnTo>
                    <a:pt x="2220072" y="5136270"/>
                  </a:lnTo>
                  <a:lnTo>
                    <a:pt x="1853318" y="4518477"/>
                  </a:lnTo>
                  <a:lnTo>
                    <a:pt x="1899326" y="4509237"/>
                  </a:lnTo>
                  <a:cubicBezTo>
                    <a:pt x="1994705" y="4468735"/>
                    <a:pt x="2058853" y="4374230"/>
                    <a:pt x="2058853" y="4266224"/>
                  </a:cubicBezTo>
                  <a:cubicBezTo>
                    <a:pt x="2058853" y="4122216"/>
                    <a:pt x="1944812" y="4002210"/>
                    <a:pt x="1794757" y="4002210"/>
                  </a:cubicBezTo>
                  <a:cubicBezTo>
                    <a:pt x="1794757" y="4002210"/>
                    <a:pt x="1794757" y="4002210"/>
                    <a:pt x="1558757" y="4002210"/>
                  </a:cubicBezTo>
                  <a:lnTo>
                    <a:pt x="1546835" y="4002210"/>
                  </a:lnTo>
                  <a:lnTo>
                    <a:pt x="1187064" y="3396179"/>
                  </a:lnTo>
                  <a:lnTo>
                    <a:pt x="1202792" y="3396178"/>
                  </a:lnTo>
                  <a:cubicBezTo>
                    <a:pt x="1337091" y="3396179"/>
                    <a:pt x="1605688" y="3396179"/>
                    <a:pt x="2142884" y="3396178"/>
                  </a:cubicBezTo>
                  <a:cubicBezTo>
                    <a:pt x="2286936" y="3396179"/>
                    <a:pt x="2406980" y="3276172"/>
                    <a:pt x="2406980" y="3132165"/>
                  </a:cubicBezTo>
                  <a:cubicBezTo>
                    <a:pt x="2406980" y="2988157"/>
                    <a:pt x="2286936" y="2868151"/>
                    <a:pt x="2142884" y="2868151"/>
                  </a:cubicBezTo>
                  <a:cubicBezTo>
                    <a:pt x="2142884" y="2868151"/>
                    <a:pt x="2142884" y="2868151"/>
                    <a:pt x="906434" y="2868151"/>
                  </a:cubicBezTo>
                  <a:lnTo>
                    <a:pt x="871599" y="2864781"/>
                  </a:lnTo>
                  <a:lnTo>
                    <a:pt x="628570" y="2455402"/>
                  </a:lnTo>
                  <a:lnTo>
                    <a:pt x="630427" y="2449441"/>
                  </a:lnTo>
                  <a:cubicBezTo>
                    <a:pt x="676850" y="2339748"/>
                    <a:pt x="784890" y="2262119"/>
                    <a:pt x="906434" y="2262119"/>
                  </a:cubicBezTo>
                  <a:cubicBezTo>
                    <a:pt x="906434" y="2262119"/>
                    <a:pt x="906434" y="2262119"/>
                    <a:pt x="1650705" y="2262119"/>
                  </a:cubicBezTo>
                  <a:cubicBezTo>
                    <a:pt x="1794757" y="2262119"/>
                    <a:pt x="1914801" y="2148113"/>
                    <a:pt x="1914801" y="1998105"/>
                  </a:cubicBezTo>
                  <a:cubicBezTo>
                    <a:pt x="1914801" y="1854097"/>
                    <a:pt x="1794757" y="1734091"/>
                    <a:pt x="1650705" y="1734091"/>
                  </a:cubicBezTo>
                  <a:cubicBezTo>
                    <a:pt x="1650705" y="1734091"/>
                    <a:pt x="1650705" y="1734091"/>
                    <a:pt x="1530661" y="1734091"/>
                  </a:cubicBezTo>
                  <a:cubicBezTo>
                    <a:pt x="1446630" y="1734091"/>
                    <a:pt x="1368602" y="1704090"/>
                    <a:pt x="1314582" y="1644087"/>
                  </a:cubicBezTo>
                  <a:cubicBezTo>
                    <a:pt x="1266565" y="1602084"/>
                    <a:pt x="1242556" y="1542081"/>
                    <a:pt x="1230552" y="1482078"/>
                  </a:cubicBezTo>
                  <a:cubicBezTo>
                    <a:pt x="1230552" y="1482078"/>
                    <a:pt x="1230552" y="1482078"/>
                    <a:pt x="864419" y="1482078"/>
                  </a:cubicBezTo>
                  <a:cubicBezTo>
                    <a:pt x="840410" y="1626086"/>
                    <a:pt x="714364" y="1734091"/>
                    <a:pt x="564309" y="1734091"/>
                  </a:cubicBezTo>
                  <a:cubicBezTo>
                    <a:pt x="564309" y="1734091"/>
                    <a:pt x="564309" y="1734091"/>
                    <a:pt x="203277" y="1734091"/>
                  </a:cubicBezTo>
                  <a:lnTo>
                    <a:pt x="200363" y="1734091"/>
                  </a:lnTo>
                  <a:lnTo>
                    <a:pt x="0" y="1396582"/>
                  </a:lnTo>
                  <a:lnTo>
                    <a:pt x="442216" y="1134060"/>
                  </a:lnTo>
                  <a:lnTo>
                    <a:pt x="485069" y="1134060"/>
                  </a:lnTo>
                  <a:cubicBezTo>
                    <a:pt x="509797" y="1134060"/>
                    <a:pt x="536174" y="1134060"/>
                    <a:pt x="564309" y="1134060"/>
                  </a:cubicBezTo>
                  <a:cubicBezTo>
                    <a:pt x="714364" y="1134060"/>
                    <a:pt x="840410" y="1242065"/>
                    <a:pt x="864419" y="1386073"/>
                  </a:cubicBezTo>
                  <a:cubicBezTo>
                    <a:pt x="864419" y="1386073"/>
                    <a:pt x="864419" y="1386073"/>
                    <a:pt x="1230552" y="1386073"/>
                  </a:cubicBezTo>
                  <a:cubicBezTo>
                    <a:pt x="1254560" y="1242065"/>
                    <a:pt x="1380606" y="1134060"/>
                    <a:pt x="1530661" y="1134060"/>
                  </a:cubicBezTo>
                  <a:cubicBezTo>
                    <a:pt x="1530661" y="1134060"/>
                    <a:pt x="1530661" y="1134060"/>
                    <a:pt x="2262927" y="1134060"/>
                  </a:cubicBezTo>
                  <a:cubicBezTo>
                    <a:pt x="2412982" y="1134060"/>
                    <a:pt x="2527024" y="1014053"/>
                    <a:pt x="2527024" y="864045"/>
                  </a:cubicBezTo>
                  <a:cubicBezTo>
                    <a:pt x="2527023" y="720038"/>
                    <a:pt x="2412982" y="606032"/>
                    <a:pt x="2268930" y="600032"/>
                  </a:cubicBezTo>
                  <a:cubicBezTo>
                    <a:pt x="2184899" y="600032"/>
                    <a:pt x="2112873" y="570030"/>
                    <a:pt x="2052851" y="516027"/>
                  </a:cubicBezTo>
                  <a:cubicBezTo>
                    <a:pt x="1998831" y="456024"/>
                    <a:pt x="1962818" y="378020"/>
                    <a:pt x="1962818" y="300016"/>
                  </a:cubicBezTo>
                  <a:cubicBezTo>
                    <a:pt x="1962818" y="279015"/>
                    <a:pt x="1964975" y="258576"/>
                    <a:pt x="1969078" y="238888"/>
                  </a:cubicBezTo>
                  <a:lnTo>
                    <a:pt x="1973468" y="225030"/>
                  </a:lnTo>
                  <a:lnTo>
                    <a:pt x="2179194" y="1029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grpSp>
      <p:grpSp>
        <p:nvGrpSpPr>
          <p:cNvPr id="15" name="Group 14">
            <a:extLst>
              <a:ext uri="{FF2B5EF4-FFF2-40B4-BE49-F238E27FC236}">
                <a16:creationId xmlns:a16="http://schemas.microsoft.com/office/drawing/2014/main" id="{7368D400-495F-44BB-BE05-E2F5CEA1CBCF}"/>
              </a:ext>
            </a:extLst>
          </p:cNvPr>
          <p:cNvGrpSpPr/>
          <p:nvPr userDrawn="1"/>
        </p:nvGrpSpPr>
        <p:grpSpPr>
          <a:xfrm>
            <a:off x="11438681" y="338876"/>
            <a:ext cx="372243" cy="343947"/>
            <a:chOff x="2113252" y="338875"/>
            <a:chExt cx="372243" cy="343947"/>
          </a:xfrm>
        </p:grpSpPr>
        <p:sp>
          <p:nvSpPr>
            <p:cNvPr id="16" name="Freeform 11">
              <a:extLst>
                <a:ext uri="{FF2B5EF4-FFF2-40B4-BE49-F238E27FC236}">
                  <a16:creationId xmlns:a16="http://schemas.microsoft.com/office/drawing/2014/main" id="{E45B8369-973A-46FC-AC16-F040AD0661B0}"/>
                </a:ext>
              </a:extLst>
            </p:cNvPr>
            <p:cNvSpPr>
              <a:spLocks/>
            </p:cNvSpPr>
            <p:nvPr userDrawn="1"/>
          </p:nvSpPr>
          <p:spPr bwMode="auto">
            <a:xfrm>
              <a:off x="2240268" y="483496"/>
              <a:ext cx="245227" cy="199326"/>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sp>
          <p:nvSpPr>
            <p:cNvPr id="17" name="Freeform 25">
              <a:extLst>
                <a:ext uri="{FF2B5EF4-FFF2-40B4-BE49-F238E27FC236}">
                  <a16:creationId xmlns:a16="http://schemas.microsoft.com/office/drawing/2014/main" id="{8021AFD2-B396-44AA-8A1F-1DBC0E9F7A9D}"/>
                </a:ext>
              </a:extLst>
            </p:cNvPr>
            <p:cNvSpPr>
              <a:spLocks/>
            </p:cNvSpPr>
            <p:nvPr userDrawn="1"/>
          </p:nvSpPr>
          <p:spPr bwMode="auto">
            <a:xfrm>
              <a:off x="2113252" y="338875"/>
              <a:ext cx="372243" cy="315652"/>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grpSp>
    </p:spTree>
    <p:extLst>
      <p:ext uri="{BB962C8B-B14F-4D97-AF65-F5344CB8AC3E}">
        <p14:creationId xmlns:p14="http://schemas.microsoft.com/office/powerpoint/2010/main" val="35357990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Divider Blue">
    <p:bg>
      <p:bgPr>
        <a:solidFill>
          <a:schemeClr val="accent1">
            <a:alpha val="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168108-5B0E-4149-BBCF-3D77971B88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35433" y="338875"/>
            <a:ext cx="375491" cy="345600"/>
          </a:xfrm>
          <a:prstGeom prst="rect">
            <a:avLst/>
          </a:prstGeom>
        </p:spPr>
      </p:pic>
      <p:grpSp>
        <p:nvGrpSpPr>
          <p:cNvPr id="15" name="Group 14">
            <a:extLst>
              <a:ext uri="{FF2B5EF4-FFF2-40B4-BE49-F238E27FC236}">
                <a16:creationId xmlns:a16="http://schemas.microsoft.com/office/drawing/2014/main" id="{7368D400-495F-44BB-BE05-E2F5CEA1CBCF}"/>
              </a:ext>
            </a:extLst>
          </p:cNvPr>
          <p:cNvGrpSpPr/>
          <p:nvPr userDrawn="1"/>
        </p:nvGrpSpPr>
        <p:grpSpPr>
          <a:xfrm>
            <a:off x="11438681" y="338876"/>
            <a:ext cx="372243" cy="343947"/>
            <a:chOff x="2113252" y="338875"/>
            <a:chExt cx="372243" cy="343947"/>
          </a:xfrm>
        </p:grpSpPr>
        <p:sp>
          <p:nvSpPr>
            <p:cNvPr id="16" name="Freeform 11">
              <a:extLst>
                <a:ext uri="{FF2B5EF4-FFF2-40B4-BE49-F238E27FC236}">
                  <a16:creationId xmlns:a16="http://schemas.microsoft.com/office/drawing/2014/main" id="{E45B8369-973A-46FC-AC16-F040AD0661B0}"/>
                </a:ext>
              </a:extLst>
            </p:cNvPr>
            <p:cNvSpPr>
              <a:spLocks/>
            </p:cNvSpPr>
            <p:nvPr userDrawn="1"/>
          </p:nvSpPr>
          <p:spPr bwMode="auto">
            <a:xfrm>
              <a:off x="2240268" y="483496"/>
              <a:ext cx="245227" cy="199326"/>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sp>
          <p:nvSpPr>
            <p:cNvPr id="17" name="Freeform 25">
              <a:extLst>
                <a:ext uri="{FF2B5EF4-FFF2-40B4-BE49-F238E27FC236}">
                  <a16:creationId xmlns:a16="http://schemas.microsoft.com/office/drawing/2014/main" id="{8021AFD2-B396-44AA-8A1F-1DBC0E9F7A9D}"/>
                </a:ext>
              </a:extLst>
            </p:cNvPr>
            <p:cNvSpPr>
              <a:spLocks/>
            </p:cNvSpPr>
            <p:nvPr userDrawn="1"/>
          </p:nvSpPr>
          <p:spPr bwMode="auto">
            <a:xfrm>
              <a:off x="2113252" y="338875"/>
              <a:ext cx="372243" cy="315652"/>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grpSp>
    </p:spTree>
    <p:extLst>
      <p:ext uri="{BB962C8B-B14F-4D97-AF65-F5344CB8AC3E}">
        <p14:creationId xmlns:p14="http://schemas.microsoft.com/office/powerpoint/2010/main" val="2588122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Re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11" name="Picture 10" descr="DIVIDER NEURAL LENS 338.5mm x 190.5mm 1 V1 White.png"/>
          <p:cNvPicPr>
            <a:picLocks noChangeAspect="1"/>
          </p:cNvPicPr>
          <p:nvPr userDrawn="1"/>
        </p:nvPicPr>
        <p:blipFill>
          <a:blip r:embed="rId2">
            <a:alphaModFix amt="50000"/>
            <a:duotone>
              <a:prstClr val="black"/>
              <a:schemeClr val="accent4">
                <a:tint val="45000"/>
                <a:satMod val="400000"/>
              </a:schemeClr>
            </a:duotone>
            <a:extLst>
              <a:ext uri="{28A0092B-C50C-407E-A947-70E740481C1C}">
                <a14:useLocalDpi xmlns:a14="http://schemas.microsoft.com/office/drawing/2010/main"/>
              </a:ext>
            </a:extLst>
          </a:blip>
          <a:stretch>
            <a:fillRect/>
          </a:stretch>
        </p:blipFill>
        <p:spPr>
          <a:xfrm flipH="1" flipV="1">
            <a:off x="0" y="0"/>
            <a:ext cx="12192000" cy="6858000"/>
          </a:xfrm>
          <a:prstGeom prst="rect">
            <a:avLst/>
          </a:prstGeom>
          <a:solidFill>
            <a:schemeClr val="bg1"/>
          </a:solidFill>
        </p:spPr>
      </p:pic>
      <p:pic>
        <p:nvPicPr>
          <p:cNvPr id="9" name="Picture 8">
            <a:extLst>
              <a:ext uri="{FF2B5EF4-FFF2-40B4-BE49-F238E27FC236}">
                <a16:creationId xmlns:a16="http://schemas.microsoft.com/office/drawing/2014/main" id="{B9626316-EC5A-4EAE-BA4E-E3AB3F1FEA8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621101" y="190643"/>
            <a:ext cx="375491" cy="345600"/>
          </a:xfrm>
          <a:prstGeom prst="rect">
            <a:avLst/>
          </a:prstGeom>
        </p:spPr>
      </p:pic>
      <p:sp>
        <p:nvSpPr>
          <p:cNvPr id="4" name="Rectangle 3"/>
          <p:cNvSpPr/>
          <p:nvPr userDrawn="1"/>
        </p:nvSpPr>
        <p:spPr>
          <a:xfrm>
            <a:off x="0" y="0"/>
            <a:ext cx="70866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pSp>
        <p:nvGrpSpPr>
          <p:cNvPr id="7" name="Group 6">
            <a:extLst>
              <a:ext uri="{FF2B5EF4-FFF2-40B4-BE49-F238E27FC236}">
                <a16:creationId xmlns:a16="http://schemas.microsoft.com/office/drawing/2014/main" id="{9F49FE35-AA34-4211-910C-7F1BD011202E}"/>
              </a:ext>
            </a:extLst>
          </p:cNvPr>
          <p:cNvGrpSpPr/>
          <p:nvPr userDrawn="1"/>
        </p:nvGrpSpPr>
        <p:grpSpPr>
          <a:xfrm>
            <a:off x="11438681" y="338876"/>
            <a:ext cx="372243" cy="343947"/>
            <a:chOff x="2113252" y="338875"/>
            <a:chExt cx="372243" cy="343947"/>
          </a:xfrm>
        </p:grpSpPr>
        <p:sp>
          <p:nvSpPr>
            <p:cNvPr id="8" name="Freeform 11">
              <a:extLst>
                <a:ext uri="{FF2B5EF4-FFF2-40B4-BE49-F238E27FC236}">
                  <a16:creationId xmlns:a16="http://schemas.microsoft.com/office/drawing/2014/main" id="{65A7D4AE-7BEB-42A9-977B-CDF185788383}"/>
                </a:ext>
              </a:extLst>
            </p:cNvPr>
            <p:cNvSpPr>
              <a:spLocks/>
            </p:cNvSpPr>
            <p:nvPr userDrawn="1"/>
          </p:nvSpPr>
          <p:spPr bwMode="auto">
            <a:xfrm>
              <a:off x="2240268" y="483496"/>
              <a:ext cx="245227" cy="199326"/>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sp>
          <p:nvSpPr>
            <p:cNvPr id="10" name="Freeform 25">
              <a:extLst>
                <a:ext uri="{FF2B5EF4-FFF2-40B4-BE49-F238E27FC236}">
                  <a16:creationId xmlns:a16="http://schemas.microsoft.com/office/drawing/2014/main" id="{0EFC78C7-8FDC-49CC-BBD2-0F28AB60E0D6}"/>
                </a:ext>
              </a:extLst>
            </p:cNvPr>
            <p:cNvSpPr>
              <a:spLocks/>
            </p:cNvSpPr>
            <p:nvPr userDrawn="1"/>
          </p:nvSpPr>
          <p:spPr bwMode="auto">
            <a:xfrm>
              <a:off x="2113252" y="338875"/>
              <a:ext cx="372243" cy="315652"/>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grpSp>
    </p:spTree>
    <p:extLst>
      <p:ext uri="{BB962C8B-B14F-4D97-AF65-F5344CB8AC3E}">
        <p14:creationId xmlns:p14="http://schemas.microsoft.com/office/powerpoint/2010/main" val="14917646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Green">
    <p:bg>
      <p:bgPr>
        <a:solidFill>
          <a:srgbClr val="00B050">
            <a:alpha val="0"/>
          </a:srgbClr>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119653F-3518-CE40-8ED0-84A04ACEE386}"/>
              </a:ext>
            </a:extLst>
          </p:cNvPr>
          <p:cNvGrpSpPr/>
          <p:nvPr userDrawn="1"/>
        </p:nvGrpSpPr>
        <p:grpSpPr>
          <a:xfrm>
            <a:off x="11438681" y="338876"/>
            <a:ext cx="372243" cy="343947"/>
            <a:chOff x="2113252" y="338875"/>
            <a:chExt cx="372243" cy="343947"/>
          </a:xfrm>
        </p:grpSpPr>
        <p:sp>
          <p:nvSpPr>
            <p:cNvPr id="7" name="Freeform 11">
              <a:extLst>
                <a:ext uri="{FF2B5EF4-FFF2-40B4-BE49-F238E27FC236}">
                  <a16:creationId xmlns:a16="http://schemas.microsoft.com/office/drawing/2014/main" id="{49273EC9-8D52-CC4B-A3C4-7B20AF0E17D9}"/>
                </a:ext>
              </a:extLst>
            </p:cNvPr>
            <p:cNvSpPr>
              <a:spLocks/>
            </p:cNvSpPr>
            <p:nvPr userDrawn="1"/>
          </p:nvSpPr>
          <p:spPr bwMode="auto">
            <a:xfrm>
              <a:off x="2240268" y="483496"/>
              <a:ext cx="245227" cy="199326"/>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sp>
          <p:nvSpPr>
            <p:cNvPr id="8" name="Freeform 7">
              <a:extLst>
                <a:ext uri="{FF2B5EF4-FFF2-40B4-BE49-F238E27FC236}">
                  <a16:creationId xmlns:a16="http://schemas.microsoft.com/office/drawing/2014/main" id="{28938E07-713A-AB4D-B205-70F53C3DF8F0}"/>
                </a:ext>
              </a:extLst>
            </p:cNvPr>
            <p:cNvSpPr>
              <a:spLocks/>
            </p:cNvSpPr>
            <p:nvPr userDrawn="1"/>
          </p:nvSpPr>
          <p:spPr bwMode="auto">
            <a:xfrm>
              <a:off x="2113252" y="338875"/>
              <a:ext cx="372243" cy="315652"/>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grpSp>
      <p:pic>
        <p:nvPicPr>
          <p:cNvPr id="11" name="Picture 10" descr="DIVIDER NEURAL LENS 338.5mm x 190.5mm 1 V1 White.png"/>
          <p:cNvPicPr>
            <a:picLocks noChangeAspect="1"/>
          </p:cNvPicPr>
          <p:nvPr userDrawn="1"/>
        </p:nvPicPr>
        <p:blipFill>
          <a:blip r:embed="rId2">
            <a:alphaModFix amt="50000"/>
            <a:extLst>
              <a:ext uri="{28A0092B-C50C-407E-A947-70E740481C1C}">
                <a14:useLocalDpi xmlns:a14="http://schemas.microsoft.com/office/drawing/2010/main"/>
              </a:ext>
            </a:extLst>
          </a:blip>
          <a:stretch>
            <a:fillRect/>
          </a:stretch>
        </p:blipFill>
        <p:spPr>
          <a:xfrm flipH="1" flipV="1">
            <a:off x="4011" y="0"/>
            <a:ext cx="12192000" cy="6858000"/>
          </a:xfrm>
          <a:prstGeom prst="rect">
            <a:avLst/>
          </a:prstGeom>
          <a:solidFill>
            <a:srgbClr val="00B050"/>
          </a:solidFill>
        </p:spPr>
      </p:pic>
    </p:spTree>
    <p:extLst>
      <p:ext uri="{BB962C8B-B14F-4D97-AF65-F5344CB8AC3E}">
        <p14:creationId xmlns:p14="http://schemas.microsoft.com/office/powerpoint/2010/main" val="2993779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ivider Green">
    <p:bg>
      <p:bgPr>
        <a:solidFill>
          <a:srgbClr val="00B050">
            <a:alpha val="10000"/>
          </a:srgbClr>
        </a:solidFill>
        <a:effectLst/>
      </p:bgPr>
    </p:bg>
    <p:spTree>
      <p:nvGrpSpPr>
        <p:cNvPr id="1" name=""/>
        <p:cNvGrpSpPr/>
        <p:nvPr/>
      </p:nvGrpSpPr>
      <p:grpSpPr>
        <a:xfrm>
          <a:off x="0" y="0"/>
          <a:ext cx="0" cy="0"/>
          <a:chOff x="0" y="0"/>
          <a:chExt cx="0" cy="0"/>
        </a:xfrm>
      </p:grpSpPr>
      <p:pic>
        <p:nvPicPr>
          <p:cNvPr id="11" name="Picture 10" descr="DIVIDER NEURAL LENS 338.5mm x 190.5mm 1 V1 White.png"/>
          <p:cNvPicPr>
            <a:picLocks noChangeAspect="1"/>
          </p:cNvPicPr>
          <p:nvPr userDrawn="1"/>
        </p:nvPicPr>
        <p:blipFill>
          <a:blip r:embed="rId2">
            <a:alphaModFix amt="50000"/>
            <a:extLst>
              <a:ext uri="{28A0092B-C50C-407E-A947-70E740481C1C}">
                <a14:useLocalDpi xmlns:a14="http://schemas.microsoft.com/office/drawing/2010/main"/>
              </a:ext>
            </a:extLst>
          </a:blip>
          <a:stretch>
            <a:fillRect/>
          </a:stretch>
        </p:blipFill>
        <p:spPr>
          <a:xfrm flipH="1" flipV="1">
            <a:off x="0" y="-11176"/>
            <a:ext cx="12192000" cy="6858000"/>
          </a:xfrm>
          <a:prstGeom prst="rect">
            <a:avLst/>
          </a:prstGeom>
          <a:solidFill>
            <a:srgbClr val="00B050"/>
          </a:solidFill>
          <a:ln>
            <a:noFill/>
          </a:ln>
        </p:spPr>
      </p:pic>
      <p:grpSp>
        <p:nvGrpSpPr>
          <p:cNvPr id="6" name="Group 5">
            <a:extLst>
              <a:ext uri="{FF2B5EF4-FFF2-40B4-BE49-F238E27FC236}">
                <a16:creationId xmlns:a16="http://schemas.microsoft.com/office/drawing/2014/main" id="{D119653F-3518-CE40-8ED0-84A04ACEE386}"/>
              </a:ext>
            </a:extLst>
          </p:cNvPr>
          <p:cNvGrpSpPr/>
          <p:nvPr userDrawn="1"/>
        </p:nvGrpSpPr>
        <p:grpSpPr>
          <a:xfrm>
            <a:off x="11438681" y="338876"/>
            <a:ext cx="372243" cy="343947"/>
            <a:chOff x="2113252" y="338875"/>
            <a:chExt cx="372243" cy="343947"/>
          </a:xfrm>
        </p:grpSpPr>
        <p:sp>
          <p:nvSpPr>
            <p:cNvPr id="7" name="Freeform 11">
              <a:extLst>
                <a:ext uri="{FF2B5EF4-FFF2-40B4-BE49-F238E27FC236}">
                  <a16:creationId xmlns:a16="http://schemas.microsoft.com/office/drawing/2014/main" id="{49273EC9-8D52-CC4B-A3C4-7B20AF0E17D9}"/>
                </a:ext>
              </a:extLst>
            </p:cNvPr>
            <p:cNvSpPr>
              <a:spLocks/>
            </p:cNvSpPr>
            <p:nvPr userDrawn="1"/>
          </p:nvSpPr>
          <p:spPr bwMode="auto">
            <a:xfrm>
              <a:off x="2240268" y="483496"/>
              <a:ext cx="245227" cy="199326"/>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sp>
          <p:nvSpPr>
            <p:cNvPr id="8" name="Freeform 7">
              <a:extLst>
                <a:ext uri="{FF2B5EF4-FFF2-40B4-BE49-F238E27FC236}">
                  <a16:creationId xmlns:a16="http://schemas.microsoft.com/office/drawing/2014/main" id="{28938E07-713A-AB4D-B205-70F53C3DF8F0}"/>
                </a:ext>
              </a:extLst>
            </p:cNvPr>
            <p:cNvSpPr>
              <a:spLocks/>
            </p:cNvSpPr>
            <p:nvPr userDrawn="1"/>
          </p:nvSpPr>
          <p:spPr bwMode="auto">
            <a:xfrm>
              <a:off x="2113252" y="338875"/>
              <a:ext cx="372243" cy="315652"/>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grpSp>
    </p:spTree>
    <p:extLst>
      <p:ext uri="{BB962C8B-B14F-4D97-AF65-F5344CB8AC3E}">
        <p14:creationId xmlns:p14="http://schemas.microsoft.com/office/powerpoint/2010/main" val="38185137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Purple">
    <p:bg>
      <p:bgPr>
        <a:solidFill>
          <a:schemeClr val="accent2"/>
        </a:solidFill>
        <a:effectLst/>
      </p:bgPr>
    </p:bg>
    <p:spTree>
      <p:nvGrpSpPr>
        <p:cNvPr id="1" name=""/>
        <p:cNvGrpSpPr/>
        <p:nvPr/>
      </p:nvGrpSpPr>
      <p:grpSpPr>
        <a:xfrm>
          <a:off x="0" y="0"/>
          <a:ext cx="0" cy="0"/>
          <a:chOff x="0" y="0"/>
          <a:chExt cx="0" cy="0"/>
        </a:xfrm>
      </p:grpSpPr>
      <p:pic>
        <p:nvPicPr>
          <p:cNvPr id="3" name="Picture 2" descr="DIVIDER NEURAL LENS 338.5mm x 190.5mm 1 V1 White.png"/>
          <p:cNvPicPr>
            <a:picLocks noChangeAspect="1"/>
          </p:cNvPicPr>
          <p:nvPr userDrawn="1"/>
        </p:nvPicPr>
        <p:blipFill>
          <a:blip r:embed="rId2">
            <a:alphaModFix amt="50000"/>
            <a:extLst>
              <a:ext uri="{28A0092B-C50C-407E-A947-70E740481C1C}">
                <a14:useLocalDpi xmlns:a14="http://schemas.microsoft.com/office/drawing/2010/main"/>
              </a:ext>
            </a:extLst>
          </a:blip>
          <a:stretch>
            <a:fillRect/>
          </a:stretch>
        </p:blipFill>
        <p:spPr>
          <a:xfrm flipH="1" flipV="1">
            <a:off x="0" y="0"/>
            <a:ext cx="12192000" cy="6858000"/>
          </a:xfrm>
          <a:prstGeom prst="rect">
            <a:avLst/>
          </a:prstGeom>
          <a:solidFill>
            <a:schemeClr val="accent3"/>
          </a:solidFill>
        </p:spPr>
      </p:pic>
      <p:grpSp>
        <p:nvGrpSpPr>
          <p:cNvPr id="7" name="Group 6">
            <a:extLst>
              <a:ext uri="{FF2B5EF4-FFF2-40B4-BE49-F238E27FC236}">
                <a16:creationId xmlns:a16="http://schemas.microsoft.com/office/drawing/2014/main" id="{E40B4E4B-11C5-5243-91D5-E30CB914EE40}"/>
              </a:ext>
            </a:extLst>
          </p:cNvPr>
          <p:cNvGrpSpPr/>
          <p:nvPr userDrawn="1"/>
        </p:nvGrpSpPr>
        <p:grpSpPr>
          <a:xfrm>
            <a:off x="11438681" y="338876"/>
            <a:ext cx="372243" cy="343947"/>
            <a:chOff x="2113252" y="338875"/>
            <a:chExt cx="372243" cy="343947"/>
          </a:xfrm>
        </p:grpSpPr>
        <p:sp>
          <p:nvSpPr>
            <p:cNvPr id="8" name="Freeform 11">
              <a:extLst>
                <a:ext uri="{FF2B5EF4-FFF2-40B4-BE49-F238E27FC236}">
                  <a16:creationId xmlns:a16="http://schemas.microsoft.com/office/drawing/2014/main" id="{E679A135-4F15-D24A-B81A-434DEC7D1004}"/>
                </a:ext>
              </a:extLst>
            </p:cNvPr>
            <p:cNvSpPr>
              <a:spLocks/>
            </p:cNvSpPr>
            <p:nvPr userDrawn="1"/>
          </p:nvSpPr>
          <p:spPr bwMode="auto">
            <a:xfrm>
              <a:off x="2240268" y="483496"/>
              <a:ext cx="245227" cy="199326"/>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sp>
          <p:nvSpPr>
            <p:cNvPr id="9" name="Freeform 8">
              <a:extLst>
                <a:ext uri="{FF2B5EF4-FFF2-40B4-BE49-F238E27FC236}">
                  <a16:creationId xmlns:a16="http://schemas.microsoft.com/office/drawing/2014/main" id="{629A1912-E7D1-304D-AA9C-A3359DA9049D}"/>
                </a:ext>
              </a:extLst>
            </p:cNvPr>
            <p:cNvSpPr>
              <a:spLocks/>
            </p:cNvSpPr>
            <p:nvPr userDrawn="1"/>
          </p:nvSpPr>
          <p:spPr bwMode="auto">
            <a:xfrm>
              <a:off x="2113252" y="338875"/>
              <a:ext cx="372243" cy="315652"/>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dirty="0"/>
            </a:p>
          </p:txBody>
        </p:sp>
      </p:grpSp>
    </p:spTree>
    <p:extLst>
      <p:ext uri="{BB962C8B-B14F-4D97-AF65-F5344CB8AC3E}">
        <p14:creationId xmlns:p14="http://schemas.microsoft.com/office/powerpoint/2010/main" val="40164374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Cyan">
    <p:bg>
      <p:bgPr>
        <a:solidFill>
          <a:schemeClr val="accent2"/>
        </a:solidFill>
        <a:effectLst/>
      </p:bgPr>
    </p:bg>
    <p:spTree>
      <p:nvGrpSpPr>
        <p:cNvPr id="1" name=""/>
        <p:cNvGrpSpPr/>
        <p:nvPr/>
      </p:nvGrpSpPr>
      <p:grpSpPr>
        <a:xfrm>
          <a:off x="0" y="0"/>
          <a:ext cx="0" cy="0"/>
          <a:chOff x="0" y="0"/>
          <a:chExt cx="0" cy="0"/>
        </a:xfrm>
      </p:grpSpPr>
      <p:pic>
        <p:nvPicPr>
          <p:cNvPr id="3" name="Picture 2" descr="DIVIDER NEURAL LENS 338.5mm x 190.5mm 1 V1 White.png"/>
          <p:cNvPicPr>
            <a:picLocks noChangeAspect="1"/>
          </p:cNvPicPr>
          <p:nvPr userDrawn="1"/>
        </p:nvPicPr>
        <p:blipFill>
          <a:blip r:embed="rId2">
            <a:alphaModFix amt="50000"/>
            <a:extLst>
              <a:ext uri="{28A0092B-C50C-407E-A947-70E740481C1C}">
                <a14:useLocalDpi xmlns:a14="http://schemas.microsoft.com/office/drawing/2010/main"/>
              </a:ext>
            </a:extLst>
          </a:blip>
          <a:stretch>
            <a:fillRect/>
          </a:stretch>
        </p:blipFill>
        <p:spPr>
          <a:xfrm flipH="1" flipV="1">
            <a:off x="0" y="0"/>
            <a:ext cx="12192000" cy="6858000"/>
          </a:xfrm>
          <a:prstGeom prst="rect">
            <a:avLst/>
          </a:prstGeom>
        </p:spPr>
      </p:pic>
      <p:pic>
        <p:nvPicPr>
          <p:cNvPr id="5" name="Picture 4">
            <a:extLst>
              <a:ext uri="{FF2B5EF4-FFF2-40B4-BE49-F238E27FC236}">
                <a16:creationId xmlns:a16="http://schemas.microsoft.com/office/drawing/2014/main" id="{838EEC0F-CC3D-E643-8127-CA0E9AA8A8E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435433" y="338875"/>
            <a:ext cx="375491" cy="345600"/>
          </a:xfrm>
          <a:prstGeom prst="rect">
            <a:avLst/>
          </a:prstGeom>
        </p:spPr>
      </p:pic>
    </p:spTree>
    <p:extLst>
      <p:ext uri="{BB962C8B-B14F-4D97-AF65-F5344CB8AC3E}">
        <p14:creationId xmlns:p14="http://schemas.microsoft.com/office/powerpoint/2010/main" val="972116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6_Blank-White">
    <p:spTree>
      <p:nvGrpSpPr>
        <p:cNvPr id="1" name=""/>
        <p:cNvGrpSpPr/>
        <p:nvPr/>
      </p:nvGrpSpPr>
      <p:grpSpPr>
        <a:xfrm>
          <a:off x="0" y="0"/>
          <a:ext cx="0" cy="0"/>
          <a:chOff x="0" y="0"/>
          <a:chExt cx="0" cy="0"/>
        </a:xfrm>
      </p:grpSpPr>
      <p:sp>
        <p:nvSpPr>
          <p:cNvPr id="8" name="Rectangle 7"/>
          <p:cNvSpPr/>
          <p:nvPr userDrawn="1"/>
        </p:nvSpPr>
        <p:spPr>
          <a:xfrm>
            <a:off x="0" y="0"/>
            <a:ext cx="12192000" cy="6858000"/>
          </a:xfrm>
          <a:prstGeom prst="rect">
            <a:avLst/>
          </a:prstGeom>
          <a:solidFill>
            <a:srgbClr val="E6E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9" y="404813"/>
            <a:ext cx="9864476" cy="863600"/>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a:t>Click to add title</a:t>
            </a:r>
            <a:endParaRPr lang="pt-PT"/>
          </a:p>
        </p:txBody>
      </p:sp>
      <p:sp>
        <p:nvSpPr>
          <p:cNvPr id="10" name="Text Placeholder 9">
            <a:extLst>
              <a:ext uri="{FF2B5EF4-FFF2-40B4-BE49-F238E27FC236}">
                <a16:creationId xmlns:a16="http://schemas.microsoft.com/office/drawing/2014/main" id="{4F61AAD8-2C87-4EEE-BAFB-577FCA6B3B12}"/>
              </a:ext>
            </a:extLst>
          </p:cNvPr>
          <p:cNvSpPr>
            <a:spLocks noGrp="1"/>
          </p:cNvSpPr>
          <p:nvPr>
            <p:ph type="body" sz="quarter" idx="10"/>
          </p:nvPr>
        </p:nvSpPr>
        <p:spPr>
          <a:xfrm>
            <a:off x="407989" y="1413990"/>
            <a:ext cx="11376025" cy="5039199"/>
          </a:xfrm>
        </p:spPr>
        <p:txBody>
          <a:bodyPr/>
          <a:lstStyle>
            <a:lvl1pPr>
              <a:defRPr>
                <a:solidFill>
                  <a:schemeClr val="tx1"/>
                </a:solidFill>
              </a:defRPr>
            </a:lvl1pPr>
          </a:lstStyle>
          <a:p>
            <a:r>
              <a:rPr lang="en-US"/>
              <a:t>Click to insert text</a:t>
            </a:r>
            <a:endParaRPr lang="pt-PT"/>
          </a:p>
        </p:txBody>
      </p:sp>
      <p:pic>
        <p:nvPicPr>
          <p:cNvPr id="1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47794" y="188640"/>
            <a:ext cx="424356" cy="459624"/>
          </a:xfrm>
          <a:prstGeom prst="rect">
            <a:avLst/>
          </a:prstGeom>
        </p:spPr>
      </p:pic>
    </p:spTree>
    <p:extLst>
      <p:ext uri="{BB962C8B-B14F-4D97-AF65-F5344CB8AC3E}">
        <p14:creationId xmlns:p14="http://schemas.microsoft.com/office/powerpoint/2010/main" val="16425824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7_Blank-White">
    <p:spTree>
      <p:nvGrpSpPr>
        <p:cNvPr id="1" name=""/>
        <p:cNvGrpSpPr/>
        <p:nvPr/>
      </p:nvGrpSpPr>
      <p:grpSpPr>
        <a:xfrm>
          <a:off x="0" y="0"/>
          <a:ext cx="0" cy="0"/>
          <a:chOff x="0" y="0"/>
          <a:chExt cx="0" cy="0"/>
        </a:xfrm>
      </p:grpSpPr>
      <p:sp>
        <p:nvSpPr>
          <p:cNvPr id="8" name="Rectangle 7"/>
          <p:cNvSpPr/>
          <p:nvPr userDrawn="1"/>
        </p:nvSpPr>
        <p:spPr>
          <a:xfrm>
            <a:off x="0" y="0"/>
            <a:ext cx="12192000" cy="6858000"/>
          </a:xfrm>
          <a:prstGeom prst="rect">
            <a:avLst/>
          </a:prstGeom>
          <a:solidFill>
            <a:srgbClr val="E6E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9" y="404813"/>
            <a:ext cx="9864476" cy="863600"/>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a:t>Click to add title</a:t>
            </a:r>
            <a:endParaRPr lang="pt-PT"/>
          </a:p>
        </p:txBody>
      </p:sp>
      <p:sp>
        <p:nvSpPr>
          <p:cNvPr id="10" name="Text Placeholder 9">
            <a:extLst>
              <a:ext uri="{FF2B5EF4-FFF2-40B4-BE49-F238E27FC236}">
                <a16:creationId xmlns:a16="http://schemas.microsoft.com/office/drawing/2014/main" id="{4F61AAD8-2C87-4EEE-BAFB-577FCA6B3B12}"/>
              </a:ext>
            </a:extLst>
          </p:cNvPr>
          <p:cNvSpPr>
            <a:spLocks noGrp="1"/>
          </p:cNvSpPr>
          <p:nvPr>
            <p:ph type="body" sz="quarter" idx="10"/>
          </p:nvPr>
        </p:nvSpPr>
        <p:spPr>
          <a:xfrm>
            <a:off x="407989" y="1413990"/>
            <a:ext cx="11376025" cy="5039199"/>
          </a:xfrm>
        </p:spPr>
        <p:txBody>
          <a:bodyPr/>
          <a:lstStyle>
            <a:lvl1pPr>
              <a:defRPr>
                <a:solidFill>
                  <a:schemeClr val="tx1"/>
                </a:solidFill>
              </a:defRPr>
            </a:lvl1pPr>
          </a:lstStyle>
          <a:p>
            <a:r>
              <a:rPr lang="en-US"/>
              <a:t>Click to insert text</a:t>
            </a:r>
            <a:endParaRPr lang="pt-PT"/>
          </a:p>
        </p:txBody>
      </p:sp>
      <p:pic>
        <p:nvPicPr>
          <p:cNvPr id="1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47794" y="188640"/>
            <a:ext cx="424356" cy="459624"/>
          </a:xfrm>
          <a:prstGeom prst="rect">
            <a:avLst/>
          </a:prstGeom>
        </p:spPr>
      </p:pic>
    </p:spTree>
    <p:extLst>
      <p:ext uri="{BB962C8B-B14F-4D97-AF65-F5344CB8AC3E}">
        <p14:creationId xmlns:p14="http://schemas.microsoft.com/office/powerpoint/2010/main" val="14116353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69977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wo columns">
    <p:spTree>
      <p:nvGrpSpPr>
        <p:cNvPr id="1" name=""/>
        <p:cNvGrpSpPr/>
        <p:nvPr/>
      </p:nvGrpSpPr>
      <p:grpSpPr>
        <a:xfrm>
          <a:off x="0" y="0"/>
          <a:ext cx="0" cy="0"/>
          <a:chOff x="0" y="0"/>
          <a:chExt cx="0" cy="0"/>
        </a:xfrm>
      </p:grpSpPr>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407989" y="1556741"/>
            <a:ext cx="11348921" cy="4895239"/>
          </a:xfrm>
          <a:prstGeom prst="rect">
            <a:avLst/>
          </a:prstGeom>
        </p:spPr>
        <p:txBody>
          <a:bodyPr>
            <a:noAutofit/>
          </a:bodyPr>
          <a:lstStyle>
            <a:lvl1pPr marL="447663" indent="-285744">
              <a:lnSpc>
                <a:spcPct val="100000"/>
              </a:lnSpc>
              <a:buClr>
                <a:schemeClr val="tx2"/>
              </a:buClr>
              <a:buFont typeface="Wingdings" panose="05000000000000000000" pitchFamily="2" charset="2"/>
              <a:buChar char="§"/>
              <a:defRPr sz="1200">
                <a:solidFill>
                  <a:schemeClr val="tx1"/>
                </a:solidFill>
              </a:defRPr>
            </a:lvl1pPr>
            <a:lvl2pPr marL="714357" indent="-228594">
              <a:lnSpc>
                <a:spcPct val="100000"/>
              </a:lnSpc>
              <a:buFont typeface="Courier New" panose="02070309020205020404" pitchFamily="49" charset="0"/>
              <a:buChar char="o"/>
              <a:defRPr sz="1100"/>
            </a:lvl2pPr>
            <a:lvl3pPr marL="1076298" indent="-223833">
              <a:lnSpc>
                <a:spcPct val="100000"/>
              </a:lnSpc>
              <a:buFont typeface="Calibri" panose="020F0502020204030204" pitchFamily="34" charset="0"/>
              <a:buChar char="‐"/>
              <a:defRPr sz="1100"/>
            </a:lvl3pPr>
            <a:lvl4pPr>
              <a:lnSpc>
                <a:spcPct val="100000"/>
              </a:lnSpc>
              <a:defRPr sz="1200"/>
            </a:lvl4pPr>
            <a:lvl5pPr>
              <a:lnSpc>
                <a:spcPct val="100000"/>
              </a:lnSpc>
              <a:defRPr sz="1200"/>
            </a:lvl5pPr>
          </a:lstStyle>
          <a:p>
            <a:pPr lvl="0"/>
            <a:r>
              <a:rPr lang="en-US" noProof="0"/>
              <a:t>Click to insert long text</a:t>
            </a:r>
          </a:p>
          <a:p>
            <a:pPr lvl="1"/>
            <a:endParaRPr lang="en-US" noProof="0"/>
          </a:p>
          <a:p>
            <a:pPr lvl="2"/>
            <a:endParaRPr lang="en-US" noProof="0"/>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9" y="404814"/>
            <a:ext cx="10944596" cy="865055"/>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noProof="0"/>
              <a:t>Click to insert title</a:t>
            </a:r>
          </a:p>
        </p:txBody>
      </p:sp>
    </p:spTree>
    <p:extLst>
      <p:ext uri="{BB962C8B-B14F-4D97-AF65-F5344CB8AC3E}">
        <p14:creationId xmlns:p14="http://schemas.microsoft.com/office/powerpoint/2010/main" val="30119852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_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665393" y="6555757"/>
            <a:ext cx="360996"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pPr algn="r"/>
              <a:t>‹#›</a:t>
            </a:fld>
            <a:endParaRPr lang="en-US" sz="800" dirty="0">
              <a:solidFill>
                <a:prstClr val="black">
                  <a:lumMod val="50000"/>
                  <a:lumOff val="50000"/>
                </a:prstClr>
              </a:solidFill>
              <a:cs typeface="Arial" panose="020B0604020202020204" pitchFamily="34" charset="0"/>
            </a:endParaRPr>
          </a:p>
        </p:txBody>
      </p:sp>
      <p:cxnSp>
        <p:nvCxnSpPr>
          <p:cNvPr id="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5" y="6632384"/>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1" name="Rectangle 27">
            <a:hlinkClick r:id="rId2"/>
            <a:extLst>
              <a:ext uri="{FF2B5EF4-FFF2-40B4-BE49-F238E27FC236}">
                <a16:creationId xmlns:a16="http://schemas.microsoft.com/office/drawing/2014/main" id="{F376ABD1-4930-42EB-9A73-9A9C7C6BF2D3}"/>
              </a:ext>
            </a:extLst>
          </p:cNvPr>
          <p:cNvSpPr/>
          <p:nvPr userDrawn="1"/>
        </p:nvSpPr>
        <p:spPr>
          <a:xfrm>
            <a:off x="295194" y="6562344"/>
            <a:ext cx="3362407" cy="295656"/>
          </a:xfrm>
          <a:prstGeom prst="rect">
            <a:avLst/>
          </a:prstGeom>
        </p:spPr>
        <p:txBody>
          <a:bodyPr wrap="square" lIns="0" tIns="0" rIns="0" bIns="0" anchor="ctr" anchorCtr="0">
            <a:noAutofit/>
          </a:bodyPr>
          <a:lstStyle/>
          <a:p>
            <a:pPr lvl="0" algn="l" defTabSz="914377">
              <a:lnSpc>
                <a:spcPct val="85000"/>
              </a:lnSpc>
              <a:defRPr/>
            </a:pPr>
            <a:r>
              <a:rPr lang="en-US" sz="800" kern="0" dirty="0">
                <a:solidFill>
                  <a:srgbClr val="00458D"/>
                </a:solidFill>
                <a:latin typeface="+mj-lt"/>
                <a:cs typeface="Arial" panose="020B0604020202020204" pitchFamily="34" charset="0"/>
              </a:rPr>
              <a:t>Document Title</a:t>
            </a:r>
          </a:p>
        </p:txBody>
      </p:sp>
      <p:sp>
        <p:nvSpPr>
          <p:cNvPr id="9" name="Title Placeholder 1">
            <a:extLst>
              <a:ext uri="{FF2B5EF4-FFF2-40B4-BE49-F238E27FC236}">
                <a16:creationId xmlns:a16="http://schemas.microsoft.com/office/drawing/2014/main" id="{41C23EB3-0C1F-4DB8-94C0-FFD611B2F68A}"/>
              </a:ext>
            </a:extLst>
          </p:cNvPr>
          <p:cNvSpPr>
            <a:spLocks noGrp="1"/>
          </p:cNvSpPr>
          <p:nvPr>
            <p:ph type="title" hasCustomPrompt="1"/>
          </p:nvPr>
        </p:nvSpPr>
        <p:spPr>
          <a:xfrm>
            <a:off x="1447800" y="98861"/>
            <a:ext cx="9904784" cy="865055"/>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a:t>Click to insert title</a:t>
            </a:r>
            <a:endParaRPr lang="pt-PT"/>
          </a:p>
        </p:txBody>
      </p:sp>
    </p:spTree>
    <p:extLst>
      <p:ext uri="{BB962C8B-B14F-4D97-AF65-F5344CB8AC3E}">
        <p14:creationId xmlns:p14="http://schemas.microsoft.com/office/powerpoint/2010/main" val="5052244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Blank-Whit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90" y="404813"/>
            <a:ext cx="9864476" cy="863600"/>
          </a:xfrm>
          <a:prstGeom prst="rect">
            <a:avLst/>
          </a:prstGeom>
        </p:spPr>
        <p:txBody>
          <a:bodyPr vert="horz" lIns="0" tIns="0" rIns="0" bIns="0" rtlCol="0" anchor="t">
            <a:normAutofit/>
          </a:bodyPr>
          <a:lstStyle>
            <a:lvl1pPr>
              <a:defRPr lang="pt-PT" dirty="0">
                <a:solidFill>
                  <a:schemeClr val="tx2"/>
                </a:solidFill>
              </a:defRPr>
            </a:lvl1pPr>
          </a:lstStyle>
          <a:p>
            <a:pPr lvl="0">
              <a:lnSpc>
                <a:spcPts val="2999"/>
              </a:lnSpc>
            </a:pPr>
            <a:r>
              <a:rPr lang="en-US"/>
              <a:t>Click to add title</a:t>
            </a:r>
            <a:endParaRPr lang="pt-PT"/>
          </a:p>
        </p:txBody>
      </p:sp>
      <p:sp>
        <p:nvSpPr>
          <p:cNvPr id="10" name="Text Placeholder 9">
            <a:extLst>
              <a:ext uri="{FF2B5EF4-FFF2-40B4-BE49-F238E27FC236}">
                <a16:creationId xmlns:a16="http://schemas.microsoft.com/office/drawing/2014/main" id="{4F61AAD8-2C87-4EEE-BAFB-577FCA6B3B12}"/>
              </a:ext>
            </a:extLst>
          </p:cNvPr>
          <p:cNvSpPr>
            <a:spLocks noGrp="1"/>
          </p:cNvSpPr>
          <p:nvPr>
            <p:ph type="body" sz="quarter" idx="10"/>
          </p:nvPr>
        </p:nvSpPr>
        <p:spPr>
          <a:xfrm>
            <a:off x="407989" y="1413990"/>
            <a:ext cx="11376025" cy="5039199"/>
          </a:xfrm>
        </p:spPr>
        <p:txBody>
          <a:bodyPr/>
          <a:lstStyle>
            <a:lvl1pPr>
              <a:defRPr>
                <a:solidFill>
                  <a:schemeClr val="tx1"/>
                </a:solidFill>
              </a:defRPr>
            </a:lvl1pPr>
          </a:lstStyle>
          <a:p>
            <a:r>
              <a:rPr lang="en-US"/>
              <a:t>Click to insert text</a:t>
            </a:r>
            <a:endParaRPr lang="pt-PT"/>
          </a:p>
        </p:txBody>
      </p:sp>
      <p:pic>
        <p:nvPicPr>
          <p:cNvPr id="1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47794" y="188640"/>
            <a:ext cx="424356" cy="459624"/>
          </a:xfrm>
          <a:prstGeom prst="rect">
            <a:avLst/>
          </a:prstGeom>
        </p:spPr>
      </p:pic>
    </p:spTree>
    <p:extLst>
      <p:ext uri="{BB962C8B-B14F-4D97-AF65-F5344CB8AC3E}">
        <p14:creationId xmlns:p14="http://schemas.microsoft.com/office/powerpoint/2010/main" val="34607892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Blank-Whit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90" y="404813"/>
            <a:ext cx="9864476" cy="863600"/>
          </a:xfrm>
          <a:prstGeom prst="rect">
            <a:avLst/>
          </a:prstGeom>
        </p:spPr>
        <p:txBody>
          <a:bodyPr vert="horz" lIns="0" tIns="0" rIns="0" bIns="0" rtlCol="0" anchor="t">
            <a:normAutofit/>
          </a:bodyPr>
          <a:lstStyle>
            <a:lvl1pPr>
              <a:defRPr lang="pt-PT" dirty="0">
                <a:solidFill>
                  <a:schemeClr val="tx2"/>
                </a:solidFill>
              </a:defRPr>
            </a:lvl1pPr>
          </a:lstStyle>
          <a:p>
            <a:pPr lvl="0">
              <a:lnSpc>
                <a:spcPts val="2999"/>
              </a:lnSpc>
            </a:pPr>
            <a:r>
              <a:rPr lang="en-US"/>
              <a:t>Click to add title</a:t>
            </a:r>
            <a:endParaRPr lang="pt-PT"/>
          </a:p>
        </p:txBody>
      </p:sp>
      <p:sp>
        <p:nvSpPr>
          <p:cNvPr id="10" name="Text Placeholder 9">
            <a:extLst>
              <a:ext uri="{FF2B5EF4-FFF2-40B4-BE49-F238E27FC236}">
                <a16:creationId xmlns:a16="http://schemas.microsoft.com/office/drawing/2014/main" id="{4F61AAD8-2C87-4EEE-BAFB-577FCA6B3B12}"/>
              </a:ext>
            </a:extLst>
          </p:cNvPr>
          <p:cNvSpPr>
            <a:spLocks noGrp="1"/>
          </p:cNvSpPr>
          <p:nvPr>
            <p:ph type="body" sz="quarter" idx="10"/>
          </p:nvPr>
        </p:nvSpPr>
        <p:spPr>
          <a:xfrm>
            <a:off x="407989" y="1413990"/>
            <a:ext cx="11376025" cy="5039199"/>
          </a:xfrm>
        </p:spPr>
        <p:txBody>
          <a:bodyPr/>
          <a:lstStyle>
            <a:lvl1pPr>
              <a:defRPr>
                <a:solidFill>
                  <a:schemeClr val="tx1"/>
                </a:solidFill>
              </a:defRPr>
            </a:lvl1pPr>
          </a:lstStyle>
          <a:p>
            <a:r>
              <a:rPr lang="en-US"/>
              <a:t>Click to insert text</a:t>
            </a:r>
            <a:endParaRPr lang="pt-PT"/>
          </a:p>
        </p:txBody>
      </p:sp>
      <p:pic>
        <p:nvPicPr>
          <p:cNvPr id="1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47794" y="188640"/>
            <a:ext cx="424356" cy="459624"/>
          </a:xfrm>
          <a:prstGeom prst="rect">
            <a:avLst/>
          </a:prstGeom>
        </p:spPr>
      </p:pic>
    </p:spTree>
    <p:extLst>
      <p:ext uri="{BB962C8B-B14F-4D97-AF65-F5344CB8AC3E}">
        <p14:creationId xmlns:p14="http://schemas.microsoft.com/office/powerpoint/2010/main" val="13279978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8" name="Freeform 17">
            <a:extLst>
              <a:ext uri="{FF2B5EF4-FFF2-40B4-BE49-F238E27FC236}">
                <a16:creationId xmlns:a16="http://schemas.microsoft.com/office/drawing/2014/main" id="{47433930-597E-3247-A33A-5F23B8444E71}"/>
              </a:ext>
            </a:extLst>
          </p:cNvPr>
          <p:cNvSpPr>
            <a:spLocks noChangeAspect="1"/>
          </p:cNvSpPr>
          <p:nvPr userDrawn="1"/>
        </p:nvSpPr>
        <p:spPr bwMode="auto">
          <a:xfrm rot="6639164" flipH="1">
            <a:off x="-607854" y="-2701296"/>
            <a:ext cx="5113921" cy="6125011"/>
          </a:xfrm>
          <a:custGeom>
            <a:avLst/>
            <a:gdLst>
              <a:gd name="T0" fmla="*/ 696 w 1229"/>
              <a:gd name="T1" fmla="*/ 10 h 1472"/>
              <a:gd name="T2" fmla="*/ 1229 w 1229"/>
              <a:gd name="T3" fmla="*/ 55 h 1472"/>
              <a:gd name="T4" fmla="*/ 1229 w 1229"/>
              <a:gd name="T5" fmla="*/ 1472 h 1472"/>
              <a:gd name="T6" fmla="*/ 323 w 1229"/>
              <a:gd name="T7" fmla="*/ 1472 h 1472"/>
              <a:gd name="T8" fmla="*/ 229 w 1229"/>
              <a:gd name="T9" fmla="*/ 1332 h 1472"/>
              <a:gd name="T10" fmla="*/ 696 w 1229"/>
              <a:gd name="T11" fmla="*/ 10 h 1472"/>
            </a:gdLst>
            <a:ahLst/>
            <a:cxnLst>
              <a:cxn ang="0">
                <a:pos x="T0" y="T1"/>
              </a:cxn>
              <a:cxn ang="0">
                <a:pos x="T2" y="T3"/>
              </a:cxn>
              <a:cxn ang="0">
                <a:pos x="T4" y="T5"/>
              </a:cxn>
              <a:cxn ang="0">
                <a:pos x="T6" y="T7"/>
              </a:cxn>
              <a:cxn ang="0">
                <a:pos x="T8" y="T9"/>
              </a:cxn>
              <a:cxn ang="0">
                <a:pos x="T10" y="T11"/>
              </a:cxn>
            </a:cxnLst>
            <a:rect l="0" t="0" r="r" b="b"/>
            <a:pathLst>
              <a:path w="1229" h="1472">
                <a:moveTo>
                  <a:pt x="696" y="10"/>
                </a:moveTo>
                <a:cubicBezTo>
                  <a:pt x="880" y="0"/>
                  <a:pt x="1062" y="13"/>
                  <a:pt x="1229" y="55"/>
                </a:cubicBezTo>
                <a:cubicBezTo>
                  <a:pt x="1229" y="1472"/>
                  <a:pt x="1229" y="1472"/>
                  <a:pt x="1229" y="1472"/>
                </a:cubicBezTo>
                <a:cubicBezTo>
                  <a:pt x="323" y="1472"/>
                  <a:pt x="323" y="1472"/>
                  <a:pt x="323" y="1472"/>
                </a:cubicBezTo>
                <a:cubicBezTo>
                  <a:pt x="286" y="1432"/>
                  <a:pt x="254" y="1386"/>
                  <a:pt x="229" y="1332"/>
                </a:cubicBezTo>
                <a:cubicBezTo>
                  <a:pt x="0" y="833"/>
                  <a:pt x="607" y="340"/>
                  <a:pt x="696" y="10"/>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dirty="0"/>
          </a:p>
        </p:txBody>
      </p:sp>
      <p:graphicFrame>
        <p:nvGraphicFramePr>
          <p:cNvPr id="5" name="Object 4" hidden="1"/>
          <p:cNvGraphicFramePr>
            <a:graphicFrameLocks noChangeAspect="1"/>
          </p:cNvGraphicFramePr>
          <p:nvPr>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nvPr>
        </p:nvSpPr>
        <p:spPr>
          <a:xfrm>
            <a:off x="367200" y="0"/>
            <a:ext cx="4540467" cy="1105200"/>
          </a:xfrm>
        </p:spPr>
        <p:txBody>
          <a:bodyPr/>
          <a:lstStyle>
            <a:lvl1pPr>
              <a:defRPr>
                <a:solidFill>
                  <a:schemeClr val="bg1"/>
                </a:solidFill>
              </a:defRPr>
            </a:lvl1pPr>
          </a:lstStyle>
          <a:p>
            <a:r>
              <a:rPr lang="fr-FR"/>
              <a:t>Click to insert </a:t>
            </a:r>
            <a:r>
              <a:rPr lang="fr-FR" err="1"/>
              <a:t>title</a:t>
            </a:r>
            <a:endParaRPr lang="en-GB"/>
          </a:p>
        </p:txBody>
      </p:sp>
    </p:spTree>
    <p:extLst>
      <p:ext uri="{BB962C8B-B14F-4D97-AF65-F5344CB8AC3E}">
        <p14:creationId xmlns:p14="http://schemas.microsoft.com/office/powerpoint/2010/main" val="37526102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pla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600"/>
            </a:lvl1pPr>
          </a:lstStyle>
          <a:p>
            <a:r>
              <a:rPr lang="en-US"/>
              <a:t>Click to edit Master title style</a:t>
            </a:r>
            <a:endParaRPr lang="en-GB"/>
          </a:p>
        </p:txBody>
      </p:sp>
      <p:sp>
        <p:nvSpPr>
          <p:cNvPr id="4" name="Slide Number Placeholder 2"/>
          <p:cNvSpPr>
            <a:spLocks noGrp="1"/>
          </p:cNvSpPr>
          <p:nvPr>
            <p:ph type="sldNum" sz="quarter" idx="13"/>
          </p:nvPr>
        </p:nvSpPr>
        <p:spPr>
          <a:xfrm>
            <a:off x="9347200" y="6713549"/>
            <a:ext cx="2844800" cy="149225"/>
          </a:xfrm>
          <a:prstGeom prst="rect">
            <a:avLst/>
          </a:prstGeom>
        </p:spPr>
        <p:txBody>
          <a:bodyPr/>
          <a:lstStyle>
            <a:lvl1pPr>
              <a:defRPr/>
            </a:lvl1pPr>
          </a:lstStyle>
          <a:p>
            <a:pPr>
              <a:defRPr/>
            </a:pPr>
            <a:fld id="{92BDEBF7-C4D6-4C17-BD3C-9A1969FC9740}" type="slidenum">
              <a:rPr lang="en-GB"/>
              <a:pPr>
                <a:defRPr/>
              </a:pPr>
              <a:t>‹#›</a:t>
            </a:fld>
            <a:endParaRPr lang="en-GB" dirty="0"/>
          </a:p>
        </p:txBody>
      </p:sp>
    </p:spTree>
    <p:extLst>
      <p:ext uri="{BB962C8B-B14F-4D97-AF65-F5344CB8AC3E}">
        <p14:creationId xmlns:p14="http://schemas.microsoft.com/office/powerpoint/2010/main" val="11176483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044873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152400"/>
            <a:ext cx="11125236" cy="5334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685801"/>
            <a:ext cx="11700000" cy="304800"/>
          </a:xfrm>
          <a:prstGeom prst="rect">
            <a:avLst/>
          </a:prstGeom>
        </p:spPr>
        <p:txBody>
          <a:bodyPr>
            <a:normAutofit/>
          </a:bodyPr>
          <a:lstStyle>
            <a:lvl1pPr>
              <a:defRPr sz="1600">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14283785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10101586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763288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a:t>Click to edit Master title style</a:t>
            </a:r>
          </a:p>
        </p:txBody>
      </p:sp>
    </p:spTree>
    <p:extLst>
      <p:ext uri="{BB962C8B-B14F-4D97-AF65-F5344CB8AC3E}">
        <p14:creationId xmlns:p14="http://schemas.microsoft.com/office/powerpoint/2010/main" val="28927182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Title Slide 7">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3DB2FB67-77DB-4CBD-9C92-DA7BCA020134}"/>
              </a:ext>
            </a:extLst>
          </p:cNvPr>
          <p:cNvGrpSpPr/>
          <p:nvPr userDrawn="1"/>
        </p:nvGrpSpPr>
        <p:grpSpPr>
          <a:xfrm>
            <a:off x="4632000" y="-23150"/>
            <a:ext cx="7560000" cy="6874296"/>
            <a:chOff x="3847179" y="1294078"/>
            <a:chExt cx="4118037" cy="3744526"/>
          </a:xfrm>
        </p:grpSpPr>
        <p:sp>
          <p:nvSpPr>
            <p:cNvPr id="23" name="Forme libre : forme 22">
              <a:extLst>
                <a:ext uri="{FF2B5EF4-FFF2-40B4-BE49-F238E27FC236}">
                  <a16:creationId xmlns:a16="http://schemas.microsoft.com/office/drawing/2014/main" id="{7B3D07D9-2D6C-4A90-84F6-F3E3AEFB2EA9}"/>
                </a:ext>
              </a:extLst>
            </p:cNvPr>
            <p:cNvSpPr/>
            <p:nvPr/>
          </p:nvSpPr>
          <p:spPr>
            <a:xfrm>
              <a:off x="4193316" y="2714504"/>
              <a:ext cx="3771900" cy="2324100"/>
            </a:xfrm>
            <a:custGeom>
              <a:avLst/>
              <a:gdLst>
                <a:gd name="connsiteX0" fmla="*/ 3770471 w 3771900"/>
                <a:gd name="connsiteY0" fmla="*/ 1651908 h 2324100"/>
                <a:gd name="connsiteX1" fmla="*/ 2411540 w 3771900"/>
                <a:gd name="connsiteY1" fmla="*/ 35897 h 2324100"/>
                <a:gd name="connsiteX2" fmla="*/ 976694 w 3771900"/>
                <a:gd name="connsiteY2" fmla="*/ 559486 h 2324100"/>
                <a:gd name="connsiteX3" fmla="*/ 7144 w 3771900"/>
                <a:gd name="connsiteY3" fmla="*/ 633686 h 2324100"/>
                <a:gd name="connsiteX4" fmla="*/ 3773710 w 3771900"/>
                <a:gd name="connsiteY4" fmla="*/ 2321421 h 2324100"/>
                <a:gd name="connsiteX5" fmla="*/ 3770471 w 3771900"/>
                <a:gd name="connsiteY5" fmla="*/ 1651908 h 232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1900" h="2324100">
                  <a:moveTo>
                    <a:pt x="3770471" y="1651908"/>
                  </a:moveTo>
                  <a:cubicBezTo>
                    <a:pt x="3318605" y="1380732"/>
                    <a:pt x="2548319" y="213919"/>
                    <a:pt x="2411540" y="35897"/>
                  </a:cubicBezTo>
                  <a:cubicBezTo>
                    <a:pt x="2099405" y="-85642"/>
                    <a:pt x="1609249" y="195060"/>
                    <a:pt x="976694" y="559486"/>
                  </a:cubicBezTo>
                  <a:cubicBezTo>
                    <a:pt x="388620" y="898291"/>
                    <a:pt x="51530" y="667786"/>
                    <a:pt x="7144" y="633686"/>
                  </a:cubicBezTo>
                  <a:cubicBezTo>
                    <a:pt x="793052" y="1266241"/>
                    <a:pt x="2403253" y="1964329"/>
                    <a:pt x="3773710" y="2321421"/>
                  </a:cubicBezTo>
                  <a:cubicBezTo>
                    <a:pt x="3773805" y="2144447"/>
                    <a:pt x="3770471" y="1814881"/>
                    <a:pt x="3770471" y="1651908"/>
                  </a:cubicBezTo>
                </a:path>
              </a:pathLst>
            </a:custGeom>
            <a:solidFill>
              <a:schemeClr val="accent2"/>
            </a:solidFill>
            <a:ln w="9525" cap="flat">
              <a:noFill/>
              <a:prstDash val="solid"/>
              <a:miter/>
            </a:ln>
          </p:spPr>
          <p:txBody>
            <a:bodyPr rtlCol="0" anchor="ctr"/>
            <a:lstStyle/>
            <a:p>
              <a:endParaRPr lang="en-US" dirty="0"/>
            </a:p>
          </p:txBody>
        </p:sp>
        <p:sp>
          <p:nvSpPr>
            <p:cNvPr id="24" name="Forme libre : forme 23">
              <a:extLst>
                <a:ext uri="{FF2B5EF4-FFF2-40B4-BE49-F238E27FC236}">
                  <a16:creationId xmlns:a16="http://schemas.microsoft.com/office/drawing/2014/main" id="{9445503A-D671-42FD-8762-A4BB0BDDD6B2}"/>
                </a:ext>
              </a:extLst>
            </p:cNvPr>
            <p:cNvSpPr/>
            <p:nvPr/>
          </p:nvSpPr>
          <p:spPr>
            <a:xfrm>
              <a:off x="3847179" y="1294078"/>
              <a:ext cx="4114800" cy="3086100"/>
            </a:xfrm>
            <a:custGeom>
              <a:avLst/>
              <a:gdLst>
                <a:gd name="connsiteX0" fmla="*/ 4116608 w 4114800"/>
                <a:gd name="connsiteY0" fmla="*/ 7144 h 3086100"/>
                <a:gd name="connsiteX1" fmla="*/ 377379 w 4114800"/>
                <a:gd name="connsiteY1" fmla="*/ 7144 h 3086100"/>
                <a:gd name="connsiteX2" fmla="*/ 348233 w 4114800"/>
                <a:gd name="connsiteY2" fmla="*/ 2061591 h 3086100"/>
                <a:gd name="connsiteX3" fmla="*/ 353376 w 4114800"/>
                <a:gd name="connsiteY3" fmla="*/ 2065687 h 3086100"/>
                <a:gd name="connsiteX4" fmla="*/ 1322926 w 4114800"/>
                <a:gd name="connsiteY4" fmla="*/ 1991487 h 3086100"/>
                <a:gd name="connsiteX5" fmla="*/ 2757677 w 4114800"/>
                <a:gd name="connsiteY5" fmla="*/ 1467898 h 3086100"/>
                <a:gd name="connsiteX6" fmla="*/ 4116608 w 4114800"/>
                <a:gd name="connsiteY6" fmla="*/ 3083909 h 3086100"/>
                <a:gd name="connsiteX7" fmla="*/ 4116608 w 4114800"/>
                <a:gd name="connsiteY7" fmla="*/ 7144 h 308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4800" h="3086100">
                  <a:moveTo>
                    <a:pt x="4116608" y="7144"/>
                  </a:moveTo>
                  <a:lnTo>
                    <a:pt x="377379" y="7144"/>
                  </a:lnTo>
                  <a:cubicBezTo>
                    <a:pt x="377379" y="7144"/>
                    <a:pt x="-435865" y="1427893"/>
                    <a:pt x="348233" y="2061591"/>
                  </a:cubicBezTo>
                  <a:cubicBezTo>
                    <a:pt x="349852" y="2062925"/>
                    <a:pt x="351661" y="2064353"/>
                    <a:pt x="353376" y="2065687"/>
                  </a:cubicBezTo>
                  <a:cubicBezTo>
                    <a:pt x="397858" y="2099786"/>
                    <a:pt x="734852" y="2330387"/>
                    <a:pt x="1322926" y="1991487"/>
                  </a:cubicBezTo>
                  <a:cubicBezTo>
                    <a:pt x="1955481" y="1627061"/>
                    <a:pt x="2445638" y="1346359"/>
                    <a:pt x="2757677" y="1467898"/>
                  </a:cubicBezTo>
                  <a:cubicBezTo>
                    <a:pt x="2894456" y="1645920"/>
                    <a:pt x="3664838" y="2812733"/>
                    <a:pt x="4116608" y="3083909"/>
                  </a:cubicBezTo>
                  <a:cubicBezTo>
                    <a:pt x="4116608" y="2760916"/>
                    <a:pt x="4116608" y="7144"/>
                    <a:pt x="4116608" y="7144"/>
                  </a:cubicBezTo>
                </a:path>
              </a:pathLst>
            </a:custGeom>
            <a:solidFill>
              <a:srgbClr val="0075B3"/>
            </a:solidFill>
            <a:ln w="9525" cap="flat">
              <a:noFill/>
              <a:prstDash val="solid"/>
              <a:miter/>
            </a:ln>
          </p:spPr>
          <p:txBody>
            <a:bodyPr rtlCol="0" anchor="ctr"/>
            <a:lstStyle/>
            <a:p>
              <a:endParaRPr lang="en-US" dirty="0"/>
            </a:p>
          </p:txBody>
        </p:sp>
      </p:grpSp>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5592000" y="549001"/>
            <a:ext cx="5392948" cy="2058654"/>
          </a:xfrm>
          <a:prstGeom prst="rect">
            <a:avLst/>
          </a:prstGeom>
        </p:spPr>
        <p:txBody>
          <a:bodyPr anchor="ctr">
            <a:normAutofit/>
          </a:bodyPr>
          <a:lstStyle>
            <a:lvl1pPr marL="0" indent="0">
              <a:buNone/>
              <a:defRPr sz="3600" b="1">
                <a:solidFill>
                  <a:schemeClr val="bg1"/>
                </a:solidFill>
              </a:defRPr>
            </a:lvl1pPr>
            <a:lvl2pPr marL="457200" indent="0">
              <a:buNone/>
              <a:defRPr sz="6000">
                <a:solidFill>
                  <a:schemeClr val="bg1"/>
                </a:solidFill>
              </a:defRPr>
            </a:lvl2pPr>
          </a:lstStyle>
          <a:p>
            <a:pPr lvl="0"/>
            <a:r>
              <a:rPr lang="en-US"/>
              <a:t>Click to insert section title</a:t>
            </a:r>
            <a:endParaRPr lang="pt-PT"/>
          </a:p>
        </p:txBody>
      </p:sp>
      <p:sp>
        <p:nvSpPr>
          <p:cNvPr id="16" name="Subtitle 2"/>
          <p:cNvSpPr>
            <a:spLocks noGrp="1"/>
          </p:cNvSpPr>
          <p:nvPr>
            <p:ph type="subTitle" idx="1" hasCustomPrompt="1"/>
          </p:nvPr>
        </p:nvSpPr>
        <p:spPr>
          <a:xfrm>
            <a:off x="7824001" y="4599973"/>
            <a:ext cx="3096000"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bg1"/>
                </a:solidFill>
              </a:defRPr>
            </a:lvl1pPr>
          </a:lstStyle>
          <a:p>
            <a:pPr marL="0" lvl="0"/>
            <a:r>
              <a:rPr lang="en-US"/>
              <a:t>Click to insert presenter, location, </a:t>
            </a:r>
            <a:br>
              <a:rPr lang="en-US"/>
            </a:br>
            <a:r>
              <a:rPr lang="en-US"/>
              <a:t>and date</a:t>
            </a:r>
          </a:p>
        </p:txBody>
      </p:sp>
      <p:grpSp>
        <p:nvGrpSpPr>
          <p:cNvPr id="15" name="Group 14"/>
          <p:cNvGrpSpPr>
            <a:grpSpLocks noChangeAspect="1"/>
          </p:cNvGrpSpPr>
          <p:nvPr userDrawn="1"/>
        </p:nvGrpSpPr>
        <p:grpSpPr>
          <a:xfrm>
            <a:off x="416888" y="4536000"/>
            <a:ext cx="5040000" cy="1123654"/>
            <a:chOff x="728663" y="4465638"/>
            <a:chExt cx="5354637" cy="1193801"/>
          </a:xfrm>
        </p:grpSpPr>
        <p:sp>
          <p:nvSpPr>
            <p:cNvPr id="17"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8"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9"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0"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1"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2182822974"/>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00AFEF"/>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1600" b="1" i="0" u="heavy">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dirty="0"/>
          </a:p>
        </p:txBody>
      </p:sp>
      <p:sp>
        <p:nvSpPr>
          <p:cNvPr id="6" name="Holder 6"/>
          <p:cNvSpPr>
            <a:spLocks noGrp="1"/>
          </p:cNvSpPr>
          <p:nvPr>
            <p:ph type="sldNum" sz="quarter" idx="7"/>
          </p:nvPr>
        </p:nvSpPr>
        <p:spPr/>
        <p:txBody>
          <a:bodyPr lIns="0" tIns="0" rIns="0" bIns="0"/>
          <a:lstStyle>
            <a:lvl1pPr>
              <a:defRPr sz="800" b="0" i="0">
                <a:solidFill>
                  <a:srgbClr val="A6A6A6"/>
                </a:solidFill>
                <a:latin typeface="Verdana"/>
                <a:cs typeface="Verdana"/>
              </a:defRPr>
            </a:lvl1pPr>
          </a:lstStyle>
          <a:p>
            <a:pPr marL="12700">
              <a:lnSpc>
                <a:spcPct val="100000"/>
              </a:lnSpc>
              <a:spcBef>
                <a:spcPts val="105"/>
              </a:spcBef>
            </a:pPr>
            <a:r>
              <a:rPr dirty="0"/>
              <a:t>© Capgemini 2020. All </a:t>
            </a:r>
            <a:r>
              <a:rPr spc="-5" dirty="0"/>
              <a:t>rights </a:t>
            </a:r>
            <a:r>
              <a:rPr dirty="0"/>
              <a:t>reserved </a:t>
            </a:r>
            <a:r>
              <a:rPr dirty="0">
                <a:solidFill>
                  <a:srgbClr val="12ABDB"/>
                </a:solidFill>
              </a:rPr>
              <a:t>|</a:t>
            </a:r>
            <a:r>
              <a:rPr spc="20" dirty="0">
                <a:solidFill>
                  <a:srgbClr val="12ABDB"/>
                </a:solidFill>
              </a:rPr>
              <a:t> </a:t>
            </a:r>
            <a:fld id="{81D60167-4931-47E6-BA6A-407CBD079E47}" type="slidenum">
              <a:rPr dirty="0"/>
              <a:t>‹#›</a:t>
            </a:fld>
            <a:endParaRPr dirty="0"/>
          </a:p>
        </p:txBody>
      </p:sp>
    </p:spTree>
    <p:extLst>
      <p:ext uri="{BB962C8B-B14F-4D97-AF65-F5344CB8AC3E}">
        <p14:creationId xmlns:p14="http://schemas.microsoft.com/office/powerpoint/2010/main" val="29891231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12150020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fr-FR"/>
              <a:t>Modifiez le style du titre</a:t>
            </a:r>
            <a:endParaRPr lang="de-DE"/>
          </a:p>
        </p:txBody>
      </p:sp>
    </p:spTree>
    <p:extLst>
      <p:ext uri="{BB962C8B-B14F-4D97-AF65-F5344CB8AC3E}">
        <p14:creationId xmlns:p14="http://schemas.microsoft.com/office/powerpoint/2010/main" val="245490537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_Dark BG">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lvl1pPr>
              <a:defRPr>
                <a:solidFill>
                  <a:schemeClr val="bg1"/>
                </a:solidFill>
              </a:defRPr>
            </a:lvl1pPr>
          </a:lstStyle>
          <a:p>
            <a:r>
              <a:rPr lang="fr-FR"/>
              <a:t>Modifiez le style du titre</a:t>
            </a:r>
            <a:endParaRPr lang="de-DE"/>
          </a:p>
        </p:txBody>
      </p:sp>
    </p:spTree>
    <p:extLst>
      <p:ext uri="{BB962C8B-B14F-4D97-AF65-F5344CB8AC3E}">
        <p14:creationId xmlns:p14="http://schemas.microsoft.com/office/powerpoint/2010/main" val="12631400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solidFill>
                <a:prstClr val="black"/>
              </a:solidFill>
            </a:endParaRP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fr-FR"/>
              <a:t>Modifiez le style du titre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3689071119"/>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fr-FR"/>
              <a:t>Modifiez le style du titre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163466554"/>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fr-FR"/>
              <a:t>Modifiez le style du titre</a:t>
            </a:r>
            <a:endParaRPr lang="en-GB"/>
          </a:p>
        </p:txBody>
      </p:sp>
    </p:spTree>
    <p:extLst>
      <p:ext uri="{BB962C8B-B14F-4D97-AF65-F5344CB8AC3E}">
        <p14:creationId xmlns:p14="http://schemas.microsoft.com/office/powerpoint/2010/main" val="4192222658"/>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301836273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9823035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12287084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37481269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FFFFFF"/>
              </a:solidFill>
            </a:endParaRP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FFFFFF"/>
              </a:solidFill>
            </a:endParaRP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FFFFFF"/>
              </a:solidFill>
            </a:endParaRPr>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77997470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fr-FR"/>
              <a:t>Modifiez le style du titre</a:t>
            </a:r>
            <a:endParaRPr lang="de-DE"/>
          </a:p>
        </p:txBody>
      </p:sp>
    </p:spTree>
    <p:extLst>
      <p:ext uri="{BB962C8B-B14F-4D97-AF65-F5344CB8AC3E}">
        <p14:creationId xmlns:p14="http://schemas.microsoft.com/office/powerpoint/2010/main" val="98009059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238769433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fr-FR"/>
              <a:t>Modifiez le style du titre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122697597"/>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dirty="0"/>
              <a:t>Click icon to add picture and arrange the picture in the background</a:t>
            </a:r>
            <a:endParaRPr lang="en-GB" dirty="0"/>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fr-FR"/>
              <a:t>Modifiez le style du titre</a:t>
            </a:r>
            <a:endParaRPr lang="en-GB"/>
          </a:p>
        </p:txBody>
      </p:sp>
    </p:spTree>
    <p:extLst>
      <p:ext uri="{BB962C8B-B14F-4D97-AF65-F5344CB8AC3E}">
        <p14:creationId xmlns:p14="http://schemas.microsoft.com/office/powerpoint/2010/main" val="25335722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64691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dirty="0">
                <a:solidFill>
                  <a:srgbClr val="FFFFFF"/>
                </a:solidFill>
                <a:cs typeface="Arial"/>
              </a:rPr>
              <a:t>This presentation contains information that may be privileged or confidential and is the property of the Capgemini Group.</a:t>
            </a:r>
          </a:p>
          <a:p>
            <a:pPr>
              <a:spcAft>
                <a:spcPts val="600"/>
              </a:spcAft>
            </a:pPr>
            <a:r>
              <a:rPr lang="en-US" sz="700" dirty="0">
                <a:solidFill>
                  <a:srgbClr val="FFFFFF"/>
                </a:solidFill>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dirty="0">
                <a:solidFill>
                  <a:srgbClr val="FFFFFF"/>
                </a:solidFill>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290,000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rgbClr val="FFFFFF"/>
              </a:solidFill>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rgbClr val="FFFFFF"/>
                </a:solidFill>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ts val="1200"/>
              </a:lnSpc>
              <a:defRPr/>
            </a:pPr>
            <a:r>
              <a:rPr lang="en-GB" sz="900" dirty="0">
                <a:solidFill>
                  <a:srgbClr val="FFFFFF"/>
                </a:solidFill>
              </a:rPr>
              <a:t>Get the Future You Want </a:t>
            </a:r>
            <a:r>
              <a:rPr lang="en-US" sz="900" dirty="0">
                <a:solidFill>
                  <a:srgbClr val="FFFFFF"/>
                </a:solidFill>
              </a:rPr>
              <a:t>|</a:t>
            </a:r>
            <a:r>
              <a:rPr lang="en-GB" sz="900" dirty="0">
                <a:solidFill>
                  <a:srgbClr val="FFFFFF"/>
                </a:solidFill>
              </a:rPr>
              <a:t> </a:t>
            </a:r>
            <a:r>
              <a:rPr lang="en-US" sz="1050" dirty="0">
                <a:solidFill>
                  <a:srgbClr val="12ABDB"/>
                </a:solidFill>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833227323"/>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a:spcAft>
                <a:spcPts val="600"/>
              </a:spcAft>
            </a:pPr>
            <a:r>
              <a:rPr lang="en-US" sz="700" dirty="0">
                <a:solidFill>
                  <a:srgbClr val="FFFFFF"/>
                </a:solidFill>
                <a:cs typeface="Arial"/>
              </a:rPr>
              <a:t>This presentation contains information that may be privileged or confidential and is the property of the Capgemini Group.</a:t>
            </a:r>
          </a:p>
          <a:p>
            <a:pPr>
              <a:spcAft>
                <a:spcPts val="600"/>
              </a:spcAft>
            </a:pPr>
            <a:r>
              <a:rPr lang="en-US" sz="700" dirty="0">
                <a:solidFill>
                  <a:srgbClr val="FFFFFF"/>
                </a:solidFill>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dirty="0">
                <a:solidFill>
                  <a:srgbClr val="FFFFFF"/>
                </a:solidFill>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rgbClr val="FFFFFF"/>
              </a:solidFill>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rgbClr val="FFFFFF"/>
                </a:solidFill>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dirty="0">
                <a:solidFill>
                  <a:srgbClr val="FFFFFF"/>
                </a:solidFill>
                <a:cs typeface="Arial"/>
              </a:rPr>
              <a:t>Name, Last Name</a:t>
            </a:r>
          </a:p>
          <a:p>
            <a:pPr>
              <a:lnSpc>
                <a:spcPts val="1200"/>
              </a:lnSpc>
            </a:pPr>
            <a:r>
              <a:rPr lang="en-US" sz="1000" dirty="0">
                <a:solidFill>
                  <a:srgbClr val="FFFFFF"/>
                </a:solidFill>
                <a:cs typeface="Arial"/>
              </a:rPr>
              <a:t>Title/Role</a:t>
            </a:r>
          </a:p>
          <a:p>
            <a:pPr>
              <a:lnSpc>
                <a:spcPts val="1200"/>
              </a:lnSpc>
            </a:pPr>
            <a:r>
              <a:rPr lang="en-US" sz="1000" dirty="0">
                <a:solidFill>
                  <a:srgbClr val="FFFFFF"/>
                </a:solidFill>
                <a:cs typeface="Arial"/>
              </a:rPr>
              <a:t>Capgemini Office (Optional)</a:t>
            </a:r>
          </a:p>
          <a:p>
            <a:pPr>
              <a:lnSpc>
                <a:spcPts val="1200"/>
              </a:lnSpc>
            </a:pPr>
            <a:r>
              <a:rPr lang="en-US" sz="1000" dirty="0">
                <a:solidFill>
                  <a:srgbClr val="FFFFFF"/>
                </a:solidFill>
                <a:cs typeface="Arial"/>
              </a:rPr>
              <a:t>Address Line 1</a:t>
            </a:r>
          </a:p>
          <a:p>
            <a:pPr>
              <a:lnSpc>
                <a:spcPts val="1200"/>
              </a:lnSpc>
            </a:pPr>
            <a:r>
              <a:rPr lang="en-US" sz="1000" dirty="0">
                <a:solidFill>
                  <a:srgbClr val="FFFFFF"/>
                </a:solidFill>
                <a:cs typeface="Arial"/>
              </a:rPr>
              <a:t>Address Line 2 </a:t>
            </a:r>
          </a:p>
          <a:p>
            <a:pPr>
              <a:lnSpc>
                <a:spcPts val="1200"/>
              </a:lnSpc>
            </a:pPr>
            <a:r>
              <a:rPr lang="en-US" sz="1000" dirty="0">
                <a:solidFill>
                  <a:srgbClr val="FFFFFF"/>
                </a:solidFill>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dirty="0">
                <a:solidFill>
                  <a:srgbClr val="FFFFFF"/>
                </a:solidFill>
                <a:cs typeface="Arial"/>
              </a:rPr>
              <a:t>Name, Last Name</a:t>
            </a:r>
          </a:p>
          <a:p>
            <a:pPr>
              <a:lnSpc>
                <a:spcPts val="1200"/>
              </a:lnSpc>
            </a:pPr>
            <a:r>
              <a:rPr lang="en-US" sz="1000" dirty="0">
                <a:solidFill>
                  <a:srgbClr val="FFFFFF"/>
                </a:solidFill>
                <a:cs typeface="Arial"/>
              </a:rPr>
              <a:t>Title/Role</a:t>
            </a:r>
          </a:p>
          <a:p>
            <a:pPr>
              <a:lnSpc>
                <a:spcPts val="1200"/>
              </a:lnSpc>
            </a:pPr>
            <a:r>
              <a:rPr lang="en-US" sz="1000" dirty="0">
                <a:solidFill>
                  <a:srgbClr val="FFFFFF"/>
                </a:solidFill>
                <a:cs typeface="Arial"/>
              </a:rPr>
              <a:t>Capgemini Office (Optional)</a:t>
            </a:r>
          </a:p>
          <a:p>
            <a:pPr>
              <a:lnSpc>
                <a:spcPts val="1200"/>
              </a:lnSpc>
            </a:pPr>
            <a:r>
              <a:rPr lang="en-US" sz="1000" dirty="0">
                <a:solidFill>
                  <a:srgbClr val="FFFFFF"/>
                </a:solidFill>
                <a:cs typeface="Arial"/>
              </a:rPr>
              <a:t>Address Line 1</a:t>
            </a:r>
          </a:p>
          <a:p>
            <a:pPr>
              <a:lnSpc>
                <a:spcPts val="1200"/>
              </a:lnSpc>
            </a:pPr>
            <a:r>
              <a:rPr lang="en-US" sz="1000" dirty="0">
                <a:solidFill>
                  <a:srgbClr val="FFFFFF"/>
                </a:solidFill>
                <a:cs typeface="Arial"/>
              </a:rPr>
              <a:t>Address Line 2 </a:t>
            </a:r>
          </a:p>
          <a:p>
            <a:pPr>
              <a:lnSpc>
                <a:spcPts val="1200"/>
              </a:lnSpc>
            </a:pPr>
            <a:r>
              <a:rPr lang="en-US" sz="1000" dirty="0">
                <a:solidFill>
                  <a:srgbClr val="FFFFFF"/>
                </a:solidFill>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dirty="0">
                <a:solidFill>
                  <a:srgbClr val="FFFFFF"/>
                </a:solidFill>
                <a:cs typeface="Arial"/>
              </a:rPr>
              <a:t>Name, Last Name</a:t>
            </a:r>
          </a:p>
          <a:p>
            <a:pPr>
              <a:lnSpc>
                <a:spcPts val="1200"/>
              </a:lnSpc>
            </a:pPr>
            <a:r>
              <a:rPr lang="en-US" sz="1000" dirty="0">
                <a:solidFill>
                  <a:srgbClr val="FFFFFF"/>
                </a:solidFill>
                <a:cs typeface="Arial"/>
              </a:rPr>
              <a:t>Title/Role</a:t>
            </a:r>
          </a:p>
          <a:p>
            <a:pPr>
              <a:lnSpc>
                <a:spcPts val="1200"/>
              </a:lnSpc>
            </a:pPr>
            <a:r>
              <a:rPr lang="en-US" sz="1000" dirty="0">
                <a:solidFill>
                  <a:srgbClr val="FFFFFF"/>
                </a:solidFill>
                <a:cs typeface="Arial"/>
              </a:rPr>
              <a:t>Capgemini Office (Optional)</a:t>
            </a:r>
          </a:p>
          <a:p>
            <a:pPr>
              <a:lnSpc>
                <a:spcPts val="1200"/>
              </a:lnSpc>
            </a:pPr>
            <a:r>
              <a:rPr lang="en-US" sz="1000" dirty="0">
                <a:solidFill>
                  <a:srgbClr val="FFFFFF"/>
                </a:solidFill>
                <a:cs typeface="Arial"/>
              </a:rPr>
              <a:t>Address Line 1</a:t>
            </a:r>
          </a:p>
          <a:p>
            <a:pPr>
              <a:lnSpc>
                <a:spcPts val="1200"/>
              </a:lnSpc>
            </a:pPr>
            <a:r>
              <a:rPr lang="en-US" sz="1000" dirty="0">
                <a:solidFill>
                  <a:srgbClr val="FFFFFF"/>
                </a:solidFill>
                <a:cs typeface="Arial"/>
              </a:rPr>
              <a:t>Address Line 2 </a:t>
            </a:r>
          </a:p>
          <a:p>
            <a:pPr>
              <a:lnSpc>
                <a:spcPts val="1200"/>
              </a:lnSpc>
            </a:pPr>
            <a:r>
              <a:rPr lang="en-US" sz="1000" dirty="0">
                <a:solidFill>
                  <a:srgbClr val="FFFFFF"/>
                </a:solidFill>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dirty="0">
                <a:solidFill>
                  <a:srgbClr val="FFFFFF"/>
                </a:solidFill>
                <a:cs typeface="Arial"/>
              </a:rPr>
              <a:t>Name, Last Name</a:t>
            </a:r>
          </a:p>
          <a:p>
            <a:pPr>
              <a:lnSpc>
                <a:spcPts val="1200"/>
              </a:lnSpc>
            </a:pPr>
            <a:r>
              <a:rPr lang="en-US" sz="1000" dirty="0">
                <a:solidFill>
                  <a:srgbClr val="FFFFFF"/>
                </a:solidFill>
                <a:cs typeface="Arial"/>
              </a:rPr>
              <a:t>Title/Role</a:t>
            </a:r>
          </a:p>
          <a:p>
            <a:pPr>
              <a:lnSpc>
                <a:spcPts val="1200"/>
              </a:lnSpc>
            </a:pPr>
            <a:r>
              <a:rPr lang="en-US" sz="1000" dirty="0">
                <a:solidFill>
                  <a:srgbClr val="FFFFFF"/>
                </a:solidFill>
                <a:cs typeface="Arial"/>
              </a:rPr>
              <a:t>Capgemini Office (Optional)</a:t>
            </a:r>
          </a:p>
          <a:p>
            <a:pPr>
              <a:lnSpc>
                <a:spcPts val="1200"/>
              </a:lnSpc>
            </a:pPr>
            <a:r>
              <a:rPr lang="en-US" sz="1000" dirty="0">
                <a:solidFill>
                  <a:srgbClr val="FFFFFF"/>
                </a:solidFill>
                <a:cs typeface="Arial"/>
              </a:rPr>
              <a:t>Address Line 1</a:t>
            </a:r>
          </a:p>
          <a:p>
            <a:pPr>
              <a:lnSpc>
                <a:spcPts val="1200"/>
              </a:lnSpc>
            </a:pPr>
            <a:r>
              <a:rPr lang="en-US" sz="1000" dirty="0">
                <a:solidFill>
                  <a:srgbClr val="FFFFFF"/>
                </a:solidFill>
                <a:cs typeface="Arial"/>
              </a:rPr>
              <a:t>Address Line 2 </a:t>
            </a:r>
          </a:p>
          <a:p>
            <a:pPr>
              <a:lnSpc>
                <a:spcPts val="1200"/>
              </a:lnSpc>
            </a:pPr>
            <a:r>
              <a:rPr lang="en-US" sz="1000" dirty="0">
                <a:solidFill>
                  <a:srgbClr val="FFFFFF"/>
                </a:solidFill>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nSpc>
                <a:spcPts val="1200"/>
              </a:lnSpc>
              <a:defRPr/>
            </a:pPr>
            <a:r>
              <a:rPr lang="en-GB" sz="900" dirty="0">
                <a:solidFill>
                  <a:srgbClr val="FFFFFF"/>
                </a:solidFill>
              </a:rPr>
              <a:t>Get the Future You Want </a:t>
            </a:r>
            <a:r>
              <a:rPr lang="en-US" sz="900" dirty="0">
                <a:solidFill>
                  <a:srgbClr val="FFFFFF"/>
                </a:solidFill>
              </a:rPr>
              <a:t>|</a:t>
            </a:r>
            <a:r>
              <a:rPr lang="en-GB" sz="900" dirty="0">
                <a:solidFill>
                  <a:srgbClr val="FFFFFF"/>
                </a:solidFill>
              </a:rPr>
              <a:t> </a:t>
            </a:r>
            <a:r>
              <a:rPr lang="en-US" sz="1050" dirty="0">
                <a:solidFill>
                  <a:srgbClr val="12ABDB"/>
                </a:solidFill>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94810419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pic>
        <p:nvPicPr>
          <p:cNvPr id="5" name="Image 4" descr="Une image contenant texte&#10;&#10;Description générée automatiquement">
            <a:extLst>
              <a:ext uri="{FF2B5EF4-FFF2-40B4-BE49-F238E27FC236}">
                <a16:creationId xmlns:a16="http://schemas.microsoft.com/office/drawing/2014/main" id="{D1A9B987-E149-4E99-9E1F-336980D5EC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3332647984"/>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Content 5">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a:extLst>
              <a:ext uri="{FF2B5EF4-FFF2-40B4-BE49-F238E27FC236}">
                <a16:creationId xmlns:a16="http://schemas.microsoft.com/office/drawing/2014/main" id="{9455EBB8-DB3C-45D2-B02F-0B36A58E555B}"/>
              </a:ext>
            </a:extLst>
          </p:cNvPr>
          <p:cNvSpPr/>
          <p:nvPr userDrawn="1"/>
        </p:nvSpPr>
        <p:spPr>
          <a:xfrm>
            <a:off x="-1" y="0"/>
            <a:ext cx="4749299" cy="68580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FFFFFF"/>
              </a:solidFill>
            </a:endParaRPr>
          </a:p>
        </p:txBody>
      </p:sp>
      <p:sp>
        <p:nvSpPr>
          <p:cNvPr id="74761" name="Freeform 9"/>
          <p:cNvSpPr>
            <a:spLocks/>
          </p:cNvSpPr>
          <p:nvPr userDrawn="1"/>
        </p:nvSpPr>
        <p:spPr bwMode="auto">
          <a:xfrm>
            <a:off x="0" y="0"/>
            <a:ext cx="4415526" cy="3176270"/>
          </a:xfrm>
          <a:custGeom>
            <a:avLst/>
            <a:gdLst/>
            <a:ahLst/>
            <a:cxnLst>
              <a:cxn ang="0">
                <a:pos x="0" y="877"/>
              </a:cxn>
              <a:cxn ang="0">
                <a:pos x="0" y="852"/>
              </a:cxn>
              <a:cxn ang="0">
                <a:pos x="0" y="10"/>
              </a:cxn>
              <a:cxn ang="0">
                <a:pos x="0" y="0"/>
              </a:cxn>
              <a:cxn ang="0">
                <a:pos x="37" y="0"/>
              </a:cxn>
              <a:cxn ang="0">
                <a:pos x="1233" y="0"/>
              </a:cxn>
              <a:cxn ang="0">
                <a:pos x="1250" y="9"/>
              </a:cxn>
              <a:cxn ang="0">
                <a:pos x="1350" y="178"/>
              </a:cxn>
              <a:cxn ang="0">
                <a:pos x="1373" y="380"/>
              </a:cxn>
              <a:cxn ang="0">
                <a:pos x="1277" y="541"/>
              </a:cxn>
              <a:cxn ang="0">
                <a:pos x="1269" y="544"/>
              </a:cxn>
              <a:cxn ang="0">
                <a:pos x="1160" y="550"/>
              </a:cxn>
              <a:cxn ang="0">
                <a:pos x="1007" y="624"/>
              </a:cxn>
              <a:cxn ang="0">
                <a:pos x="772" y="775"/>
              </a:cxn>
              <a:cxn ang="0">
                <a:pos x="516" y="921"/>
              </a:cxn>
              <a:cxn ang="0">
                <a:pos x="289" y="988"/>
              </a:cxn>
              <a:cxn ang="0">
                <a:pos x="1" y="879"/>
              </a:cxn>
              <a:cxn ang="0">
                <a:pos x="0" y="877"/>
              </a:cxn>
            </a:cxnLst>
            <a:rect l="0" t="0" r="r" b="b"/>
            <a:pathLst>
              <a:path w="1388" h="998">
                <a:moveTo>
                  <a:pt x="0" y="877"/>
                </a:moveTo>
                <a:cubicBezTo>
                  <a:pt x="0" y="869"/>
                  <a:pt x="0" y="860"/>
                  <a:pt x="0" y="852"/>
                </a:cubicBezTo>
                <a:cubicBezTo>
                  <a:pt x="0" y="571"/>
                  <a:pt x="0" y="290"/>
                  <a:pt x="0" y="10"/>
                </a:cubicBezTo>
                <a:cubicBezTo>
                  <a:pt x="0" y="7"/>
                  <a:pt x="0" y="3"/>
                  <a:pt x="0" y="0"/>
                </a:cubicBezTo>
                <a:cubicBezTo>
                  <a:pt x="12" y="0"/>
                  <a:pt x="25" y="0"/>
                  <a:pt x="37" y="0"/>
                </a:cubicBezTo>
                <a:cubicBezTo>
                  <a:pt x="435" y="0"/>
                  <a:pt x="834" y="0"/>
                  <a:pt x="1233" y="0"/>
                </a:cubicBezTo>
                <a:cubicBezTo>
                  <a:pt x="1241" y="0"/>
                  <a:pt x="1245" y="3"/>
                  <a:pt x="1250" y="9"/>
                </a:cubicBezTo>
                <a:cubicBezTo>
                  <a:pt x="1290" y="61"/>
                  <a:pt x="1325" y="116"/>
                  <a:pt x="1350" y="178"/>
                </a:cubicBezTo>
                <a:cubicBezTo>
                  <a:pt x="1376" y="243"/>
                  <a:pt x="1388" y="310"/>
                  <a:pt x="1373" y="380"/>
                </a:cubicBezTo>
                <a:cubicBezTo>
                  <a:pt x="1359" y="445"/>
                  <a:pt x="1324" y="496"/>
                  <a:pt x="1277" y="541"/>
                </a:cubicBezTo>
                <a:cubicBezTo>
                  <a:pt x="1275" y="543"/>
                  <a:pt x="1273" y="545"/>
                  <a:pt x="1269" y="544"/>
                </a:cubicBezTo>
                <a:cubicBezTo>
                  <a:pt x="1232" y="532"/>
                  <a:pt x="1196" y="539"/>
                  <a:pt x="1160" y="550"/>
                </a:cubicBezTo>
                <a:cubicBezTo>
                  <a:pt x="1106" y="568"/>
                  <a:pt x="1056" y="595"/>
                  <a:pt x="1007" y="624"/>
                </a:cubicBezTo>
                <a:cubicBezTo>
                  <a:pt x="927" y="672"/>
                  <a:pt x="850" y="725"/>
                  <a:pt x="772" y="775"/>
                </a:cubicBezTo>
                <a:cubicBezTo>
                  <a:pt x="689" y="828"/>
                  <a:pt x="605" y="879"/>
                  <a:pt x="516" y="921"/>
                </a:cubicBezTo>
                <a:cubicBezTo>
                  <a:pt x="443" y="954"/>
                  <a:pt x="369" y="980"/>
                  <a:pt x="289" y="988"/>
                </a:cubicBezTo>
                <a:cubicBezTo>
                  <a:pt x="175" y="998"/>
                  <a:pt x="79" y="962"/>
                  <a:pt x="1" y="879"/>
                </a:cubicBezTo>
                <a:cubicBezTo>
                  <a:pt x="0" y="879"/>
                  <a:pt x="0" y="878"/>
                  <a:pt x="0" y="877"/>
                </a:cubicBezTo>
                <a:close/>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2" name="Title 1"/>
          <p:cNvSpPr>
            <a:spLocks noGrp="1"/>
          </p:cNvSpPr>
          <p:nvPr>
            <p:ph type="title"/>
          </p:nvPr>
        </p:nvSpPr>
        <p:spPr>
          <a:xfrm>
            <a:off x="227349" y="0"/>
            <a:ext cx="3633451" cy="2307771"/>
          </a:xfrm>
          <a:prstGeom prst="rect">
            <a:avLst/>
          </a:prstGeom>
        </p:spPr>
        <p:txBody>
          <a:bodyPr/>
          <a:lstStyle>
            <a:lvl1pPr>
              <a:defRPr>
                <a:solidFill>
                  <a:schemeClr val="bg1"/>
                </a:solidFill>
              </a:defRPr>
            </a:lvl1pPr>
          </a:lstStyle>
          <a:p>
            <a:r>
              <a:rPr lang="en-US"/>
              <a:t>Click to edit Master title style</a:t>
            </a:r>
            <a:endParaRPr lang="en-GB"/>
          </a:p>
        </p:txBody>
      </p:sp>
      <p:sp>
        <p:nvSpPr>
          <p:cNvPr id="14" name="Text Placeholder 7">
            <a:extLst>
              <a:ext uri="{FF2B5EF4-FFF2-40B4-BE49-F238E27FC236}">
                <a16:creationId xmlns:a16="http://schemas.microsoft.com/office/drawing/2014/main" id="{9949BCD6-E419-4ED2-9061-402DD5FF2406}"/>
              </a:ext>
            </a:extLst>
          </p:cNvPr>
          <p:cNvSpPr>
            <a:spLocks noGrp="1"/>
          </p:cNvSpPr>
          <p:nvPr>
            <p:ph type="body" sz="quarter" idx="38" hasCustomPrompt="1"/>
          </p:nvPr>
        </p:nvSpPr>
        <p:spPr>
          <a:xfrm>
            <a:off x="231351" y="3420284"/>
            <a:ext cx="4286594" cy="2993216"/>
          </a:xfrm>
          <a:prstGeom prst="rect">
            <a:avLst/>
          </a:prstGeom>
        </p:spPr>
        <p:txBody>
          <a:bodyPr>
            <a:no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3F6EE60C-2261-45A0-AD6F-B5F767C57B57}"/>
              </a:ext>
            </a:extLst>
          </p:cNvPr>
          <p:cNvSpPr>
            <a:spLocks noGrp="1"/>
          </p:cNvSpPr>
          <p:nvPr>
            <p:ph type="body" sz="quarter" idx="29" hasCustomPrompt="1"/>
          </p:nvPr>
        </p:nvSpPr>
        <p:spPr>
          <a:xfrm>
            <a:off x="6981371" y="518014"/>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a:t>Click to insert title</a:t>
            </a:r>
          </a:p>
        </p:txBody>
      </p:sp>
      <p:sp>
        <p:nvSpPr>
          <p:cNvPr id="16" name="Text Placeholder 7">
            <a:extLst>
              <a:ext uri="{FF2B5EF4-FFF2-40B4-BE49-F238E27FC236}">
                <a16:creationId xmlns:a16="http://schemas.microsoft.com/office/drawing/2014/main" id="{ABE7F41D-73F9-4353-AE3F-71AB8377048D}"/>
              </a:ext>
            </a:extLst>
          </p:cNvPr>
          <p:cNvSpPr>
            <a:spLocks noGrp="1"/>
          </p:cNvSpPr>
          <p:nvPr>
            <p:ph type="body" sz="quarter" idx="30" hasCustomPrompt="1"/>
          </p:nvPr>
        </p:nvSpPr>
        <p:spPr>
          <a:xfrm>
            <a:off x="6981372"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17" name="Text Placeholder 4">
            <a:extLst>
              <a:ext uri="{FF2B5EF4-FFF2-40B4-BE49-F238E27FC236}">
                <a16:creationId xmlns:a16="http://schemas.microsoft.com/office/drawing/2014/main" id="{83D9B326-443F-495A-B788-21C48AC85AE2}"/>
              </a:ext>
            </a:extLst>
          </p:cNvPr>
          <p:cNvSpPr>
            <a:spLocks noGrp="1"/>
          </p:cNvSpPr>
          <p:nvPr>
            <p:ph type="body" sz="quarter" idx="31" hasCustomPrompt="1"/>
          </p:nvPr>
        </p:nvSpPr>
        <p:spPr>
          <a:xfrm>
            <a:off x="6981371" y="4647262"/>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a:t>Click to insert title</a:t>
            </a:r>
          </a:p>
        </p:txBody>
      </p:sp>
      <p:sp>
        <p:nvSpPr>
          <p:cNvPr id="18" name="Text Placeholder 7">
            <a:extLst>
              <a:ext uri="{FF2B5EF4-FFF2-40B4-BE49-F238E27FC236}">
                <a16:creationId xmlns:a16="http://schemas.microsoft.com/office/drawing/2014/main" id="{00358894-025F-4D0E-AF6E-F99EDF29800A}"/>
              </a:ext>
            </a:extLst>
          </p:cNvPr>
          <p:cNvSpPr>
            <a:spLocks noGrp="1"/>
          </p:cNvSpPr>
          <p:nvPr>
            <p:ph type="body" sz="quarter" idx="32" hasCustomPrompt="1"/>
          </p:nvPr>
        </p:nvSpPr>
        <p:spPr>
          <a:xfrm>
            <a:off x="6981372"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19" name="Text Placeholder 4">
            <a:extLst>
              <a:ext uri="{FF2B5EF4-FFF2-40B4-BE49-F238E27FC236}">
                <a16:creationId xmlns:a16="http://schemas.microsoft.com/office/drawing/2014/main" id="{EE5AF299-5A92-48E3-B18F-F7FE7AB9EED4}"/>
              </a:ext>
            </a:extLst>
          </p:cNvPr>
          <p:cNvSpPr>
            <a:spLocks noGrp="1"/>
          </p:cNvSpPr>
          <p:nvPr>
            <p:ph type="body" sz="quarter" idx="33" hasCustomPrompt="1"/>
          </p:nvPr>
        </p:nvSpPr>
        <p:spPr>
          <a:xfrm>
            <a:off x="6981371" y="2563381"/>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a:t>Click to insert title</a:t>
            </a:r>
          </a:p>
        </p:txBody>
      </p:sp>
      <p:sp>
        <p:nvSpPr>
          <p:cNvPr id="20" name="Text Placeholder 7">
            <a:extLst>
              <a:ext uri="{FF2B5EF4-FFF2-40B4-BE49-F238E27FC236}">
                <a16:creationId xmlns:a16="http://schemas.microsoft.com/office/drawing/2014/main" id="{F951F368-6540-4675-9A52-0824638E0EF4}"/>
              </a:ext>
            </a:extLst>
          </p:cNvPr>
          <p:cNvSpPr>
            <a:spLocks noGrp="1"/>
          </p:cNvSpPr>
          <p:nvPr>
            <p:ph type="body" sz="quarter" idx="34" hasCustomPrompt="1"/>
          </p:nvPr>
        </p:nvSpPr>
        <p:spPr>
          <a:xfrm>
            <a:off x="6981372"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21" name="Text Placeholder 4">
            <a:extLst>
              <a:ext uri="{FF2B5EF4-FFF2-40B4-BE49-F238E27FC236}">
                <a16:creationId xmlns:a16="http://schemas.microsoft.com/office/drawing/2014/main" id="{B7C16A20-D927-494E-94A9-49AF2E1FA010}"/>
              </a:ext>
            </a:extLst>
          </p:cNvPr>
          <p:cNvSpPr>
            <a:spLocks noGrp="1"/>
          </p:cNvSpPr>
          <p:nvPr>
            <p:ph type="body" sz="quarter" idx="35" hasCustomPrompt="1"/>
          </p:nvPr>
        </p:nvSpPr>
        <p:spPr>
          <a:xfrm>
            <a:off x="5713875" y="1040484"/>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a:t>Nº</a:t>
            </a:r>
          </a:p>
        </p:txBody>
      </p:sp>
      <p:sp>
        <p:nvSpPr>
          <p:cNvPr id="22" name="Text Placeholder 4">
            <a:extLst>
              <a:ext uri="{FF2B5EF4-FFF2-40B4-BE49-F238E27FC236}">
                <a16:creationId xmlns:a16="http://schemas.microsoft.com/office/drawing/2014/main" id="{936BACCD-6FBF-486E-81CB-3462560DA2CE}"/>
              </a:ext>
            </a:extLst>
          </p:cNvPr>
          <p:cNvSpPr>
            <a:spLocks noGrp="1"/>
          </p:cNvSpPr>
          <p:nvPr>
            <p:ph type="body" sz="quarter" idx="36" hasCustomPrompt="1"/>
          </p:nvPr>
        </p:nvSpPr>
        <p:spPr>
          <a:xfrm>
            <a:off x="5713875" y="2996221"/>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a:t>Nº</a:t>
            </a:r>
          </a:p>
        </p:txBody>
      </p:sp>
      <p:sp>
        <p:nvSpPr>
          <p:cNvPr id="23" name="Text Placeholder 4">
            <a:extLst>
              <a:ext uri="{FF2B5EF4-FFF2-40B4-BE49-F238E27FC236}">
                <a16:creationId xmlns:a16="http://schemas.microsoft.com/office/drawing/2014/main" id="{48E9C506-31EA-4D04-B660-3B4DB0704112}"/>
              </a:ext>
            </a:extLst>
          </p:cNvPr>
          <p:cNvSpPr>
            <a:spLocks noGrp="1"/>
          </p:cNvSpPr>
          <p:nvPr>
            <p:ph type="body" sz="quarter" idx="37" hasCustomPrompt="1"/>
          </p:nvPr>
        </p:nvSpPr>
        <p:spPr>
          <a:xfrm>
            <a:off x="5713875" y="5107841"/>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a:t>Nº</a:t>
            </a:r>
          </a:p>
        </p:txBody>
      </p:sp>
    </p:spTree>
    <p:extLst>
      <p:ext uri="{BB962C8B-B14F-4D97-AF65-F5344CB8AC3E}">
        <p14:creationId xmlns:p14="http://schemas.microsoft.com/office/powerpoint/2010/main" val="23165114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35" y="6"/>
          <a:ext cx="180998"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 y="6"/>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sz="2400"/>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71"/>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5330160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DECFC-4DBA-D85E-6B5B-D450B9F55B1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8B86D3-CFDF-DFDA-0C9C-5A217CCA206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477885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tags" Target="../tags/tag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oleObject" Target="../embeddings/oleObject1.bin"/><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tags" Target="../tags/tag15.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theme" Target="../theme/theme3.xml"/><Relationship Id="rId30"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21" Type="http://schemas.openxmlformats.org/officeDocument/2006/relationships/theme" Target="../theme/theme4.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image" Target="../media/image1.emf"/><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oleObject" Target="../embeddings/oleObject1.bin"/><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tags" Target="../tags/tag22.xml"/></Relationships>
</file>

<file path=ppt/slideMasters/_rels/slideMaster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heme" Target="../theme/theme5.xml"/><Relationship Id="rId1" Type="http://schemas.openxmlformats.org/officeDocument/2006/relationships/slideLayout" Target="../slideLayouts/slideLayout70.xml"/><Relationship Id="rId5" Type="http://schemas.openxmlformats.org/officeDocument/2006/relationships/image" Target="../media/image1.emf"/><Relationship Id="rId4" Type="http://schemas.openxmlformats.org/officeDocument/2006/relationships/oleObject" Target="../embeddings/oleObject3.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3"/>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4" imgW="270" imgH="270" progId="TCLayout.ActiveDocument.1">
                  <p:embed/>
                </p:oleObj>
              </mc:Choice>
              <mc:Fallback>
                <p:oleObj name="think-cell Slide" r:id="rId24" imgW="270" imgH="270" progId="TCLayout.ActiveDocument.1">
                  <p:embed/>
                  <p:pic>
                    <p:nvPicPr>
                      <p:cNvPr id="21" name="Object 20" hidden="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243284"/>
            <a:ext cx="11376880" cy="5219430"/>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205059"/>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05" r:id="rId1"/>
    <p:sldLayoutId id="2147483966" r:id="rId2"/>
    <p:sldLayoutId id="2147483953" r:id="rId3"/>
    <p:sldLayoutId id="2147483955" r:id="rId4"/>
    <p:sldLayoutId id="2147484025" r:id="rId5"/>
    <p:sldLayoutId id="2147483956" r:id="rId6"/>
    <p:sldLayoutId id="2147484028" r:id="rId7"/>
    <p:sldLayoutId id="2147483903" r:id="rId8"/>
    <p:sldLayoutId id="2147483949" r:id="rId9"/>
    <p:sldLayoutId id="2147483945" r:id="rId10"/>
    <p:sldLayoutId id="2147483948" r:id="rId11"/>
    <p:sldLayoutId id="2147483954" r:id="rId12"/>
    <p:sldLayoutId id="2147483961" r:id="rId13"/>
    <p:sldLayoutId id="2147483918" r:id="rId14"/>
    <p:sldLayoutId id="2147483922" r:id="rId15"/>
    <p:sldLayoutId id="2147484027" r:id="rId16"/>
    <p:sldLayoutId id="2147484033" r:id="rId17"/>
    <p:sldLayoutId id="2147484034" r:id="rId18"/>
    <p:sldLayoutId id="2147484038" r:id="rId19"/>
    <p:sldLayoutId id="2147484042" r:id="rId20"/>
    <p:sldLayoutId id="2147484049" r:id="rId21"/>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1" name="Object 20"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t>1</a:t>
            </a:r>
          </a:p>
          <a:p>
            <a:pPr algn="ctr">
              <a:lnSpc>
                <a:spcPct val="90000"/>
              </a:lnSpc>
              <a:spcAft>
                <a:spcPts val="0"/>
              </a:spcAft>
            </a:pPr>
            <a:r>
              <a:rPr lang="en-GB" sz="700" dirty="0"/>
              <a:t>112</a:t>
            </a:r>
          </a:p>
          <a:p>
            <a:pPr algn="ctr">
              <a:lnSpc>
                <a:spcPct val="90000"/>
              </a:lnSpc>
              <a:spcAft>
                <a:spcPts val="0"/>
              </a:spcAft>
            </a:pPr>
            <a:r>
              <a:rPr lang="en-GB" sz="700" dirty="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rPr>
              <a:t>18</a:t>
            </a:r>
          </a:p>
          <a:p>
            <a:pPr algn="ctr">
              <a:lnSpc>
                <a:spcPct val="90000"/>
              </a:lnSpc>
              <a:spcAft>
                <a:spcPts val="0"/>
              </a:spcAft>
            </a:pPr>
            <a:r>
              <a:rPr lang="en-GB" sz="700" dirty="0">
                <a:solidFill>
                  <a:schemeClr val="tx1"/>
                </a:solidFill>
              </a:rPr>
              <a:t>171</a:t>
            </a:r>
          </a:p>
          <a:p>
            <a:pPr algn="ctr">
              <a:lnSpc>
                <a:spcPct val="90000"/>
              </a:lnSpc>
              <a:spcAft>
                <a:spcPts val="0"/>
              </a:spcAft>
            </a:pPr>
            <a:r>
              <a:rPr lang="en-GB" sz="700" dirty="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t>43</a:t>
            </a:r>
          </a:p>
          <a:p>
            <a:pPr algn="ctr">
              <a:lnSpc>
                <a:spcPct val="90000"/>
              </a:lnSpc>
              <a:spcAft>
                <a:spcPts val="0"/>
              </a:spcAft>
            </a:pPr>
            <a:r>
              <a:rPr lang="en-GB" sz="700" dirty="0"/>
              <a:t>10</a:t>
            </a:r>
          </a:p>
          <a:p>
            <a:pPr algn="ctr">
              <a:lnSpc>
                <a:spcPct val="90000"/>
              </a:lnSpc>
              <a:spcAft>
                <a:spcPts val="0"/>
              </a:spcAft>
            </a:pPr>
            <a:r>
              <a:rPr lang="en-GB" sz="700" dirty="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t>39</a:t>
            </a:r>
          </a:p>
          <a:p>
            <a:pPr algn="ctr">
              <a:lnSpc>
                <a:spcPct val="90000"/>
              </a:lnSpc>
              <a:spcAft>
                <a:spcPts val="0"/>
              </a:spcAft>
            </a:pPr>
            <a:r>
              <a:rPr lang="en-GB" sz="700" dirty="0"/>
              <a:t>41</a:t>
            </a:r>
          </a:p>
          <a:p>
            <a:pPr algn="ctr">
              <a:lnSpc>
                <a:spcPct val="90000"/>
              </a:lnSpc>
              <a:spcAft>
                <a:spcPts val="0"/>
              </a:spcAft>
            </a:pPr>
            <a:r>
              <a:rPr lang="en-GB" sz="700" dirty="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rPr>
              <a:t>236</a:t>
            </a:r>
          </a:p>
          <a:p>
            <a:pPr algn="ctr">
              <a:lnSpc>
                <a:spcPct val="90000"/>
              </a:lnSpc>
              <a:spcAft>
                <a:spcPts val="0"/>
              </a:spcAft>
            </a:pPr>
            <a:r>
              <a:rPr lang="en-GB" sz="700" dirty="0">
                <a:solidFill>
                  <a:schemeClr val="tx1"/>
                </a:solidFill>
              </a:rPr>
              <a:t>236</a:t>
            </a:r>
          </a:p>
          <a:p>
            <a:pPr algn="ctr">
              <a:lnSpc>
                <a:spcPct val="90000"/>
              </a:lnSpc>
              <a:spcAft>
                <a:spcPts val="0"/>
              </a:spcAft>
            </a:pPr>
            <a:r>
              <a:rPr lang="en-GB" sz="700" dirty="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142</a:t>
              </a:r>
            </a:p>
            <a:p>
              <a:pPr algn="ctr">
                <a:lnSpc>
                  <a:spcPct val="90000"/>
                </a:lnSpc>
                <a:spcAft>
                  <a:spcPts val="0"/>
                </a:spcAft>
              </a:pPr>
              <a:r>
                <a:rPr lang="en-US" sz="700" dirty="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156</a:t>
              </a:r>
            </a:p>
            <a:p>
              <a:pPr algn="ctr">
                <a:lnSpc>
                  <a:spcPct val="90000"/>
                </a:lnSpc>
                <a:spcAft>
                  <a:spcPts val="0"/>
                </a:spcAft>
              </a:pPr>
              <a:r>
                <a:rPr lang="en-US" sz="700" dirty="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178</a:t>
              </a:r>
            </a:p>
            <a:p>
              <a:pPr algn="ctr">
                <a:lnSpc>
                  <a:spcPct val="90000"/>
                </a:lnSpc>
                <a:spcAft>
                  <a:spcPts val="0"/>
                </a:spcAft>
              </a:pPr>
              <a:r>
                <a:rPr lang="en-US" sz="700" dirty="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208</a:t>
              </a:r>
            </a:p>
            <a:p>
              <a:pPr algn="ctr">
                <a:lnSpc>
                  <a:spcPct val="90000"/>
                </a:lnSpc>
                <a:spcAft>
                  <a:spcPts val="0"/>
                </a:spcAft>
              </a:pPr>
              <a:r>
                <a:rPr lang="en-US" sz="700" dirty="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218</a:t>
              </a:r>
            </a:p>
            <a:p>
              <a:pPr algn="ctr">
                <a:lnSpc>
                  <a:spcPct val="90000"/>
                </a:lnSpc>
                <a:spcAft>
                  <a:spcPts val="0"/>
                </a:spcAft>
              </a:pPr>
              <a:r>
                <a:rPr lang="en-US" sz="700" dirty="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rPr>
                <a:t>66</a:t>
              </a:r>
            </a:p>
            <a:p>
              <a:pPr algn="ctr">
                <a:lnSpc>
                  <a:spcPct val="90000"/>
                </a:lnSpc>
                <a:spcAft>
                  <a:spcPts val="0"/>
                </a:spcAft>
              </a:pPr>
              <a:r>
                <a:rPr lang="en-US" sz="700" dirty="0">
                  <a:solidFill>
                    <a:schemeClr val="bg1"/>
                  </a:solidFill>
                </a:rPr>
                <a:t>20</a:t>
              </a:r>
            </a:p>
            <a:p>
              <a:pPr algn="ctr">
                <a:lnSpc>
                  <a:spcPct val="90000"/>
                </a:lnSpc>
                <a:spcAft>
                  <a:spcPts val="0"/>
                </a:spcAft>
              </a:pPr>
              <a:r>
                <a:rPr lang="en-US" sz="700" dirty="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rPr>
                <a:t>89</a:t>
              </a:r>
            </a:p>
            <a:p>
              <a:pPr algn="ctr">
                <a:lnSpc>
                  <a:spcPct val="90000"/>
                </a:lnSpc>
                <a:spcAft>
                  <a:spcPts val="0"/>
                </a:spcAft>
              </a:pPr>
              <a:r>
                <a:rPr lang="en-US" sz="700" dirty="0">
                  <a:solidFill>
                    <a:schemeClr val="bg1"/>
                  </a:solidFill>
                </a:rPr>
                <a:t>10</a:t>
              </a:r>
            </a:p>
            <a:p>
              <a:pPr algn="ctr">
                <a:lnSpc>
                  <a:spcPct val="90000"/>
                </a:lnSpc>
                <a:spcAft>
                  <a:spcPts val="0"/>
                </a:spcAft>
              </a:pPr>
              <a:r>
                <a:rPr lang="en-US" sz="700" dirty="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rPr>
                <a:t>117</a:t>
              </a:r>
            </a:p>
            <a:p>
              <a:pPr algn="ctr">
                <a:lnSpc>
                  <a:spcPct val="90000"/>
                </a:lnSpc>
                <a:spcAft>
                  <a:spcPts val="0"/>
                </a:spcAft>
              </a:pPr>
              <a:r>
                <a:rPr lang="en-US" sz="700" dirty="0">
                  <a:solidFill>
                    <a:schemeClr val="bg1"/>
                  </a:solidFill>
                </a:rPr>
                <a:t>13</a:t>
              </a:r>
            </a:p>
            <a:p>
              <a:pPr algn="ctr">
                <a:lnSpc>
                  <a:spcPct val="90000"/>
                </a:lnSpc>
                <a:spcAft>
                  <a:spcPts val="0"/>
                </a:spcAft>
              </a:pPr>
              <a:r>
                <a:rPr lang="en-US" sz="700" dirty="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rPr>
                <a:t>128</a:t>
              </a:r>
            </a:p>
            <a:p>
              <a:pPr algn="ctr">
                <a:lnSpc>
                  <a:spcPct val="90000"/>
                </a:lnSpc>
                <a:spcAft>
                  <a:spcPts val="0"/>
                </a:spcAft>
              </a:pPr>
              <a:r>
                <a:rPr lang="en-US" sz="700" dirty="0">
                  <a:solidFill>
                    <a:schemeClr val="bg1"/>
                  </a:solidFill>
                </a:rPr>
                <a:t>43</a:t>
              </a:r>
            </a:p>
            <a:p>
              <a:pPr algn="ctr">
                <a:lnSpc>
                  <a:spcPct val="90000"/>
                </a:lnSpc>
                <a:spcAft>
                  <a:spcPts val="0"/>
                </a:spcAft>
              </a:pPr>
              <a:r>
                <a:rPr lang="en-US" sz="700" dirty="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rPr>
                <a:t>158</a:t>
              </a:r>
            </a:p>
            <a:p>
              <a:pPr algn="ctr">
                <a:lnSpc>
                  <a:spcPct val="90000"/>
                </a:lnSpc>
                <a:spcAft>
                  <a:spcPts val="0"/>
                </a:spcAft>
              </a:pPr>
              <a:r>
                <a:rPr lang="en-US" sz="700" dirty="0">
                  <a:solidFill>
                    <a:schemeClr val="bg1"/>
                  </a:solidFill>
                </a:rPr>
                <a:t>71</a:t>
              </a:r>
            </a:p>
            <a:p>
              <a:pPr algn="ctr">
                <a:lnSpc>
                  <a:spcPct val="90000"/>
                </a:lnSpc>
                <a:spcAft>
                  <a:spcPts val="0"/>
                </a:spcAft>
              </a:pPr>
              <a:r>
                <a:rPr lang="en-US" sz="700" dirty="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rPr>
                <a:t>166</a:t>
              </a:r>
            </a:p>
            <a:p>
              <a:pPr algn="ctr">
                <a:lnSpc>
                  <a:spcPct val="90000"/>
                </a:lnSpc>
                <a:spcAft>
                  <a:spcPts val="0"/>
                </a:spcAft>
              </a:pPr>
              <a:r>
                <a:rPr lang="en-US" sz="700" dirty="0">
                  <a:solidFill>
                    <a:schemeClr val="bg1"/>
                  </a:solidFill>
                </a:rPr>
                <a:t>0</a:t>
              </a:r>
            </a:p>
            <a:p>
              <a:pPr algn="ctr">
                <a:lnSpc>
                  <a:spcPct val="90000"/>
                </a:lnSpc>
                <a:spcAft>
                  <a:spcPts val="0"/>
                </a:spcAft>
              </a:pPr>
              <a:r>
                <a:rPr lang="en-US" sz="700" dirty="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rPr>
                <a:t>227</a:t>
              </a:r>
            </a:p>
            <a:p>
              <a:pPr algn="ctr">
                <a:lnSpc>
                  <a:spcPct val="90000"/>
                </a:lnSpc>
                <a:spcAft>
                  <a:spcPts val="0"/>
                </a:spcAft>
              </a:pPr>
              <a:r>
                <a:rPr lang="en-US" sz="700" dirty="0">
                  <a:solidFill>
                    <a:schemeClr val="bg1"/>
                  </a:solidFill>
                </a:rPr>
                <a:t>03</a:t>
              </a:r>
            </a:p>
            <a:p>
              <a:pPr algn="ctr">
                <a:lnSpc>
                  <a:spcPct val="90000"/>
                </a:lnSpc>
                <a:spcAft>
                  <a:spcPts val="0"/>
                </a:spcAft>
              </a:pPr>
              <a:r>
                <a:rPr lang="en-US" sz="700" dirty="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48</a:t>
              </a:r>
            </a:p>
            <a:p>
              <a:pPr algn="ctr">
                <a:lnSpc>
                  <a:spcPct val="90000"/>
                </a:lnSpc>
                <a:spcAft>
                  <a:spcPts val="0"/>
                </a:spcAft>
              </a:pPr>
              <a:r>
                <a:rPr lang="en-US" sz="700" dirty="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69</a:t>
              </a:r>
            </a:p>
            <a:p>
              <a:pPr algn="ctr">
                <a:lnSpc>
                  <a:spcPct val="90000"/>
                </a:lnSpc>
                <a:spcAft>
                  <a:spcPts val="0"/>
                </a:spcAft>
              </a:pPr>
              <a:r>
                <a:rPr lang="en-US" sz="700" dirty="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87</a:t>
              </a:r>
            </a:p>
            <a:p>
              <a:pPr algn="ctr">
                <a:lnSpc>
                  <a:spcPct val="90000"/>
                </a:lnSpc>
                <a:spcAft>
                  <a:spcPts val="0"/>
                </a:spcAft>
              </a:pPr>
              <a:r>
                <a:rPr lang="en-US" sz="700" dirty="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rPr>
                <a:t>129</a:t>
              </a:r>
            </a:p>
            <a:p>
              <a:pPr algn="ctr">
                <a:lnSpc>
                  <a:spcPct val="90000"/>
                </a:lnSpc>
                <a:spcAft>
                  <a:spcPts val="0"/>
                </a:spcAft>
              </a:pPr>
              <a:r>
                <a:rPr lang="en-US" sz="700" dirty="0">
                  <a:solidFill>
                    <a:schemeClr val="bg1"/>
                  </a:solidFill>
                </a:rPr>
                <a:t>27</a:t>
              </a:r>
            </a:p>
            <a:p>
              <a:pPr algn="ctr">
                <a:lnSpc>
                  <a:spcPct val="90000"/>
                </a:lnSpc>
                <a:spcAft>
                  <a:spcPts val="0"/>
                </a:spcAft>
              </a:pPr>
              <a:r>
                <a:rPr lang="en-US" sz="700" dirty="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rPr>
                <a:t>161</a:t>
              </a:r>
            </a:p>
            <a:p>
              <a:pPr algn="ctr">
                <a:lnSpc>
                  <a:spcPct val="90000"/>
                </a:lnSpc>
                <a:spcAft>
                  <a:spcPts val="0"/>
                </a:spcAft>
              </a:pPr>
              <a:r>
                <a:rPr lang="en-US" sz="700" dirty="0">
                  <a:solidFill>
                    <a:schemeClr val="bg1"/>
                  </a:solidFill>
                </a:rPr>
                <a:t>41</a:t>
              </a:r>
            </a:p>
            <a:p>
              <a:pPr algn="ctr">
                <a:lnSpc>
                  <a:spcPct val="90000"/>
                </a:lnSpc>
                <a:spcAft>
                  <a:spcPts val="0"/>
                </a:spcAft>
              </a:pPr>
              <a:r>
                <a:rPr lang="en-US" sz="700" dirty="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rPr>
                <a:t>186</a:t>
              </a:r>
            </a:p>
            <a:p>
              <a:pPr algn="ctr">
                <a:lnSpc>
                  <a:spcPct val="90000"/>
                </a:lnSpc>
                <a:spcAft>
                  <a:spcPts val="0"/>
                </a:spcAft>
              </a:pPr>
              <a:r>
                <a:rPr lang="en-US" sz="700" dirty="0">
                  <a:solidFill>
                    <a:schemeClr val="bg1"/>
                  </a:solidFill>
                </a:rPr>
                <a:t>41</a:t>
              </a:r>
            </a:p>
            <a:p>
              <a:pPr algn="ctr">
                <a:lnSpc>
                  <a:spcPct val="90000"/>
                </a:lnSpc>
                <a:spcAft>
                  <a:spcPts val="0"/>
                </a:spcAft>
              </a:pPr>
              <a:r>
                <a:rPr lang="en-US" sz="700" dirty="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t>209</a:t>
              </a:r>
            </a:p>
            <a:p>
              <a:pPr algn="ctr">
                <a:lnSpc>
                  <a:spcPct val="90000"/>
                </a:lnSpc>
                <a:spcAft>
                  <a:spcPts val="0"/>
                </a:spcAft>
              </a:pPr>
              <a:r>
                <a:rPr lang="en-US" sz="700" dirty="0"/>
                <a:t>58</a:t>
              </a:r>
            </a:p>
            <a:p>
              <a:pPr algn="ctr">
                <a:lnSpc>
                  <a:spcPct val="90000"/>
                </a:lnSpc>
                <a:spcAft>
                  <a:spcPts val="0"/>
                </a:spcAft>
              </a:pPr>
              <a:r>
                <a:rPr lang="en-US" sz="700" dirty="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t>229</a:t>
              </a:r>
            </a:p>
            <a:p>
              <a:pPr algn="ctr">
                <a:lnSpc>
                  <a:spcPct val="90000"/>
                </a:lnSpc>
                <a:spcAft>
                  <a:spcPts val="0"/>
                </a:spcAft>
              </a:pPr>
              <a:r>
                <a:rPr lang="en-US" sz="700" dirty="0"/>
                <a:t>87</a:t>
              </a:r>
            </a:p>
            <a:p>
              <a:pPr algn="ctr">
                <a:lnSpc>
                  <a:spcPct val="90000"/>
                </a:lnSpc>
                <a:spcAft>
                  <a:spcPts val="0"/>
                </a:spcAft>
              </a:pPr>
              <a:r>
                <a:rPr lang="en-US" sz="700" dirty="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rPr>
                <a:t>15</a:t>
              </a:r>
            </a:p>
            <a:p>
              <a:pPr algn="ctr">
                <a:lnSpc>
                  <a:spcPct val="90000"/>
                </a:lnSpc>
                <a:spcAft>
                  <a:spcPts val="0"/>
                </a:spcAft>
              </a:pPr>
              <a:r>
                <a:rPr lang="en-US" sz="700" b="0" dirty="0">
                  <a:solidFill>
                    <a:schemeClr val="bg1"/>
                  </a:solidFill>
                </a:rPr>
                <a:t>67</a:t>
              </a:r>
            </a:p>
            <a:p>
              <a:pPr algn="ctr">
                <a:lnSpc>
                  <a:spcPct val="90000"/>
                </a:lnSpc>
                <a:spcAft>
                  <a:spcPts val="0"/>
                </a:spcAft>
              </a:pPr>
              <a:r>
                <a:rPr lang="en-US" sz="700" b="0" dirty="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rPr>
                <a:t>15</a:t>
              </a:r>
            </a:p>
            <a:p>
              <a:pPr algn="ctr">
                <a:lnSpc>
                  <a:spcPct val="90000"/>
                </a:lnSpc>
                <a:spcAft>
                  <a:spcPts val="0"/>
                </a:spcAft>
              </a:pPr>
              <a:r>
                <a:rPr lang="en-US" sz="700" b="0" dirty="0">
                  <a:solidFill>
                    <a:schemeClr val="bg1"/>
                  </a:solidFill>
                </a:rPr>
                <a:t>106</a:t>
              </a:r>
            </a:p>
            <a:p>
              <a:pPr algn="ctr">
                <a:lnSpc>
                  <a:spcPct val="90000"/>
                </a:lnSpc>
                <a:spcAft>
                  <a:spcPts val="0"/>
                </a:spcAft>
              </a:pPr>
              <a:r>
                <a:rPr lang="en-US" sz="700" b="0" dirty="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rPr>
                <a:t>15</a:t>
              </a:r>
            </a:p>
            <a:p>
              <a:pPr algn="ctr">
                <a:lnSpc>
                  <a:spcPct val="90000"/>
                </a:lnSpc>
                <a:spcAft>
                  <a:spcPts val="0"/>
                </a:spcAft>
              </a:pPr>
              <a:r>
                <a:rPr lang="en-US" sz="700" b="0" dirty="0">
                  <a:solidFill>
                    <a:schemeClr val="bg1"/>
                  </a:solidFill>
                </a:rPr>
                <a:t>135</a:t>
              </a:r>
            </a:p>
            <a:p>
              <a:pPr algn="ctr">
                <a:lnSpc>
                  <a:spcPct val="90000"/>
                </a:lnSpc>
                <a:spcAft>
                  <a:spcPts val="0"/>
                </a:spcAft>
              </a:pPr>
              <a:r>
                <a:rPr lang="en-US" sz="700" b="0" dirty="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t>0</a:t>
              </a:r>
            </a:p>
            <a:p>
              <a:pPr algn="ctr">
                <a:lnSpc>
                  <a:spcPct val="90000"/>
                </a:lnSpc>
                <a:spcAft>
                  <a:spcPts val="0"/>
                </a:spcAft>
              </a:pPr>
              <a:r>
                <a:rPr lang="en-US" sz="700" b="0" dirty="0"/>
                <a:t>178</a:t>
              </a:r>
            </a:p>
            <a:p>
              <a:pPr algn="ctr">
                <a:lnSpc>
                  <a:spcPct val="90000"/>
                </a:lnSpc>
                <a:spcAft>
                  <a:spcPts val="0"/>
                </a:spcAft>
              </a:pPr>
              <a:r>
                <a:rPr lang="en-US" sz="700" b="0" dirty="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t>0</a:t>
              </a:r>
            </a:p>
            <a:p>
              <a:pPr algn="ctr">
                <a:lnSpc>
                  <a:spcPct val="90000"/>
                </a:lnSpc>
                <a:spcAft>
                  <a:spcPts val="0"/>
                </a:spcAft>
              </a:pPr>
              <a:r>
                <a:rPr lang="en-US" sz="700" b="0" dirty="0"/>
                <a:t>244</a:t>
              </a:r>
            </a:p>
            <a:p>
              <a:pPr algn="ctr">
                <a:lnSpc>
                  <a:spcPct val="90000"/>
                </a:lnSpc>
                <a:spcAft>
                  <a:spcPts val="0"/>
                </a:spcAft>
              </a:pPr>
              <a:r>
                <a:rPr lang="en-US" sz="700" b="0" dirty="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rPr>
                <a:t>23</a:t>
              </a:r>
            </a:p>
            <a:p>
              <a:pPr algn="ctr">
                <a:lnSpc>
                  <a:spcPct val="90000"/>
                </a:lnSpc>
                <a:spcAft>
                  <a:spcPts val="0"/>
                </a:spcAft>
              </a:pPr>
              <a:r>
                <a:rPr lang="en-US" sz="700" b="0" dirty="0">
                  <a:solidFill>
                    <a:schemeClr val="bg1"/>
                  </a:solidFill>
                </a:rPr>
                <a:t>128</a:t>
              </a:r>
            </a:p>
            <a:p>
              <a:pPr algn="ctr">
                <a:lnSpc>
                  <a:spcPct val="90000"/>
                </a:lnSpc>
                <a:spcAft>
                  <a:spcPts val="0"/>
                </a:spcAft>
              </a:pPr>
              <a:r>
                <a:rPr lang="en-US" sz="700" b="0" dirty="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rPr>
                <a:t>23</a:t>
              </a:r>
            </a:p>
            <a:p>
              <a:pPr algn="ctr">
                <a:lnSpc>
                  <a:spcPct val="90000"/>
                </a:lnSpc>
                <a:spcAft>
                  <a:spcPts val="0"/>
                </a:spcAft>
              </a:pPr>
              <a:r>
                <a:rPr lang="en-US" sz="700" b="0" dirty="0">
                  <a:solidFill>
                    <a:schemeClr val="bg1"/>
                  </a:solidFill>
                </a:rPr>
                <a:t>140</a:t>
              </a:r>
            </a:p>
            <a:p>
              <a:pPr algn="ctr">
                <a:lnSpc>
                  <a:spcPct val="90000"/>
                </a:lnSpc>
                <a:spcAft>
                  <a:spcPts val="0"/>
                </a:spcAft>
              </a:pPr>
              <a:r>
                <a:rPr lang="en-US" sz="700" b="0" dirty="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t>46</a:t>
              </a:r>
            </a:p>
            <a:p>
              <a:pPr algn="ctr">
                <a:lnSpc>
                  <a:spcPct val="90000"/>
                </a:lnSpc>
                <a:spcAft>
                  <a:spcPts val="0"/>
                </a:spcAft>
              </a:pPr>
              <a:r>
                <a:rPr lang="en-US" sz="700" b="0" dirty="0"/>
                <a:t>166</a:t>
              </a:r>
            </a:p>
            <a:p>
              <a:pPr algn="ctr">
                <a:lnSpc>
                  <a:spcPct val="90000"/>
                </a:lnSpc>
                <a:spcAft>
                  <a:spcPts val="0"/>
                </a:spcAft>
              </a:pPr>
              <a:r>
                <a:rPr lang="en-US" sz="700" b="0" dirty="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t>51</a:t>
              </a:r>
            </a:p>
            <a:p>
              <a:pPr algn="ctr">
                <a:lnSpc>
                  <a:spcPct val="90000"/>
                </a:lnSpc>
                <a:spcAft>
                  <a:spcPts val="0"/>
                </a:spcAft>
              </a:pPr>
              <a:r>
                <a:rPr lang="en-US" sz="700" b="0" dirty="0"/>
                <a:t>181</a:t>
              </a:r>
            </a:p>
            <a:p>
              <a:pPr algn="ctr">
                <a:lnSpc>
                  <a:spcPct val="90000"/>
                </a:lnSpc>
                <a:spcAft>
                  <a:spcPts val="0"/>
                </a:spcAft>
              </a:pPr>
              <a:r>
                <a:rPr lang="en-US" sz="700" b="0" dirty="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p>
            <a:p>
              <a:pPr algn="ctr">
                <a:lnSpc>
                  <a:spcPct val="90000"/>
                </a:lnSpc>
                <a:spcAft>
                  <a:spcPts val="0"/>
                </a:spcAft>
              </a:pPr>
              <a:r>
                <a:rPr lang="en-US" sz="700" b="0" dirty="0"/>
                <a:t>87</a:t>
              </a:r>
            </a:p>
            <a:p>
              <a:pPr algn="ctr">
                <a:lnSpc>
                  <a:spcPct val="90000"/>
                </a:lnSpc>
                <a:spcAft>
                  <a:spcPts val="0"/>
                </a:spcAft>
              </a:pPr>
              <a:r>
                <a:rPr lang="en-US" sz="700" b="0" dirty="0"/>
                <a:t>207</a:t>
              </a:r>
            </a:p>
            <a:p>
              <a:pPr algn="ctr">
                <a:lnSpc>
                  <a:spcPct val="90000"/>
                </a:lnSpc>
                <a:spcAft>
                  <a:spcPts val="0"/>
                </a:spcAft>
              </a:pPr>
              <a:r>
                <a:rPr lang="en-US" sz="700" b="0" dirty="0"/>
                <a:t>128</a:t>
              </a:r>
            </a:p>
            <a:p>
              <a:pPr algn="ctr">
                <a:lnSpc>
                  <a:spcPct val="90000"/>
                </a:lnSpc>
                <a:spcAft>
                  <a:spcPts val="0"/>
                </a:spcAft>
              </a:pPr>
              <a:endParaRPr lang="en-US" sz="700" b="0" dirty="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rPr>
                <a:t>23</a:t>
              </a:r>
            </a:p>
            <a:p>
              <a:pPr algn="ctr">
                <a:lnSpc>
                  <a:spcPct val="90000"/>
                </a:lnSpc>
                <a:spcAft>
                  <a:spcPts val="0"/>
                </a:spcAft>
              </a:pPr>
              <a:r>
                <a:rPr lang="en-US" sz="700" b="0" dirty="0">
                  <a:solidFill>
                    <a:schemeClr val="bg1"/>
                  </a:solidFill>
                </a:rPr>
                <a:t>51</a:t>
              </a:r>
            </a:p>
            <a:p>
              <a:pPr algn="ctr">
                <a:lnSpc>
                  <a:spcPct val="90000"/>
                </a:lnSpc>
                <a:spcAft>
                  <a:spcPts val="0"/>
                </a:spcAft>
              </a:pPr>
              <a:r>
                <a:rPr lang="en-US" sz="700" b="0" dirty="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rPr>
                <a:t>33</a:t>
              </a:r>
            </a:p>
            <a:p>
              <a:pPr algn="ctr">
                <a:lnSpc>
                  <a:spcPct val="90000"/>
                </a:lnSpc>
                <a:spcAft>
                  <a:spcPts val="0"/>
                </a:spcAft>
              </a:pPr>
              <a:r>
                <a:rPr lang="en-US" sz="700" b="0" dirty="0">
                  <a:solidFill>
                    <a:schemeClr val="bg1"/>
                  </a:solidFill>
                </a:rPr>
                <a:t>69</a:t>
              </a:r>
            </a:p>
            <a:p>
              <a:pPr algn="ctr">
                <a:lnSpc>
                  <a:spcPct val="90000"/>
                </a:lnSpc>
                <a:spcAft>
                  <a:spcPts val="0"/>
                </a:spcAft>
              </a:pPr>
              <a:r>
                <a:rPr lang="en-US" sz="700" b="0" dirty="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rPr>
                <a:t>20</a:t>
              </a:r>
            </a:p>
            <a:p>
              <a:pPr algn="ctr">
                <a:lnSpc>
                  <a:spcPct val="90000"/>
                </a:lnSpc>
                <a:spcAft>
                  <a:spcPts val="0"/>
                </a:spcAft>
              </a:pPr>
              <a:r>
                <a:rPr lang="en-US" sz="700" b="0" dirty="0">
                  <a:solidFill>
                    <a:schemeClr val="bg1"/>
                  </a:solidFill>
                </a:rPr>
                <a:t>89</a:t>
              </a:r>
            </a:p>
            <a:p>
              <a:pPr algn="ctr">
                <a:lnSpc>
                  <a:spcPct val="90000"/>
                </a:lnSpc>
                <a:spcAft>
                  <a:spcPts val="0"/>
                </a:spcAft>
              </a:pPr>
              <a:r>
                <a:rPr lang="en-US" sz="700" b="0" dirty="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rPr>
                <a:t>51</a:t>
              </a:r>
            </a:p>
            <a:p>
              <a:pPr algn="ctr">
                <a:lnSpc>
                  <a:spcPct val="90000"/>
                </a:lnSpc>
                <a:spcAft>
                  <a:spcPts val="0"/>
                </a:spcAft>
              </a:pPr>
              <a:r>
                <a:rPr lang="en-US" sz="700" b="0" dirty="0">
                  <a:solidFill>
                    <a:schemeClr val="bg1"/>
                  </a:solidFill>
                </a:rPr>
                <a:t>107</a:t>
              </a:r>
            </a:p>
            <a:p>
              <a:pPr algn="ctr">
                <a:lnSpc>
                  <a:spcPct val="90000"/>
                </a:lnSpc>
                <a:spcAft>
                  <a:spcPts val="0"/>
                </a:spcAft>
              </a:pPr>
              <a:r>
                <a:rPr lang="en-US" sz="700" b="0" dirty="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rPr>
                <a:t>51</a:t>
              </a:r>
            </a:p>
            <a:p>
              <a:pPr algn="ctr">
                <a:lnSpc>
                  <a:spcPct val="90000"/>
                </a:lnSpc>
                <a:spcAft>
                  <a:spcPts val="0"/>
                </a:spcAft>
              </a:pPr>
              <a:r>
                <a:rPr lang="en-US" sz="700" b="0" dirty="0">
                  <a:solidFill>
                    <a:schemeClr val="bg1"/>
                  </a:solidFill>
                </a:rPr>
                <a:t>128</a:t>
              </a:r>
            </a:p>
            <a:p>
              <a:pPr algn="ctr">
                <a:lnSpc>
                  <a:spcPct val="90000"/>
                </a:lnSpc>
                <a:spcAft>
                  <a:spcPts val="0"/>
                </a:spcAft>
              </a:pPr>
              <a:r>
                <a:rPr lang="en-US" sz="700" b="0" dirty="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rPr>
                <a:t>0</a:t>
              </a:r>
            </a:p>
            <a:p>
              <a:pPr algn="ctr">
                <a:lnSpc>
                  <a:spcPct val="90000"/>
                </a:lnSpc>
                <a:spcAft>
                  <a:spcPts val="0"/>
                </a:spcAft>
              </a:pPr>
              <a:r>
                <a:rPr lang="en-US" sz="700" b="0" dirty="0">
                  <a:solidFill>
                    <a:schemeClr val="bg1"/>
                  </a:solidFill>
                </a:rPr>
                <a:t>125</a:t>
              </a:r>
            </a:p>
            <a:p>
              <a:pPr algn="ctr">
                <a:lnSpc>
                  <a:spcPct val="90000"/>
                </a:lnSpc>
                <a:spcAft>
                  <a:spcPts val="0"/>
                </a:spcAft>
              </a:pPr>
              <a:r>
                <a:rPr lang="en-US" sz="700" b="0" dirty="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rPr>
                <a:t>0</a:t>
              </a:r>
            </a:p>
            <a:p>
              <a:pPr algn="ctr">
                <a:lnSpc>
                  <a:spcPct val="90000"/>
                </a:lnSpc>
                <a:spcAft>
                  <a:spcPts val="0"/>
                </a:spcAft>
              </a:pPr>
              <a:r>
                <a:rPr lang="en-US" sz="700" b="0" dirty="0">
                  <a:solidFill>
                    <a:schemeClr val="bg1"/>
                  </a:solidFill>
                </a:rPr>
                <a:t>146</a:t>
              </a:r>
            </a:p>
            <a:p>
              <a:pPr algn="ctr">
                <a:lnSpc>
                  <a:spcPct val="90000"/>
                </a:lnSpc>
                <a:spcAft>
                  <a:spcPts val="0"/>
                </a:spcAft>
              </a:pPr>
              <a:r>
                <a:rPr lang="en-US" sz="700" b="0" dirty="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t>0</a:t>
              </a:r>
            </a:p>
            <a:p>
              <a:pPr algn="ctr">
                <a:lnSpc>
                  <a:spcPct val="90000"/>
                </a:lnSpc>
                <a:spcAft>
                  <a:spcPts val="0"/>
                </a:spcAft>
              </a:pPr>
              <a:r>
                <a:rPr lang="en-US" sz="700" b="0" dirty="0"/>
                <a:t>191</a:t>
              </a:r>
            </a:p>
            <a:p>
              <a:pPr algn="ctr">
                <a:lnSpc>
                  <a:spcPct val="90000"/>
                </a:lnSpc>
                <a:spcAft>
                  <a:spcPts val="0"/>
                </a:spcAft>
              </a:pPr>
              <a:r>
                <a:rPr lang="en-US" sz="700" b="0" dirty="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t>0</a:t>
              </a:r>
            </a:p>
            <a:p>
              <a:pPr algn="ctr">
                <a:lnSpc>
                  <a:spcPct val="90000"/>
                </a:lnSpc>
                <a:spcAft>
                  <a:spcPts val="0"/>
                </a:spcAft>
              </a:pPr>
              <a:r>
                <a:rPr lang="en-US" sz="700" b="0" dirty="0"/>
                <a:t>213</a:t>
              </a:r>
            </a:p>
            <a:p>
              <a:pPr algn="ctr">
                <a:lnSpc>
                  <a:spcPct val="90000"/>
                </a:lnSpc>
                <a:spcAft>
                  <a:spcPts val="0"/>
                </a:spcAft>
              </a:pPr>
              <a:r>
                <a:rPr lang="en-US" sz="700" b="0" dirty="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t>0</a:t>
              </a:r>
            </a:p>
            <a:p>
              <a:pPr algn="ctr">
                <a:lnSpc>
                  <a:spcPct val="90000"/>
                </a:lnSpc>
                <a:spcAft>
                  <a:spcPts val="0"/>
                </a:spcAft>
              </a:pPr>
              <a:r>
                <a:rPr lang="en-US" sz="700" b="0" dirty="0"/>
                <a:t>230</a:t>
              </a:r>
            </a:p>
            <a:p>
              <a:pPr algn="ctr">
                <a:lnSpc>
                  <a:spcPct val="90000"/>
                </a:lnSpc>
                <a:spcAft>
                  <a:spcPts val="0"/>
                </a:spcAft>
              </a:pPr>
              <a:r>
                <a:rPr lang="en-US" sz="700" b="0" dirty="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4" r:id="rId1"/>
    <p:sldLayoutId id="2147483965" r:id="rId2"/>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65899121"/>
      </p:ext>
    </p:extLst>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86" r:id="rId10"/>
    <p:sldLayoutId id="2147483987" r:id="rId11"/>
    <p:sldLayoutId id="2147483988" r:id="rId12"/>
    <p:sldLayoutId id="2147483989" r:id="rId13"/>
    <p:sldLayoutId id="2147483990" r:id="rId14"/>
    <p:sldLayoutId id="2147483991" r:id="rId15"/>
    <p:sldLayoutId id="2147483992" r:id="rId16"/>
    <p:sldLayoutId id="2147483993" r:id="rId17"/>
    <p:sldLayoutId id="2147483994" r:id="rId18"/>
    <p:sldLayoutId id="2147483995" r:id="rId19"/>
    <p:sldLayoutId id="2147483996" r:id="rId20"/>
    <p:sldLayoutId id="2147483997" r:id="rId21"/>
    <p:sldLayoutId id="2147483998" r:id="rId22"/>
    <p:sldLayoutId id="2147483999" r:id="rId23"/>
    <p:sldLayoutId id="2147484000" r:id="rId24"/>
    <p:sldLayoutId id="2147484001" r:id="rId25"/>
    <p:sldLayoutId id="2147484003" r:id="rId26"/>
  </p:sldLayoutIdLst>
  <p:hf sldNum="0" hdr="0" ftr="0" dt="0"/>
  <p:txStyles>
    <p:titleStyle>
      <a:lvl1pPr marL="0" marR="0" indent="0" algn="l" defTabSz="914377"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377"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693" indent="-177796" algn="l" defTabSz="914377"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489" indent="-177796" algn="l" defTabSz="914377"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284" indent="-177796" algn="l" defTabSz="914377"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780" indent="-190495" algn="l" defTabSz="914377"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3" imgW="270" imgH="270" progId="TCLayout.ActiveDocument.1">
                  <p:embed/>
                </p:oleObj>
              </mc:Choice>
              <mc:Fallback>
                <p:oleObj name="think-cell Slide" r:id="rId23" imgW="270" imgH="270" progId="TCLayout.ActiveDocument.1">
                  <p:embed/>
                  <p:pic>
                    <p:nvPicPr>
                      <p:cNvPr id="21" name="Object 20" hidden="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243284"/>
            <a:ext cx="11376880" cy="5219430"/>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205059"/>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pPr>
              <a:r>
                <a:rPr lang="en-GB" sz="700" dirty="0">
                  <a:solidFill>
                    <a:srgbClr val="FFFFFF"/>
                  </a:solidFill>
                </a:rPr>
                <a:t>1</a:t>
              </a:r>
            </a:p>
            <a:p>
              <a:pPr algn="ctr">
                <a:lnSpc>
                  <a:spcPct val="90000"/>
                </a:lnSpc>
              </a:pPr>
              <a:r>
                <a:rPr lang="en-GB" sz="700" dirty="0">
                  <a:solidFill>
                    <a:srgbClr val="FFFFFF"/>
                  </a:solidFill>
                </a:rPr>
                <a:t>112</a:t>
              </a:r>
            </a:p>
            <a:p>
              <a:pPr algn="ctr">
                <a:lnSpc>
                  <a:spcPct val="90000"/>
                </a:lnSpc>
              </a:pPr>
              <a:r>
                <a:rPr lang="en-GB" sz="700" dirty="0">
                  <a:solidFill>
                    <a:srgbClr val="FFFFFF"/>
                  </a:solidFill>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pPr>
              <a:r>
                <a:rPr lang="en-GB" sz="700" dirty="0">
                  <a:solidFill>
                    <a:prstClr val="black"/>
                  </a:solidFill>
                </a:rPr>
                <a:t>18</a:t>
              </a:r>
            </a:p>
            <a:p>
              <a:pPr algn="ctr">
                <a:lnSpc>
                  <a:spcPct val="90000"/>
                </a:lnSpc>
              </a:pPr>
              <a:r>
                <a:rPr lang="en-GB" sz="700" dirty="0">
                  <a:solidFill>
                    <a:prstClr val="black"/>
                  </a:solidFill>
                </a:rPr>
                <a:t>171</a:t>
              </a:r>
            </a:p>
            <a:p>
              <a:pPr algn="ctr">
                <a:lnSpc>
                  <a:spcPct val="90000"/>
                </a:lnSpc>
              </a:pPr>
              <a:r>
                <a:rPr lang="en-GB" sz="700" dirty="0">
                  <a:solidFill>
                    <a:prstClr val="black"/>
                  </a:solidFill>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pPr>
              <a:r>
                <a:rPr lang="en-GB" sz="700" dirty="0">
                  <a:solidFill>
                    <a:srgbClr val="FFFFFF"/>
                  </a:solidFill>
                </a:rPr>
                <a:t>43</a:t>
              </a:r>
            </a:p>
            <a:p>
              <a:pPr algn="ctr">
                <a:lnSpc>
                  <a:spcPct val="90000"/>
                </a:lnSpc>
              </a:pPr>
              <a:r>
                <a:rPr lang="en-GB" sz="700" dirty="0">
                  <a:solidFill>
                    <a:srgbClr val="FFFFFF"/>
                  </a:solidFill>
                </a:rPr>
                <a:t>10</a:t>
              </a:r>
            </a:p>
            <a:p>
              <a:pPr algn="ctr">
                <a:lnSpc>
                  <a:spcPct val="90000"/>
                </a:lnSpc>
              </a:pPr>
              <a:r>
                <a:rPr lang="en-GB" sz="700" dirty="0">
                  <a:solidFill>
                    <a:srgbClr val="FFFFFF"/>
                  </a:solidFill>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pPr>
              <a:r>
                <a:rPr lang="en-GB" sz="700" dirty="0">
                  <a:solidFill>
                    <a:srgbClr val="FFFFFF"/>
                  </a:solidFill>
                </a:rPr>
                <a:t>39</a:t>
              </a:r>
            </a:p>
            <a:p>
              <a:pPr algn="ctr">
                <a:lnSpc>
                  <a:spcPct val="90000"/>
                </a:lnSpc>
              </a:pPr>
              <a:r>
                <a:rPr lang="en-GB" sz="700" dirty="0">
                  <a:solidFill>
                    <a:srgbClr val="FFFFFF"/>
                  </a:solidFill>
                </a:rPr>
                <a:t>41</a:t>
              </a:r>
            </a:p>
            <a:p>
              <a:pPr algn="ctr">
                <a:lnSpc>
                  <a:spcPct val="90000"/>
                </a:lnSpc>
              </a:pPr>
              <a:r>
                <a:rPr lang="en-GB" sz="700" dirty="0">
                  <a:solidFill>
                    <a:srgbClr val="FFFFFF"/>
                  </a:solidFill>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pPr>
              <a:r>
                <a:rPr lang="en-GB" sz="700" dirty="0">
                  <a:solidFill>
                    <a:prstClr val="black"/>
                  </a:solidFill>
                </a:rPr>
                <a:t>236</a:t>
              </a:r>
            </a:p>
            <a:p>
              <a:pPr algn="ctr">
                <a:lnSpc>
                  <a:spcPct val="90000"/>
                </a:lnSpc>
              </a:pPr>
              <a:r>
                <a:rPr lang="en-GB" sz="700" dirty="0">
                  <a:solidFill>
                    <a:prstClr val="black"/>
                  </a:solidFill>
                </a:rPr>
                <a:t>236</a:t>
              </a:r>
            </a:p>
            <a:p>
              <a:pPr algn="ctr">
                <a:lnSpc>
                  <a:spcPct val="90000"/>
                </a:lnSpc>
              </a:pPr>
              <a:r>
                <a:rPr lang="en-GB" sz="700" dirty="0">
                  <a:solidFill>
                    <a:prstClr val="black"/>
                  </a:solidFill>
                </a:rPr>
                <a:t>236</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cs typeface="Arial" panose="020B0604020202020204" pitchFamily="34" charset="0"/>
              </a:rPr>
              <a:pPr algn="r"/>
              <a:t>‹#›</a:t>
            </a:fld>
            <a:endParaRPr lang="en-US" sz="800" dirty="0">
              <a:solidFill>
                <a:srgbClr val="A6A6A6"/>
              </a:solidFill>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algn="r">
              <a:defRPr/>
            </a:pPr>
            <a:r>
              <a:rPr lang="en-GB" sz="700" dirty="0">
                <a:solidFill>
                  <a:srgbClr val="A6A6A6"/>
                </a:solidFill>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3970346802"/>
      </p:ext>
    </p:extLst>
  </p:cSld>
  <p:clrMap bg1="lt1" tx1="dk1" bg2="lt2" tx2="dk2" accent1="accent1" accent2="accent2" accent3="accent3" accent4="accent4" accent5="accent5" accent6="accent6" hlink="hlink" folHlink="folHlink"/>
  <p:sldLayoutIdLst>
    <p:sldLayoutId id="2147484005" r:id="rId1"/>
    <p:sldLayoutId id="2147484006" r:id="rId2"/>
    <p:sldLayoutId id="2147484007" r:id="rId3"/>
    <p:sldLayoutId id="2147484026" r:id="rId4"/>
    <p:sldLayoutId id="2147484009" r:id="rId5"/>
    <p:sldLayoutId id="2147484010" r:id="rId6"/>
    <p:sldLayoutId id="2147484011" r:id="rId7"/>
    <p:sldLayoutId id="2147484012" r:id="rId8"/>
    <p:sldLayoutId id="2147484013" r:id="rId9"/>
    <p:sldLayoutId id="2147484014" r:id="rId10"/>
    <p:sldLayoutId id="2147484015" r:id="rId11"/>
    <p:sldLayoutId id="2147484016" r:id="rId12"/>
    <p:sldLayoutId id="2147484017" r:id="rId13"/>
    <p:sldLayoutId id="2147484018" r:id="rId14"/>
    <p:sldLayoutId id="2147484019" r:id="rId15"/>
    <p:sldLayoutId id="2147484020" r:id="rId16"/>
    <p:sldLayoutId id="2147484021" r:id="rId17"/>
    <p:sldLayoutId id="2147484022" r:id="rId18"/>
    <p:sldLayoutId id="2147484023" r:id="rId19"/>
    <p:sldLayoutId id="2147484024" r:id="rId20"/>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userDrawn="1"/>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1265856699"/>
      </p:ext>
    </p:extLst>
  </p:cSld>
  <p:clrMap bg1="lt1" tx1="dk1" bg2="lt2" tx2="dk2" accent1="accent1" accent2="accent2" accent3="accent3" accent4="accent4" accent5="accent5" accent6="accent6" hlink="hlink" folHlink="folHlink"/>
  <p:sldLayoutIdLst>
    <p:sldLayoutId id="2147484050" r:id="rId1"/>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4.wmf"/><Relationship Id="rId18" Type="http://schemas.openxmlformats.org/officeDocument/2006/relationships/package" Target="../embeddings/Microsoft_PowerPoint_Presentation.pptx"/><Relationship Id="rId26" Type="http://schemas.openxmlformats.org/officeDocument/2006/relationships/image" Target="../media/image41.emf"/><Relationship Id="rId3" Type="http://schemas.openxmlformats.org/officeDocument/2006/relationships/image" Target="../media/image25.png"/><Relationship Id="rId21" Type="http://schemas.openxmlformats.org/officeDocument/2006/relationships/image" Target="../media/image38.wmf"/><Relationship Id="rId7" Type="http://schemas.openxmlformats.org/officeDocument/2006/relationships/image" Target="../media/image29.png"/><Relationship Id="rId12" Type="http://schemas.openxmlformats.org/officeDocument/2006/relationships/package" Target="../embeddings/Microsoft_Excel_Worksheet.xlsx"/><Relationship Id="rId17" Type="http://schemas.openxmlformats.org/officeDocument/2006/relationships/image" Target="../media/image36.wmf"/><Relationship Id="rId25" Type="http://schemas.openxmlformats.org/officeDocument/2006/relationships/package" Target="../embeddings/Microsoft_Excel_Worksheet3.xlsx"/><Relationship Id="rId2" Type="http://schemas.openxmlformats.org/officeDocument/2006/relationships/notesSlide" Target="../notesSlides/notesSlide7.xml"/><Relationship Id="rId16" Type="http://schemas.openxmlformats.org/officeDocument/2006/relationships/oleObject" Target="../embeddings/oleObject9.bin"/><Relationship Id="rId20" Type="http://schemas.openxmlformats.org/officeDocument/2006/relationships/package" Target="../embeddings/Microsoft_Word_Document.docx"/><Relationship Id="rId1" Type="http://schemas.openxmlformats.org/officeDocument/2006/relationships/slideLayout" Target="../slideLayouts/slideLayout20.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0.png"/><Relationship Id="rId5" Type="http://schemas.openxmlformats.org/officeDocument/2006/relationships/image" Target="../media/image27.png"/><Relationship Id="rId15" Type="http://schemas.openxmlformats.org/officeDocument/2006/relationships/image" Target="../media/image35.wmf"/><Relationship Id="rId23" Type="http://schemas.openxmlformats.org/officeDocument/2006/relationships/image" Target="../media/image39.wmf"/><Relationship Id="rId28" Type="http://schemas.openxmlformats.org/officeDocument/2006/relationships/image" Target="../media/image42.emf"/><Relationship Id="rId10" Type="http://schemas.openxmlformats.org/officeDocument/2006/relationships/image" Target="../media/image32.png"/><Relationship Id="rId19" Type="http://schemas.openxmlformats.org/officeDocument/2006/relationships/image" Target="../media/image37.wmf"/><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package" Target="../embeddings/Microsoft_Excel_Worksheet1.xlsx"/><Relationship Id="rId22" Type="http://schemas.openxmlformats.org/officeDocument/2006/relationships/package" Target="../embeddings/Microsoft_Word_Document2.docx"/><Relationship Id="rId27" Type="http://schemas.openxmlformats.org/officeDocument/2006/relationships/package" Target="../embeddings/Microsoft_Excel_Worksheet4.xlsx"/></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11">
            <a:extLst>
              <a:ext uri="{FF2B5EF4-FFF2-40B4-BE49-F238E27FC236}">
                <a16:creationId xmlns:a16="http://schemas.microsoft.com/office/drawing/2014/main" id="{B28D4135-3F0B-4D5A-ADA3-87022F8C1959}"/>
              </a:ext>
            </a:extLst>
          </p:cNvPr>
          <p:cNvSpPr>
            <a:spLocks noGrp="1"/>
          </p:cNvSpPr>
          <p:nvPr>
            <p:ph type="subTitle" idx="1"/>
          </p:nvPr>
        </p:nvSpPr>
        <p:spPr>
          <a:xfrm>
            <a:off x="404813" y="5744924"/>
            <a:ext cx="11386134" cy="369332"/>
          </a:xfrm>
        </p:spPr>
        <p:txBody>
          <a:bodyPr/>
          <a:lstStyle/>
          <a:p>
            <a:r>
              <a:rPr lang="en-US" sz="2400" i="1" dirty="0"/>
              <a:t>Apr  2023</a:t>
            </a:r>
            <a:endParaRPr lang="en-GB" sz="2400" i="1" dirty="0"/>
          </a:p>
        </p:txBody>
      </p:sp>
      <p:pic>
        <p:nvPicPr>
          <p:cNvPr id="40" name="Picture 39"/>
          <p:cNvPicPr>
            <a:picLocks noChangeAspect="1"/>
          </p:cNvPicPr>
          <p:nvPr/>
        </p:nvPicPr>
        <p:blipFill rotWithShape="1">
          <a:blip r:embed="rId2" cstate="print">
            <a:extLst>
              <a:ext uri="{28A0092B-C50C-407E-A947-70E740481C1C}">
                <a14:useLocalDpi xmlns:a14="http://schemas.microsoft.com/office/drawing/2010/main" val="0"/>
              </a:ext>
            </a:extLst>
          </a:blip>
          <a:srcRect l="8620" t="23089" r="10345" b="21617"/>
          <a:stretch/>
        </p:blipFill>
        <p:spPr>
          <a:xfrm>
            <a:off x="9258795" y="523650"/>
            <a:ext cx="2527702" cy="699151"/>
          </a:xfrm>
          <a:prstGeom prst="rect">
            <a:avLst/>
          </a:prstGeom>
        </p:spPr>
      </p:pic>
      <p:sp>
        <p:nvSpPr>
          <p:cNvPr id="4" name="Title 2">
            <a:extLst>
              <a:ext uri="{FF2B5EF4-FFF2-40B4-BE49-F238E27FC236}">
                <a16:creationId xmlns:a16="http://schemas.microsoft.com/office/drawing/2014/main" id="{DE1373EC-AEE7-B0C5-010F-AA63567D1471}"/>
              </a:ext>
            </a:extLst>
          </p:cNvPr>
          <p:cNvSpPr>
            <a:spLocks noGrp="1"/>
          </p:cNvSpPr>
          <p:nvPr>
            <p:ph type="ctrTitle"/>
          </p:nvPr>
        </p:nvSpPr>
        <p:spPr>
          <a:xfrm>
            <a:off x="404813" y="3677503"/>
            <a:ext cx="11385550" cy="830997"/>
          </a:xfrm>
        </p:spPr>
        <p:txBody>
          <a:bodyPr/>
          <a:lstStyle/>
          <a:p>
            <a:r>
              <a:rPr lang="en-US" dirty="0">
                <a:latin typeface="Ubuntu"/>
              </a:rPr>
              <a:t>Architecture COE </a:t>
            </a:r>
          </a:p>
        </p:txBody>
      </p:sp>
    </p:spTree>
    <p:extLst>
      <p:ext uri="{BB962C8B-B14F-4D97-AF65-F5344CB8AC3E}">
        <p14:creationId xmlns:p14="http://schemas.microsoft.com/office/powerpoint/2010/main" val="2800007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BDA5C2-E2ED-9D66-3FCC-048B6213144F}"/>
              </a:ext>
            </a:extLst>
          </p:cNvPr>
          <p:cNvSpPr/>
          <p:nvPr/>
        </p:nvSpPr>
        <p:spPr>
          <a:xfrm>
            <a:off x="4655840" y="14781"/>
            <a:ext cx="7536160" cy="685799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3" name="Title 2">
            <a:extLst>
              <a:ext uri="{FF2B5EF4-FFF2-40B4-BE49-F238E27FC236}">
                <a16:creationId xmlns:a16="http://schemas.microsoft.com/office/drawing/2014/main" id="{57963C60-F045-496B-83C2-EE8C0D14FB40}"/>
              </a:ext>
            </a:extLst>
          </p:cNvPr>
          <p:cNvSpPr>
            <a:spLocks noGrp="1"/>
          </p:cNvSpPr>
          <p:nvPr>
            <p:ph type="ctrTitle"/>
          </p:nvPr>
        </p:nvSpPr>
        <p:spPr>
          <a:xfrm>
            <a:off x="404813" y="1588677"/>
            <a:ext cx="4753861" cy="2920444"/>
          </a:xfrm>
        </p:spPr>
        <p:txBody>
          <a:bodyPr>
            <a:noAutofit/>
          </a:bodyPr>
          <a:lstStyle/>
          <a:p>
            <a:r>
              <a:rPr lang="en-GB" sz="4100" dirty="0"/>
              <a:t>AGENDA </a:t>
            </a:r>
          </a:p>
        </p:txBody>
      </p:sp>
      <p:sp>
        <p:nvSpPr>
          <p:cNvPr id="20" name="Text Placeholder 3">
            <a:extLst>
              <a:ext uri="{FF2B5EF4-FFF2-40B4-BE49-F238E27FC236}">
                <a16:creationId xmlns:a16="http://schemas.microsoft.com/office/drawing/2014/main" id="{C55E4535-34E7-4103-9696-073C6D7126AF}"/>
              </a:ext>
            </a:extLst>
          </p:cNvPr>
          <p:cNvSpPr txBox="1">
            <a:spLocks/>
          </p:cNvSpPr>
          <p:nvPr/>
        </p:nvSpPr>
        <p:spPr>
          <a:xfrm>
            <a:off x="6563645" y="1588677"/>
            <a:ext cx="5459539" cy="3064460"/>
          </a:xfrm>
          <a:prstGeom prst="rect">
            <a:avLst/>
          </a:prstGeom>
        </p:spPr>
        <p:txBody>
          <a:bodyPr vert="horz" lIns="0" tIns="0" rIns="0" bIns="0" rtlCol="0" anchor="t" anchorCtr="0">
            <a:noAutofit/>
          </a:bodyPr>
          <a:lstStyle>
            <a:lvl1pPr indent="0">
              <a:lnSpc>
                <a:spcPct val="100000"/>
              </a:lnSpc>
              <a:spcBef>
                <a:spcPts val="1000"/>
              </a:spcBef>
              <a:buFont typeface="Arial" panose="020B0604020202020204" pitchFamily="34" charset="0"/>
              <a:buNone/>
              <a:defRPr b="1">
                <a:solidFill>
                  <a:srgbClr val="12ABDB"/>
                </a:solidFill>
                <a:latin typeface="+mj-lt"/>
              </a:defRPr>
            </a:lvl1pPr>
            <a:lvl2pPr marL="266700" indent="-177800">
              <a:lnSpc>
                <a:spcPct val="100000"/>
              </a:lnSpc>
              <a:spcBef>
                <a:spcPts val="500"/>
              </a:spcBef>
              <a:buClr>
                <a:schemeClr val="accent1"/>
              </a:buClr>
              <a:buFont typeface="Wingdings" panose="05000000000000000000" pitchFamily="2" charset="2"/>
              <a:buChar char="§"/>
              <a:defRPr sz="1200">
                <a:latin typeface="+mj-lt"/>
              </a:defRPr>
            </a:lvl2pPr>
            <a:lvl3pPr marL="444500" indent="-177800">
              <a:lnSpc>
                <a:spcPct val="100000"/>
              </a:lnSpc>
              <a:spcBef>
                <a:spcPts val="500"/>
              </a:spcBef>
              <a:buClr>
                <a:schemeClr val="accent2"/>
              </a:buClr>
              <a:buFont typeface="Arial" panose="020B0604020202020204" pitchFamily="34" charset="0"/>
              <a:buChar char="•"/>
              <a:defRPr sz="1200">
                <a:latin typeface="+mj-lt"/>
              </a:defRPr>
            </a:lvl3pPr>
            <a:lvl4pPr marL="622300" indent="-177800">
              <a:lnSpc>
                <a:spcPct val="100000"/>
              </a:lnSpc>
              <a:spcBef>
                <a:spcPts val="500"/>
              </a:spcBef>
              <a:buClr>
                <a:schemeClr val="accent3"/>
              </a:buClr>
              <a:buFont typeface="Verdana" panose="020B0604030504040204" pitchFamily="34" charset="0"/>
              <a:buChar char="‒"/>
              <a:defRPr sz="1200">
                <a:latin typeface="+mj-lt"/>
              </a:defRPr>
            </a:lvl4pPr>
            <a:lvl5pPr marL="812800" indent="-190500">
              <a:lnSpc>
                <a:spcPct val="100000"/>
              </a:lnSpc>
              <a:spcBef>
                <a:spcPts val="500"/>
              </a:spcBef>
              <a:buClr>
                <a:schemeClr val="accent5"/>
              </a:buClr>
              <a:buFont typeface="Arial" panose="020B0604020202020204" pitchFamily="34" charset="0"/>
              <a:buChar char="•"/>
              <a:defRPr sz="1200">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spcAft>
                <a:spcPts val="1800"/>
              </a:spcAft>
            </a:pPr>
            <a:endParaRPr lang="en-US" sz="1400" dirty="0">
              <a:solidFill>
                <a:schemeClr val="accent1"/>
              </a:solidFill>
            </a:endParaRPr>
          </a:p>
          <a:p>
            <a:pPr>
              <a:spcBef>
                <a:spcPts val="0"/>
              </a:spcBef>
              <a:spcAft>
                <a:spcPts val="1800"/>
              </a:spcAft>
            </a:pPr>
            <a:endParaRPr lang="en-US" sz="1400" dirty="0">
              <a:solidFill>
                <a:schemeClr val="accent1"/>
              </a:solidFill>
              <a:latin typeface="+mn-lt"/>
            </a:endParaRPr>
          </a:p>
          <a:p>
            <a:pPr>
              <a:spcBef>
                <a:spcPts val="0"/>
              </a:spcBef>
              <a:spcAft>
                <a:spcPts val="1800"/>
              </a:spcAft>
            </a:pPr>
            <a:endParaRPr lang="en-US" sz="1400" dirty="0">
              <a:solidFill>
                <a:schemeClr val="accent1"/>
              </a:solidFill>
              <a:latin typeface="+mn-lt"/>
              <a:ea typeface="Verdana"/>
              <a:cs typeface="Verdana"/>
            </a:endParaRPr>
          </a:p>
        </p:txBody>
      </p:sp>
      <p:grpSp>
        <p:nvGrpSpPr>
          <p:cNvPr id="23" name="Groupe 1">
            <a:extLst>
              <a:ext uri="{FF2B5EF4-FFF2-40B4-BE49-F238E27FC236}">
                <a16:creationId xmlns:a16="http://schemas.microsoft.com/office/drawing/2014/main" id="{5F98C5FA-AFF3-64F2-FDF9-54B1BF8849A1}"/>
              </a:ext>
            </a:extLst>
          </p:cNvPr>
          <p:cNvGrpSpPr>
            <a:grpSpLocks noChangeAspect="1"/>
          </p:cNvGrpSpPr>
          <p:nvPr/>
        </p:nvGrpSpPr>
        <p:grpSpPr>
          <a:xfrm>
            <a:off x="11562163" y="205059"/>
            <a:ext cx="419436" cy="388988"/>
            <a:chOff x="11501102" y="171573"/>
            <a:chExt cx="419436" cy="388988"/>
          </a:xfrm>
        </p:grpSpPr>
        <p:sp>
          <p:nvSpPr>
            <p:cNvPr id="24" name="Freeform 13">
              <a:extLst>
                <a:ext uri="{FF2B5EF4-FFF2-40B4-BE49-F238E27FC236}">
                  <a16:creationId xmlns:a16="http://schemas.microsoft.com/office/drawing/2014/main" id="{34F96B73-82D2-98FF-E61D-8271C1C4533E}"/>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5" name="Freeform 14">
              <a:extLst>
                <a:ext uri="{FF2B5EF4-FFF2-40B4-BE49-F238E27FC236}">
                  <a16:creationId xmlns:a16="http://schemas.microsoft.com/office/drawing/2014/main" id="{3DFFF3B8-4936-B5F5-CCEB-63D426A5A3D0}"/>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5" name="Rectangle 2">
            <a:extLst>
              <a:ext uri="{FF2B5EF4-FFF2-40B4-BE49-F238E27FC236}">
                <a16:creationId xmlns:a16="http://schemas.microsoft.com/office/drawing/2014/main" id="{A445D83D-B698-ADD3-3DE1-DE6839EFB05E}"/>
              </a:ext>
            </a:extLst>
          </p:cNvPr>
          <p:cNvSpPr>
            <a:spLocks noChangeArrowheads="1"/>
          </p:cNvSpPr>
          <p:nvPr/>
        </p:nvSpPr>
        <p:spPr bwMode="auto">
          <a:xfrm>
            <a:off x="4900773" y="1001260"/>
            <a:ext cx="5439567" cy="503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0" indent="-457200" fontAlgn="base">
              <a:lnSpc>
                <a:spcPct val="100000"/>
              </a:lnSpc>
              <a:spcBef>
                <a:spcPct val="0"/>
              </a:spcBef>
              <a:spcAft>
                <a:spcPts val="1800"/>
              </a:spcAft>
              <a:buClr>
                <a:schemeClr val="tx2"/>
              </a:buClr>
              <a:buSzTx/>
              <a:buFont typeface="+mj-lt"/>
              <a:buAutoNum type="arabicPeriod"/>
              <a:tabLst/>
            </a:pPr>
            <a:r>
              <a:rPr lang="en-US" altLang="en-US" sz="2400" b="1" dirty="0">
                <a:solidFill>
                  <a:schemeClr val="accent1"/>
                </a:solidFill>
                <a:latin typeface="+mj-lt"/>
              </a:rPr>
              <a:t>Client  Architecture Services</a:t>
            </a:r>
          </a:p>
          <a:p>
            <a:pPr marL="457200" marR="0" lvl="0" indent="-457200" fontAlgn="base">
              <a:lnSpc>
                <a:spcPct val="100000"/>
              </a:lnSpc>
              <a:spcBef>
                <a:spcPct val="0"/>
              </a:spcBef>
              <a:spcAft>
                <a:spcPts val="1800"/>
              </a:spcAft>
              <a:buClr>
                <a:schemeClr val="tx2"/>
              </a:buClr>
              <a:buSzTx/>
              <a:buFont typeface="+mj-lt"/>
              <a:buAutoNum type="arabicPeriod"/>
              <a:tabLst/>
            </a:pPr>
            <a:r>
              <a:rPr lang="en-US" altLang="en-US" sz="2400" b="1" dirty="0" err="1">
                <a:solidFill>
                  <a:schemeClr val="accent1"/>
                </a:solidFill>
                <a:latin typeface="+mj-lt"/>
              </a:rPr>
              <a:t>CoE</a:t>
            </a:r>
            <a:r>
              <a:rPr lang="en-US" altLang="en-US" sz="2400" b="1" dirty="0">
                <a:solidFill>
                  <a:schemeClr val="accent1"/>
                </a:solidFill>
                <a:latin typeface="+mj-lt"/>
              </a:rPr>
              <a:t> Approach &amp; Deliverables </a:t>
            </a:r>
          </a:p>
          <a:p>
            <a:pPr marL="457200" marR="0" lvl="0" indent="-457200" fontAlgn="base">
              <a:lnSpc>
                <a:spcPct val="100000"/>
              </a:lnSpc>
              <a:spcBef>
                <a:spcPct val="0"/>
              </a:spcBef>
              <a:spcAft>
                <a:spcPts val="1800"/>
              </a:spcAft>
              <a:buClr>
                <a:schemeClr val="tx2"/>
              </a:buClr>
              <a:buSzTx/>
              <a:buFont typeface="+mj-lt"/>
              <a:buAutoNum type="arabicPeriod"/>
              <a:tabLst/>
            </a:pPr>
            <a:r>
              <a:rPr lang="en-US" altLang="en-US" sz="2400" b="1" dirty="0">
                <a:solidFill>
                  <a:schemeClr val="accent1"/>
                </a:solidFill>
                <a:latin typeface="+mj-lt"/>
              </a:rPr>
              <a:t>Indicative Plan for Phase 1</a:t>
            </a:r>
          </a:p>
          <a:p>
            <a:pPr marL="457200" indent="-457200" fontAlgn="base">
              <a:spcBef>
                <a:spcPct val="0"/>
              </a:spcBef>
              <a:spcAft>
                <a:spcPts val="1800"/>
              </a:spcAft>
              <a:buClr>
                <a:schemeClr val="tx2"/>
              </a:buClr>
              <a:buFont typeface="+mj-lt"/>
              <a:buAutoNum type="arabicPeriod"/>
            </a:pPr>
            <a:r>
              <a:rPr lang="en-IN" sz="2400" b="1" dirty="0">
                <a:solidFill>
                  <a:schemeClr val="accent1"/>
                </a:solidFill>
                <a:latin typeface="+mj-lt"/>
              </a:rPr>
              <a:t>Resource Requirement Overview</a:t>
            </a:r>
            <a:endParaRPr lang="en-US" altLang="en-US" sz="2400" b="1" dirty="0">
              <a:solidFill>
                <a:schemeClr val="accent1"/>
              </a:solidFill>
              <a:latin typeface="+mj-lt"/>
            </a:endParaRPr>
          </a:p>
          <a:p>
            <a:pPr marL="457200" marR="0" lvl="0" indent="-457200" fontAlgn="base">
              <a:lnSpc>
                <a:spcPct val="100000"/>
              </a:lnSpc>
              <a:spcBef>
                <a:spcPct val="0"/>
              </a:spcBef>
              <a:spcAft>
                <a:spcPts val="1800"/>
              </a:spcAft>
              <a:buClr>
                <a:schemeClr val="tx2"/>
              </a:buClr>
              <a:buSzTx/>
              <a:buFont typeface="+mj-lt"/>
              <a:buAutoNum type="arabicPeriod"/>
              <a:tabLst/>
            </a:pPr>
            <a:r>
              <a:rPr lang="en-US" altLang="en-US" sz="2400" b="1" dirty="0">
                <a:solidFill>
                  <a:schemeClr val="accent1"/>
                </a:solidFill>
                <a:latin typeface="+mj-lt"/>
              </a:rPr>
              <a:t>Commercials</a:t>
            </a:r>
          </a:p>
          <a:p>
            <a:pPr marL="457200" marR="0" lvl="0" indent="-457200" fontAlgn="base">
              <a:lnSpc>
                <a:spcPct val="100000"/>
              </a:lnSpc>
              <a:spcBef>
                <a:spcPct val="0"/>
              </a:spcBef>
              <a:spcAft>
                <a:spcPts val="1800"/>
              </a:spcAft>
              <a:buClr>
                <a:schemeClr val="tx2"/>
              </a:buClr>
              <a:buSzTx/>
              <a:buFont typeface="+mj-lt"/>
              <a:buAutoNum type="arabicPeriod"/>
              <a:tabLst/>
            </a:pPr>
            <a:r>
              <a:rPr lang="en-US" altLang="en-US" sz="2400" b="1" dirty="0">
                <a:solidFill>
                  <a:schemeClr val="accent1"/>
                </a:solidFill>
                <a:latin typeface="+mj-lt"/>
              </a:rPr>
              <a:t>Roles &amp; Responsibilities</a:t>
            </a:r>
          </a:p>
          <a:p>
            <a:pPr marL="457200" indent="-457200" fontAlgn="base">
              <a:spcBef>
                <a:spcPct val="0"/>
              </a:spcBef>
              <a:spcAft>
                <a:spcPts val="1800"/>
              </a:spcAft>
              <a:buClr>
                <a:schemeClr val="tx2"/>
              </a:buClr>
              <a:buFont typeface="+mj-lt"/>
              <a:buAutoNum type="arabicPeriod"/>
            </a:pPr>
            <a:r>
              <a:rPr lang="en-US" altLang="en-US" sz="2400" b="1" dirty="0">
                <a:solidFill>
                  <a:schemeClr val="accent1"/>
                </a:solidFill>
                <a:latin typeface="+mj-lt"/>
              </a:rPr>
              <a:t>Standard T&amp;C</a:t>
            </a:r>
          </a:p>
          <a:p>
            <a:pPr fontAlgn="base">
              <a:spcBef>
                <a:spcPct val="0"/>
              </a:spcBef>
              <a:spcAft>
                <a:spcPts val="1800"/>
              </a:spcAft>
              <a:buClr>
                <a:schemeClr val="tx2"/>
              </a:buClr>
            </a:pPr>
            <a:endParaRPr lang="en-US" altLang="en-US" sz="2400" b="1" dirty="0">
              <a:solidFill>
                <a:schemeClr val="accent1"/>
              </a:solidFill>
              <a:latin typeface="+mj-lt"/>
            </a:endParaRPr>
          </a:p>
        </p:txBody>
      </p:sp>
    </p:spTree>
    <p:extLst>
      <p:ext uri="{BB962C8B-B14F-4D97-AF65-F5344CB8AC3E}">
        <p14:creationId xmlns:p14="http://schemas.microsoft.com/office/powerpoint/2010/main" val="388495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3">
            <a:extLst>
              <a:ext uri="{FF2B5EF4-FFF2-40B4-BE49-F238E27FC236}">
                <a16:creationId xmlns:a16="http://schemas.microsoft.com/office/drawing/2014/main" id="{548242C5-3309-FC0C-BA5A-457AD401421E}"/>
              </a:ext>
            </a:extLst>
          </p:cNvPr>
          <p:cNvSpPr>
            <a:spLocks noGrp="1"/>
          </p:cNvSpPr>
          <p:nvPr>
            <p:ph type="title"/>
          </p:nvPr>
        </p:nvSpPr>
        <p:spPr>
          <a:xfrm>
            <a:off x="404813" y="205059"/>
            <a:ext cx="9833944" cy="716711"/>
          </a:xfrm>
        </p:spPr>
        <p:txBody>
          <a:bodyPr/>
          <a:lstStyle/>
          <a:p>
            <a:r>
              <a:rPr lang="en-IN" dirty="0"/>
              <a:t>Client  Architecture   Services</a:t>
            </a:r>
          </a:p>
        </p:txBody>
      </p:sp>
      <p:cxnSp>
        <p:nvCxnSpPr>
          <p:cNvPr id="31" name="Straight Arrow Connector 30">
            <a:extLst>
              <a:ext uri="{FF2B5EF4-FFF2-40B4-BE49-F238E27FC236}">
                <a16:creationId xmlns:a16="http://schemas.microsoft.com/office/drawing/2014/main" id="{8DED1F54-A892-9CB3-8A95-3E4C180CCD2C}"/>
              </a:ext>
            </a:extLst>
          </p:cNvPr>
          <p:cNvCxnSpPr>
            <a:cxnSpLocks/>
          </p:cNvCxnSpPr>
          <p:nvPr/>
        </p:nvCxnSpPr>
        <p:spPr>
          <a:xfrm flipH="1">
            <a:off x="7909251" y="8376886"/>
            <a:ext cx="2619949" cy="0"/>
          </a:xfrm>
          <a:prstGeom prst="straightConnector1">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50F927E2-536F-1DC2-4EB2-CAA547951B0D}"/>
              </a:ext>
            </a:extLst>
          </p:cNvPr>
          <p:cNvGrpSpPr/>
          <p:nvPr/>
        </p:nvGrpSpPr>
        <p:grpSpPr>
          <a:xfrm>
            <a:off x="784619" y="1233890"/>
            <a:ext cx="10849192" cy="3547432"/>
            <a:chOff x="652420" y="2013599"/>
            <a:chExt cx="11492554" cy="3463448"/>
          </a:xfrm>
        </p:grpSpPr>
        <p:sp>
          <p:nvSpPr>
            <p:cNvPr id="32" name="TextBox 31">
              <a:extLst>
                <a:ext uri="{FF2B5EF4-FFF2-40B4-BE49-F238E27FC236}">
                  <a16:creationId xmlns:a16="http://schemas.microsoft.com/office/drawing/2014/main" id="{953A5F10-FB35-41BA-BB4A-C1814DDCD6F6}"/>
                </a:ext>
              </a:extLst>
            </p:cNvPr>
            <p:cNvSpPr txBox="1"/>
            <p:nvPr/>
          </p:nvSpPr>
          <p:spPr>
            <a:xfrm>
              <a:off x="5373327" y="4881254"/>
              <a:ext cx="3060001" cy="584775"/>
            </a:xfrm>
            <a:prstGeom prst="rect">
              <a:avLst/>
            </a:prstGeom>
            <a:solidFill>
              <a:srgbClr val="11989B"/>
            </a:solidFill>
          </p:spPr>
          <p:txBody>
            <a:bodyPr wrap="square" lIns="91440" tIns="45720" rIns="91440" bIns="45720" rtlCol="0" anchor="t">
              <a:spAutoFit/>
            </a:bodyPr>
            <a:lstStyle/>
            <a:p>
              <a:pPr algn="ctr"/>
              <a:r>
                <a:rPr lang="en-US" sz="1600" b="1" dirty="0">
                  <a:solidFill>
                    <a:schemeClr val="bg1"/>
                  </a:solidFill>
                </a:rPr>
                <a:t>Phase 1 </a:t>
              </a:r>
            </a:p>
            <a:p>
              <a:pPr algn="ctr"/>
              <a:r>
                <a:rPr lang="en-US" sz="1600" b="1" dirty="0">
                  <a:solidFill>
                    <a:schemeClr val="bg1"/>
                  </a:solidFill>
                </a:rPr>
                <a:t>(Assessment Phase) - PoC</a:t>
              </a:r>
            </a:p>
          </p:txBody>
        </p:sp>
        <p:sp>
          <p:nvSpPr>
            <p:cNvPr id="4" name="TextBox 3">
              <a:extLst>
                <a:ext uri="{FF2B5EF4-FFF2-40B4-BE49-F238E27FC236}">
                  <a16:creationId xmlns:a16="http://schemas.microsoft.com/office/drawing/2014/main" id="{54E2A7BE-4F85-67EA-328A-ADAF9DE7A7A4}"/>
                </a:ext>
              </a:extLst>
            </p:cNvPr>
            <p:cNvSpPr txBox="1"/>
            <p:nvPr/>
          </p:nvSpPr>
          <p:spPr>
            <a:xfrm>
              <a:off x="9084975" y="4892272"/>
              <a:ext cx="3059999" cy="584775"/>
            </a:xfrm>
            <a:prstGeom prst="rect">
              <a:avLst/>
            </a:prstGeom>
            <a:solidFill>
              <a:srgbClr val="11989B"/>
            </a:solidFill>
          </p:spPr>
          <p:txBody>
            <a:bodyPr wrap="square" lIns="91440" tIns="45720" rIns="91440" bIns="45720" rtlCol="0" anchor="t">
              <a:spAutoFit/>
            </a:bodyPr>
            <a:lstStyle/>
            <a:p>
              <a:pPr algn="ctr"/>
              <a:r>
                <a:rPr lang="en-US" sz="1600" b="1" dirty="0">
                  <a:solidFill>
                    <a:schemeClr val="bg1"/>
                  </a:solidFill>
                </a:rPr>
                <a:t>Phase 2 </a:t>
              </a:r>
            </a:p>
            <a:p>
              <a:pPr algn="ctr"/>
              <a:r>
                <a:rPr lang="en-US" sz="1600" b="1" dirty="0">
                  <a:solidFill>
                    <a:schemeClr val="bg1"/>
                  </a:solidFill>
                </a:rPr>
                <a:t>(Arch. CoE Setup Phase)</a:t>
              </a:r>
            </a:p>
          </p:txBody>
        </p:sp>
        <p:sp>
          <p:nvSpPr>
            <p:cNvPr id="11" name="TextBox 10">
              <a:extLst>
                <a:ext uri="{FF2B5EF4-FFF2-40B4-BE49-F238E27FC236}">
                  <a16:creationId xmlns:a16="http://schemas.microsoft.com/office/drawing/2014/main" id="{7252B171-7A78-0726-3B1F-A8FA541C07B1}"/>
                </a:ext>
              </a:extLst>
            </p:cNvPr>
            <p:cNvSpPr txBox="1"/>
            <p:nvPr/>
          </p:nvSpPr>
          <p:spPr>
            <a:xfrm>
              <a:off x="4616300" y="2013599"/>
              <a:ext cx="3035658" cy="570931"/>
            </a:xfrm>
            <a:prstGeom prst="rect">
              <a:avLst/>
            </a:prstGeom>
            <a:solidFill>
              <a:schemeClr val="accent2"/>
            </a:solidFill>
          </p:spPr>
          <p:txBody>
            <a:bodyPr wrap="square" lIns="91440" tIns="45720" rIns="91440" bIns="45720" rtlCol="0" anchor="t">
              <a:spAutoFit/>
            </a:bodyPr>
            <a:lstStyle/>
            <a:p>
              <a:pPr algn="ctr"/>
              <a:r>
                <a:rPr lang="en-US" sz="1600" b="1" dirty="0">
                  <a:solidFill>
                    <a:schemeClr val="bg1"/>
                  </a:solidFill>
                </a:rPr>
                <a:t>Client  Architecture Service</a:t>
              </a:r>
            </a:p>
            <a:p>
              <a:pPr algn="ctr"/>
              <a:endParaRPr lang="en-US" sz="1600" b="1" dirty="0">
                <a:solidFill>
                  <a:schemeClr val="bg1"/>
                </a:solidFill>
              </a:endParaRPr>
            </a:p>
          </p:txBody>
        </p:sp>
        <p:sp>
          <p:nvSpPr>
            <p:cNvPr id="58" name="TextBox 57">
              <a:extLst>
                <a:ext uri="{FF2B5EF4-FFF2-40B4-BE49-F238E27FC236}">
                  <a16:creationId xmlns:a16="http://schemas.microsoft.com/office/drawing/2014/main" id="{1E115CDE-AD27-CE27-8695-3051FD4CD4F7}"/>
                </a:ext>
              </a:extLst>
            </p:cNvPr>
            <p:cNvSpPr txBox="1"/>
            <p:nvPr/>
          </p:nvSpPr>
          <p:spPr>
            <a:xfrm>
              <a:off x="652420" y="3381569"/>
              <a:ext cx="3060000" cy="584775"/>
            </a:xfrm>
            <a:prstGeom prst="rect">
              <a:avLst/>
            </a:prstGeom>
            <a:solidFill>
              <a:schemeClr val="accent1">
                <a:lumMod val="60000"/>
                <a:lumOff val="40000"/>
              </a:schemeClr>
            </a:solidFill>
          </p:spPr>
          <p:txBody>
            <a:bodyPr wrap="square" lIns="91440" tIns="45720" rIns="91440" bIns="45720" rtlCol="0" anchor="t">
              <a:spAutoFit/>
            </a:bodyPr>
            <a:lstStyle/>
            <a:p>
              <a:pPr algn="ctr"/>
              <a:r>
                <a:rPr lang="en-US" sz="1600" b="1" dirty="0">
                  <a:solidFill>
                    <a:schemeClr val="bg1"/>
                  </a:solidFill>
                </a:rPr>
                <a:t>Legacy  Projects </a:t>
              </a:r>
            </a:p>
            <a:p>
              <a:pPr algn="ctr"/>
              <a:endParaRPr lang="en-US" sz="1600" b="1" dirty="0">
                <a:solidFill>
                  <a:schemeClr val="bg1"/>
                </a:solidFill>
              </a:endParaRPr>
            </a:p>
          </p:txBody>
        </p:sp>
        <p:sp>
          <p:nvSpPr>
            <p:cNvPr id="54" name="TextBox 53">
              <a:extLst>
                <a:ext uri="{FF2B5EF4-FFF2-40B4-BE49-F238E27FC236}">
                  <a16:creationId xmlns:a16="http://schemas.microsoft.com/office/drawing/2014/main" id="{6D9C49DA-504C-A4C2-F9C0-0FB0AE1E5519}"/>
                </a:ext>
              </a:extLst>
            </p:cNvPr>
            <p:cNvSpPr txBox="1"/>
            <p:nvPr/>
          </p:nvSpPr>
          <p:spPr>
            <a:xfrm>
              <a:off x="3922593" y="3401767"/>
              <a:ext cx="3060000" cy="584775"/>
            </a:xfrm>
            <a:prstGeom prst="rect">
              <a:avLst/>
            </a:prstGeom>
            <a:solidFill>
              <a:schemeClr val="accent1">
                <a:lumMod val="60000"/>
                <a:lumOff val="40000"/>
              </a:schemeClr>
            </a:solidFill>
          </p:spPr>
          <p:txBody>
            <a:bodyPr wrap="square" lIns="91440" tIns="45720" rIns="91440" bIns="45720" rtlCol="0" anchor="t">
              <a:spAutoFit/>
            </a:bodyPr>
            <a:lstStyle/>
            <a:p>
              <a:pPr algn="ctr"/>
              <a:r>
                <a:rPr lang="en-US" sz="1600" b="1" dirty="0">
                  <a:solidFill>
                    <a:schemeClr val="bg1"/>
                  </a:solidFill>
                </a:rPr>
                <a:t>Transformation Projects</a:t>
              </a:r>
            </a:p>
            <a:p>
              <a:pPr algn="ctr"/>
              <a:endParaRPr lang="en-US" sz="1600" b="1" dirty="0">
                <a:solidFill>
                  <a:schemeClr val="bg1"/>
                </a:solidFill>
              </a:endParaRPr>
            </a:p>
          </p:txBody>
        </p:sp>
        <p:sp>
          <p:nvSpPr>
            <p:cNvPr id="55" name="TextBox 54">
              <a:extLst>
                <a:ext uri="{FF2B5EF4-FFF2-40B4-BE49-F238E27FC236}">
                  <a16:creationId xmlns:a16="http://schemas.microsoft.com/office/drawing/2014/main" id="{C9D753D3-DCCE-8FD4-515E-739443BEFB6E}"/>
                </a:ext>
              </a:extLst>
            </p:cNvPr>
            <p:cNvSpPr txBox="1"/>
            <p:nvPr/>
          </p:nvSpPr>
          <p:spPr>
            <a:xfrm>
              <a:off x="7546554" y="3477049"/>
              <a:ext cx="3060000" cy="584775"/>
            </a:xfrm>
            <a:prstGeom prst="rect">
              <a:avLst/>
            </a:prstGeom>
            <a:solidFill>
              <a:srgbClr val="11989B"/>
            </a:solidFill>
          </p:spPr>
          <p:txBody>
            <a:bodyPr wrap="square" lIns="91440" tIns="45720" rIns="91440" bIns="45720" rtlCol="0" anchor="t">
              <a:spAutoFit/>
            </a:bodyPr>
            <a:lstStyle/>
            <a:p>
              <a:pPr algn="ctr"/>
              <a:r>
                <a:rPr lang="en-US" sz="1600" b="1" dirty="0">
                  <a:solidFill>
                    <a:schemeClr val="bg1"/>
                  </a:solidFill>
                </a:rPr>
                <a:t>Architecture COE</a:t>
              </a:r>
            </a:p>
            <a:p>
              <a:pPr algn="ctr"/>
              <a:endParaRPr lang="en-US" sz="1600" b="1" dirty="0">
                <a:solidFill>
                  <a:schemeClr val="bg1"/>
                </a:solidFill>
              </a:endParaRPr>
            </a:p>
          </p:txBody>
        </p:sp>
        <p:cxnSp>
          <p:nvCxnSpPr>
            <p:cNvPr id="65" name="Straight Connector 64">
              <a:extLst>
                <a:ext uri="{FF2B5EF4-FFF2-40B4-BE49-F238E27FC236}">
                  <a16:creationId xmlns:a16="http://schemas.microsoft.com/office/drawing/2014/main" id="{3FEB4C3E-7A35-5292-B195-D819A8977658}"/>
                </a:ext>
              </a:extLst>
            </p:cNvPr>
            <p:cNvCxnSpPr>
              <a:cxnSpLocks/>
              <a:stCxn id="55" idx="2"/>
            </p:cNvCxnSpPr>
            <p:nvPr/>
          </p:nvCxnSpPr>
          <p:spPr>
            <a:xfrm>
              <a:off x="9076554" y="4061824"/>
              <a:ext cx="0" cy="6093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Connector: Elbow 104">
              <a:extLst>
                <a:ext uri="{FF2B5EF4-FFF2-40B4-BE49-F238E27FC236}">
                  <a16:creationId xmlns:a16="http://schemas.microsoft.com/office/drawing/2014/main" id="{D55B6EFD-EAC6-929F-EDF1-265C187F98FF}"/>
                </a:ext>
              </a:extLst>
            </p:cNvPr>
            <p:cNvCxnSpPr>
              <a:cxnSpLocks/>
            </p:cNvCxnSpPr>
            <p:nvPr/>
          </p:nvCxnSpPr>
          <p:spPr>
            <a:xfrm rot="5400000" flipH="1" flipV="1">
              <a:off x="8783537" y="3014966"/>
              <a:ext cx="12700" cy="3754611"/>
            </a:xfrm>
            <a:prstGeom prst="bentConnector3">
              <a:avLst>
                <a:gd name="adj1" fmla="val 18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6" name="Connector: Elbow 115">
              <a:extLst>
                <a:ext uri="{FF2B5EF4-FFF2-40B4-BE49-F238E27FC236}">
                  <a16:creationId xmlns:a16="http://schemas.microsoft.com/office/drawing/2014/main" id="{1C05139F-DF33-7CA4-2F8D-34B65AF1599C}"/>
                </a:ext>
              </a:extLst>
            </p:cNvPr>
            <p:cNvCxnSpPr>
              <a:cxnSpLocks/>
              <a:endCxn id="55" idx="0"/>
            </p:cNvCxnSpPr>
            <p:nvPr/>
          </p:nvCxnSpPr>
          <p:spPr>
            <a:xfrm>
              <a:off x="6147412" y="2996588"/>
              <a:ext cx="2929142" cy="4804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Connector: Elbow 126">
              <a:extLst>
                <a:ext uri="{FF2B5EF4-FFF2-40B4-BE49-F238E27FC236}">
                  <a16:creationId xmlns:a16="http://schemas.microsoft.com/office/drawing/2014/main" id="{2AD2B594-86EA-98F0-83B7-9A9FFFFEC1CA}"/>
                </a:ext>
              </a:extLst>
            </p:cNvPr>
            <p:cNvCxnSpPr>
              <a:cxnSpLocks/>
            </p:cNvCxnSpPr>
            <p:nvPr/>
          </p:nvCxnSpPr>
          <p:spPr>
            <a:xfrm rot="10800000" flipV="1">
              <a:off x="1995134" y="2982618"/>
              <a:ext cx="3458270" cy="43200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2C89B4C-4C72-3D17-D42D-D359E935F7D3}"/>
                </a:ext>
              </a:extLst>
            </p:cNvPr>
            <p:cNvCxnSpPr>
              <a:cxnSpLocks/>
              <a:stCxn id="11" idx="2"/>
            </p:cNvCxnSpPr>
            <p:nvPr/>
          </p:nvCxnSpPr>
          <p:spPr>
            <a:xfrm>
              <a:off x="6134129" y="2584530"/>
              <a:ext cx="12170" cy="154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9C66E942-BF1E-B075-C330-8F2916067A2A}"/>
                </a:ext>
              </a:extLst>
            </p:cNvPr>
            <p:cNvCxnSpPr>
              <a:cxnSpLocks/>
              <a:endCxn id="54" idx="0"/>
            </p:cNvCxnSpPr>
            <p:nvPr/>
          </p:nvCxnSpPr>
          <p:spPr>
            <a:xfrm rot="5400000">
              <a:off x="5388093" y="2642448"/>
              <a:ext cx="823820" cy="69481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1E77CA5-57A7-FFDB-F7BE-F71955C638CB}"/>
              </a:ext>
            </a:extLst>
          </p:cNvPr>
          <p:cNvGrpSpPr/>
          <p:nvPr/>
        </p:nvGrpSpPr>
        <p:grpSpPr>
          <a:xfrm>
            <a:off x="9880292" y="5717753"/>
            <a:ext cx="2170325" cy="561602"/>
            <a:chOff x="9483686" y="5871990"/>
            <a:chExt cx="2170325" cy="561602"/>
          </a:xfrm>
        </p:grpSpPr>
        <p:sp>
          <p:nvSpPr>
            <p:cNvPr id="2" name="Rectangle 1">
              <a:extLst>
                <a:ext uri="{FF2B5EF4-FFF2-40B4-BE49-F238E27FC236}">
                  <a16:creationId xmlns:a16="http://schemas.microsoft.com/office/drawing/2014/main" id="{C44F47F7-CE75-C3C6-703B-6A4E195C9F32}"/>
                </a:ext>
              </a:extLst>
            </p:cNvPr>
            <p:cNvSpPr/>
            <p:nvPr/>
          </p:nvSpPr>
          <p:spPr>
            <a:xfrm>
              <a:off x="9485523" y="5960126"/>
              <a:ext cx="782198" cy="198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err="1"/>
            </a:p>
          </p:txBody>
        </p:sp>
        <p:sp>
          <p:nvSpPr>
            <p:cNvPr id="3" name="Rectangle 2">
              <a:extLst>
                <a:ext uri="{FF2B5EF4-FFF2-40B4-BE49-F238E27FC236}">
                  <a16:creationId xmlns:a16="http://schemas.microsoft.com/office/drawing/2014/main" id="{E83FACAB-DD5F-077C-A286-79A9A90A2139}"/>
                </a:ext>
              </a:extLst>
            </p:cNvPr>
            <p:cNvSpPr/>
            <p:nvPr/>
          </p:nvSpPr>
          <p:spPr>
            <a:xfrm>
              <a:off x="9483686" y="6233711"/>
              <a:ext cx="782198" cy="198304"/>
            </a:xfrm>
            <a:prstGeom prst="rect">
              <a:avLst/>
            </a:prstGeom>
            <a:solidFill>
              <a:srgbClr val="1198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err="1"/>
            </a:p>
          </p:txBody>
        </p:sp>
        <p:sp>
          <p:nvSpPr>
            <p:cNvPr id="5" name="TextBox 4">
              <a:extLst>
                <a:ext uri="{FF2B5EF4-FFF2-40B4-BE49-F238E27FC236}">
                  <a16:creationId xmlns:a16="http://schemas.microsoft.com/office/drawing/2014/main" id="{80C38D5A-21BB-A325-50E1-C7BEBE6F34C0}"/>
                </a:ext>
              </a:extLst>
            </p:cNvPr>
            <p:cNvSpPr txBox="1"/>
            <p:nvPr/>
          </p:nvSpPr>
          <p:spPr>
            <a:xfrm>
              <a:off x="10234670" y="5871990"/>
              <a:ext cx="1410160" cy="276999"/>
            </a:xfrm>
            <a:prstGeom prst="rect">
              <a:avLst/>
            </a:prstGeom>
            <a:noFill/>
          </p:spPr>
          <p:txBody>
            <a:bodyPr wrap="square" rtlCol="0">
              <a:spAutoFit/>
            </a:bodyPr>
            <a:lstStyle/>
            <a:p>
              <a:r>
                <a:rPr lang="en-IN" sz="1200" dirty="0"/>
                <a:t>Ongoing Projects</a:t>
              </a:r>
            </a:p>
          </p:txBody>
        </p:sp>
        <p:sp>
          <p:nvSpPr>
            <p:cNvPr id="6" name="TextBox 5">
              <a:extLst>
                <a:ext uri="{FF2B5EF4-FFF2-40B4-BE49-F238E27FC236}">
                  <a16:creationId xmlns:a16="http://schemas.microsoft.com/office/drawing/2014/main" id="{51A54B19-4BF7-2246-8FAB-34CB9E3DE395}"/>
                </a:ext>
              </a:extLst>
            </p:cNvPr>
            <p:cNvSpPr txBox="1"/>
            <p:nvPr/>
          </p:nvSpPr>
          <p:spPr>
            <a:xfrm>
              <a:off x="10243851" y="6156593"/>
              <a:ext cx="1410160" cy="276999"/>
            </a:xfrm>
            <a:prstGeom prst="rect">
              <a:avLst/>
            </a:prstGeom>
            <a:noFill/>
          </p:spPr>
          <p:txBody>
            <a:bodyPr wrap="square" rtlCol="0">
              <a:spAutoFit/>
            </a:bodyPr>
            <a:lstStyle/>
            <a:p>
              <a:r>
                <a:rPr lang="en-IN" sz="1200" dirty="0"/>
                <a:t>New Initiative </a:t>
              </a:r>
            </a:p>
          </p:txBody>
        </p:sp>
      </p:grpSp>
      <p:sp>
        <p:nvSpPr>
          <p:cNvPr id="7" name="TextBox 6">
            <a:extLst>
              <a:ext uri="{FF2B5EF4-FFF2-40B4-BE49-F238E27FC236}">
                <a16:creationId xmlns:a16="http://schemas.microsoft.com/office/drawing/2014/main" id="{444ADF21-D6D6-1334-7889-4A605A12D37E}"/>
              </a:ext>
            </a:extLst>
          </p:cNvPr>
          <p:cNvSpPr txBox="1"/>
          <p:nvPr/>
        </p:nvSpPr>
        <p:spPr>
          <a:xfrm>
            <a:off x="118518" y="4065087"/>
            <a:ext cx="5067760" cy="2462213"/>
          </a:xfrm>
          <a:prstGeom prst="rect">
            <a:avLst/>
          </a:prstGeom>
          <a:noFill/>
        </p:spPr>
        <p:txBody>
          <a:bodyPr wrap="square" rtlCol="0">
            <a:spAutoFit/>
          </a:bodyPr>
          <a:lstStyle/>
          <a:p>
            <a:pPr marL="285750" indent="-285750">
              <a:buFont typeface="Wingdings" panose="05000000000000000000" pitchFamily="2" charset="2"/>
              <a:buChar char="§"/>
            </a:pPr>
            <a:r>
              <a:rPr lang="en-IN" sz="1400" dirty="0"/>
              <a:t>Architecture work is  currently carried out in  both legacy and transformation projects .</a:t>
            </a:r>
          </a:p>
          <a:p>
            <a:pPr marL="285750" indent="-285750">
              <a:buFont typeface="Wingdings" panose="05000000000000000000" pitchFamily="2" charset="2"/>
              <a:buChar char="§"/>
            </a:pPr>
            <a:endParaRPr lang="en-IN" sz="1400" dirty="0"/>
          </a:p>
          <a:p>
            <a:pPr marL="285750" indent="-285750" algn="just" rtl="0" fontAlgn="base">
              <a:buFont typeface="Wingdings" panose="05000000000000000000" pitchFamily="2" charset="2"/>
              <a:buChar char="§"/>
            </a:pPr>
            <a:r>
              <a:rPr lang="en-IN" sz="1400" dirty="0"/>
              <a:t>Client feels the need to establish an Architecture COE to implement Consistent &amp; standardised architecture​ across the organization.</a:t>
            </a:r>
          </a:p>
          <a:p>
            <a:pPr marL="285750" indent="-285750">
              <a:buFont typeface="Wingdings" panose="05000000000000000000" pitchFamily="2" charset="2"/>
              <a:buChar char="§"/>
            </a:pPr>
            <a:endParaRPr lang="en-IN" sz="1400" dirty="0"/>
          </a:p>
          <a:p>
            <a:pPr marL="285750" indent="-285750">
              <a:buFont typeface="Wingdings" panose="05000000000000000000" pitchFamily="2" charset="2"/>
              <a:buChar char="§"/>
            </a:pPr>
            <a:r>
              <a:rPr lang="en-IN" sz="1400" dirty="0"/>
              <a:t>Capgemini proposes- the Architecture COE to  be carried out in 2 phases. The 1</a:t>
            </a:r>
            <a:r>
              <a:rPr lang="en-IN" sz="1400" baseline="30000" dirty="0"/>
              <a:t>st</a:t>
            </a:r>
            <a:r>
              <a:rPr lang="en-IN" sz="1400" dirty="0"/>
              <a:t> phase will be the  assessment and the 2</a:t>
            </a:r>
            <a:r>
              <a:rPr lang="en-IN" sz="1400" baseline="30000" dirty="0"/>
              <a:t>nd</a:t>
            </a:r>
            <a:r>
              <a:rPr lang="en-IN" sz="1400" dirty="0"/>
              <a:t> phase will be the COE Setup </a:t>
            </a:r>
          </a:p>
          <a:p>
            <a:pPr marL="171450" indent="-171450">
              <a:buFont typeface="Arial" panose="020B0604020202020204" pitchFamily="34" charset="0"/>
              <a:buChar char="•"/>
            </a:pPr>
            <a:endParaRPr lang="en-IN" sz="1400" dirty="0"/>
          </a:p>
        </p:txBody>
      </p:sp>
    </p:spTree>
    <p:extLst>
      <p:ext uri="{BB962C8B-B14F-4D97-AF65-F5344CB8AC3E}">
        <p14:creationId xmlns:p14="http://schemas.microsoft.com/office/powerpoint/2010/main" val="3173345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94C27-4D91-486C-A40E-5225D27AD55E}"/>
              </a:ext>
            </a:extLst>
          </p:cNvPr>
          <p:cNvSpPr>
            <a:spLocks noGrp="1"/>
          </p:cNvSpPr>
          <p:nvPr>
            <p:ph type="title"/>
          </p:nvPr>
        </p:nvSpPr>
        <p:spPr/>
        <p:txBody>
          <a:bodyPr/>
          <a:lstStyle/>
          <a:p>
            <a:r>
              <a:rPr lang="en-US" dirty="0"/>
              <a:t>Our suggested approach – For Phase 1</a:t>
            </a:r>
          </a:p>
        </p:txBody>
      </p:sp>
      <p:sp>
        <p:nvSpPr>
          <p:cNvPr id="3" name="TextBox 2">
            <a:extLst>
              <a:ext uri="{FF2B5EF4-FFF2-40B4-BE49-F238E27FC236}">
                <a16:creationId xmlns:a16="http://schemas.microsoft.com/office/drawing/2014/main" id="{A46908D6-4246-4AFC-BA7B-2E65A5F18B34}"/>
              </a:ext>
            </a:extLst>
          </p:cNvPr>
          <p:cNvSpPr txBox="1"/>
          <p:nvPr/>
        </p:nvSpPr>
        <p:spPr>
          <a:xfrm>
            <a:off x="404813" y="755699"/>
            <a:ext cx="5703484" cy="276999"/>
          </a:xfrm>
          <a:prstGeom prst="rect">
            <a:avLst/>
          </a:prstGeom>
          <a:noFill/>
        </p:spPr>
        <p:txBody>
          <a:bodyPr wrap="none" lIns="0" tIns="0" rIns="0" bIns="0">
            <a:spAutoFit/>
          </a:bodyPr>
          <a:lstStyle/>
          <a:p>
            <a:r>
              <a:rPr lang="en-US" dirty="0">
                <a:solidFill>
                  <a:schemeClr val="accent2"/>
                </a:solidFill>
              </a:rPr>
              <a:t>8 Weeks Architecture </a:t>
            </a:r>
            <a:r>
              <a:rPr lang="en-US" dirty="0" err="1">
                <a:solidFill>
                  <a:schemeClr val="accent2"/>
                </a:solidFill>
              </a:rPr>
              <a:t>CoE</a:t>
            </a:r>
            <a:r>
              <a:rPr lang="en-US" dirty="0">
                <a:solidFill>
                  <a:schemeClr val="accent2"/>
                </a:solidFill>
              </a:rPr>
              <a:t> Assessment – PoC Approach</a:t>
            </a:r>
          </a:p>
        </p:txBody>
      </p:sp>
      <p:sp>
        <p:nvSpPr>
          <p:cNvPr id="5" name="Arrow: Chevron 4">
            <a:extLst>
              <a:ext uri="{FF2B5EF4-FFF2-40B4-BE49-F238E27FC236}">
                <a16:creationId xmlns:a16="http://schemas.microsoft.com/office/drawing/2014/main" id="{94511470-9A4B-45E6-B3B1-3E45E8DC851A}"/>
              </a:ext>
            </a:extLst>
          </p:cNvPr>
          <p:cNvSpPr/>
          <p:nvPr/>
        </p:nvSpPr>
        <p:spPr>
          <a:xfrm>
            <a:off x="6279960" y="1107780"/>
            <a:ext cx="2854271" cy="501068"/>
          </a:xfrm>
          <a:prstGeom prst="chevron">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bg1"/>
                </a:solidFill>
              </a:rPr>
              <a:t>EVALUATE</a:t>
            </a:r>
          </a:p>
        </p:txBody>
      </p:sp>
      <p:sp>
        <p:nvSpPr>
          <p:cNvPr id="6" name="Arrow: Chevron 5">
            <a:extLst>
              <a:ext uri="{FF2B5EF4-FFF2-40B4-BE49-F238E27FC236}">
                <a16:creationId xmlns:a16="http://schemas.microsoft.com/office/drawing/2014/main" id="{EBFAC6BA-0F0B-41CC-8615-B39272490F95}"/>
              </a:ext>
            </a:extLst>
          </p:cNvPr>
          <p:cNvSpPr/>
          <p:nvPr/>
        </p:nvSpPr>
        <p:spPr>
          <a:xfrm>
            <a:off x="9133367" y="1107780"/>
            <a:ext cx="2706531" cy="505386"/>
          </a:xfrm>
          <a:prstGeom prst="chevron">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bg1"/>
                </a:solidFill>
              </a:rPr>
              <a:t>RECOMMEND</a:t>
            </a:r>
          </a:p>
        </p:txBody>
      </p:sp>
      <p:sp>
        <p:nvSpPr>
          <p:cNvPr id="12" name="Rectangle 11">
            <a:extLst>
              <a:ext uri="{FF2B5EF4-FFF2-40B4-BE49-F238E27FC236}">
                <a16:creationId xmlns:a16="http://schemas.microsoft.com/office/drawing/2014/main" id="{A4C373A1-FD22-4394-967F-E4BBADF2978A}"/>
              </a:ext>
            </a:extLst>
          </p:cNvPr>
          <p:cNvSpPr/>
          <p:nvPr/>
        </p:nvSpPr>
        <p:spPr>
          <a:xfrm>
            <a:off x="3281722" y="1735736"/>
            <a:ext cx="2907941" cy="4014484"/>
          </a:xfrm>
          <a:prstGeom prst="rect">
            <a:avLst/>
          </a:prstGeom>
          <a:solidFill>
            <a:schemeClr val="accent4">
              <a:lumMod val="10000"/>
              <a:lumOff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13" name="Rectangle 12">
            <a:extLst>
              <a:ext uri="{FF2B5EF4-FFF2-40B4-BE49-F238E27FC236}">
                <a16:creationId xmlns:a16="http://schemas.microsoft.com/office/drawing/2014/main" id="{091E8719-4F8D-4A58-86DC-EAF703E670EC}"/>
              </a:ext>
            </a:extLst>
          </p:cNvPr>
          <p:cNvSpPr/>
          <p:nvPr/>
        </p:nvSpPr>
        <p:spPr>
          <a:xfrm>
            <a:off x="6275936" y="1740582"/>
            <a:ext cx="2827538" cy="4001418"/>
          </a:xfrm>
          <a:prstGeom prst="rect">
            <a:avLst/>
          </a:prstGeom>
          <a:solidFill>
            <a:schemeClr val="accent4">
              <a:lumMod val="10000"/>
              <a:lumOff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14" name="Rectangle 13">
            <a:extLst>
              <a:ext uri="{FF2B5EF4-FFF2-40B4-BE49-F238E27FC236}">
                <a16:creationId xmlns:a16="http://schemas.microsoft.com/office/drawing/2014/main" id="{8DE30FDD-982B-45B3-8849-28D2A29273C6}"/>
              </a:ext>
            </a:extLst>
          </p:cNvPr>
          <p:cNvSpPr/>
          <p:nvPr/>
        </p:nvSpPr>
        <p:spPr>
          <a:xfrm>
            <a:off x="9165265" y="1727298"/>
            <a:ext cx="2808000" cy="4022921"/>
          </a:xfrm>
          <a:prstGeom prst="rect">
            <a:avLst/>
          </a:prstGeom>
          <a:solidFill>
            <a:schemeClr val="accent4">
              <a:lumMod val="10000"/>
              <a:lumOff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16" name="TextBox 15">
            <a:extLst>
              <a:ext uri="{FF2B5EF4-FFF2-40B4-BE49-F238E27FC236}">
                <a16:creationId xmlns:a16="http://schemas.microsoft.com/office/drawing/2014/main" id="{80CEB4DB-6C01-4FE7-B095-DCC518CB1796}"/>
              </a:ext>
            </a:extLst>
          </p:cNvPr>
          <p:cNvSpPr txBox="1"/>
          <p:nvPr/>
        </p:nvSpPr>
        <p:spPr>
          <a:xfrm>
            <a:off x="3367448" y="1719180"/>
            <a:ext cx="2604978" cy="3270126"/>
          </a:xfrm>
          <a:prstGeom prst="rect">
            <a:avLst/>
          </a:prstGeom>
          <a:noFill/>
        </p:spPr>
        <p:txBody>
          <a:bodyPr wrap="square">
            <a:spAutoFit/>
          </a:bodyPr>
          <a:lstStyle/>
          <a:p>
            <a:pPr marL="228600" indent="-228600">
              <a:spcAft>
                <a:spcPts val="500"/>
              </a:spcAft>
              <a:buFont typeface="+mj-lt"/>
              <a:buAutoNum type="arabicPeriod"/>
              <a:defRPr/>
            </a:pPr>
            <a:endParaRPr lang="en-IN" sz="900" dirty="0">
              <a:cs typeface="Calibri Light" panose="020F0302020204030204" pitchFamily="34" charset="0"/>
            </a:endParaRPr>
          </a:p>
          <a:p>
            <a:pPr marL="228600" indent="-228600">
              <a:spcAft>
                <a:spcPts val="600"/>
              </a:spcAft>
              <a:buFont typeface="+mj-lt"/>
              <a:buAutoNum type="arabicPeriod"/>
              <a:defRPr/>
            </a:pPr>
            <a:r>
              <a:rPr lang="en-IN" sz="900" dirty="0">
                <a:cs typeface="Calibri Light" panose="020F0302020204030204" pitchFamily="34" charset="0"/>
              </a:rPr>
              <a:t>Agreement with stakeholders on  the roles and responsibilities for the upcoming work, deliverables, sign-offs, query response etc.</a:t>
            </a:r>
          </a:p>
          <a:p>
            <a:pPr marL="228600" indent="-228600">
              <a:spcAft>
                <a:spcPts val="600"/>
              </a:spcAft>
              <a:buFont typeface="+mj-lt"/>
              <a:buAutoNum type="arabicPeriod"/>
              <a:defRPr/>
            </a:pPr>
            <a:r>
              <a:rPr lang="en-IN" sz="900" dirty="0">
                <a:cs typeface="Calibri Light" panose="020F0302020204030204" pitchFamily="34" charset="0"/>
              </a:rPr>
              <a:t>Conduct workshops to - </a:t>
            </a:r>
          </a:p>
          <a:p>
            <a:pPr marL="625475" lvl="1" indent="-266700">
              <a:spcAft>
                <a:spcPts val="600"/>
              </a:spcAft>
              <a:buFont typeface="+mj-lt"/>
              <a:buAutoNum type="romanLcPeriod"/>
              <a:defRPr/>
            </a:pPr>
            <a:r>
              <a:rPr lang="en-IN" sz="900" dirty="0">
                <a:cs typeface="Calibri Light" panose="020F0302020204030204" pitchFamily="34" charset="0"/>
              </a:rPr>
              <a:t>Identify  key IT Architecture processes  as per the scope definition </a:t>
            </a:r>
          </a:p>
          <a:p>
            <a:pPr marL="625475" lvl="1" indent="-266700">
              <a:spcAft>
                <a:spcPts val="600"/>
              </a:spcAft>
              <a:buFont typeface="+mj-lt"/>
              <a:buAutoNum type="romanLcPeriod"/>
              <a:defRPr/>
            </a:pPr>
            <a:r>
              <a:rPr lang="en-IN" sz="900" dirty="0">
                <a:cs typeface="Calibri Light" panose="020F0302020204030204" pitchFamily="34" charset="0"/>
              </a:rPr>
              <a:t>Understand AS-IS Governance model  and its challenges </a:t>
            </a:r>
          </a:p>
          <a:p>
            <a:pPr marL="625475" lvl="1" indent="-266700">
              <a:spcAft>
                <a:spcPts val="600"/>
              </a:spcAft>
              <a:buFont typeface="+mj-lt"/>
              <a:buAutoNum type="romanLcPeriod"/>
              <a:defRPr/>
            </a:pPr>
            <a:r>
              <a:rPr lang="en-US" sz="900" dirty="0">
                <a:cs typeface="Calibri Light" panose="020F0302020204030204" pitchFamily="34" charset="0"/>
              </a:rPr>
              <a:t>Gather information on past /ongoing IT initiatives .</a:t>
            </a:r>
          </a:p>
          <a:p>
            <a:pPr marL="625475" lvl="1" indent="-266700">
              <a:spcAft>
                <a:spcPts val="600"/>
              </a:spcAft>
              <a:buFont typeface="+mj-lt"/>
              <a:buAutoNum type="romanLcPeriod"/>
              <a:defRPr/>
            </a:pPr>
            <a:r>
              <a:rPr lang="en-US" sz="900" dirty="0">
                <a:cs typeface="Calibri Light" panose="020F0302020204030204" pitchFamily="34" charset="0"/>
              </a:rPr>
              <a:t>Capture pain points and improvements considered.</a:t>
            </a:r>
          </a:p>
          <a:p>
            <a:pPr marL="171450" indent="-171450">
              <a:spcAft>
                <a:spcPts val="500"/>
              </a:spcAft>
              <a:buFont typeface="Wingdings" panose="05000000000000000000" pitchFamily="2" charset="2"/>
              <a:buChar char="§"/>
              <a:defRPr/>
            </a:pPr>
            <a:endParaRPr kumimoji="0" lang="en-IN" sz="900" b="0" i="0" u="none" strike="noStrike" kern="1200" cap="none" spc="0" normalizeH="0" baseline="0" noProof="0" dirty="0">
              <a:ln>
                <a:noFill/>
              </a:ln>
              <a:effectLst/>
              <a:uLnTx/>
              <a:uFillTx/>
              <a:ea typeface="+mn-ea"/>
              <a:cs typeface="Calibri Light" panose="020F0302020204030204" pitchFamily="34" charset="0"/>
            </a:endParaRPr>
          </a:p>
          <a:p>
            <a:pPr>
              <a:spcAft>
                <a:spcPts val="500"/>
              </a:spcAft>
              <a:defRPr/>
            </a:pPr>
            <a:endParaRPr kumimoji="0" lang="en-IN" sz="1000" b="0" i="0" u="none" strike="noStrike" kern="1200" cap="none" spc="0" normalizeH="0" baseline="0" noProof="0" dirty="0">
              <a:ln>
                <a:noFill/>
              </a:ln>
              <a:effectLst/>
              <a:uLnTx/>
              <a:uFillTx/>
              <a:ea typeface="+mn-ea"/>
              <a:cs typeface="Calibri Light" panose="020F0302020204030204" pitchFamily="34" charset="0"/>
            </a:endParaRPr>
          </a:p>
          <a:p>
            <a:pPr marL="171450" indent="-171450">
              <a:spcAft>
                <a:spcPts val="500"/>
              </a:spcAft>
              <a:buFont typeface="Wingdings" panose="05000000000000000000" pitchFamily="2" charset="2"/>
              <a:buChar char="§"/>
              <a:defRPr/>
            </a:pPr>
            <a:endParaRPr kumimoji="0" lang="en-IN" sz="1000" b="0" i="0" u="none" strike="noStrike" kern="1200" cap="none" spc="0" normalizeH="0" baseline="0" noProof="0" dirty="0">
              <a:ln>
                <a:noFill/>
              </a:ln>
              <a:effectLst/>
              <a:uLnTx/>
              <a:uFillTx/>
              <a:ea typeface="+mn-ea"/>
              <a:cs typeface="Calibri Light" panose="020F0302020204030204" pitchFamily="34" charset="0"/>
            </a:endParaRPr>
          </a:p>
        </p:txBody>
      </p:sp>
      <p:sp>
        <p:nvSpPr>
          <p:cNvPr id="18" name="TextBox 17">
            <a:extLst>
              <a:ext uri="{FF2B5EF4-FFF2-40B4-BE49-F238E27FC236}">
                <a16:creationId xmlns:a16="http://schemas.microsoft.com/office/drawing/2014/main" id="{84ED645D-EEC5-4D37-ACB4-5176BC73742C}"/>
              </a:ext>
            </a:extLst>
          </p:cNvPr>
          <p:cNvSpPr txBox="1"/>
          <p:nvPr/>
        </p:nvSpPr>
        <p:spPr>
          <a:xfrm>
            <a:off x="6163470" y="4160634"/>
            <a:ext cx="1714100" cy="246221"/>
          </a:xfrm>
          <a:prstGeom prst="rect">
            <a:avLst/>
          </a:prstGeom>
          <a:noFill/>
        </p:spPr>
        <p:txBody>
          <a:bodyPr wrap="square">
            <a:spAutoFit/>
          </a:bodyPr>
          <a:lstStyle/>
          <a:p>
            <a:endParaRPr lang="en-US" sz="1000" dirty="0"/>
          </a:p>
        </p:txBody>
      </p:sp>
      <p:sp>
        <p:nvSpPr>
          <p:cNvPr id="20" name="TextBox 19">
            <a:extLst>
              <a:ext uri="{FF2B5EF4-FFF2-40B4-BE49-F238E27FC236}">
                <a16:creationId xmlns:a16="http://schemas.microsoft.com/office/drawing/2014/main" id="{F63E35A4-9B97-4496-8295-3FAA1A64A15D}"/>
              </a:ext>
            </a:extLst>
          </p:cNvPr>
          <p:cNvSpPr txBox="1"/>
          <p:nvPr/>
        </p:nvSpPr>
        <p:spPr>
          <a:xfrm>
            <a:off x="5952079" y="3724799"/>
            <a:ext cx="2668586" cy="400110"/>
          </a:xfrm>
          <a:prstGeom prst="rect">
            <a:avLst/>
          </a:prstGeom>
          <a:noFill/>
        </p:spPr>
        <p:txBody>
          <a:bodyPr wrap="square">
            <a:spAutoFit/>
          </a:bodyPr>
          <a:lstStyle/>
          <a:p>
            <a:pPr marL="114300" indent="-114300">
              <a:buFont typeface="Wingdings" panose="05000000000000000000" pitchFamily="2" charset="2"/>
              <a:buChar char="§"/>
            </a:pPr>
            <a:endParaRPr lang="en-IN" sz="1000" dirty="0"/>
          </a:p>
          <a:p>
            <a:pPr marL="114300" indent="-114300">
              <a:buFont typeface="Wingdings" panose="05000000000000000000" pitchFamily="2" charset="2"/>
              <a:buChar char="§"/>
            </a:pPr>
            <a:endParaRPr lang="en-US" sz="1000" dirty="0"/>
          </a:p>
        </p:txBody>
      </p:sp>
      <p:sp>
        <p:nvSpPr>
          <p:cNvPr id="23" name="TextBox 22">
            <a:extLst>
              <a:ext uri="{FF2B5EF4-FFF2-40B4-BE49-F238E27FC236}">
                <a16:creationId xmlns:a16="http://schemas.microsoft.com/office/drawing/2014/main" id="{EB0A12E2-D921-4B88-AC53-07E4EE376B9E}"/>
              </a:ext>
            </a:extLst>
          </p:cNvPr>
          <p:cNvSpPr txBox="1"/>
          <p:nvPr/>
        </p:nvSpPr>
        <p:spPr>
          <a:xfrm>
            <a:off x="9283565" y="1862398"/>
            <a:ext cx="2459702" cy="2477601"/>
          </a:xfrm>
          <a:prstGeom prst="rect">
            <a:avLst/>
          </a:prstGeom>
          <a:noFill/>
        </p:spPr>
        <p:txBody>
          <a:bodyPr wrap="square">
            <a:spAutoFit/>
          </a:bodyPr>
          <a:lstStyle/>
          <a:p>
            <a:pPr marL="114300" indent="-114300">
              <a:buFont typeface="Wingdings" panose="05000000000000000000" pitchFamily="2" charset="2"/>
              <a:buChar char="§"/>
            </a:pPr>
            <a:endParaRPr lang="en-US" sz="900" dirty="0"/>
          </a:p>
          <a:p>
            <a:pPr marL="228600" indent="-228600">
              <a:spcAft>
                <a:spcPts val="600"/>
              </a:spcAft>
              <a:buFont typeface="+mj-lt"/>
              <a:buAutoNum type="arabicPeriod"/>
            </a:pPr>
            <a:r>
              <a:rPr lang="en-US" sz="900" dirty="0"/>
              <a:t>Identify best practices and the improvement initiatives that can be taken up while setting up the architecture </a:t>
            </a:r>
            <a:r>
              <a:rPr lang="en-US" sz="900" dirty="0" err="1"/>
              <a:t>CoE</a:t>
            </a:r>
            <a:endParaRPr lang="en-US" sz="900" dirty="0"/>
          </a:p>
          <a:p>
            <a:pPr marL="228600" indent="-228600">
              <a:spcAft>
                <a:spcPts val="600"/>
              </a:spcAft>
              <a:buFont typeface="+mj-lt"/>
              <a:buAutoNum type="arabicPeriod"/>
            </a:pPr>
            <a:r>
              <a:rPr lang="en-US" sz="900" dirty="0"/>
              <a:t>Share and align results and recommendations from various analysis.</a:t>
            </a:r>
          </a:p>
          <a:p>
            <a:pPr marL="228600" indent="-228600">
              <a:spcAft>
                <a:spcPts val="600"/>
              </a:spcAft>
              <a:buFont typeface="+mj-lt"/>
              <a:buAutoNum type="arabicPeriod"/>
            </a:pPr>
            <a:r>
              <a:rPr lang="en-US" sz="900" dirty="0"/>
              <a:t>Provide guidelines on how the assessment exercise can be leveraged for other streams and markets (Organization wide </a:t>
            </a:r>
            <a:r>
              <a:rPr lang="en-US" sz="900" dirty="0" err="1"/>
              <a:t>CoE</a:t>
            </a:r>
            <a:r>
              <a:rPr lang="en-US" sz="900" dirty="0"/>
              <a:t> setup) </a:t>
            </a:r>
          </a:p>
          <a:p>
            <a:pPr marL="228600" indent="-228600">
              <a:spcAft>
                <a:spcPts val="600"/>
              </a:spcAft>
              <a:buFont typeface="+mj-lt"/>
              <a:buAutoNum type="arabicPeriod"/>
            </a:pPr>
            <a:r>
              <a:rPr lang="en-US" sz="900" dirty="0"/>
              <a:t>Prioritization of recommendations for COE phase 2</a:t>
            </a:r>
          </a:p>
          <a:p>
            <a:pPr marL="228600" indent="-228600">
              <a:spcAft>
                <a:spcPts val="600"/>
              </a:spcAft>
              <a:buFont typeface="+mj-lt"/>
              <a:buAutoNum type="arabicPeriod"/>
            </a:pPr>
            <a:r>
              <a:rPr lang="en-US" sz="900" dirty="0"/>
              <a:t>COE Phase 2 - proposal </a:t>
            </a:r>
          </a:p>
        </p:txBody>
      </p:sp>
      <p:sp>
        <p:nvSpPr>
          <p:cNvPr id="43" name="TextBox 42">
            <a:extLst>
              <a:ext uri="{FF2B5EF4-FFF2-40B4-BE49-F238E27FC236}">
                <a16:creationId xmlns:a16="http://schemas.microsoft.com/office/drawing/2014/main" id="{B9AA06AC-819B-4A1C-B24B-6741139203AA}"/>
              </a:ext>
            </a:extLst>
          </p:cNvPr>
          <p:cNvSpPr txBox="1"/>
          <p:nvPr/>
        </p:nvSpPr>
        <p:spPr>
          <a:xfrm>
            <a:off x="8261813" y="6212748"/>
            <a:ext cx="1614592"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ea typeface="+mn-ea"/>
                <a:cs typeface="+mn-cs"/>
              </a:rPr>
              <a:t>Next phase calibration</a:t>
            </a:r>
          </a:p>
        </p:txBody>
      </p:sp>
      <p:grpSp>
        <p:nvGrpSpPr>
          <p:cNvPr id="7" name="Group 6">
            <a:extLst>
              <a:ext uri="{FF2B5EF4-FFF2-40B4-BE49-F238E27FC236}">
                <a16:creationId xmlns:a16="http://schemas.microsoft.com/office/drawing/2014/main" id="{88064070-0102-6705-E7FD-4B3F2F4E7D7F}"/>
              </a:ext>
            </a:extLst>
          </p:cNvPr>
          <p:cNvGrpSpPr/>
          <p:nvPr/>
        </p:nvGrpSpPr>
        <p:grpSpPr>
          <a:xfrm>
            <a:off x="250577" y="5909896"/>
            <a:ext cx="11559504" cy="593141"/>
            <a:chOff x="382780" y="5804049"/>
            <a:chExt cx="11559504" cy="593141"/>
          </a:xfrm>
        </p:grpSpPr>
        <p:cxnSp>
          <p:nvCxnSpPr>
            <p:cNvPr id="38" name="Straight Connector 37">
              <a:extLst>
                <a:ext uri="{FF2B5EF4-FFF2-40B4-BE49-F238E27FC236}">
                  <a16:creationId xmlns:a16="http://schemas.microsoft.com/office/drawing/2014/main" id="{B2F994BC-4A69-4BF4-8B44-FB2FF13AC008}"/>
                </a:ext>
              </a:extLst>
            </p:cNvPr>
            <p:cNvCxnSpPr>
              <a:cxnSpLocks/>
            </p:cNvCxnSpPr>
            <p:nvPr/>
          </p:nvCxnSpPr>
          <p:spPr>
            <a:xfrm>
              <a:off x="1432581" y="6081764"/>
              <a:ext cx="1050970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6" name="Arrow: Pentagon 25">
              <a:extLst>
                <a:ext uri="{FF2B5EF4-FFF2-40B4-BE49-F238E27FC236}">
                  <a16:creationId xmlns:a16="http://schemas.microsoft.com/office/drawing/2014/main" id="{EB17A7EE-F5DB-47B1-9DA8-55D7910D4BED}"/>
                </a:ext>
              </a:extLst>
            </p:cNvPr>
            <p:cNvSpPr/>
            <p:nvPr/>
          </p:nvSpPr>
          <p:spPr>
            <a:xfrm>
              <a:off x="382780" y="5804049"/>
              <a:ext cx="1093868" cy="533400"/>
            </a:xfrm>
            <a:prstGeom prst="homePlate">
              <a:avLst/>
            </a:prstGeom>
            <a:solidFill>
              <a:schemeClr val="tx2"/>
            </a:soli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ea typeface="+mn-ea"/>
                  <a:cs typeface="+mn-cs"/>
                </a:rPr>
                <a:t>Steering &amp; Calibration meetings</a:t>
              </a:r>
            </a:p>
          </p:txBody>
        </p:sp>
        <p:sp>
          <p:nvSpPr>
            <p:cNvPr id="34" name="Rectangle 33">
              <a:extLst>
                <a:ext uri="{FF2B5EF4-FFF2-40B4-BE49-F238E27FC236}">
                  <a16:creationId xmlns:a16="http://schemas.microsoft.com/office/drawing/2014/main" id="{5021DF60-BF8A-49B9-A520-A9D55CEF2C3C}"/>
                </a:ext>
              </a:extLst>
            </p:cNvPr>
            <p:cNvSpPr>
              <a:spLocks noChangeAspect="1"/>
            </p:cNvSpPr>
            <p:nvPr/>
          </p:nvSpPr>
          <p:spPr>
            <a:xfrm rot="18930410">
              <a:off x="11181490" y="5994550"/>
              <a:ext cx="154844"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sp>
          <p:nvSpPr>
            <p:cNvPr id="39" name="Rectangle 38">
              <a:extLst>
                <a:ext uri="{FF2B5EF4-FFF2-40B4-BE49-F238E27FC236}">
                  <a16:creationId xmlns:a16="http://schemas.microsoft.com/office/drawing/2014/main" id="{1A29EABD-4C74-4FD0-A29C-B71F6B21350C}"/>
                </a:ext>
              </a:extLst>
            </p:cNvPr>
            <p:cNvSpPr>
              <a:spLocks noChangeAspect="1"/>
            </p:cNvSpPr>
            <p:nvPr/>
          </p:nvSpPr>
          <p:spPr>
            <a:xfrm rot="18930410">
              <a:off x="3126172" y="5983531"/>
              <a:ext cx="154844"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sp>
          <p:nvSpPr>
            <p:cNvPr id="40" name="Rectangle 39">
              <a:extLst>
                <a:ext uri="{FF2B5EF4-FFF2-40B4-BE49-F238E27FC236}">
                  <a16:creationId xmlns:a16="http://schemas.microsoft.com/office/drawing/2014/main" id="{D206397A-8311-48A2-9FCD-91163F23C1B7}"/>
                </a:ext>
              </a:extLst>
            </p:cNvPr>
            <p:cNvSpPr>
              <a:spLocks noChangeAspect="1"/>
            </p:cNvSpPr>
            <p:nvPr/>
          </p:nvSpPr>
          <p:spPr>
            <a:xfrm rot="18930410">
              <a:off x="8975236" y="5994932"/>
              <a:ext cx="154844"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sp>
          <p:nvSpPr>
            <p:cNvPr id="41" name="Rectangle 40">
              <a:extLst>
                <a:ext uri="{FF2B5EF4-FFF2-40B4-BE49-F238E27FC236}">
                  <a16:creationId xmlns:a16="http://schemas.microsoft.com/office/drawing/2014/main" id="{49074A6E-8F98-430B-8573-C2D85AA75C1C}"/>
                </a:ext>
              </a:extLst>
            </p:cNvPr>
            <p:cNvSpPr>
              <a:spLocks noChangeAspect="1"/>
            </p:cNvSpPr>
            <p:nvPr/>
          </p:nvSpPr>
          <p:spPr>
            <a:xfrm rot="18930410">
              <a:off x="6126513" y="6005567"/>
              <a:ext cx="154844"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sp>
          <p:nvSpPr>
            <p:cNvPr id="42" name="TextBox 41">
              <a:extLst>
                <a:ext uri="{FF2B5EF4-FFF2-40B4-BE49-F238E27FC236}">
                  <a16:creationId xmlns:a16="http://schemas.microsoft.com/office/drawing/2014/main" id="{76128B6E-5120-48BF-8AB4-DCA3408681A7}"/>
                </a:ext>
              </a:extLst>
            </p:cNvPr>
            <p:cNvSpPr txBox="1"/>
            <p:nvPr/>
          </p:nvSpPr>
          <p:spPr>
            <a:xfrm>
              <a:off x="2493805" y="6135106"/>
              <a:ext cx="156489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ea typeface="+mn-ea"/>
                  <a:cs typeface="+mn-cs"/>
                </a:rPr>
                <a:t>Next phase calibration</a:t>
              </a:r>
            </a:p>
          </p:txBody>
        </p:sp>
        <p:sp>
          <p:nvSpPr>
            <p:cNvPr id="44" name="TextBox 43">
              <a:extLst>
                <a:ext uri="{FF2B5EF4-FFF2-40B4-BE49-F238E27FC236}">
                  <a16:creationId xmlns:a16="http://schemas.microsoft.com/office/drawing/2014/main" id="{95369D47-F3A9-4219-B9EF-2DF9A9DD15D6}"/>
                </a:ext>
              </a:extLst>
            </p:cNvPr>
            <p:cNvSpPr txBox="1"/>
            <p:nvPr/>
          </p:nvSpPr>
          <p:spPr>
            <a:xfrm>
              <a:off x="10409460" y="6150969"/>
              <a:ext cx="1366711"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ea typeface="+mn-ea"/>
                  <a:cs typeface="+mn-cs"/>
                </a:rPr>
                <a:t>Final report out</a:t>
              </a:r>
            </a:p>
          </p:txBody>
        </p:sp>
      </p:grpSp>
      <p:sp>
        <p:nvSpPr>
          <p:cNvPr id="45" name="TextBox 44">
            <a:extLst>
              <a:ext uri="{FF2B5EF4-FFF2-40B4-BE49-F238E27FC236}">
                <a16:creationId xmlns:a16="http://schemas.microsoft.com/office/drawing/2014/main" id="{EF7E8A29-01DC-47C6-892C-A794310448EA}"/>
              </a:ext>
            </a:extLst>
          </p:cNvPr>
          <p:cNvSpPr txBox="1"/>
          <p:nvPr/>
        </p:nvSpPr>
        <p:spPr>
          <a:xfrm>
            <a:off x="5512691" y="6251969"/>
            <a:ext cx="1444488"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ea typeface="+mn-ea"/>
                <a:cs typeface="+mn-cs"/>
              </a:rPr>
              <a:t>Half-way update</a:t>
            </a:r>
          </a:p>
        </p:txBody>
      </p:sp>
      <p:sp>
        <p:nvSpPr>
          <p:cNvPr id="15" name="Arrow: Pentagon 14">
            <a:extLst>
              <a:ext uri="{FF2B5EF4-FFF2-40B4-BE49-F238E27FC236}">
                <a16:creationId xmlns:a16="http://schemas.microsoft.com/office/drawing/2014/main" id="{3B3C7D37-9742-8016-0A1B-40E87308EC39}"/>
              </a:ext>
            </a:extLst>
          </p:cNvPr>
          <p:cNvSpPr/>
          <p:nvPr/>
        </p:nvSpPr>
        <p:spPr>
          <a:xfrm>
            <a:off x="441414" y="1107780"/>
            <a:ext cx="5841940" cy="497307"/>
          </a:xfrm>
          <a:prstGeom prst="homePlate">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bg1"/>
                </a:solidFill>
              </a:rPr>
              <a:t>INITIALIZATION &amp; DISCOVERY</a:t>
            </a:r>
          </a:p>
        </p:txBody>
      </p:sp>
      <p:sp>
        <p:nvSpPr>
          <p:cNvPr id="19" name="Rectangle 18">
            <a:extLst>
              <a:ext uri="{FF2B5EF4-FFF2-40B4-BE49-F238E27FC236}">
                <a16:creationId xmlns:a16="http://schemas.microsoft.com/office/drawing/2014/main" id="{A9FFB903-5435-73FA-835F-7F6A61D5F10B}"/>
              </a:ext>
            </a:extLst>
          </p:cNvPr>
          <p:cNvSpPr/>
          <p:nvPr/>
        </p:nvSpPr>
        <p:spPr>
          <a:xfrm>
            <a:off x="393150" y="1735737"/>
            <a:ext cx="2790725" cy="4014484"/>
          </a:xfrm>
          <a:prstGeom prst="rect">
            <a:avLst/>
          </a:prstGeom>
          <a:solidFill>
            <a:schemeClr val="accent4">
              <a:lumMod val="10000"/>
              <a:lumOff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22" name="TextBox 21">
            <a:extLst>
              <a:ext uri="{FF2B5EF4-FFF2-40B4-BE49-F238E27FC236}">
                <a16:creationId xmlns:a16="http://schemas.microsoft.com/office/drawing/2014/main" id="{BC07F534-4921-58BD-7608-C74BD3A7C1B6}"/>
              </a:ext>
            </a:extLst>
          </p:cNvPr>
          <p:cNvSpPr txBox="1"/>
          <p:nvPr/>
        </p:nvSpPr>
        <p:spPr>
          <a:xfrm>
            <a:off x="450668" y="1773350"/>
            <a:ext cx="2495819" cy="5057795"/>
          </a:xfrm>
          <a:prstGeom prst="rect">
            <a:avLst/>
          </a:prstGeom>
          <a:noFill/>
        </p:spPr>
        <p:txBody>
          <a:bodyPr wrap="square">
            <a:spAutoFit/>
          </a:bodyPr>
          <a:lstStyle/>
          <a:p>
            <a:endParaRPr lang="en-US" sz="900" b="1" dirty="0"/>
          </a:p>
          <a:p>
            <a:pPr marL="228600" indent="-228600">
              <a:spcAft>
                <a:spcPts val="600"/>
              </a:spcAft>
              <a:buAutoNum type="arabicPeriod"/>
            </a:pPr>
            <a:r>
              <a:rPr lang="en-IN" sz="900" dirty="0">
                <a:cs typeface="Calibri Light" panose="020F0302020204030204" pitchFamily="34" charset="0"/>
              </a:rPr>
              <a:t>Stakeholder Identification</a:t>
            </a:r>
          </a:p>
          <a:p>
            <a:pPr marL="228600" indent="-228600">
              <a:spcAft>
                <a:spcPts val="600"/>
              </a:spcAft>
              <a:buFontTx/>
              <a:buAutoNum type="arabicPeriod"/>
            </a:pPr>
            <a:r>
              <a:rPr lang="en-IN" sz="900" dirty="0">
                <a:cs typeface="Calibri Light" panose="020F0302020204030204" pitchFamily="34" charset="0"/>
              </a:rPr>
              <a:t>Scope definition for phase 1  - This would comprise of the market and corresponding architecture stream (e.g. CWC/ Enterprise/ Projects) to be selected as Proof of Concept (POC) for </a:t>
            </a:r>
            <a:r>
              <a:rPr lang="en-IN" sz="900" dirty="0" err="1">
                <a:cs typeface="Calibri Light" panose="020F0302020204030204" pitchFamily="34" charset="0"/>
              </a:rPr>
              <a:t>CoE</a:t>
            </a:r>
            <a:r>
              <a:rPr lang="en-IN" sz="900" dirty="0">
                <a:cs typeface="Calibri Light" panose="020F0302020204030204" pitchFamily="34" charset="0"/>
              </a:rPr>
              <a:t> Assessment Phase 1</a:t>
            </a:r>
          </a:p>
          <a:p>
            <a:pPr marL="228600" indent="-228600">
              <a:spcAft>
                <a:spcPts val="600"/>
              </a:spcAft>
              <a:buFontTx/>
              <a:buAutoNum type="arabicPeriod"/>
            </a:pPr>
            <a:r>
              <a:rPr lang="en-IN" sz="900" dirty="0">
                <a:cs typeface="Calibri Light" panose="020F0302020204030204" pitchFamily="34" charset="0"/>
              </a:rPr>
              <a:t>Gather Data from existing Capgemini team</a:t>
            </a:r>
          </a:p>
          <a:p>
            <a:pPr marL="625475" lvl="1" indent="-266700">
              <a:spcAft>
                <a:spcPts val="600"/>
              </a:spcAft>
              <a:buFont typeface="+mj-lt"/>
              <a:buAutoNum type="romanLcPeriod"/>
              <a:defRPr/>
            </a:pPr>
            <a:r>
              <a:rPr lang="en-IN" sz="900" dirty="0">
                <a:cs typeface="Calibri Light" panose="020F0302020204030204" pitchFamily="34" charset="0"/>
              </a:rPr>
              <a:t>Existing Artifacts collection &amp; Validation </a:t>
            </a:r>
          </a:p>
          <a:p>
            <a:pPr marL="625475" lvl="1" indent="-266700">
              <a:spcAft>
                <a:spcPts val="600"/>
              </a:spcAft>
              <a:buFont typeface="+mj-lt"/>
              <a:buAutoNum type="romanLcPeriod"/>
              <a:defRPr/>
            </a:pPr>
            <a:r>
              <a:rPr lang="en-IN" sz="900" dirty="0">
                <a:cs typeface="Calibri Light" panose="020F0302020204030204" pitchFamily="34" charset="0"/>
              </a:rPr>
              <a:t>Access to the Client repository to new team members</a:t>
            </a:r>
          </a:p>
          <a:p>
            <a:pPr marL="625475" lvl="1" indent="-266700">
              <a:spcAft>
                <a:spcPts val="600"/>
              </a:spcAft>
              <a:buFont typeface="+mj-lt"/>
              <a:buAutoNum type="romanLcPeriod"/>
              <a:defRPr/>
            </a:pPr>
            <a:r>
              <a:rPr lang="en-IN" sz="900" dirty="0">
                <a:cs typeface="Calibri Light" panose="020F0302020204030204" pitchFamily="34" charset="0"/>
              </a:rPr>
              <a:t>Workshop indicative schedule finalization</a:t>
            </a:r>
          </a:p>
          <a:p>
            <a:pPr marL="625475" lvl="1" indent="-266700">
              <a:spcAft>
                <a:spcPts val="600"/>
              </a:spcAft>
              <a:buFont typeface="+mj-lt"/>
              <a:buAutoNum type="romanLcPeriod"/>
              <a:defRPr/>
            </a:pPr>
            <a:r>
              <a:rPr lang="en-IN" sz="900" dirty="0">
                <a:cs typeface="Calibri Light" panose="020F0302020204030204" pitchFamily="34" charset="0"/>
              </a:rPr>
              <a:t>Stakeholder Availability calendar for the 1</a:t>
            </a:r>
            <a:r>
              <a:rPr lang="en-IN" sz="900" baseline="30000" dirty="0">
                <a:cs typeface="Calibri Light" panose="020F0302020204030204" pitchFamily="34" charset="0"/>
              </a:rPr>
              <a:t>st</a:t>
            </a:r>
            <a:r>
              <a:rPr lang="en-IN" sz="900" dirty="0">
                <a:cs typeface="Calibri Light" panose="020F0302020204030204" pitchFamily="34" charset="0"/>
              </a:rPr>
              <a:t> month. This will lead to finalization of  workshop dates </a:t>
            </a:r>
          </a:p>
          <a:p>
            <a:pPr marL="625475" lvl="1" indent="-266700">
              <a:spcAft>
                <a:spcPts val="600"/>
              </a:spcAft>
              <a:buFont typeface="+mj-lt"/>
              <a:buAutoNum type="romanLcPeriod"/>
              <a:defRPr/>
            </a:pPr>
            <a:r>
              <a:rPr lang="en-IN" sz="900" dirty="0">
                <a:cs typeface="Calibri Light" panose="020F0302020204030204" pitchFamily="34" charset="0"/>
              </a:rPr>
              <a:t>Identification of all the specifications, for business inputs, technical inputs</a:t>
            </a:r>
          </a:p>
          <a:p>
            <a:pPr>
              <a:spcAft>
                <a:spcPts val="500"/>
              </a:spcAft>
              <a:defRPr/>
            </a:pPr>
            <a:endParaRPr lang="en-IN" sz="1000" dirty="0">
              <a:cs typeface="Calibri Light" panose="020F0302020204030204" pitchFamily="34" charset="0"/>
            </a:endParaRPr>
          </a:p>
          <a:p>
            <a:pPr marL="171450" indent="-171450">
              <a:spcAft>
                <a:spcPts val="500"/>
              </a:spcAft>
              <a:buFont typeface="Arial" panose="020B0604020202020204" pitchFamily="34" charset="0"/>
              <a:buChar char="•"/>
              <a:defRPr/>
            </a:pPr>
            <a:endParaRPr lang="en-IN" sz="1000" dirty="0">
              <a:cs typeface="Calibri Light" panose="020F0302020204030204" pitchFamily="34" charset="0"/>
            </a:endParaRPr>
          </a:p>
          <a:p>
            <a:pPr marL="171450" indent="-171450">
              <a:spcAft>
                <a:spcPts val="500"/>
              </a:spcAft>
              <a:buFont typeface="Arial" panose="020B0604020202020204" pitchFamily="34" charset="0"/>
              <a:buChar char="•"/>
              <a:defRPr/>
            </a:pPr>
            <a:endParaRPr lang="en-IN" sz="1000" dirty="0">
              <a:cs typeface="Calibri Light" panose="020F0302020204030204" pitchFamily="34" charset="0"/>
            </a:endParaRPr>
          </a:p>
          <a:p>
            <a:pPr>
              <a:spcAft>
                <a:spcPts val="500"/>
              </a:spcAft>
              <a:defRPr/>
            </a:pPr>
            <a:endParaRPr kumimoji="0" lang="en-IN" sz="1000" b="1" i="0" u="none" strike="noStrike" kern="1200" cap="none" spc="0" normalizeH="0" baseline="0" noProof="0" dirty="0">
              <a:ln>
                <a:noFill/>
              </a:ln>
              <a:effectLst/>
              <a:uLnTx/>
              <a:uFillTx/>
              <a:ea typeface="+mn-ea"/>
              <a:cs typeface="Calibri Light" panose="020F0302020204030204" pitchFamily="34" charset="0"/>
            </a:endParaRPr>
          </a:p>
          <a:p>
            <a:pPr>
              <a:spcAft>
                <a:spcPts val="500"/>
              </a:spcAft>
              <a:defRPr/>
            </a:pPr>
            <a:endParaRPr kumimoji="0" lang="en-IN" sz="1000" b="1" i="0" u="none" strike="noStrike" kern="1200" cap="none" spc="0" normalizeH="0" baseline="0" noProof="0" dirty="0">
              <a:ln>
                <a:noFill/>
              </a:ln>
              <a:effectLst/>
              <a:uLnTx/>
              <a:uFillTx/>
              <a:ea typeface="+mn-ea"/>
              <a:cs typeface="Calibri Light" panose="020F0302020204030204" pitchFamily="34" charset="0"/>
            </a:endParaRPr>
          </a:p>
        </p:txBody>
      </p:sp>
      <p:sp>
        <p:nvSpPr>
          <p:cNvPr id="8" name="TextBox 7">
            <a:extLst>
              <a:ext uri="{FF2B5EF4-FFF2-40B4-BE49-F238E27FC236}">
                <a16:creationId xmlns:a16="http://schemas.microsoft.com/office/drawing/2014/main" id="{E3472297-8938-7823-F632-555DB4E17991}"/>
              </a:ext>
            </a:extLst>
          </p:cNvPr>
          <p:cNvSpPr txBox="1"/>
          <p:nvPr/>
        </p:nvSpPr>
        <p:spPr>
          <a:xfrm>
            <a:off x="6380707" y="1746326"/>
            <a:ext cx="2551814" cy="3631763"/>
          </a:xfrm>
          <a:prstGeom prst="rect">
            <a:avLst/>
          </a:prstGeom>
          <a:noFill/>
        </p:spPr>
        <p:txBody>
          <a:bodyPr wrap="square">
            <a:spAutoFit/>
          </a:bodyPr>
          <a:lstStyle/>
          <a:p>
            <a:pPr marL="228600" indent="-228600">
              <a:spcAft>
                <a:spcPts val="600"/>
              </a:spcAft>
              <a:buFont typeface="+mj-lt"/>
              <a:buAutoNum type="arabicPeriod"/>
            </a:pPr>
            <a:endParaRPr lang="en-US" sz="900" dirty="0"/>
          </a:p>
          <a:p>
            <a:pPr marL="228600" indent="-228600">
              <a:spcAft>
                <a:spcPts val="600"/>
              </a:spcAft>
              <a:buFont typeface="+mj-lt"/>
              <a:buAutoNum type="arabicPeriod"/>
            </a:pPr>
            <a:r>
              <a:rPr lang="en-US" sz="900" dirty="0"/>
              <a:t>Evaluate existing Architecture blueprints &amp; as-is architecture standards. </a:t>
            </a:r>
          </a:p>
          <a:p>
            <a:pPr marL="228600" indent="-228600">
              <a:spcAft>
                <a:spcPts val="600"/>
              </a:spcAft>
              <a:buFont typeface="+mj-lt"/>
              <a:buAutoNum type="arabicPeriod"/>
            </a:pPr>
            <a:r>
              <a:rPr lang="en-US" sz="900" dirty="0"/>
              <a:t>Architecture artifacts of ongoing and completed demands.</a:t>
            </a:r>
          </a:p>
          <a:p>
            <a:pPr marL="228600" indent="-228600">
              <a:spcAft>
                <a:spcPts val="600"/>
              </a:spcAft>
              <a:buFont typeface="+mj-lt"/>
              <a:buAutoNum type="arabicPeriod"/>
            </a:pPr>
            <a:r>
              <a:rPr lang="en-US" sz="900" dirty="0"/>
              <a:t>Analyze current governance model</a:t>
            </a:r>
          </a:p>
          <a:p>
            <a:pPr marL="228600" indent="-228600">
              <a:spcAft>
                <a:spcPts val="600"/>
              </a:spcAft>
              <a:buFont typeface="+mj-lt"/>
              <a:buAutoNum type="arabicPeriod"/>
            </a:pPr>
            <a:r>
              <a:rPr lang="en-US" sz="900" dirty="0"/>
              <a:t>Approach for Architecture Approvals</a:t>
            </a:r>
          </a:p>
          <a:p>
            <a:pPr marL="228600" indent="-228600">
              <a:spcAft>
                <a:spcPts val="600"/>
              </a:spcAft>
              <a:buFont typeface="+mj-lt"/>
              <a:buAutoNum type="arabicPeriod"/>
            </a:pPr>
            <a:r>
              <a:rPr lang="en-IN" sz="900" dirty="0">
                <a:cs typeface="Calibri Light" panose="020F0302020204030204" pitchFamily="34" charset="0"/>
              </a:rPr>
              <a:t>List of Technical &amp; Application architecture artifacts</a:t>
            </a:r>
          </a:p>
          <a:p>
            <a:pPr marL="628650" lvl="1" indent="-171450">
              <a:spcAft>
                <a:spcPts val="600"/>
              </a:spcAft>
              <a:buFont typeface="Wingdings" panose="05000000000000000000" pitchFamily="2" charset="2"/>
              <a:buChar char="Ø"/>
            </a:pPr>
            <a:r>
              <a:rPr kumimoji="0" lang="en-IN" sz="900" b="0" i="0" u="none" strike="noStrike" kern="1200" cap="none" spc="0" normalizeH="0" baseline="0" noProof="0" dirty="0">
                <a:ln>
                  <a:noFill/>
                </a:ln>
                <a:effectLst/>
                <a:uLnTx/>
                <a:uFillTx/>
                <a:ea typeface="+mn-ea"/>
                <a:cs typeface="Calibri Light" panose="020F0302020204030204" pitchFamily="34" charset="0"/>
              </a:rPr>
              <a:t>Analyse which standards are followed around entity model, access mechanism, data model, migration etc.</a:t>
            </a:r>
          </a:p>
          <a:p>
            <a:pPr marL="228600" indent="-228600">
              <a:spcAft>
                <a:spcPts val="600"/>
              </a:spcAft>
              <a:buFont typeface="+mj-lt"/>
              <a:buAutoNum type="arabicPeriod"/>
            </a:pPr>
            <a:r>
              <a:rPr lang="en-IN" sz="900" dirty="0">
                <a:cs typeface="Calibri Light" panose="020F0302020204030204" pitchFamily="34" charset="0"/>
              </a:rPr>
              <a:t>Tools and vendor tie Ups</a:t>
            </a:r>
          </a:p>
          <a:p>
            <a:pPr marL="228600" indent="-228600">
              <a:spcAft>
                <a:spcPts val="600"/>
              </a:spcAft>
              <a:buFont typeface="+mj-lt"/>
              <a:buAutoNum type="arabicPeriod"/>
            </a:pPr>
            <a:r>
              <a:rPr kumimoji="0" lang="en-IN" sz="900" b="0" i="0" u="none" strike="noStrike" kern="1200" cap="none" spc="0" normalizeH="0" baseline="0" noProof="0" dirty="0">
                <a:ln>
                  <a:noFill/>
                </a:ln>
                <a:effectLst/>
                <a:uLnTx/>
                <a:uFillTx/>
                <a:ea typeface="+mn-ea"/>
                <a:cs typeface="Calibri Light" panose="020F0302020204030204" pitchFamily="34" charset="0"/>
              </a:rPr>
              <a:t>Li</a:t>
            </a:r>
            <a:r>
              <a:rPr lang="en-IN" sz="900" dirty="0" err="1">
                <a:cs typeface="Calibri Light" panose="020F0302020204030204" pitchFamily="34" charset="0"/>
              </a:rPr>
              <a:t>st</a:t>
            </a:r>
            <a:r>
              <a:rPr lang="en-IN" sz="900" dirty="0">
                <a:cs typeface="Calibri Light" panose="020F0302020204030204" pitchFamily="34" charset="0"/>
              </a:rPr>
              <a:t> of As-Is business requirement and business priority </a:t>
            </a:r>
          </a:p>
          <a:p>
            <a:pPr marL="685800" lvl="1" indent="-228600">
              <a:spcAft>
                <a:spcPts val="600"/>
              </a:spcAft>
              <a:buFont typeface="Wingdings" panose="05000000000000000000" pitchFamily="2" charset="2"/>
              <a:buChar char="Ø"/>
            </a:pPr>
            <a:r>
              <a:rPr lang="en-IN" sz="900" dirty="0">
                <a:cs typeface="Calibri Light" panose="020F0302020204030204" pitchFamily="34" charset="0"/>
              </a:rPr>
              <a:t> analyse the alignment of business requirement and architecture changes</a:t>
            </a:r>
          </a:p>
          <a:p>
            <a:endParaRPr lang="en-US" sz="900" dirty="0"/>
          </a:p>
        </p:txBody>
      </p:sp>
    </p:spTree>
    <p:extLst>
      <p:ext uri="{BB962C8B-B14F-4D97-AF65-F5344CB8AC3E}">
        <p14:creationId xmlns:p14="http://schemas.microsoft.com/office/powerpoint/2010/main" val="1807490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6E5EC-DE8C-40A0-509B-7FC15CABF9EB}"/>
              </a:ext>
            </a:extLst>
          </p:cNvPr>
          <p:cNvSpPr>
            <a:spLocks noGrp="1"/>
          </p:cNvSpPr>
          <p:nvPr>
            <p:ph type="title"/>
          </p:nvPr>
        </p:nvSpPr>
        <p:spPr/>
        <p:txBody>
          <a:bodyPr/>
          <a:lstStyle/>
          <a:p>
            <a:r>
              <a:rPr lang="en-IN" dirty="0"/>
              <a:t>Suggestive Deliverables – FOR Phase 1</a:t>
            </a:r>
          </a:p>
        </p:txBody>
      </p:sp>
      <p:graphicFrame>
        <p:nvGraphicFramePr>
          <p:cNvPr id="4" name="Table 4">
            <a:extLst>
              <a:ext uri="{FF2B5EF4-FFF2-40B4-BE49-F238E27FC236}">
                <a16:creationId xmlns:a16="http://schemas.microsoft.com/office/drawing/2014/main" id="{71B46262-3723-CDBC-A159-F5E860327EA2}"/>
              </a:ext>
            </a:extLst>
          </p:cNvPr>
          <p:cNvGraphicFramePr>
            <a:graphicFrameLocks noGrp="1"/>
          </p:cNvGraphicFramePr>
          <p:nvPr>
            <p:extLst>
              <p:ext uri="{D42A27DB-BD31-4B8C-83A1-F6EECF244321}">
                <p14:modId xmlns:p14="http://schemas.microsoft.com/office/powerpoint/2010/main" val="2044765551"/>
              </p:ext>
            </p:extLst>
          </p:nvPr>
        </p:nvGraphicFramePr>
        <p:xfrm>
          <a:off x="503880" y="678861"/>
          <a:ext cx="10947771" cy="4872622"/>
        </p:xfrm>
        <a:graphic>
          <a:graphicData uri="http://schemas.openxmlformats.org/drawingml/2006/table">
            <a:tbl>
              <a:tblPr firstRow="1" bandRow="1">
                <a:tableStyleId>{5C22544A-7EE6-4342-B048-85BDC9FD1C3A}</a:tableStyleId>
              </a:tblPr>
              <a:tblGrid>
                <a:gridCol w="244086">
                  <a:extLst>
                    <a:ext uri="{9D8B030D-6E8A-4147-A177-3AD203B41FA5}">
                      <a16:colId xmlns:a16="http://schemas.microsoft.com/office/drawing/2014/main" val="679563472"/>
                    </a:ext>
                  </a:extLst>
                </a:gridCol>
                <a:gridCol w="1225885">
                  <a:extLst>
                    <a:ext uri="{9D8B030D-6E8A-4147-A177-3AD203B41FA5}">
                      <a16:colId xmlns:a16="http://schemas.microsoft.com/office/drawing/2014/main" val="3840035224"/>
                    </a:ext>
                  </a:extLst>
                </a:gridCol>
                <a:gridCol w="2428843">
                  <a:extLst>
                    <a:ext uri="{9D8B030D-6E8A-4147-A177-3AD203B41FA5}">
                      <a16:colId xmlns:a16="http://schemas.microsoft.com/office/drawing/2014/main" val="89167161"/>
                    </a:ext>
                  </a:extLst>
                </a:gridCol>
                <a:gridCol w="3392897">
                  <a:extLst>
                    <a:ext uri="{9D8B030D-6E8A-4147-A177-3AD203B41FA5}">
                      <a16:colId xmlns:a16="http://schemas.microsoft.com/office/drawing/2014/main" val="3922551308"/>
                    </a:ext>
                  </a:extLst>
                </a:gridCol>
                <a:gridCol w="2262984">
                  <a:extLst>
                    <a:ext uri="{9D8B030D-6E8A-4147-A177-3AD203B41FA5}">
                      <a16:colId xmlns:a16="http://schemas.microsoft.com/office/drawing/2014/main" val="1828580486"/>
                    </a:ext>
                  </a:extLst>
                </a:gridCol>
                <a:gridCol w="1393076">
                  <a:extLst>
                    <a:ext uri="{9D8B030D-6E8A-4147-A177-3AD203B41FA5}">
                      <a16:colId xmlns:a16="http://schemas.microsoft.com/office/drawing/2014/main" val="1357563103"/>
                    </a:ext>
                  </a:extLst>
                </a:gridCol>
              </a:tblGrid>
              <a:tr h="494210">
                <a:tc>
                  <a:txBody>
                    <a:bodyPr/>
                    <a:lstStyle/>
                    <a:p>
                      <a:r>
                        <a:rPr lang="en-IN" sz="1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ABDB"/>
                    </a:solidFill>
                  </a:tcPr>
                </a:tc>
                <a:tc>
                  <a:txBody>
                    <a:bodyPr/>
                    <a:lstStyle/>
                    <a:p>
                      <a:r>
                        <a:rPr lang="en-IN" sz="1400" dirty="0"/>
                        <a:t>Stage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ABDB"/>
                    </a:solidFill>
                  </a:tcPr>
                </a:tc>
                <a:tc>
                  <a:txBody>
                    <a:bodyPr/>
                    <a:lstStyle/>
                    <a:p>
                      <a:r>
                        <a:rPr lang="en-IN" sz="1400" dirty="0"/>
                        <a:t>Deliverables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ABDB"/>
                    </a:solidFill>
                  </a:tcPr>
                </a:tc>
                <a:tc>
                  <a:txBody>
                    <a:bodyPr/>
                    <a:lstStyle/>
                    <a:p>
                      <a:r>
                        <a:rPr lang="en-IN" sz="1400" dirty="0"/>
                        <a:t>Activities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ABDB"/>
                    </a:solidFill>
                  </a:tcPr>
                </a:tc>
                <a:tc>
                  <a:txBody>
                    <a:bodyPr/>
                    <a:lstStyle/>
                    <a:p>
                      <a:r>
                        <a:rPr lang="en-IN" sz="1400" dirty="0"/>
                        <a:t>Acceptance Criteria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ABDB"/>
                    </a:solidFill>
                  </a:tcPr>
                </a:tc>
                <a:tc>
                  <a:txBody>
                    <a:bodyPr/>
                    <a:lstStyle/>
                    <a:p>
                      <a:r>
                        <a:rPr lang="en-IN" sz="1400" dirty="0"/>
                        <a:t>Expected Timelines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ABDB"/>
                    </a:solidFill>
                  </a:tcPr>
                </a:tc>
                <a:extLst>
                  <a:ext uri="{0D108BD9-81ED-4DB2-BD59-A6C34878D82A}">
                    <a16:rowId xmlns:a16="http://schemas.microsoft.com/office/drawing/2014/main" val="1862663716"/>
                  </a:ext>
                </a:extLst>
              </a:tr>
              <a:tr h="1045848">
                <a:tc>
                  <a:txBody>
                    <a:bodyPr/>
                    <a:lstStyle/>
                    <a:p>
                      <a:r>
                        <a:rPr lang="en-IN" sz="1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000" dirty="0"/>
                        <a:t>Initialization &amp; Discover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IN" sz="1000" dirty="0"/>
                        <a:t>Scope View  for Architecture COE phase 1</a:t>
                      </a:r>
                    </a:p>
                    <a:p>
                      <a:pPr marL="171450" indent="-171450">
                        <a:buFont typeface="Arial" panose="020B0604020202020204" pitchFamily="34" charset="0"/>
                        <a:buChar char="•"/>
                      </a:pPr>
                      <a:r>
                        <a:rPr lang="en-IN" sz="1000" dirty="0"/>
                        <a:t>View on Architectural repository structure </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IN" sz="1000" dirty="0"/>
                    </a:p>
                    <a:p>
                      <a:pPr marL="0" indent="0">
                        <a:buFont typeface="+mj-lt"/>
                        <a:buNone/>
                      </a:pP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IN" sz="1000" dirty="0"/>
                        <a:t>Architectural COE  Scope and Plan for phase 1 POC</a:t>
                      </a:r>
                    </a:p>
                    <a:p>
                      <a:pPr marL="171450" indent="-171450">
                        <a:buFont typeface="Arial" panose="020B0604020202020204" pitchFamily="34" charset="0"/>
                        <a:buChar char="•"/>
                      </a:pPr>
                      <a:r>
                        <a:rPr lang="en-IN" sz="1000" dirty="0"/>
                        <a:t>Architectural repository structure and guidelines document for COE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t>Prepare list of capabilities, gaps and challenges for program in scope.</a:t>
                      </a:r>
                    </a:p>
                    <a:p>
                      <a:pPr marL="0" indent="0">
                        <a:buFont typeface="Arial" panose="020B0604020202020204" pitchFamily="34" charset="0"/>
                        <a:buNone/>
                      </a:pP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IN" sz="1000" kern="1200" dirty="0">
                          <a:solidFill>
                            <a:schemeClr val="dk1"/>
                          </a:solidFill>
                          <a:latin typeface="+mn-lt"/>
                          <a:ea typeface="+mn-ea"/>
                          <a:cs typeface="+mn-cs"/>
                        </a:rPr>
                        <a:t>Statement of high-level Architectural Scope agreed.</a:t>
                      </a:r>
                    </a:p>
                    <a:p>
                      <a:pPr marL="171450" indent="-171450" algn="l">
                        <a:buFont typeface="Arial" panose="020B0604020202020204" pitchFamily="34" charset="0"/>
                        <a:buChar char="•"/>
                      </a:pPr>
                      <a:r>
                        <a:rPr lang="en-IN" sz="1000" dirty="0"/>
                        <a:t>Architectural repository guidelines drafted and circulated to key stakeholders</a:t>
                      </a:r>
                      <a:endParaRPr lang="en-IN" sz="1000" dirty="0">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000" dirty="0"/>
                        <a:t>End of Week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8292520"/>
                  </a:ext>
                </a:extLst>
              </a:tr>
              <a:tr h="1540774">
                <a:tc>
                  <a:txBody>
                    <a:bodyPr/>
                    <a:lstStyle/>
                    <a:p>
                      <a:r>
                        <a:rPr lang="en-IN" sz="1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Evaluate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t>Observation Report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t>Analysis of governance, organisational processes , procedure, planning and architectural methodologies.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t>Analysis of transformation artifacts.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t>Analysis of Current AS-IS Business Artifacts and  Business Requirements in scope 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t>Analysis of High-priority Architectural Gaps and Business priorities.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t>Analysis of Architectural Domains for COE.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a:buFont typeface="Arial" panose="020B0604020202020204" pitchFamily="34" charset="0"/>
                        <a:buChar char="•"/>
                      </a:pPr>
                      <a:r>
                        <a:rPr lang="en-IN" sz="1000" kern="1200" dirty="0">
                          <a:solidFill>
                            <a:schemeClr val="dk1"/>
                          </a:solidFill>
                          <a:latin typeface="+mn-lt"/>
                          <a:ea typeface="+mn-ea"/>
                          <a:cs typeface="+mn-cs"/>
                        </a:rPr>
                        <a:t>Publish observations and Queries from Analysis.</a:t>
                      </a:r>
                    </a:p>
                    <a:p>
                      <a:pPr algn="l"/>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dirty="0"/>
                        <a:t>End of Week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147561"/>
                  </a:ext>
                </a:extLst>
              </a:tr>
              <a:tr h="884551">
                <a:tc>
                  <a:txBody>
                    <a:bodyPr/>
                    <a:lstStyle/>
                    <a:p>
                      <a:r>
                        <a:rPr lang="en-IN" sz="1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000" dirty="0"/>
                        <a:t>Recommend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t>COE Structure, R&amp;R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Roadmap for  As-Is to target architecture &amp; </a:t>
                      </a:r>
                      <a:r>
                        <a:rPr lang="en-IN" sz="1000" dirty="0"/>
                        <a:t>KPIs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t>RACI Matrix</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t>Alignment approach between IT &amp; Business.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Guidelines on how the assessment exercise can be leveraged for other streams and markets (Organization wide </a:t>
                      </a:r>
                      <a:r>
                        <a:rPr lang="en-US" sz="1000" dirty="0" err="1"/>
                        <a:t>CoE</a:t>
                      </a:r>
                      <a:r>
                        <a:rPr lang="en-US" sz="1000" dirty="0"/>
                        <a:t> setup)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t>Team composition of the COE , R&amp;R.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Roadmap for As-Is to target architecture &amp; </a:t>
                      </a:r>
                      <a:r>
                        <a:rPr lang="en-IN" sz="1000" dirty="0"/>
                        <a:t>KPIs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kern="1200" dirty="0">
                          <a:solidFill>
                            <a:schemeClr val="dk1"/>
                          </a:solidFill>
                          <a:latin typeface="+mn-lt"/>
                          <a:ea typeface="+mn-ea"/>
                          <a:cs typeface="+mn-cs"/>
                        </a:rPr>
                        <a:t>RACI for projects in scope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kern="1200" dirty="0">
                          <a:solidFill>
                            <a:schemeClr val="dk1"/>
                          </a:solidFill>
                          <a:latin typeface="+mn-lt"/>
                          <a:ea typeface="+mn-ea"/>
                          <a:cs typeface="+mn-cs"/>
                        </a:rPr>
                        <a:t>Communication Model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kern="1200" dirty="0">
                          <a:solidFill>
                            <a:schemeClr val="dk1"/>
                          </a:solidFill>
                          <a:latin typeface="+mn-lt"/>
                          <a:ea typeface="+mn-ea"/>
                          <a:cs typeface="+mn-cs"/>
                        </a:rPr>
                        <a:t>Demand &amp; Change Management pattern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kern="1200" dirty="0">
                          <a:solidFill>
                            <a:schemeClr val="dk1"/>
                          </a:solidFill>
                          <a:latin typeface="+mn-lt"/>
                          <a:ea typeface="+mn-ea"/>
                          <a:cs typeface="+mn-cs"/>
                        </a:rPr>
                        <a:t>Tools and Basic Methodologies as applicable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kern="1200" dirty="0">
                          <a:solidFill>
                            <a:schemeClr val="dk1"/>
                          </a:solidFill>
                          <a:latin typeface="+mn-lt"/>
                          <a:ea typeface="+mn-ea"/>
                          <a:cs typeface="+mn-cs"/>
                        </a:rPr>
                        <a:t>Architectural approach on Priority issues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kern="1200" dirty="0">
                          <a:solidFill>
                            <a:schemeClr val="dk1"/>
                          </a:solidFill>
                          <a:latin typeface="+mn-lt"/>
                          <a:ea typeface="+mn-ea"/>
                          <a:cs typeface="+mn-cs"/>
                        </a:rPr>
                        <a:t>Distribution of artifact ownership between Business and IT function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kern="1200" dirty="0">
                          <a:solidFill>
                            <a:schemeClr val="dk1"/>
                          </a:solidFill>
                          <a:latin typeface="+mn-lt"/>
                          <a:ea typeface="+mn-ea"/>
                          <a:cs typeface="+mn-cs"/>
                        </a:rPr>
                        <a:t>Process to align between Business and IT function – Reviews and change control board.</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kern="1200" dirty="0">
                          <a:solidFill>
                            <a:schemeClr val="dk1"/>
                          </a:solidFill>
                          <a:latin typeface="+mn-lt"/>
                          <a:ea typeface="+mn-ea"/>
                          <a:cs typeface="+mn-cs"/>
                        </a:rPr>
                        <a:t>Architectural COE Vision established.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kern="1200" dirty="0">
                          <a:solidFill>
                            <a:schemeClr val="dk1"/>
                          </a:solidFill>
                          <a:latin typeface="+mn-lt"/>
                          <a:ea typeface="+mn-ea"/>
                          <a:cs typeface="+mn-cs"/>
                        </a:rPr>
                        <a:t>Roadmap for </a:t>
                      </a:r>
                      <a:r>
                        <a:rPr lang="en-US" sz="1000" kern="1200" dirty="0">
                          <a:solidFill>
                            <a:schemeClr val="dk1"/>
                          </a:solidFill>
                          <a:latin typeface="+mn-lt"/>
                          <a:ea typeface="+mn-ea"/>
                          <a:cs typeface="+mn-cs"/>
                        </a:rPr>
                        <a:t>setting up the COE across the Client architecture streams and markets have been prepared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kern="1200" dirty="0">
                          <a:solidFill>
                            <a:schemeClr val="dk1"/>
                          </a:solidFill>
                          <a:latin typeface="+mn-lt"/>
                          <a:ea typeface="+mn-ea"/>
                          <a:cs typeface="+mn-cs"/>
                        </a:rPr>
                        <a:t>Consolidated Recommendation Report prepared.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000" kern="1200" dirty="0">
                        <a:solidFill>
                          <a:schemeClr val="dk1"/>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000" kern="1200" dirty="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000" dirty="0">
                        <a:highlight>
                          <a:srgbClr val="FFFF00"/>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000" dirty="0"/>
                        <a:t>End of Week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8321434"/>
                  </a:ext>
                </a:extLst>
              </a:tr>
            </a:tbl>
          </a:graphicData>
        </a:graphic>
      </p:graphicFrame>
      <p:sp>
        <p:nvSpPr>
          <p:cNvPr id="3" name="TextBox 2">
            <a:extLst>
              <a:ext uri="{FF2B5EF4-FFF2-40B4-BE49-F238E27FC236}">
                <a16:creationId xmlns:a16="http://schemas.microsoft.com/office/drawing/2014/main" id="{1DA88E27-AB7B-D5B4-E94E-E4BB5436D219}"/>
              </a:ext>
            </a:extLst>
          </p:cNvPr>
          <p:cNvSpPr txBox="1"/>
          <p:nvPr/>
        </p:nvSpPr>
        <p:spPr>
          <a:xfrm>
            <a:off x="595618" y="5889072"/>
            <a:ext cx="7709483" cy="261610"/>
          </a:xfrm>
          <a:prstGeom prst="rect">
            <a:avLst/>
          </a:prstGeom>
          <a:noFill/>
        </p:spPr>
        <p:txBody>
          <a:bodyPr wrap="square" rtlCol="0">
            <a:spAutoFit/>
          </a:bodyPr>
          <a:lstStyle/>
          <a:p>
            <a:r>
              <a:rPr lang="en-IN" sz="1100" i="1" dirty="0">
                <a:solidFill>
                  <a:schemeClr val="accent1"/>
                </a:solidFill>
              </a:rPr>
              <a:t>* The  above mentioned deliverables will be as per the identified scope for phase 1 PoC</a:t>
            </a:r>
          </a:p>
        </p:txBody>
      </p:sp>
    </p:spTree>
    <p:extLst>
      <p:ext uri="{BB962C8B-B14F-4D97-AF65-F5344CB8AC3E}">
        <p14:creationId xmlns:p14="http://schemas.microsoft.com/office/powerpoint/2010/main" val="1724995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487C0-5609-4BA3-9AFC-C86E426ED819}"/>
              </a:ext>
            </a:extLst>
          </p:cNvPr>
          <p:cNvSpPr>
            <a:spLocks noGrp="1"/>
          </p:cNvSpPr>
          <p:nvPr>
            <p:ph type="title"/>
          </p:nvPr>
        </p:nvSpPr>
        <p:spPr>
          <a:xfrm>
            <a:off x="229658" y="263984"/>
            <a:ext cx="10947772" cy="716711"/>
          </a:xfrm>
        </p:spPr>
        <p:txBody>
          <a:bodyPr/>
          <a:lstStyle/>
          <a:p>
            <a:r>
              <a:rPr lang="en-IN" dirty="0"/>
              <a:t>INDICATIVE Execution Plan - for Phase 1</a:t>
            </a:r>
          </a:p>
        </p:txBody>
      </p:sp>
      <p:graphicFrame>
        <p:nvGraphicFramePr>
          <p:cNvPr id="3" name="Table 3">
            <a:extLst>
              <a:ext uri="{FF2B5EF4-FFF2-40B4-BE49-F238E27FC236}">
                <a16:creationId xmlns:a16="http://schemas.microsoft.com/office/drawing/2014/main" id="{4D57AEAE-0569-4270-A495-C21000126518}"/>
              </a:ext>
            </a:extLst>
          </p:cNvPr>
          <p:cNvGraphicFramePr>
            <a:graphicFrameLocks noGrp="1"/>
          </p:cNvGraphicFramePr>
          <p:nvPr/>
        </p:nvGraphicFramePr>
        <p:xfrm>
          <a:off x="99152" y="937177"/>
          <a:ext cx="12000773" cy="4846410"/>
        </p:xfrm>
        <a:graphic>
          <a:graphicData uri="http://schemas.openxmlformats.org/drawingml/2006/table">
            <a:tbl>
              <a:tblPr firstRow="1" bandRow="1">
                <a:effectLst/>
                <a:tableStyleId>{5C22544A-7EE6-4342-B048-85BDC9FD1C3A}</a:tableStyleId>
              </a:tblPr>
              <a:tblGrid>
                <a:gridCol w="1586429">
                  <a:extLst>
                    <a:ext uri="{9D8B030D-6E8A-4147-A177-3AD203B41FA5}">
                      <a16:colId xmlns:a16="http://schemas.microsoft.com/office/drawing/2014/main" val="544443596"/>
                    </a:ext>
                  </a:extLst>
                </a:gridCol>
                <a:gridCol w="270684">
                  <a:extLst>
                    <a:ext uri="{9D8B030D-6E8A-4147-A177-3AD203B41FA5}">
                      <a16:colId xmlns:a16="http://schemas.microsoft.com/office/drawing/2014/main" val="1975500956"/>
                    </a:ext>
                  </a:extLst>
                </a:gridCol>
                <a:gridCol w="260089">
                  <a:extLst>
                    <a:ext uri="{9D8B030D-6E8A-4147-A177-3AD203B41FA5}">
                      <a16:colId xmlns:a16="http://schemas.microsoft.com/office/drawing/2014/main" val="852851522"/>
                    </a:ext>
                  </a:extLst>
                </a:gridCol>
                <a:gridCol w="260089">
                  <a:extLst>
                    <a:ext uri="{9D8B030D-6E8A-4147-A177-3AD203B41FA5}">
                      <a16:colId xmlns:a16="http://schemas.microsoft.com/office/drawing/2014/main" val="3041740203"/>
                    </a:ext>
                  </a:extLst>
                </a:gridCol>
                <a:gridCol w="260089">
                  <a:extLst>
                    <a:ext uri="{9D8B030D-6E8A-4147-A177-3AD203B41FA5}">
                      <a16:colId xmlns:a16="http://schemas.microsoft.com/office/drawing/2014/main" val="2557013830"/>
                    </a:ext>
                  </a:extLst>
                </a:gridCol>
                <a:gridCol w="260089">
                  <a:extLst>
                    <a:ext uri="{9D8B030D-6E8A-4147-A177-3AD203B41FA5}">
                      <a16:colId xmlns:a16="http://schemas.microsoft.com/office/drawing/2014/main" val="2748511489"/>
                    </a:ext>
                  </a:extLst>
                </a:gridCol>
                <a:gridCol w="260089">
                  <a:extLst>
                    <a:ext uri="{9D8B030D-6E8A-4147-A177-3AD203B41FA5}">
                      <a16:colId xmlns:a16="http://schemas.microsoft.com/office/drawing/2014/main" val="4270508271"/>
                    </a:ext>
                  </a:extLst>
                </a:gridCol>
                <a:gridCol w="262982">
                  <a:extLst>
                    <a:ext uri="{9D8B030D-6E8A-4147-A177-3AD203B41FA5}">
                      <a16:colId xmlns:a16="http://schemas.microsoft.com/office/drawing/2014/main" val="1142995182"/>
                    </a:ext>
                  </a:extLst>
                </a:gridCol>
                <a:gridCol w="257197">
                  <a:extLst>
                    <a:ext uri="{9D8B030D-6E8A-4147-A177-3AD203B41FA5}">
                      <a16:colId xmlns:a16="http://schemas.microsoft.com/office/drawing/2014/main" val="2683875411"/>
                    </a:ext>
                  </a:extLst>
                </a:gridCol>
                <a:gridCol w="260089">
                  <a:extLst>
                    <a:ext uri="{9D8B030D-6E8A-4147-A177-3AD203B41FA5}">
                      <a16:colId xmlns:a16="http://schemas.microsoft.com/office/drawing/2014/main" val="1837823210"/>
                    </a:ext>
                  </a:extLst>
                </a:gridCol>
                <a:gridCol w="213944">
                  <a:extLst>
                    <a:ext uri="{9D8B030D-6E8A-4147-A177-3AD203B41FA5}">
                      <a16:colId xmlns:a16="http://schemas.microsoft.com/office/drawing/2014/main" val="1810089619"/>
                    </a:ext>
                  </a:extLst>
                </a:gridCol>
                <a:gridCol w="306422">
                  <a:extLst>
                    <a:ext uri="{9D8B030D-6E8A-4147-A177-3AD203B41FA5}">
                      <a16:colId xmlns:a16="http://schemas.microsoft.com/office/drawing/2014/main" val="925445014"/>
                    </a:ext>
                  </a:extLst>
                </a:gridCol>
                <a:gridCol w="260089">
                  <a:extLst>
                    <a:ext uri="{9D8B030D-6E8A-4147-A177-3AD203B41FA5}">
                      <a16:colId xmlns:a16="http://schemas.microsoft.com/office/drawing/2014/main" val="9399276"/>
                    </a:ext>
                  </a:extLst>
                </a:gridCol>
                <a:gridCol w="260089">
                  <a:extLst>
                    <a:ext uri="{9D8B030D-6E8A-4147-A177-3AD203B41FA5}">
                      <a16:colId xmlns:a16="http://schemas.microsoft.com/office/drawing/2014/main" val="4235381112"/>
                    </a:ext>
                  </a:extLst>
                </a:gridCol>
                <a:gridCol w="260089">
                  <a:extLst>
                    <a:ext uri="{9D8B030D-6E8A-4147-A177-3AD203B41FA5}">
                      <a16:colId xmlns:a16="http://schemas.microsoft.com/office/drawing/2014/main" val="731619564"/>
                    </a:ext>
                  </a:extLst>
                </a:gridCol>
                <a:gridCol w="260089">
                  <a:extLst>
                    <a:ext uri="{9D8B030D-6E8A-4147-A177-3AD203B41FA5}">
                      <a16:colId xmlns:a16="http://schemas.microsoft.com/office/drawing/2014/main" val="4162014853"/>
                    </a:ext>
                  </a:extLst>
                </a:gridCol>
                <a:gridCol w="260089">
                  <a:extLst>
                    <a:ext uri="{9D8B030D-6E8A-4147-A177-3AD203B41FA5}">
                      <a16:colId xmlns:a16="http://schemas.microsoft.com/office/drawing/2014/main" val="3005270469"/>
                    </a:ext>
                  </a:extLst>
                </a:gridCol>
                <a:gridCol w="260089">
                  <a:extLst>
                    <a:ext uri="{9D8B030D-6E8A-4147-A177-3AD203B41FA5}">
                      <a16:colId xmlns:a16="http://schemas.microsoft.com/office/drawing/2014/main" val="2729814750"/>
                    </a:ext>
                  </a:extLst>
                </a:gridCol>
                <a:gridCol w="260089">
                  <a:extLst>
                    <a:ext uri="{9D8B030D-6E8A-4147-A177-3AD203B41FA5}">
                      <a16:colId xmlns:a16="http://schemas.microsoft.com/office/drawing/2014/main" val="3993120467"/>
                    </a:ext>
                  </a:extLst>
                </a:gridCol>
                <a:gridCol w="260089">
                  <a:extLst>
                    <a:ext uri="{9D8B030D-6E8A-4147-A177-3AD203B41FA5}">
                      <a16:colId xmlns:a16="http://schemas.microsoft.com/office/drawing/2014/main" val="866866164"/>
                    </a:ext>
                  </a:extLst>
                </a:gridCol>
                <a:gridCol w="260089">
                  <a:extLst>
                    <a:ext uri="{9D8B030D-6E8A-4147-A177-3AD203B41FA5}">
                      <a16:colId xmlns:a16="http://schemas.microsoft.com/office/drawing/2014/main" val="1114169328"/>
                    </a:ext>
                  </a:extLst>
                </a:gridCol>
                <a:gridCol w="260089">
                  <a:extLst>
                    <a:ext uri="{9D8B030D-6E8A-4147-A177-3AD203B41FA5}">
                      <a16:colId xmlns:a16="http://schemas.microsoft.com/office/drawing/2014/main" val="3019719307"/>
                    </a:ext>
                  </a:extLst>
                </a:gridCol>
                <a:gridCol w="260089">
                  <a:extLst>
                    <a:ext uri="{9D8B030D-6E8A-4147-A177-3AD203B41FA5}">
                      <a16:colId xmlns:a16="http://schemas.microsoft.com/office/drawing/2014/main" val="181024179"/>
                    </a:ext>
                  </a:extLst>
                </a:gridCol>
                <a:gridCol w="260089">
                  <a:extLst>
                    <a:ext uri="{9D8B030D-6E8A-4147-A177-3AD203B41FA5}">
                      <a16:colId xmlns:a16="http://schemas.microsoft.com/office/drawing/2014/main" val="1016870415"/>
                    </a:ext>
                  </a:extLst>
                </a:gridCol>
                <a:gridCol w="260089">
                  <a:extLst>
                    <a:ext uri="{9D8B030D-6E8A-4147-A177-3AD203B41FA5}">
                      <a16:colId xmlns:a16="http://schemas.microsoft.com/office/drawing/2014/main" val="252865734"/>
                    </a:ext>
                  </a:extLst>
                </a:gridCol>
                <a:gridCol w="260089">
                  <a:extLst>
                    <a:ext uri="{9D8B030D-6E8A-4147-A177-3AD203B41FA5}">
                      <a16:colId xmlns:a16="http://schemas.microsoft.com/office/drawing/2014/main" val="2209900215"/>
                    </a:ext>
                  </a:extLst>
                </a:gridCol>
                <a:gridCol w="260089">
                  <a:extLst>
                    <a:ext uri="{9D8B030D-6E8A-4147-A177-3AD203B41FA5}">
                      <a16:colId xmlns:a16="http://schemas.microsoft.com/office/drawing/2014/main" val="3717717235"/>
                    </a:ext>
                  </a:extLst>
                </a:gridCol>
                <a:gridCol w="260089">
                  <a:extLst>
                    <a:ext uri="{9D8B030D-6E8A-4147-A177-3AD203B41FA5}">
                      <a16:colId xmlns:a16="http://schemas.microsoft.com/office/drawing/2014/main" val="3927655618"/>
                    </a:ext>
                  </a:extLst>
                </a:gridCol>
                <a:gridCol w="260089">
                  <a:extLst>
                    <a:ext uri="{9D8B030D-6E8A-4147-A177-3AD203B41FA5}">
                      <a16:colId xmlns:a16="http://schemas.microsoft.com/office/drawing/2014/main" val="264423825"/>
                    </a:ext>
                  </a:extLst>
                </a:gridCol>
                <a:gridCol w="260089">
                  <a:extLst>
                    <a:ext uri="{9D8B030D-6E8A-4147-A177-3AD203B41FA5}">
                      <a16:colId xmlns:a16="http://schemas.microsoft.com/office/drawing/2014/main" val="705100688"/>
                    </a:ext>
                  </a:extLst>
                </a:gridCol>
                <a:gridCol w="260089">
                  <a:extLst>
                    <a:ext uri="{9D8B030D-6E8A-4147-A177-3AD203B41FA5}">
                      <a16:colId xmlns:a16="http://schemas.microsoft.com/office/drawing/2014/main" val="130801993"/>
                    </a:ext>
                  </a:extLst>
                </a:gridCol>
                <a:gridCol w="260089">
                  <a:extLst>
                    <a:ext uri="{9D8B030D-6E8A-4147-A177-3AD203B41FA5}">
                      <a16:colId xmlns:a16="http://schemas.microsoft.com/office/drawing/2014/main" val="720696612"/>
                    </a:ext>
                  </a:extLst>
                </a:gridCol>
                <a:gridCol w="260089">
                  <a:extLst>
                    <a:ext uri="{9D8B030D-6E8A-4147-A177-3AD203B41FA5}">
                      <a16:colId xmlns:a16="http://schemas.microsoft.com/office/drawing/2014/main" val="2503264748"/>
                    </a:ext>
                  </a:extLst>
                </a:gridCol>
                <a:gridCol w="260089">
                  <a:extLst>
                    <a:ext uri="{9D8B030D-6E8A-4147-A177-3AD203B41FA5}">
                      <a16:colId xmlns:a16="http://schemas.microsoft.com/office/drawing/2014/main" val="3089771985"/>
                    </a:ext>
                  </a:extLst>
                </a:gridCol>
                <a:gridCol w="260089">
                  <a:extLst>
                    <a:ext uri="{9D8B030D-6E8A-4147-A177-3AD203B41FA5}">
                      <a16:colId xmlns:a16="http://schemas.microsoft.com/office/drawing/2014/main" val="3105334237"/>
                    </a:ext>
                  </a:extLst>
                </a:gridCol>
                <a:gridCol w="260089">
                  <a:extLst>
                    <a:ext uri="{9D8B030D-6E8A-4147-A177-3AD203B41FA5}">
                      <a16:colId xmlns:a16="http://schemas.microsoft.com/office/drawing/2014/main" val="4274711056"/>
                    </a:ext>
                  </a:extLst>
                </a:gridCol>
                <a:gridCol w="260089">
                  <a:extLst>
                    <a:ext uri="{9D8B030D-6E8A-4147-A177-3AD203B41FA5}">
                      <a16:colId xmlns:a16="http://schemas.microsoft.com/office/drawing/2014/main" val="1823300598"/>
                    </a:ext>
                  </a:extLst>
                </a:gridCol>
                <a:gridCol w="213944">
                  <a:extLst>
                    <a:ext uri="{9D8B030D-6E8A-4147-A177-3AD203B41FA5}">
                      <a16:colId xmlns:a16="http://schemas.microsoft.com/office/drawing/2014/main" val="3258403273"/>
                    </a:ext>
                  </a:extLst>
                </a:gridCol>
                <a:gridCol w="306234">
                  <a:extLst>
                    <a:ext uri="{9D8B030D-6E8A-4147-A177-3AD203B41FA5}">
                      <a16:colId xmlns:a16="http://schemas.microsoft.com/office/drawing/2014/main" val="3615582576"/>
                    </a:ext>
                  </a:extLst>
                </a:gridCol>
                <a:gridCol w="260089">
                  <a:extLst>
                    <a:ext uri="{9D8B030D-6E8A-4147-A177-3AD203B41FA5}">
                      <a16:colId xmlns:a16="http://schemas.microsoft.com/office/drawing/2014/main" val="2868738601"/>
                    </a:ext>
                  </a:extLst>
                </a:gridCol>
                <a:gridCol w="260089">
                  <a:extLst>
                    <a:ext uri="{9D8B030D-6E8A-4147-A177-3AD203B41FA5}">
                      <a16:colId xmlns:a16="http://schemas.microsoft.com/office/drawing/2014/main" val="2622448204"/>
                    </a:ext>
                  </a:extLst>
                </a:gridCol>
              </a:tblGrid>
              <a:tr h="369231">
                <a:tc rowSpan="2">
                  <a:txBody>
                    <a:bodyPr/>
                    <a:lstStyle/>
                    <a:p>
                      <a:pPr algn="ctr"/>
                      <a:endParaRPr lang="en-IN" sz="1400" dirty="0"/>
                    </a:p>
                  </a:txBody>
                  <a:tcPr anchor="ctr">
                    <a:lnL w="28575" cap="flat" cmpd="sng" algn="ctr">
                      <a:solidFill>
                        <a:schemeClr val="tx1">
                          <a:lumMod val="50000"/>
                          <a:lumOff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5">
                  <a:txBody>
                    <a:bodyPr/>
                    <a:lstStyle/>
                    <a:p>
                      <a:pPr algn="ctr" rtl="0" fontAlgn="ctr"/>
                      <a:r>
                        <a:rPr lang="en-IN" sz="900" b="1" i="0" u="none" strike="noStrike" dirty="0">
                          <a:solidFill>
                            <a:srgbClr val="000000"/>
                          </a:solidFill>
                          <a:effectLst/>
                          <a:latin typeface="Ubuntu" panose="020B0504030602030204" pitchFamily="34" charset="0"/>
                        </a:rPr>
                        <a:t>WEEK 1</a:t>
                      </a:r>
                    </a:p>
                  </a:txBody>
                  <a:tcPr marL="6350" marR="6350" marT="6350" marB="0" anchor="ctr">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2</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3</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4</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5</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6</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7</a:t>
                      </a:r>
                    </a:p>
                  </a:txBody>
                  <a:tcPr marL="6350" marR="6350" marT="6350" marB="0"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noFill/>
                  </a:tcPr>
                </a:tc>
                <a:tc grid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Ubuntu" panose="020B0504030602030204" pitchFamily="34" charset="0"/>
                          <a:ea typeface="+mn-ea"/>
                          <a:cs typeface="+mn-cs"/>
                        </a:rPr>
                        <a:t>WEEK 8</a:t>
                      </a:r>
                    </a:p>
                  </a:txBody>
                  <a:tcPr marL="6350" marR="6350" marT="6350" marB="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solidFill>
                      <a:schemeClr val="accent2">
                        <a:lumMod val="20000"/>
                        <a:lumOff val="80000"/>
                      </a:schemeClr>
                    </a:solidFill>
                  </a:tcPr>
                </a:tc>
                <a:tc hMerge="1">
                  <a:txBody>
                    <a:bodyPr/>
                    <a:lstStyle/>
                    <a:p>
                      <a:pPr marL="0" algn="ctr" defTabSz="914400" rtl="0" eaLnBrk="1" fontAlgn="ctr" latinLnBrk="0" hangingPunct="1"/>
                      <a:endParaRPr lang="en-IN" sz="900" b="0" i="0" u="none" strike="noStrike" kern="1200">
                        <a:solidFill>
                          <a:srgbClr val="000000"/>
                        </a:solidFill>
                        <a:effectLst/>
                        <a:latin typeface="Ubuntu" panose="020B0504030602030204" pitchFamily="34" charset="0"/>
                        <a:ea typeface="+mn-ea"/>
                        <a:cs typeface="+mn-cs"/>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rgbClr val="F2F2F2"/>
                    </a:solidFill>
                  </a:tcPr>
                </a:tc>
                <a:tc hMerge="1">
                  <a:txBody>
                    <a:bodyPr/>
                    <a:lstStyle/>
                    <a:p>
                      <a:pPr marL="0" algn="ctr" defTabSz="914400" rtl="0" eaLnBrk="1" fontAlgn="ctr" latinLnBrk="0" hangingPunct="1"/>
                      <a:endParaRPr lang="en-IN" sz="900" b="0" i="0" u="none" strike="noStrike" kern="1200">
                        <a:solidFill>
                          <a:srgbClr val="000000"/>
                        </a:solidFill>
                        <a:effectLst/>
                        <a:latin typeface="Ubuntu" panose="020B0504030602030204" pitchFamily="34" charset="0"/>
                        <a:ea typeface="+mn-ea"/>
                        <a:cs typeface="+mn-cs"/>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rgbClr val="F2F2F2"/>
                    </a:solidFill>
                  </a:tcPr>
                </a:tc>
                <a:tc hMerge="1">
                  <a:txBody>
                    <a:bodyPr/>
                    <a:lstStyle/>
                    <a:p>
                      <a:pPr marL="0" algn="ctr" defTabSz="914400" rtl="0" eaLnBrk="1" fontAlgn="ctr" latinLnBrk="0" hangingPunct="1"/>
                      <a:endParaRPr lang="en-IN" sz="900" b="0" i="0" u="none" strike="noStrike" kern="1200">
                        <a:solidFill>
                          <a:srgbClr val="000000"/>
                        </a:solidFill>
                        <a:effectLst/>
                        <a:latin typeface="Ubuntu" panose="020B0504030602030204" pitchFamily="34" charset="0"/>
                        <a:ea typeface="+mn-ea"/>
                        <a:cs typeface="+mn-cs"/>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rgbClr val="F2F2F2"/>
                    </a:solidFill>
                  </a:tcPr>
                </a:tc>
                <a:tc hMerge="1">
                  <a:txBody>
                    <a:bodyPr/>
                    <a:lstStyle/>
                    <a:p>
                      <a:pPr algn="ctr" rtl="0" fontAlgn="ctr"/>
                      <a:endParaRPr lang="en-IN" sz="900" b="0" i="0" u="none" strike="noStrike">
                        <a:solidFill>
                          <a:srgbClr val="000000"/>
                        </a:solidFill>
                        <a:effectLst/>
                        <a:latin typeface="Ubuntu" panose="020B0504030602030204" pitchFamily="34" charset="0"/>
                      </a:endParaRP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solidFill>
                      <a:srgbClr val="F2F2F2"/>
                    </a:solidFill>
                  </a:tcPr>
                </a:tc>
                <a:extLst>
                  <a:ext uri="{0D108BD9-81ED-4DB2-BD59-A6C34878D82A}">
                    <a16:rowId xmlns:a16="http://schemas.microsoft.com/office/drawing/2014/main" val="1797562954"/>
                  </a:ext>
                </a:extLst>
              </a:tr>
              <a:tr h="369231">
                <a:tc vMerge="1">
                  <a:txBody>
                    <a:bodyPr/>
                    <a:lstStyle/>
                    <a:p>
                      <a:endParaRPr lang="en-IN"/>
                    </a:p>
                  </a:txBody>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noFill/>
                  </a:tcPr>
                </a:tc>
                <a:tc>
                  <a:txBody>
                    <a:bodyPr/>
                    <a:lstStyle/>
                    <a:p>
                      <a:pPr algn="ctr" rtl="0" fontAlgn="ctr"/>
                      <a:r>
                        <a:rPr lang="en-IN" sz="900" b="0" i="0" u="none" strike="noStrike" dirty="0">
                          <a:solidFill>
                            <a:srgbClr val="000000"/>
                          </a:solidFill>
                          <a:effectLst/>
                          <a:latin typeface="Ubuntu" panose="020B0504030602030204" pitchFamily="34" charset="0"/>
                        </a:rPr>
                        <a:t>D1</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D2</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D3</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D4</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tc>
                  <a:txBody>
                    <a:bodyPr/>
                    <a:lstStyle/>
                    <a:p>
                      <a:pPr algn="ctr" rtl="0" fontAlgn="ctr"/>
                      <a:r>
                        <a:rPr lang="en-IN" sz="900" b="0" i="0" u="none" strike="noStrike" dirty="0">
                          <a:solidFill>
                            <a:srgbClr val="000000"/>
                          </a:solidFill>
                          <a:effectLst/>
                          <a:latin typeface="Ubuntu" panose="020B0504030602030204" pitchFamily="34" charset="0"/>
                        </a:rPr>
                        <a:t>D5</a:t>
                      </a:r>
                    </a:p>
                  </a:txBody>
                  <a:tcPr marL="6350" marR="6350" marT="6350" marB="0" vert="vert270"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B w="28575" cap="flat" cmpd="sng" algn="ctr">
                      <a:solidFill>
                        <a:schemeClr val="bg1">
                          <a:lumMod val="6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2299989055"/>
                  </a:ext>
                </a:extLst>
              </a:tr>
              <a:tr h="980233">
                <a:tc>
                  <a:txBody>
                    <a:bodyPr/>
                    <a:lstStyle/>
                    <a:p>
                      <a:r>
                        <a:rPr lang="en-IN" sz="1200" b="1" dirty="0">
                          <a:solidFill>
                            <a:schemeClr val="accent2">
                              <a:lumMod val="50000"/>
                            </a:schemeClr>
                          </a:solidFill>
                        </a:rPr>
                        <a:t>Initialization</a:t>
                      </a:r>
                    </a:p>
                  </a:txBody>
                  <a:tcPr anchor="ctr">
                    <a:lnL w="28575" cap="flat" cmpd="sng" algn="ctr">
                      <a:solidFill>
                        <a:schemeClr val="bg1">
                          <a:lumMod val="6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solidFill>
                      <a:srgbClr val="CAE8AA"/>
                    </a:solidFill>
                  </a:tcPr>
                </a:tc>
                <a:tc>
                  <a:txBody>
                    <a:bodyPr/>
                    <a:lstStyle/>
                    <a:p>
                      <a:pPr algn="ctr"/>
                      <a:endParaRPr lang="en-IN" sz="1400" dirty="0"/>
                    </a:p>
                  </a:txBody>
                  <a:tcPr anchor="ctr">
                    <a:lnL w="38100" cap="flat" cmpd="sng" algn="ctr">
                      <a:solidFill>
                        <a:schemeClr val="bg1"/>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r>
                        <a:rPr lang="en-IN" sz="900" b="0" i="0" u="none" strike="noStrike" kern="1200" dirty="0">
                          <a:solidFill>
                            <a:srgbClr val="000000"/>
                          </a:solidFill>
                          <a:effectLst/>
                          <a:latin typeface="Ubuntu" panose="020B0504030602030204" pitchFamily="34" charset="0"/>
                          <a:ea typeface="+mn-ea"/>
                          <a:cs typeface="+mn-cs"/>
                        </a:rPr>
                        <a:t>`</a:t>
                      </a: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90990819"/>
                  </a:ext>
                </a:extLst>
              </a:tr>
              <a:tr h="9802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chemeClr val="accent2">
                              <a:lumMod val="50000"/>
                            </a:schemeClr>
                          </a:solidFill>
                        </a:rPr>
                        <a:t>Discover</a:t>
                      </a:r>
                    </a:p>
                  </a:txBody>
                  <a:tcPr anchor="ctr">
                    <a:lnL w="28575" cap="flat" cmpd="sng" algn="ctr">
                      <a:solidFill>
                        <a:schemeClr val="bg1">
                          <a:lumMod val="6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solidFill>
                      <a:srgbClr val="CAE8AA"/>
                    </a:solidFill>
                  </a:tcPr>
                </a:tc>
                <a:tc>
                  <a:txBody>
                    <a:bodyPr/>
                    <a:lstStyle/>
                    <a:p>
                      <a:pPr algn="ctr"/>
                      <a:endParaRPr lang="en-IN" sz="1400" dirty="0"/>
                    </a:p>
                  </a:txBody>
                  <a:tcPr anchor="ctr">
                    <a:lnL w="38100" cap="flat" cmpd="sng" algn="ctr">
                      <a:solidFill>
                        <a:schemeClr val="bg1"/>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32914320"/>
                  </a:ext>
                </a:extLst>
              </a:tr>
              <a:tr h="11672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accent2">
                              <a:lumMod val="50000"/>
                            </a:schemeClr>
                          </a:solidFill>
                          <a:latin typeface="+mn-lt"/>
                          <a:ea typeface="+mn-ea"/>
                          <a:cs typeface="+mn-cs"/>
                        </a:rPr>
                        <a:t>Evaluate</a:t>
                      </a:r>
                    </a:p>
                  </a:txBody>
                  <a:tcPr anchor="ctr">
                    <a:lnL w="28575" cap="flat" cmpd="sng" algn="ctr">
                      <a:solidFill>
                        <a:schemeClr val="bg1">
                          <a:lumMod val="6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solidFill>
                      <a:srgbClr val="CAE8AA"/>
                    </a:solidFill>
                  </a:tcPr>
                </a:tc>
                <a:tc>
                  <a:txBody>
                    <a:bodyPr/>
                    <a:lstStyle/>
                    <a:p>
                      <a:pPr algn="ctr"/>
                      <a:endParaRPr lang="en-IN" sz="1400" dirty="0"/>
                    </a:p>
                  </a:txBody>
                  <a:tcPr anchor="ctr">
                    <a:lnL w="38100" cap="flat" cmpd="sng" algn="ctr">
                      <a:solidFill>
                        <a:schemeClr val="bg1"/>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endParaRPr lang="en-IN" sz="900" b="0" i="0" u="none" strike="noStrike" kern="1200" dirty="0">
                        <a:solidFill>
                          <a:srgbClr val="000000"/>
                        </a:solidFill>
                        <a:effectLst/>
                        <a:latin typeface="Ubuntu" panose="020B0504030602030204" pitchFamily="34" charset="0"/>
                        <a:ea typeface="+mn-ea"/>
                        <a:cs typeface="+mn-cs"/>
                      </a:endParaRPr>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616326062"/>
                  </a:ext>
                </a:extLst>
              </a:tr>
              <a:tr h="9802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accent2">
                              <a:lumMod val="50000"/>
                            </a:schemeClr>
                          </a:solidFill>
                          <a:latin typeface="+mn-lt"/>
                          <a:ea typeface="+mn-ea"/>
                          <a:cs typeface="+mn-cs"/>
                        </a:rPr>
                        <a:t>Recommend</a:t>
                      </a:r>
                    </a:p>
                  </a:txBody>
                  <a:tcPr anchor="ctr">
                    <a:lnL w="28575" cap="flat" cmpd="sng" algn="ctr">
                      <a:solidFill>
                        <a:schemeClr val="bg1">
                          <a:lumMod val="65000"/>
                        </a:schemeClr>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solidFill>
                      <a:srgbClr val="CAE8AA"/>
                    </a:solidFill>
                  </a:tcPr>
                </a:tc>
                <a:tc>
                  <a:txBody>
                    <a:bodyPr/>
                    <a:lstStyle/>
                    <a:p>
                      <a:pPr algn="ctr"/>
                      <a:endParaRPr lang="en-IN" sz="1400" dirty="0"/>
                    </a:p>
                  </a:txBody>
                  <a:tcPr anchor="ctr">
                    <a:lnL w="38100" cap="flat" cmpd="sng" algn="ctr">
                      <a:solidFill>
                        <a:schemeClr val="bg1"/>
                      </a:solidFill>
                      <a:prstDash val="solid"/>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bg1">
                          <a:lumMod val="50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bg1">
                          <a:lumMod val="50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lang="en-IN" sz="1400" dirty="0"/>
                    </a:p>
                  </a:txBody>
                  <a:tcPr anchor="ctr">
                    <a:lnL w="12700" cap="flat" cmpd="sng" algn="ctr">
                      <a:solidFill>
                        <a:schemeClr val="accent1">
                          <a:lumMod val="75000"/>
                        </a:schemeClr>
                      </a:solidFill>
                      <a:prstDash val="sysDot"/>
                      <a:round/>
                      <a:headEnd type="none" w="med" len="med"/>
                      <a:tailEnd type="none" w="med" len="med"/>
                    </a:lnL>
                    <a:lnR w="12700" cap="flat" cmpd="sng" algn="ctr">
                      <a:solidFill>
                        <a:schemeClr val="accent1">
                          <a:lumMod val="75000"/>
                        </a:schemeClr>
                      </a:solidFill>
                      <a:prstDash val="sysDot"/>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540475723"/>
                  </a:ext>
                </a:extLst>
              </a:tr>
            </a:tbl>
          </a:graphicData>
        </a:graphic>
      </p:graphicFrame>
      <p:sp>
        <p:nvSpPr>
          <p:cNvPr id="6" name="Rectangle 5">
            <a:extLst>
              <a:ext uri="{FF2B5EF4-FFF2-40B4-BE49-F238E27FC236}">
                <a16:creationId xmlns:a16="http://schemas.microsoft.com/office/drawing/2014/main" id="{95D9F2BB-8D2F-40FE-8330-7CA871A6A292}"/>
              </a:ext>
            </a:extLst>
          </p:cNvPr>
          <p:cNvSpPr/>
          <p:nvPr/>
        </p:nvSpPr>
        <p:spPr>
          <a:xfrm>
            <a:off x="2002868" y="2126255"/>
            <a:ext cx="938636" cy="209321"/>
          </a:xfrm>
          <a:prstGeom prst="rect">
            <a:avLst/>
          </a:prstGeom>
          <a:solidFill>
            <a:srgbClr val="00B05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b="1" dirty="0">
                <a:solidFill>
                  <a:schemeClr val="bg1"/>
                </a:solidFill>
              </a:rPr>
              <a:t>Workshop</a:t>
            </a:r>
          </a:p>
          <a:p>
            <a:pPr algn="ctr"/>
            <a:r>
              <a:rPr lang="en-IN" sz="700" b="1" dirty="0">
                <a:solidFill>
                  <a:schemeClr val="bg1"/>
                </a:solidFill>
              </a:rPr>
              <a:t>Planning</a:t>
            </a:r>
          </a:p>
        </p:txBody>
      </p:sp>
      <p:sp>
        <p:nvSpPr>
          <p:cNvPr id="7" name="Arrow: Pentagon 6">
            <a:extLst>
              <a:ext uri="{FF2B5EF4-FFF2-40B4-BE49-F238E27FC236}">
                <a16:creationId xmlns:a16="http://schemas.microsoft.com/office/drawing/2014/main" id="{1F68D9BF-C085-40E6-926D-E5736E23C605}"/>
              </a:ext>
            </a:extLst>
          </p:cNvPr>
          <p:cNvSpPr/>
          <p:nvPr/>
        </p:nvSpPr>
        <p:spPr>
          <a:xfrm>
            <a:off x="2044558" y="2379642"/>
            <a:ext cx="907962" cy="209321"/>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As-Is Documents Collection</a:t>
            </a:r>
          </a:p>
        </p:txBody>
      </p:sp>
      <p:sp>
        <p:nvSpPr>
          <p:cNvPr id="9" name="Oval 8">
            <a:extLst>
              <a:ext uri="{FF2B5EF4-FFF2-40B4-BE49-F238E27FC236}">
                <a16:creationId xmlns:a16="http://schemas.microsoft.com/office/drawing/2014/main" id="{31F3C3BD-26C3-458B-A41F-EA4A9737A0B6}"/>
              </a:ext>
            </a:extLst>
          </p:cNvPr>
          <p:cNvSpPr/>
          <p:nvPr/>
        </p:nvSpPr>
        <p:spPr>
          <a:xfrm>
            <a:off x="2927742" y="2171724"/>
            <a:ext cx="108000" cy="1080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10" name="TextBox 9">
            <a:extLst>
              <a:ext uri="{FF2B5EF4-FFF2-40B4-BE49-F238E27FC236}">
                <a16:creationId xmlns:a16="http://schemas.microsoft.com/office/drawing/2014/main" id="{054AD84B-BDC5-4A3D-B239-8BC22AB99B4D}"/>
              </a:ext>
            </a:extLst>
          </p:cNvPr>
          <p:cNvSpPr txBox="1"/>
          <p:nvPr/>
        </p:nvSpPr>
        <p:spPr>
          <a:xfrm>
            <a:off x="3498835" y="2094631"/>
            <a:ext cx="2223500" cy="338554"/>
          </a:xfrm>
          <a:prstGeom prst="rect">
            <a:avLst/>
          </a:prstGeom>
          <a:noFill/>
        </p:spPr>
        <p:txBody>
          <a:bodyPr wrap="square" rtlCol="0">
            <a:spAutoFit/>
          </a:bodyPr>
          <a:lstStyle/>
          <a:p>
            <a:r>
              <a:rPr lang="en-IN" sz="800" dirty="0"/>
              <a:t>All the pre-requisites for upcoming weeks aligned</a:t>
            </a:r>
          </a:p>
        </p:txBody>
      </p:sp>
      <p:cxnSp>
        <p:nvCxnSpPr>
          <p:cNvPr id="12" name="Straight Arrow Connector 11">
            <a:extLst>
              <a:ext uri="{FF2B5EF4-FFF2-40B4-BE49-F238E27FC236}">
                <a16:creationId xmlns:a16="http://schemas.microsoft.com/office/drawing/2014/main" id="{F2587042-E72D-4F92-A1BB-782214064410}"/>
              </a:ext>
            </a:extLst>
          </p:cNvPr>
          <p:cNvCxnSpPr>
            <a:cxnSpLocks/>
            <a:stCxn id="10" idx="1"/>
            <a:endCxn id="9" idx="5"/>
          </p:cNvCxnSpPr>
          <p:nvPr/>
        </p:nvCxnSpPr>
        <p:spPr>
          <a:xfrm flipH="1">
            <a:off x="3019926" y="2263908"/>
            <a:ext cx="4789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Arrow: Pentagon 14">
            <a:extLst>
              <a:ext uri="{FF2B5EF4-FFF2-40B4-BE49-F238E27FC236}">
                <a16:creationId xmlns:a16="http://schemas.microsoft.com/office/drawing/2014/main" id="{0A097FFB-D0E7-4EAA-A26A-11E8014878AC}"/>
              </a:ext>
            </a:extLst>
          </p:cNvPr>
          <p:cNvSpPr/>
          <p:nvPr/>
        </p:nvSpPr>
        <p:spPr>
          <a:xfrm>
            <a:off x="2977400" y="2805016"/>
            <a:ext cx="1160979" cy="257674"/>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As- Is artifacts review </a:t>
            </a:r>
          </a:p>
        </p:txBody>
      </p:sp>
      <p:sp>
        <p:nvSpPr>
          <p:cNvPr id="16" name="Arrow: Pentagon 15">
            <a:extLst>
              <a:ext uri="{FF2B5EF4-FFF2-40B4-BE49-F238E27FC236}">
                <a16:creationId xmlns:a16="http://schemas.microsoft.com/office/drawing/2014/main" id="{1281783C-1D9D-47ED-BE63-ED96CFC17436}"/>
              </a:ext>
            </a:extLst>
          </p:cNvPr>
          <p:cNvSpPr/>
          <p:nvPr/>
        </p:nvSpPr>
        <p:spPr>
          <a:xfrm>
            <a:off x="3646583" y="3254933"/>
            <a:ext cx="3115188" cy="240943"/>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Planned Workshops for Clarifications &amp; Pain point discussions, Ad-hoc sessions</a:t>
            </a:r>
          </a:p>
        </p:txBody>
      </p:sp>
      <p:sp>
        <p:nvSpPr>
          <p:cNvPr id="30" name="Arrow: Pentagon 29">
            <a:extLst>
              <a:ext uri="{FF2B5EF4-FFF2-40B4-BE49-F238E27FC236}">
                <a16:creationId xmlns:a16="http://schemas.microsoft.com/office/drawing/2014/main" id="{E6DD63DC-9D92-469E-BB4E-B1F0573ACC7A}"/>
              </a:ext>
            </a:extLst>
          </p:cNvPr>
          <p:cNvSpPr/>
          <p:nvPr/>
        </p:nvSpPr>
        <p:spPr>
          <a:xfrm>
            <a:off x="5221995" y="3751918"/>
            <a:ext cx="3868739" cy="192712"/>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Gap Analysis</a:t>
            </a:r>
          </a:p>
        </p:txBody>
      </p:sp>
      <p:sp>
        <p:nvSpPr>
          <p:cNvPr id="31" name="Arrow: Pentagon 30">
            <a:extLst>
              <a:ext uri="{FF2B5EF4-FFF2-40B4-BE49-F238E27FC236}">
                <a16:creationId xmlns:a16="http://schemas.microsoft.com/office/drawing/2014/main" id="{CD6F3E4E-257C-42BB-8045-2B7D52C0173A}"/>
              </a:ext>
            </a:extLst>
          </p:cNvPr>
          <p:cNvSpPr/>
          <p:nvPr/>
        </p:nvSpPr>
        <p:spPr>
          <a:xfrm>
            <a:off x="5838943" y="4054207"/>
            <a:ext cx="3594150" cy="228173"/>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Analysis/observation  Report Preparation</a:t>
            </a:r>
          </a:p>
        </p:txBody>
      </p:sp>
      <p:sp>
        <p:nvSpPr>
          <p:cNvPr id="32" name="Oval 31">
            <a:extLst>
              <a:ext uri="{FF2B5EF4-FFF2-40B4-BE49-F238E27FC236}">
                <a16:creationId xmlns:a16="http://schemas.microsoft.com/office/drawing/2014/main" id="{9FEF13CB-2577-4531-8300-B26E632F81CC}"/>
              </a:ext>
            </a:extLst>
          </p:cNvPr>
          <p:cNvSpPr/>
          <p:nvPr/>
        </p:nvSpPr>
        <p:spPr>
          <a:xfrm>
            <a:off x="9575401" y="4502874"/>
            <a:ext cx="141477" cy="124209"/>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cxnSp>
        <p:nvCxnSpPr>
          <p:cNvPr id="33" name="Straight Arrow Connector 32">
            <a:extLst>
              <a:ext uri="{FF2B5EF4-FFF2-40B4-BE49-F238E27FC236}">
                <a16:creationId xmlns:a16="http://schemas.microsoft.com/office/drawing/2014/main" id="{5645C907-A7D2-4546-AF79-BDD79FA6BB0E}"/>
              </a:ext>
            </a:extLst>
          </p:cNvPr>
          <p:cNvCxnSpPr>
            <a:cxnSpLocks/>
          </p:cNvCxnSpPr>
          <p:nvPr/>
        </p:nvCxnSpPr>
        <p:spPr>
          <a:xfrm flipH="1">
            <a:off x="9661369" y="4299300"/>
            <a:ext cx="168130" cy="1474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259F6C82-0571-40C4-8231-3F9F724083C8}"/>
              </a:ext>
            </a:extLst>
          </p:cNvPr>
          <p:cNvSpPr/>
          <p:nvPr/>
        </p:nvSpPr>
        <p:spPr>
          <a:xfrm>
            <a:off x="7810959" y="4439798"/>
            <a:ext cx="1751681" cy="297455"/>
          </a:xfrm>
          <a:prstGeom prst="rect">
            <a:avLst/>
          </a:prstGeom>
          <a:solidFill>
            <a:srgbClr val="00B05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800" b="1" dirty="0">
              <a:solidFill>
                <a:schemeClr val="bg1"/>
              </a:solidFill>
            </a:endParaRPr>
          </a:p>
          <a:p>
            <a:pPr marR="0" lvl="0" algn="ctr" defTabSz="914400" rtl="0" eaLnBrk="1" fontAlgn="auto" latinLnBrk="0" hangingPunct="1">
              <a:lnSpc>
                <a:spcPct val="100000"/>
              </a:lnSpc>
              <a:spcBef>
                <a:spcPts val="0"/>
              </a:spcBef>
              <a:spcAft>
                <a:spcPts val="0"/>
              </a:spcAft>
              <a:buClrTx/>
              <a:buSzTx/>
              <a:tabLst/>
              <a:defRPr/>
            </a:pPr>
            <a:r>
              <a:rPr lang="en-IN" sz="800" b="1" dirty="0">
                <a:solidFill>
                  <a:schemeClr val="bg1"/>
                </a:solidFill>
              </a:rPr>
              <a:t>Evaluate</a:t>
            </a:r>
          </a:p>
          <a:p>
            <a:pPr marR="0" lvl="0" algn="ctr" defTabSz="914400" rtl="0" eaLnBrk="1" fontAlgn="auto" latinLnBrk="0" hangingPunct="1">
              <a:lnSpc>
                <a:spcPct val="100000"/>
              </a:lnSpc>
              <a:spcBef>
                <a:spcPts val="0"/>
              </a:spcBef>
              <a:spcAft>
                <a:spcPts val="0"/>
              </a:spcAft>
              <a:buClrTx/>
              <a:buSzTx/>
              <a:tabLst/>
              <a:defRPr/>
            </a:pPr>
            <a:r>
              <a:rPr lang="en-IN" sz="800" b="1" dirty="0">
                <a:solidFill>
                  <a:schemeClr val="bg1"/>
                </a:solidFill>
              </a:rPr>
              <a:t> Deliverable</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700" b="1" dirty="0">
              <a:solidFill>
                <a:schemeClr val="bg1"/>
              </a:solidFill>
            </a:endParaRPr>
          </a:p>
        </p:txBody>
      </p:sp>
      <p:sp>
        <p:nvSpPr>
          <p:cNvPr id="37" name="Oval 36">
            <a:extLst>
              <a:ext uri="{FF2B5EF4-FFF2-40B4-BE49-F238E27FC236}">
                <a16:creationId xmlns:a16="http://schemas.microsoft.com/office/drawing/2014/main" id="{3169D25E-2252-4346-958D-D1F9D1B3C9B0}"/>
              </a:ext>
            </a:extLst>
          </p:cNvPr>
          <p:cNvSpPr/>
          <p:nvPr/>
        </p:nvSpPr>
        <p:spPr>
          <a:xfrm>
            <a:off x="10740647" y="5099978"/>
            <a:ext cx="133001" cy="122018"/>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cxnSp>
        <p:nvCxnSpPr>
          <p:cNvPr id="38" name="Straight Arrow Connector 37">
            <a:extLst>
              <a:ext uri="{FF2B5EF4-FFF2-40B4-BE49-F238E27FC236}">
                <a16:creationId xmlns:a16="http://schemas.microsoft.com/office/drawing/2014/main" id="{1955F092-38D1-4952-AC77-2BC33EF295E6}"/>
              </a:ext>
            </a:extLst>
          </p:cNvPr>
          <p:cNvCxnSpPr>
            <a:cxnSpLocks/>
          </p:cNvCxnSpPr>
          <p:nvPr/>
        </p:nvCxnSpPr>
        <p:spPr>
          <a:xfrm flipV="1">
            <a:off x="10807547" y="4624077"/>
            <a:ext cx="97242" cy="410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A3A4905-5B1B-43CC-BCE4-205355D2F12B}"/>
              </a:ext>
            </a:extLst>
          </p:cNvPr>
          <p:cNvSpPr txBox="1"/>
          <p:nvPr/>
        </p:nvSpPr>
        <p:spPr>
          <a:xfrm>
            <a:off x="10090973" y="4373658"/>
            <a:ext cx="1385261" cy="338554"/>
          </a:xfrm>
          <a:prstGeom prst="rect">
            <a:avLst/>
          </a:prstGeom>
          <a:noFill/>
        </p:spPr>
        <p:txBody>
          <a:bodyPr wrap="square" rtlCol="0">
            <a:spAutoFit/>
          </a:bodyPr>
          <a:lstStyle/>
          <a:p>
            <a:r>
              <a:rPr lang="en-IN" sz="800" dirty="0"/>
              <a:t>Recommendation  report submitted for review</a:t>
            </a:r>
          </a:p>
        </p:txBody>
      </p:sp>
      <p:sp>
        <p:nvSpPr>
          <p:cNvPr id="40" name="Arrow: Pentagon 39">
            <a:extLst>
              <a:ext uri="{FF2B5EF4-FFF2-40B4-BE49-F238E27FC236}">
                <a16:creationId xmlns:a16="http://schemas.microsoft.com/office/drawing/2014/main" id="{76794C62-8D1E-467D-8406-12F015F8315B}"/>
              </a:ext>
            </a:extLst>
          </p:cNvPr>
          <p:cNvSpPr/>
          <p:nvPr/>
        </p:nvSpPr>
        <p:spPr>
          <a:xfrm>
            <a:off x="10950766" y="4988878"/>
            <a:ext cx="848299" cy="541589"/>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IN" sz="700" dirty="0">
                <a:solidFill>
                  <a:schemeClr val="tx1"/>
                </a:solidFill>
              </a:rPr>
              <a:t>Review, clarifications &amp; Updates</a:t>
            </a:r>
          </a:p>
        </p:txBody>
      </p:sp>
      <p:sp>
        <p:nvSpPr>
          <p:cNvPr id="42" name="Oval 41">
            <a:extLst>
              <a:ext uri="{FF2B5EF4-FFF2-40B4-BE49-F238E27FC236}">
                <a16:creationId xmlns:a16="http://schemas.microsoft.com/office/drawing/2014/main" id="{FCA5730F-AD14-4E12-BDB6-42CB45FEE4F5}"/>
              </a:ext>
            </a:extLst>
          </p:cNvPr>
          <p:cNvSpPr/>
          <p:nvPr/>
        </p:nvSpPr>
        <p:spPr>
          <a:xfrm>
            <a:off x="11849441" y="5167267"/>
            <a:ext cx="214867" cy="205961"/>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3" name="TextBox 42">
            <a:extLst>
              <a:ext uri="{FF2B5EF4-FFF2-40B4-BE49-F238E27FC236}">
                <a16:creationId xmlns:a16="http://schemas.microsoft.com/office/drawing/2014/main" id="{133EBE0B-BBAF-4877-A655-DEF52C5E0F23}"/>
              </a:ext>
            </a:extLst>
          </p:cNvPr>
          <p:cNvSpPr txBox="1"/>
          <p:nvPr/>
        </p:nvSpPr>
        <p:spPr>
          <a:xfrm>
            <a:off x="11429247" y="4322261"/>
            <a:ext cx="780981" cy="461665"/>
          </a:xfrm>
          <a:prstGeom prst="rect">
            <a:avLst/>
          </a:prstGeom>
          <a:noFill/>
        </p:spPr>
        <p:txBody>
          <a:bodyPr wrap="square" rtlCol="0">
            <a:spAutoFit/>
          </a:bodyPr>
          <a:lstStyle/>
          <a:p>
            <a:r>
              <a:rPr lang="en-IN" sz="800" b="1" dirty="0"/>
              <a:t>Sign-Off &amp; Phase 1 closure</a:t>
            </a:r>
          </a:p>
        </p:txBody>
      </p:sp>
      <p:cxnSp>
        <p:nvCxnSpPr>
          <p:cNvPr id="44" name="Straight Arrow Connector 43">
            <a:extLst>
              <a:ext uri="{FF2B5EF4-FFF2-40B4-BE49-F238E27FC236}">
                <a16:creationId xmlns:a16="http://schemas.microsoft.com/office/drawing/2014/main" id="{CD2EADC0-122E-498F-9CCD-0E9FD7F6DBBE}"/>
              </a:ext>
            </a:extLst>
          </p:cNvPr>
          <p:cNvCxnSpPr>
            <a:cxnSpLocks/>
            <a:stCxn id="43" idx="2"/>
          </p:cNvCxnSpPr>
          <p:nvPr/>
        </p:nvCxnSpPr>
        <p:spPr>
          <a:xfrm>
            <a:off x="11819738" y="4783926"/>
            <a:ext cx="100513" cy="3719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31846A0E-C11F-4965-A241-3B005E53F125}"/>
              </a:ext>
            </a:extLst>
          </p:cNvPr>
          <p:cNvSpPr txBox="1"/>
          <p:nvPr/>
        </p:nvSpPr>
        <p:spPr>
          <a:xfrm>
            <a:off x="9433093" y="5394962"/>
            <a:ext cx="1497995" cy="215444"/>
          </a:xfrm>
          <a:prstGeom prst="rect">
            <a:avLst/>
          </a:prstGeom>
          <a:noFill/>
        </p:spPr>
        <p:txBody>
          <a:bodyPr wrap="square" rtlCol="0">
            <a:spAutoFit/>
          </a:bodyPr>
          <a:lstStyle/>
          <a:p>
            <a:r>
              <a:rPr lang="en-IN" sz="800" b="1" dirty="0"/>
              <a:t>Discussions on Next-Steps</a:t>
            </a:r>
          </a:p>
        </p:txBody>
      </p:sp>
      <p:sp>
        <p:nvSpPr>
          <p:cNvPr id="49" name="Rectangle 48">
            <a:extLst>
              <a:ext uri="{FF2B5EF4-FFF2-40B4-BE49-F238E27FC236}">
                <a16:creationId xmlns:a16="http://schemas.microsoft.com/office/drawing/2014/main" id="{F87902D5-DBA6-4188-902C-A388B10F4447}"/>
              </a:ext>
            </a:extLst>
          </p:cNvPr>
          <p:cNvSpPr/>
          <p:nvPr/>
        </p:nvSpPr>
        <p:spPr>
          <a:xfrm>
            <a:off x="1681879" y="1881668"/>
            <a:ext cx="152961" cy="156981"/>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0" name="TextBox 49">
            <a:extLst>
              <a:ext uri="{FF2B5EF4-FFF2-40B4-BE49-F238E27FC236}">
                <a16:creationId xmlns:a16="http://schemas.microsoft.com/office/drawing/2014/main" id="{8AE36E0D-F686-4607-8118-FA1FA1C862F8}"/>
              </a:ext>
            </a:extLst>
          </p:cNvPr>
          <p:cNvSpPr txBox="1"/>
          <p:nvPr/>
        </p:nvSpPr>
        <p:spPr>
          <a:xfrm>
            <a:off x="1736479" y="3016266"/>
            <a:ext cx="1497995" cy="338554"/>
          </a:xfrm>
          <a:prstGeom prst="rect">
            <a:avLst/>
          </a:prstGeom>
          <a:noFill/>
        </p:spPr>
        <p:txBody>
          <a:bodyPr wrap="square" rtlCol="0">
            <a:spAutoFit/>
          </a:bodyPr>
          <a:lstStyle/>
          <a:p>
            <a:r>
              <a:rPr lang="en-IN" sz="800" b="1" dirty="0"/>
              <a:t>Project Kick-Off, Introduction</a:t>
            </a:r>
          </a:p>
        </p:txBody>
      </p:sp>
      <p:cxnSp>
        <p:nvCxnSpPr>
          <p:cNvPr id="52" name="Straight Arrow Connector 51">
            <a:extLst>
              <a:ext uri="{FF2B5EF4-FFF2-40B4-BE49-F238E27FC236}">
                <a16:creationId xmlns:a16="http://schemas.microsoft.com/office/drawing/2014/main" id="{0A2F1D8E-29AF-4905-BFBA-826273302428}"/>
              </a:ext>
            </a:extLst>
          </p:cNvPr>
          <p:cNvCxnSpPr>
            <a:cxnSpLocks/>
          </p:cNvCxnSpPr>
          <p:nvPr/>
        </p:nvCxnSpPr>
        <p:spPr>
          <a:xfrm flipH="1" flipV="1">
            <a:off x="1784732" y="2115239"/>
            <a:ext cx="107351" cy="880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Star: 5 Points 55">
            <a:extLst>
              <a:ext uri="{FF2B5EF4-FFF2-40B4-BE49-F238E27FC236}">
                <a16:creationId xmlns:a16="http://schemas.microsoft.com/office/drawing/2014/main" id="{3837061C-8C73-4406-800F-6C3FF2B9B3AE}"/>
              </a:ext>
            </a:extLst>
          </p:cNvPr>
          <p:cNvSpPr/>
          <p:nvPr/>
        </p:nvSpPr>
        <p:spPr>
          <a:xfrm>
            <a:off x="2824634" y="1631771"/>
            <a:ext cx="239739" cy="192712"/>
          </a:xfrm>
          <a:prstGeom prst="star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cxnSp>
        <p:nvCxnSpPr>
          <p:cNvPr id="41" name="Straight Arrow Connector 40">
            <a:extLst>
              <a:ext uri="{FF2B5EF4-FFF2-40B4-BE49-F238E27FC236}">
                <a16:creationId xmlns:a16="http://schemas.microsoft.com/office/drawing/2014/main" id="{10327054-5C78-4D17-8370-F067DAA5047D}"/>
              </a:ext>
            </a:extLst>
          </p:cNvPr>
          <p:cNvCxnSpPr>
            <a:cxnSpLocks/>
            <a:endCxn id="24" idx="7"/>
          </p:cNvCxnSpPr>
          <p:nvPr/>
        </p:nvCxnSpPr>
        <p:spPr>
          <a:xfrm flipH="1">
            <a:off x="6893292" y="2745304"/>
            <a:ext cx="320652" cy="170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0F3FB370-FA22-3B9A-8049-51FD744E52FA}"/>
              </a:ext>
            </a:extLst>
          </p:cNvPr>
          <p:cNvSpPr/>
          <p:nvPr/>
        </p:nvSpPr>
        <p:spPr>
          <a:xfrm>
            <a:off x="1361757" y="6242337"/>
            <a:ext cx="108000" cy="1080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17" name="TextBox 16">
            <a:extLst>
              <a:ext uri="{FF2B5EF4-FFF2-40B4-BE49-F238E27FC236}">
                <a16:creationId xmlns:a16="http://schemas.microsoft.com/office/drawing/2014/main" id="{E00D6EBE-01F8-05A8-F094-40F823524526}"/>
              </a:ext>
            </a:extLst>
          </p:cNvPr>
          <p:cNvSpPr txBox="1"/>
          <p:nvPr/>
        </p:nvSpPr>
        <p:spPr>
          <a:xfrm>
            <a:off x="1410158" y="6154221"/>
            <a:ext cx="1740665" cy="253916"/>
          </a:xfrm>
          <a:prstGeom prst="rect">
            <a:avLst/>
          </a:prstGeom>
          <a:noFill/>
        </p:spPr>
        <p:txBody>
          <a:bodyPr wrap="square" rtlCol="0">
            <a:spAutoFit/>
          </a:bodyPr>
          <a:lstStyle/>
          <a:p>
            <a:r>
              <a:rPr lang="en-IN" sz="1050" dirty="0"/>
              <a:t>Milestone &amp; Deliverables</a:t>
            </a:r>
          </a:p>
        </p:txBody>
      </p:sp>
      <p:sp>
        <p:nvSpPr>
          <p:cNvPr id="19" name="Rectangle 18">
            <a:extLst>
              <a:ext uri="{FF2B5EF4-FFF2-40B4-BE49-F238E27FC236}">
                <a16:creationId xmlns:a16="http://schemas.microsoft.com/office/drawing/2014/main" id="{0861F093-D3B2-F56E-D287-D06327219719}"/>
              </a:ext>
            </a:extLst>
          </p:cNvPr>
          <p:cNvSpPr/>
          <p:nvPr/>
        </p:nvSpPr>
        <p:spPr>
          <a:xfrm>
            <a:off x="5596569" y="2732184"/>
            <a:ext cx="1255922" cy="407624"/>
          </a:xfrm>
          <a:prstGeom prst="rect">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dirty="0">
                <a:solidFill>
                  <a:schemeClr val="bg1"/>
                </a:solidFill>
              </a:rPr>
              <a:t>Discover</a:t>
            </a:r>
          </a:p>
          <a:p>
            <a:pPr algn="ctr"/>
            <a:r>
              <a:rPr lang="en-IN" sz="800" b="1" dirty="0">
                <a:solidFill>
                  <a:schemeClr val="bg1"/>
                </a:solidFill>
              </a:rPr>
              <a:t>Deliverables</a:t>
            </a:r>
          </a:p>
          <a:p>
            <a:pPr marL="171450" indent="-171450">
              <a:buFont typeface="Arial" panose="020B0604020202020204" pitchFamily="34" charset="0"/>
              <a:buChar char="•"/>
            </a:pPr>
            <a:endParaRPr lang="en-IN" sz="800" b="1" dirty="0">
              <a:solidFill>
                <a:schemeClr val="bg1"/>
              </a:solidFill>
            </a:endParaRPr>
          </a:p>
        </p:txBody>
      </p:sp>
      <p:sp>
        <p:nvSpPr>
          <p:cNvPr id="27" name="Star: 5 Points 26">
            <a:extLst>
              <a:ext uri="{FF2B5EF4-FFF2-40B4-BE49-F238E27FC236}">
                <a16:creationId xmlns:a16="http://schemas.microsoft.com/office/drawing/2014/main" id="{94740B81-9C27-13B8-1C7F-4D7E6B9B7E3E}"/>
              </a:ext>
            </a:extLst>
          </p:cNvPr>
          <p:cNvSpPr/>
          <p:nvPr/>
        </p:nvSpPr>
        <p:spPr>
          <a:xfrm>
            <a:off x="4033538" y="1575468"/>
            <a:ext cx="239739" cy="192712"/>
          </a:xfrm>
          <a:prstGeom prst="star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28" name="Star: 5 Points 27">
            <a:extLst>
              <a:ext uri="{FF2B5EF4-FFF2-40B4-BE49-F238E27FC236}">
                <a16:creationId xmlns:a16="http://schemas.microsoft.com/office/drawing/2014/main" id="{300FFACB-734A-0AF2-27A6-7BFA332939F6}"/>
              </a:ext>
            </a:extLst>
          </p:cNvPr>
          <p:cNvSpPr/>
          <p:nvPr/>
        </p:nvSpPr>
        <p:spPr>
          <a:xfrm>
            <a:off x="5226475" y="1596533"/>
            <a:ext cx="239739" cy="192712"/>
          </a:xfrm>
          <a:prstGeom prst="star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29" name="Star: 5 Points 28">
            <a:extLst>
              <a:ext uri="{FF2B5EF4-FFF2-40B4-BE49-F238E27FC236}">
                <a16:creationId xmlns:a16="http://schemas.microsoft.com/office/drawing/2014/main" id="{388AC673-17DF-7CB6-62EF-489FB7B5AB9D}"/>
              </a:ext>
            </a:extLst>
          </p:cNvPr>
          <p:cNvSpPr/>
          <p:nvPr/>
        </p:nvSpPr>
        <p:spPr>
          <a:xfrm>
            <a:off x="6522032" y="1624900"/>
            <a:ext cx="239739" cy="192712"/>
          </a:xfrm>
          <a:prstGeom prst="star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35" name="Star: 5 Points 34">
            <a:extLst>
              <a:ext uri="{FF2B5EF4-FFF2-40B4-BE49-F238E27FC236}">
                <a16:creationId xmlns:a16="http://schemas.microsoft.com/office/drawing/2014/main" id="{241A6C18-25FE-3FE2-DF01-32B2869BCDF7}"/>
              </a:ext>
            </a:extLst>
          </p:cNvPr>
          <p:cNvSpPr/>
          <p:nvPr/>
        </p:nvSpPr>
        <p:spPr>
          <a:xfrm>
            <a:off x="7828850" y="1599543"/>
            <a:ext cx="239739" cy="192712"/>
          </a:xfrm>
          <a:prstGeom prst="star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5" name="Star: 5 Points 44">
            <a:extLst>
              <a:ext uri="{FF2B5EF4-FFF2-40B4-BE49-F238E27FC236}">
                <a16:creationId xmlns:a16="http://schemas.microsoft.com/office/drawing/2014/main" id="{E7A55A2A-9BA3-49DC-1784-D73FC3FAEC22}"/>
              </a:ext>
            </a:extLst>
          </p:cNvPr>
          <p:cNvSpPr/>
          <p:nvPr/>
        </p:nvSpPr>
        <p:spPr>
          <a:xfrm>
            <a:off x="9123641" y="1586299"/>
            <a:ext cx="239739" cy="192712"/>
          </a:xfrm>
          <a:prstGeom prst="star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6" name="Star: 5 Points 45">
            <a:extLst>
              <a:ext uri="{FF2B5EF4-FFF2-40B4-BE49-F238E27FC236}">
                <a16:creationId xmlns:a16="http://schemas.microsoft.com/office/drawing/2014/main" id="{56CE5403-C105-6171-95CB-269D71212B2B}"/>
              </a:ext>
            </a:extLst>
          </p:cNvPr>
          <p:cNvSpPr/>
          <p:nvPr/>
        </p:nvSpPr>
        <p:spPr>
          <a:xfrm>
            <a:off x="10370651" y="1630368"/>
            <a:ext cx="239739" cy="192712"/>
          </a:xfrm>
          <a:prstGeom prst="star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1" name="Star: 5 Points 50">
            <a:extLst>
              <a:ext uri="{FF2B5EF4-FFF2-40B4-BE49-F238E27FC236}">
                <a16:creationId xmlns:a16="http://schemas.microsoft.com/office/drawing/2014/main" id="{A594196B-7198-AC25-E932-DBFB8981F0D9}"/>
              </a:ext>
            </a:extLst>
          </p:cNvPr>
          <p:cNvSpPr/>
          <p:nvPr/>
        </p:nvSpPr>
        <p:spPr>
          <a:xfrm>
            <a:off x="3281051" y="6180023"/>
            <a:ext cx="239739" cy="192712"/>
          </a:xfrm>
          <a:prstGeom prst="star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3" name="TextBox 52">
            <a:extLst>
              <a:ext uri="{FF2B5EF4-FFF2-40B4-BE49-F238E27FC236}">
                <a16:creationId xmlns:a16="http://schemas.microsoft.com/office/drawing/2014/main" id="{44682ACD-B312-FE01-AF35-1DC2C76F8A6D}"/>
              </a:ext>
            </a:extLst>
          </p:cNvPr>
          <p:cNvSpPr txBox="1"/>
          <p:nvPr/>
        </p:nvSpPr>
        <p:spPr>
          <a:xfrm>
            <a:off x="3534206" y="6163526"/>
            <a:ext cx="1582220" cy="253916"/>
          </a:xfrm>
          <a:prstGeom prst="rect">
            <a:avLst/>
          </a:prstGeom>
          <a:noFill/>
        </p:spPr>
        <p:txBody>
          <a:bodyPr wrap="square" rtlCol="0">
            <a:spAutoFit/>
          </a:bodyPr>
          <a:lstStyle/>
          <a:p>
            <a:r>
              <a:rPr lang="en-IN" sz="1050" dirty="0"/>
              <a:t>Executive briefings</a:t>
            </a:r>
          </a:p>
        </p:txBody>
      </p:sp>
      <p:sp>
        <p:nvSpPr>
          <p:cNvPr id="54" name="TextBox 53">
            <a:extLst>
              <a:ext uri="{FF2B5EF4-FFF2-40B4-BE49-F238E27FC236}">
                <a16:creationId xmlns:a16="http://schemas.microsoft.com/office/drawing/2014/main" id="{98EF39CA-44CF-E5B9-1278-580202704441}"/>
              </a:ext>
            </a:extLst>
          </p:cNvPr>
          <p:cNvSpPr txBox="1"/>
          <p:nvPr/>
        </p:nvSpPr>
        <p:spPr>
          <a:xfrm>
            <a:off x="9765847" y="4037864"/>
            <a:ext cx="876450" cy="338554"/>
          </a:xfrm>
          <a:prstGeom prst="rect">
            <a:avLst/>
          </a:prstGeom>
          <a:noFill/>
        </p:spPr>
        <p:txBody>
          <a:bodyPr wrap="square" rtlCol="0">
            <a:spAutoFit/>
          </a:bodyPr>
          <a:lstStyle/>
          <a:p>
            <a:r>
              <a:rPr lang="en-IN" sz="800" dirty="0"/>
              <a:t>Evaluate Completed</a:t>
            </a:r>
          </a:p>
        </p:txBody>
      </p:sp>
      <p:sp>
        <p:nvSpPr>
          <p:cNvPr id="58" name="TextBox 57">
            <a:extLst>
              <a:ext uri="{FF2B5EF4-FFF2-40B4-BE49-F238E27FC236}">
                <a16:creationId xmlns:a16="http://schemas.microsoft.com/office/drawing/2014/main" id="{1ACBFA94-C780-2200-8EA0-62EAEA41AF7B}"/>
              </a:ext>
            </a:extLst>
          </p:cNvPr>
          <p:cNvSpPr txBox="1"/>
          <p:nvPr/>
        </p:nvSpPr>
        <p:spPr>
          <a:xfrm>
            <a:off x="7123302" y="2626860"/>
            <a:ext cx="713198" cy="338554"/>
          </a:xfrm>
          <a:prstGeom prst="rect">
            <a:avLst/>
          </a:prstGeom>
          <a:noFill/>
        </p:spPr>
        <p:txBody>
          <a:bodyPr wrap="square" rtlCol="0">
            <a:spAutoFit/>
          </a:bodyPr>
          <a:lstStyle/>
          <a:p>
            <a:r>
              <a:rPr lang="en-IN" sz="800" dirty="0"/>
              <a:t>Discover completed</a:t>
            </a:r>
          </a:p>
        </p:txBody>
      </p:sp>
      <p:sp>
        <p:nvSpPr>
          <p:cNvPr id="62" name="Rectangle 61">
            <a:extLst>
              <a:ext uri="{FF2B5EF4-FFF2-40B4-BE49-F238E27FC236}">
                <a16:creationId xmlns:a16="http://schemas.microsoft.com/office/drawing/2014/main" id="{3399A7CD-ED7B-FD7E-DBB4-9AAD8F1C970E}"/>
              </a:ext>
            </a:extLst>
          </p:cNvPr>
          <p:cNvSpPr/>
          <p:nvPr/>
        </p:nvSpPr>
        <p:spPr>
          <a:xfrm>
            <a:off x="9331286" y="4942273"/>
            <a:ext cx="1405083" cy="400908"/>
          </a:xfrm>
          <a:prstGeom prst="rect">
            <a:avLst/>
          </a:prstGeom>
          <a:solidFill>
            <a:srgbClr val="00B05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800" b="1" dirty="0">
                <a:solidFill>
                  <a:schemeClr val="bg1"/>
                </a:solidFill>
              </a:rPr>
              <a:t>Recommend</a:t>
            </a:r>
          </a:p>
          <a:p>
            <a:pPr algn="ctr">
              <a:defRPr/>
            </a:pPr>
            <a:r>
              <a:rPr lang="en-IN" sz="800" b="1" dirty="0">
                <a:solidFill>
                  <a:schemeClr val="bg1"/>
                </a:solidFill>
              </a:rPr>
              <a:t>Deliverables</a:t>
            </a:r>
          </a:p>
        </p:txBody>
      </p:sp>
      <p:sp>
        <p:nvSpPr>
          <p:cNvPr id="18" name="Arrow: Pentagon 17">
            <a:extLst>
              <a:ext uri="{FF2B5EF4-FFF2-40B4-BE49-F238E27FC236}">
                <a16:creationId xmlns:a16="http://schemas.microsoft.com/office/drawing/2014/main" id="{53F0FB41-671C-7807-2DD9-7851F642F669}"/>
              </a:ext>
            </a:extLst>
          </p:cNvPr>
          <p:cNvSpPr/>
          <p:nvPr/>
        </p:nvSpPr>
        <p:spPr>
          <a:xfrm>
            <a:off x="9090734" y="5844254"/>
            <a:ext cx="1677881" cy="490032"/>
          </a:xfrm>
          <a:prstGeom prst="homePlate">
            <a:avLst/>
          </a:prstGeom>
          <a:solidFill>
            <a:schemeClr val="accent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IN" sz="1100" dirty="0">
                <a:solidFill>
                  <a:schemeClr val="bg1"/>
                </a:solidFill>
              </a:rPr>
              <a:t>Submit Proposal</a:t>
            </a:r>
          </a:p>
          <a:p>
            <a:pPr algn="ctr"/>
            <a:r>
              <a:rPr lang="en-IN" sz="1100" dirty="0">
                <a:solidFill>
                  <a:schemeClr val="bg1"/>
                </a:solidFill>
              </a:rPr>
              <a:t> for Phase 2</a:t>
            </a:r>
          </a:p>
        </p:txBody>
      </p:sp>
      <p:sp>
        <p:nvSpPr>
          <p:cNvPr id="22" name="Flowchart: Process 21">
            <a:extLst>
              <a:ext uri="{FF2B5EF4-FFF2-40B4-BE49-F238E27FC236}">
                <a16:creationId xmlns:a16="http://schemas.microsoft.com/office/drawing/2014/main" id="{16B15DD6-D99C-C520-3C99-995FDB93A778}"/>
              </a:ext>
            </a:extLst>
          </p:cNvPr>
          <p:cNvSpPr/>
          <p:nvPr/>
        </p:nvSpPr>
        <p:spPr>
          <a:xfrm>
            <a:off x="5034709" y="6224530"/>
            <a:ext cx="341522" cy="132202"/>
          </a:xfrm>
          <a:prstGeom prst="flowChartProces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25" name="TextBox 24">
            <a:extLst>
              <a:ext uri="{FF2B5EF4-FFF2-40B4-BE49-F238E27FC236}">
                <a16:creationId xmlns:a16="http://schemas.microsoft.com/office/drawing/2014/main" id="{D711636F-9E81-7731-F3C8-ED144BB49B37}"/>
              </a:ext>
            </a:extLst>
          </p:cNvPr>
          <p:cNvSpPr txBox="1"/>
          <p:nvPr/>
        </p:nvSpPr>
        <p:spPr>
          <a:xfrm>
            <a:off x="5658626" y="6139656"/>
            <a:ext cx="1582220" cy="253916"/>
          </a:xfrm>
          <a:prstGeom prst="rect">
            <a:avLst/>
          </a:prstGeom>
          <a:noFill/>
        </p:spPr>
        <p:txBody>
          <a:bodyPr wrap="square" rtlCol="0">
            <a:spAutoFit/>
          </a:bodyPr>
          <a:lstStyle/>
          <a:p>
            <a:r>
              <a:rPr lang="en-IN" sz="1050" dirty="0"/>
              <a:t>Phase 2 Discussions</a:t>
            </a:r>
          </a:p>
        </p:txBody>
      </p:sp>
      <p:sp>
        <p:nvSpPr>
          <p:cNvPr id="24" name="Oval 23">
            <a:extLst>
              <a:ext uri="{FF2B5EF4-FFF2-40B4-BE49-F238E27FC236}">
                <a16:creationId xmlns:a16="http://schemas.microsoft.com/office/drawing/2014/main" id="{A3037D6A-FF69-433F-8250-6EBE968843D4}"/>
              </a:ext>
            </a:extLst>
          </p:cNvPr>
          <p:cNvSpPr/>
          <p:nvPr/>
        </p:nvSpPr>
        <p:spPr>
          <a:xfrm>
            <a:off x="6801108" y="2900292"/>
            <a:ext cx="108000" cy="1080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21" name="Arrow: Pentagon 20">
            <a:extLst>
              <a:ext uri="{FF2B5EF4-FFF2-40B4-BE49-F238E27FC236}">
                <a16:creationId xmlns:a16="http://schemas.microsoft.com/office/drawing/2014/main" id="{47F99474-BEA4-3FFB-1B72-5377084B306D}"/>
              </a:ext>
            </a:extLst>
          </p:cNvPr>
          <p:cNvSpPr/>
          <p:nvPr/>
        </p:nvSpPr>
        <p:spPr>
          <a:xfrm>
            <a:off x="2012048" y="1751682"/>
            <a:ext cx="841321" cy="313906"/>
          </a:xfrm>
          <a:prstGeom prst="homePlate">
            <a:avLst/>
          </a:prstGeom>
          <a:solidFill>
            <a:schemeClr val="accent2">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Stakeholder identification and alignment</a:t>
            </a:r>
          </a:p>
        </p:txBody>
      </p:sp>
    </p:spTree>
    <p:extLst>
      <p:ext uri="{BB962C8B-B14F-4D97-AF65-F5344CB8AC3E}">
        <p14:creationId xmlns:p14="http://schemas.microsoft.com/office/powerpoint/2010/main" val="3387404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804581-EC36-433C-AD1E-6DDFA7BE695D}"/>
              </a:ext>
            </a:extLst>
          </p:cNvPr>
          <p:cNvSpPr/>
          <p:nvPr/>
        </p:nvSpPr>
        <p:spPr>
          <a:xfrm>
            <a:off x="0" y="0"/>
            <a:ext cx="3276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pic>
        <p:nvPicPr>
          <p:cNvPr id="8" name="Picture 7" descr="A group of people looking at papers&#10;&#10;Description automatically generated with medium confidence">
            <a:extLst>
              <a:ext uri="{FF2B5EF4-FFF2-40B4-BE49-F238E27FC236}">
                <a16:creationId xmlns:a16="http://schemas.microsoft.com/office/drawing/2014/main" id="{D79E96FE-59FD-4A9B-AAC9-69FAAEB2BAFA}"/>
              </a:ext>
            </a:extLst>
          </p:cNvPr>
          <p:cNvPicPr>
            <a:picLocks noChangeAspect="1"/>
          </p:cNvPicPr>
          <p:nvPr/>
        </p:nvPicPr>
        <p:blipFill rotWithShape="1">
          <a:blip r:embed="rId3">
            <a:extLst>
              <a:ext uri="{28A0092B-C50C-407E-A947-70E740481C1C}">
                <a14:useLocalDpi xmlns:a14="http://schemas.microsoft.com/office/drawing/2010/main" val="0"/>
              </a:ext>
            </a:extLst>
          </a:blip>
          <a:srcRect l="32292" r="20058" b="267"/>
          <a:stretch/>
        </p:blipFill>
        <p:spPr>
          <a:xfrm>
            <a:off x="0" y="1125538"/>
            <a:ext cx="3822853" cy="5337175"/>
          </a:xfrm>
          <a:prstGeom prst="rect">
            <a:avLst/>
          </a:prstGeom>
          <a:effectLst>
            <a:outerShdw blurRad="50800" dist="38100" dir="5400000" algn="t" rotWithShape="0">
              <a:prstClr val="black">
                <a:alpha val="40000"/>
              </a:prstClr>
            </a:outerShdw>
          </a:effectLst>
        </p:spPr>
      </p:pic>
      <p:sp>
        <p:nvSpPr>
          <p:cNvPr id="9" name="TextBox 8">
            <a:extLst>
              <a:ext uri="{FF2B5EF4-FFF2-40B4-BE49-F238E27FC236}">
                <a16:creationId xmlns:a16="http://schemas.microsoft.com/office/drawing/2014/main" id="{5AF789AB-3F96-4111-BAB4-E3E4A364F32D}"/>
              </a:ext>
            </a:extLst>
          </p:cNvPr>
          <p:cNvSpPr txBox="1"/>
          <p:nvPr/>
        </p:nvSpPr>
        <p:spPr>
          <a:xfrm>
            <a:off x="4087259" y="953724"/>
            <a:ext cx="7563635" cy="5581528"/>
          </a:xfrm>
          <a:prstGeom prst="rect">
            <a:avLst/>
          </a:prstGeom>
          <a:noFill/>
        </p:spPr>
        <p:txBody>
          <a:bodyPr wrap="square">
            <a:spAutoFit/>
          </a:bodyPr>
          <a:lstStyle/>
          <a:p>
            <a:pPr marR="0" lvl="0" algn="l" defTabSz="914400" rtl="0" eaLnBrk="1" fontAlgn="auto" latinLnBrk="0" hangingPunct="1">
              <a:lnSpc>
                <a:spcPct val="150000"/>
              </a:lnSpc>
              <a:spcBef>
                <a:spcPts val="0"/>
              </a:spcBef>
              <a:spcAft>
                <a:spcPts val="0"/>
              </a:spcAft>
              <a:buClr>
                <a:schemeClr val="tx2"/>
              </a:buClr>
              <a:buSzTx/>
              <a:tabLst/>
              <a:defRPr/>
            </a:pPr>
            <a:r>
              <a:rPr lang="en-IN" sz="1600" b="1" u="sng" dirty="0">
                <a:solidFill>
                  <a:schemeClr val="accent1"/>
                </a:solidFill>
                <a:effectLst/>
                <a:latin typeface="+mn-lt"/>
              </a:rPr>
              <a:t>ASSUMPTIONS</a:t>
            </a:r>
          </a:p>
          <a:p>
            <a:pPr marL="228600" marR="0" lvl="0" indent="-228600" algn="l" defTabSz="914400" rtl="0" eaLnBrk="1" fontAlgn="auto" latinLnBrk="0" hangingPunct="1">
              <a:lnSpc>
                <a:spcPct val="150000"/>
              </a:lnSpc>
              <a:spcBef>
                <a:spcPts val="0"/>
              </a:spcBef>
              <a:spcAft>
                <a:spcPts val="0"/>
              </a:spcAft>
              <a:buClr>
                <a:schemeClr val="tx2"/>
              </a:buClr>
              <a:buSzTx/>
              <a:buFont typeface="+mj-lt"/>
              <a:buAutoNum type="arabicPeriod"/>
              <a:tabLst/>
              <a:defRPr/>
            </a:pPr>
            <a:endParaRPr lang="en-IN" sz="1600" dirty="0"/>
          </a:p>
          <a:p>
            <a:pPr marL="228600" marR="0" lvl="0" indent="-228600" algn="l" defTabSz="914400" rtl="0" eaLnBrk="1" fontAlgn="auto" latinLnBrk="0" hangingPunct="1">
              <a:lnSpc>
                <a:spcPct val="150000"/>
              </a:lnSpc>
              <a:spcBef>
                <a:spcPts val="0"/>
              </a:spcBef>
              <a:spcAft>
                <a:spcPts val="0"/>
              </a:spcAft>
              <a:buClr>
                <a:schemeClr val="tx2"/>
              </a:buClr>
              <a:buSzTx/>
              <a:buFont typeface="+mj-lt"/>
              <a:buAutoNum type="arabicPeriod"/>
              <a:tabLst/>
              <a:defRPr/>
            </a:pPr>
            <a:r>
              <a:rPr lang="en-IN" sz="1600" b="0" dirty="0">
                <a:solidFill>
                  <a:schemeClr val="tx1"/>
                </a:solidFill>
                <a:effectLst/>
                <a:latin typeface="+mn-lt"/>
              </a:rPr>
              <a:t>Client will nominate single point of contact for the project from Client side, and formally communicate it to Capgemini at the start of the project</a:t>
            </a:r>
          </a:p>
          <a:p>
            <a:pPr marL="228600" marR="0" lvl="0" indent="-228600" algn="l" defTabSz="914400" rtl="0" eaLnBrk="1" fontAlgn="auto" latinLnBrk="0" hangingPunct="1">
              <a:lnSpc>
                <a:spcPct val="150000"/>
              </a:lnSpc>
              <a:spcBef>
                <a:spcPts val="0"/>
              </a:spcBef>
              <a:spcAft>
                <a:spcPts val="0"/>
              </a:spcAft>
              <a:buClr>
                <a:schemeClr val="tx2"/>
              </a:buClr>
              <a:buSzTx/>
              <a:buFont typeface="+mj-lt"/>
              <a:buAutoNum type="arabicPeriod"/>
              <a:tabLst/>
              <a:defRPr/>
            </a:pPr>
            <a:r>
              <a:rPr lang="en-IN" sz="1600" b="0" dirty="0">
                <a:solidFill>
                  <a:schemeClr val="tx1"/>
                </a:solidFill>
                <a:effectLst/>
                <a:latin typeface="+mn-lt"/>
              </a:rPr>
              <a:t>Joint workshops will be conducted by Capgemini for scoping, validation and sign off of the deliverables as per agreed execution  plan</a:t>
            </a:r>
          </a:p>
          <a:p>
            <a:pPr marL="228600" marR="0" lvl="0" indent="-228600" algn="l" defTabSz="914400" rtl="0" eaLnBrk="1" fontAlgn="auto" latinLnBrk="0" hangingPunct="1">
              <a:lnSpc>
                <a:spcPct val="150000"/>
              </a:lnSpc>
              <a:spcBef>
                <a:spcPts val="0"/>
              </a:spcBef>
              <a:spcAft>
                <a:spcPts val="0"/>
              </a:spcAft>
              <a:buClr>
                <a:schemeClr val="tx2"/>
              </a:buClr>
              <a:buSzTx/>
              <a:buFont typeface="+mj-lt"/>
              <a:buAutoNum type="arabicPeriod"/>
              <a:tabLst/>
              <a:defRPr/>
            </a:pPr>
            <a:r>
              <a:rPr lang="en-IN" sz="1600" b="0" kern="1200" dirty="0">
                <a:solidFill>
                  <a:schemeClr val="tx1"/>
                </a:solidFill>
                <a:effectLst/>
                <a:latin typeface="+mn-lt"/>
              </a:rPr>
              <a:t>Client will ensure availability of internal stakeholders for workshops, ad-hoc meetings, discussions , communication etc. during  the project.</a:t>
            </a:r>
          </a:p>
          <a:p>
            <a:pPr marL="228600" indent="-228600">
              <a:lnSpc>
                <a:spcPct val="150000"/>
              </a:lnSpc>
              <a:buClr>
                <a:schemeClr val="tx2"/>
              </a:buClr>
              <a:buFont typeface="+mj-lt"/>
              <a:buAutoNum type="arabicPeriod"/>
              <a:defRPr/>
            </a:pPr>
            <a:r>
              <a:rPr lang="en-IN" sz="1600" b="0" kern="1200" dirty="0">
                <a:solidFill>
                  <a:schemeClr val="tx1"/>
                </a:solidFill>
                <a:effectLst/>
                <a:latin typeface="+mn-lt"/>
                <a:ea typeface="+mn-ea"/>
                <a:cs typeface="+mn-cs"/>
              </a:rPr>
              <a:t>Deliverables will be deemed accepted if no feedback received within 3 working days post submission</a:t>
            </a:r>
          </a:p>
          <a:p>
            <a:pPr marL="228600" indent="-228600">
              <a:lnSpc>
                <a:spcPct val="150000"/>
              </a:lnSpc>
              <a:buClr>
                <a:schemeClr val="tx2"/>
              </a:buClr>
              <a:buFont typeface="+mj-lt"/>
              <a:buAutoNum type="arabicPeriod"/>
              <a:defRPr/>
            </a:pPr>
            <a:endParaRPr lang="en-IN" sz="1600" b="0" kern="1200" dirty="0">
              <a:solidFill>
                <a:schemeClr val="tx1"/>
              </a:solidFill>
              <a:effectLst/>
              <a:latin typeface="+mn-lt"/>
              <a:ea typeface="+mn-ea"/>
              <a:cs typeface="+mn-cs"/>
            </a:endParaRPr>
          </a:p>
          <a:p>
            <a:pPr marR="0" lvl="0" algn="l" defTabSz="914400" rtl="0" eaLnBrk="1" fontAlgn="auto" latinLnBrk="0" hangingPunct="1">
              <a:lnSpc>
                <a:spcPct val="150000"/>
              </a:lnSpc>
              <a:spcBef>
                <a:spcPts val="0"/>
              </a:spcBef>
              <a:spcAft>
                <a:spcPts val="0"/>
              </a:spcAft>
              <a:buClr>
                <a:schemeClr val="tx2"/>
              </a:buClr>
              <a:buSzTx/>
              <a:tabLst/>
              <a:defRPr/>
            </a:pPr>
            <a:r>
              <a:rPr lang="en-IN" sz="1600" b="1" u="sng" kern="1200" dirty="0">
                <a:solidFill>
                  <a:srgbClr val="0070AD"/>
                </a:solidFill>
                <a:effectLst/>
                <a:latin typeface="+mn-lt"/>
              </a:rPr>
              <a:t>DEPENDENCIES</a:t>
            </a:r>
          </a:p>
          <a:p>
            <a:pPr marR="0" lvl="0" algn="l" defTabSz="914400" rtl="0" eaLnBrk="1" fontAlgn="auto" latinLnBrk="0" hangingPunct="1">
              <a:lnSpc>
                <a:spcPct val="150000"/>
              </a:lnSpc>
              <a:spcBef>
                <a:spcPts val="0"/>
              </a:spcBef>
              <a:spcAft>
                <a:spcPts val="0"/>
              </a:spcAft>
              <a:buClr>
                <a:schemeClr val="tx2"/>
              </a:buClr>
              <a:buSzTx/>
              <a:tabLst/>
              <a:defRPr/>
            </a:pPr>
            <a:endParaRPr lang="en-IN" sz="1600" b="1" u="sng" kern="1200" dirty="0">
              <a:solidFill>
                <a:srgbClr val="0070AD"/>
              </a:solidFill>
              <a:effectLst/>
              <a:latin typeface="+mn-lt"/>
            </a:endParaRPr>
          </a:p>
          <a:p>
            <a:pPr marL="228600" marR="0" lvl="0" indent="-228600">
              <a:lnSpc>
                <a:spcPct val="150000"/>
              </a:lnSpc>
              <a:spcBef>
                <a:spcPts val="0"/>
              </a:spcBef>
              <a:spcAft>
                <a:spcPts val="0"/>
              </a:spcAft>
              <a:buClr>
                <a:schemeClr val="tx2"/>
              </a:buClr>
              <a:buFont typeface="+mj-lt"/>
              <a:buAutoNum type="arabicPeriod"/>
              <a:tabLst/>
            </a:pPr>
            <a:r>
              <a:rPr lang="en-IN" sz="1600" b="0" kern="1200" dirty="0">
                <a:solidFill>
                  <a:schemeClr val="tx1"/>
                </a:solidFill>
                <a:effectLst/>
                <a:latin typeface="+mn-lt"/>
                <a:ea typeface="+mn-ea"/>
                <a:cs typeface="+mn-cs"/>
              </a:rPr>
              <a:t>Data/information availability to complete the assessment </a:t>
            </a:r>
          </a:p>
          <a:p>
            <a:pPr marL="228600" marR="0" lvl="0" indent="-228600">
              <a:lnSpc>
                <a:spcPct val="150000"/>
              </a:lnSpc>
              <a:spcBef>
                <a:spcPts val="0"/>
              </a:spcBef>
              <a:spcAft>
                <a:spcPts val="0"/>
              </a:spcAft>
              <a:buClr>
                <a:schemeClr val="tx2"/>
              </a:buClr>
              <a:buFont typeface="+mj-lt"/>
              <a:buAutoNum type="arabicPeriod"/>
              <a:tabLst/>
            </a:pPr>
            <a:r>
              <a:rPr lang="en-IN" sz="1600" dirty="0"/>
              <a:t>Stakeholders availability for workshops/Meetings/Reviews.</a:t>
            </a:r>
            <a:endParaRPr lang="en-IN" sz="1600" b="0" kern="1200" dirty="0">
              <a:solidFill>
                <a:schemeClr val="tx1"/>
              </a:solidFill>
              <a:effectLst/>
              <a:latin typeface="+mn-lt"/>
              <a:ea typeface="+mn-ea"/>
              <a:cs typeface="+mn-cs"/>
            </a:endParaRPr>
          </a:p>
        </p:txBody>
      </p:sp>
      <p:sp>
        <p:nvSpPr>
          <p:cNvPr id="2" name="Title 1">
            <a:extLst>
              <a:ext uri="{FF2B5EF4-FFF2-40B4-BE49-F238E27FC236}">
                <a16:creationId xmlns:a16="http://schemas.microsoft.com/office/drawing/2014/main" id="{A3994C27-4D91-486C-A40E-5225D27AD55E}"/>
              </a:ext>
            </a:extLst>
          </p:cNvPr>
          <p:cNvSpPr>
            <a:spLocks noGrp="1"/>
          </p:cNvSpPr>
          <p:nvPr>
            <p:ph type="title"/>
          </p:nvPr>
        </p:nvSpPr>
        <p:spPr>
          <a:xfrm>
            <a:off x="404813" y="149974"/>
            <a:ext cx="10947772" cy="716711"/>
          </a:xfrm>
        </p:spPr>
        <p:txBody>
          <a:bodyPr/>
          <a:lstStyle/>
          <a:p>
            <a:r>
              <a:rPr lang="en-US" dirty="0"/>
              <a:t>Assumptions  &amp; DEPENDENCIES</a:t>
            </a:r>
          </a:p>
        </p:txBody>
      </p:sp>
    </p:spTree>
    <p:extLst>
      <p:ext uri="{BB962C8B-B14F-4D97-AF65-F5344CB8AC3E}">
        <p14:creationId xmlns:p14="http://schemas.microsoft.com/office/powerpoint/2010/main" val="266082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AF92D-966E-8EDA-A008-FDEEABE67412}"/>
              </a:ext>
            </a:extLst>
          </p:cNvPr>
          <p:cNvSpPr>
            <a:spLocks noGrp="1"/>
          </p:cNvSpPr>
          <p:nvPr>
            <p:ph type="title"/>
          </p:nvPr>
        </p:nvSpPr>
        <p:spPr/>
        <p:txBody>
          <a:bodyPr/>
          <a:lstStyle/>
          <a:p>
            <a:r>
              <a:rPr lang="en-IN" dirty="0"/>
              <a:t>Roles &amp; Responsibilities – phase </a:t>
            </a:r>
            <a:r>
              <a:rPr lang="en-IN" dirty="0" err="1"/>
              <a:t>i</a:t>
            </a:r>
            <a:endParaRPr lang="en-IN" dirty="0"/>
          </a:p>
        </p:txBody>
      </p:sp>
      <p:graphicFrame>
        <p:nvGraphicFramePr>
          <p:cNvPr id="3" name="Table 2">
            <a:extLst>
              <a:ext uri="{FF2B5EF4-FFF2-40B4-BE49-F238E27FC236}">
                <a16:creationId xmlns:a16="http://schemas.microsoft.com/office/drawing/2014/main" id="{E4F842E7-A4AF-365E-8AA0-50DB145E32C3}"/>
              </a:ext>
            </a:extLst>
          </p:cNvPr>
          <p:cNvGraphicFramePr>
            <a:graphicFrameLocks noGrp="1"/>
          </p:cNvGraphicFramePr>
          <p:nvPr>
            <p:extLst>
              <p:ext uri="{D42A27DB-BD31-4B8C-83A1-F6EECF244321}">
                <p14:modId xmlns:p14="http://schemas.microsoft.com/office/powerpoint/2010/main" val="2931474918"/>
              </p:ext>
            </p:extLst>
          </p:nvPr>
        </p:nvGraphicFramePr>
        <p:xfrm>
          <a:off x="404813" y="682957"/>
          <a:ext cx="11353450" cy="6038330"/>
        </p:xfrm>
        <a:graphic>
          <a:graphicData uri="http://schemas.openxmlformats.org/drawingml/2006/table">
            <a:tbl>
              <a:tblPr firstRow="1" bandRow="1">
                <a:tableStyleId>{5C22544A-7EE6-4342-B048-85BDC9FD1C3A}</a:tableStyleId>
              </a:tblPr>
              <a:tblGrid>
                <a:gridCol w="349568">
                  <a:extLst>
                    <a:ext uri="{9D8B030D-6E8A-4147-A177-3AD203B41FA5}">
                      <a16:colId xmlns:a16="http://schemas.microsoft.com/office/drawing/2014/main" val="3347047961"/>
                    </a:ext>
                  </a:extLst>
                </a:gridCol>
                <a:gridCol w="2006893">
                  <a:extLst>
                    <a:ext uri="{9D8B030D-6E8A-4147-A177-3AD203B41FA5}">
                      <a16:colId xmlns:a16="http://schemas.microsoft.com/office/drawing/2014/main" val="556857635"/>
                    </a:ext>
                  </a:extLst>
                </a:gridCol>
                <a:gridCol w="8996989">
                  <a:extLst>
                    <a:ext uri="{9D8B030D-6E8A-4147-A177-3AD203B41FA5}">
                      <a16:colId xmlns:a16="http://schemas.microsoft.com/office/drawing/2014/main" val="215767655"/>
                    </a:ext>
                  </a:extLst>
                </a:gridCol>
              </a:tblGrid>
              <a:tr h="248417">
                <a:tc>
                  <a:txBody>
                    <a:bodyPr/>
                    <a:lstStyle/>
                    <a:p>
                      <a:r>
                        <a:rPr lang="en-IN"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ABDB"/>
                    </a:solidFill>
                  </a:tcPr>
                </a:tc>
                <a:tc>
                  <a:txBody>
                    <a:bodyPr/>
                    <a:lstStyle/>
                    <a:p>
                      <a:r>
                        <a:rPr lang="en-IN" sz="1200"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ABDB"/>
                    </a:solidFill>
                  </a:tcPr>
                </a:tc>
                <a:tc>
                  <a:txBody>
                    <a:bodyPr/>
                    <a:lstStyle/>
                    <a:p>
                      <a:r>
                        <a:rPr lang="en-IN" sz="1200" dirty="0"/>
                        <a:t>Responsibilities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ABDB"/>
                    </a:solidFill>
                  </a:tcPr>
                </a:tc>
                <a:extLst>
                  <a:ext uri="{0D108BD9-81ED-4DB2-BD59-A6C34878D82A}">
                    <a16:rowId xmlns:a16="http://schemas.microsoft.com/office/drawing/2014/main" val="2549237478"/>
                  </a:ext>
                </a:extLst>
              </a:tr>
              <a:tr h="894299">
                <a:tc>
                  <a:txBody>
                    <a:bodyPr/>
                    <a:lstStyle/>
                    <a:p>
                      <a:r>
                        <a:rPr lang="en-IN" sz="12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GB" sz="1050" kern="1200" dirty="0">
                          <a:solidFill>
                            <a:schemeClr val="dk1"/>
                          </a:solidFill>
                          <a:latin typeface="+mn-lt"/>
                          <a:ea typeface="+mn-ea"/>
                          <a:cs typeface="+mn-cs"/>
                        </a:rPr>
                        <a:t>Lead Enterprise Architect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kern="1200" dirty="0">
                          <a:solidFill>
                            <a:srgbClr val="202124"/>
                          </a:solidFill>
                          <a:latin typeface="+mn-lt"/>
                          <a:ea typeface="+mn-ea"/>
                          <a:cs typeface="+mn-cs"/>
                        </a:rPr>
                        <a:t>Creating methods for compliance of architecture pattern –blueprints, templates etc.</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kern="1200" dirty="0">
                          <a:solidFill>
                            <a:srgbClr val="202124"/>
                          </a:solidFill>
                          <a:latin typeface="+mn-lt"/>
                          <a:ea typeface="+mn-ea"/>
                          <a:cs typeface="+mn-cs"/>
                        </a:rPr>
                        <a:t>Suggesting and reviewing  standard guidelines and principles to be followed as part of COE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kern="1200" dirty="0">
                          <a:solidFill>
                            <a:srgbClr val="202124"/>
                          </a:solidFill>
                          <a:latin typeface="+mn-lt"/>
                          <a:ea typeface="+mn-ea"/>
                          <a:cs typeface="+mn-cs"/>
                        </a:rPr>
                        <a:t>Reviewing the roadmaps and plans of COE work.</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kern="1200" dirty="0">
                          <a:solidFill>
                            <a:srgbClr val="202124"/>
                          </a:solidFill>
                          <a:latin typeface="+mn-lt"/>
                          <a:ea typeface="+mn-ea"/>
                          <a:cs typeface="+mn-cs"/>
                        </a:rPr>
                        <a:t>Recommending team alignment and governance patterns.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kern="1200" dirty="0">
                          <a:solidFill>
                            <a:srgbClr val="202124"/>
                          </a:solidFill>
                          <a:latin typeface="+mn-lt"/>
                          <a:ea typeface="+mn-ea"/>
                          <a:cs typeface="+mn-cs"/>
                        </a:rPr>
                        <a:t>Lead and direct during architecture workshop meetings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IN" sz="1050" kern="1200" dirty="0">
                        <a:solidFill>
                          <a:srgbClr val="202124"/>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3401721"/>
                  </a:ext>
                </a:extLst>
              </a:tr>
              <a:tr h="1850703">
                <a:tc>
                  <a:txBody>
                    <a:bodyPr/>
                    <a:lstStyle/>
                    <a:p>
                      <a:r>
                        <a:rPr lang="en-IN"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50" kern="1200" dirty="0">
                          <a:solidFill>
                            <a:schemeClr val="dk1"/>
                          </a:solidFill>
                          <a:latin typeface="+mn-lt"/>
                          <a:ea typeface="+mn-ea"/>
                          <a:cs typeface="+mn-cs"/>
                        </a:rPr>
                        <a:t>Engagement Manager &amp; Business  Architect </a:t>
                      </a:r>
                    </a:p>
                    <a:p>
                      <a:pPr marL="0" algn="l" defTabSz="914400" rtl="0" eaLnBrk="1" fontAlgn="b" latinLnBrk="0" hangingPunct="1"/>
                      <a:endParaRPr lang="en-GB" sz="105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IN" sz="1050" u="sng" kern="1200" dirty="0">
                          <a:solidFill>
                            <a:srgbClr val="202124"/>
                          </a:solidFill>
                          <a:latin typeface="+mn-lt"/>
                          <a:ea typeface="+mn-ea"/>
                          <a:cs typeface="+mn-cs"/>
                        </a:rPr>
                        <a:t>Engagement Manager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IN" sz="1050" kern="1200" dirty="0">
                        <a:solidFill>
                          <a:srgbClr val="202124"/>
                        </a:solidFill>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kern="1200" dirty="0">
                          <a:solidFill>
                            <a:srgbClr val="202124"/>
                          </a:solidFill>
                          <a:latin typeface="+mn-lt"/>
                          <a:ea typeface="+mn-ea"/>
                          <a:cs typeface="+mn-cs"/>
                        </a:rPr>
                        <a:t>Tracking and monitoring the resource utilization and burn down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kern="1200" dirty="0">
                          <a:solidFill>
                            <a:srgbClr val="202124"/>
                          </a:solidFill>
                          <a:latin typeface="+mn-lt"/>
                          <a:ea typeface="+mn-ea"/>
                          <a:cs typeface="+mn-cs"/>
                        </a:rPr>
                        <a:t>Leading the governance around work allocation and completion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kern="1200" dirty="0">
                          <a:solidFill>
                            <a:srgbClr val="202124"/>
                          </a:solidFill>
                          <a:latin typeface="+mn-lt"/>
                          <a:ea typeface="+mn-ea"/>
                          <a:cs typeface="+mn-cs"/>
                        </a:rPr>
                        <a:t>Meeting the resource demand needs in project based on Client requirements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kern="1200" dirty="0">
                          <a:solidFill>
                            <a:srgbClr val="202124"/>
                          </a:solidFill>
                          <a:latin typeface="+mn-lt"/>
                          <a:ea typeface="+mn-ea"/>
                          <a:cs typeface="+mn-cs"/>
                        </a:rPr>
                        <a:t>Leading  meetings to track the work status.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IN" sz="1050" kern="1200" dirty="0">
                        <a:solidFill>
                          <a:srgbClr val="202124"/>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IN" sz="1050" b="0" u="sng" kern="1200" dirty="0">
                          <a:solidFill>
                            <a:srgbClr val="202124"/>
                          </a:solidFill>
                          <a:latin typeface="+mn-lt"/>
                          <a:ea typeface="+mn-ea"/>
                          <a:cs typeface="+mn-cs"/>
                        </a:rPr>
                        <a:t>Business Architect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IN" sz="1050" kern="1200" dirty="0">
                        <a:solidFill>
                          <a:srgbClr val="202124"/>
                        </a:solidFill>
                        <a:latin typeface="+mn-lt"/>
                        <a:ea typeface="+mn-ea"/>
                        <a:cs typeface="+mn-cs"/>
                      </a:endParaRPr>
                    </a:p>
                    <a:p>
                      <a:pPr marL="228600" lvl="0" indent="-228600" algn="l">
                        <a:buFont typeface="+mj-lt"/>
                        <a:buAutoNum type="arabicPeriod"/>
                      </a:pPr>
                      <a:r>
                        <a:rPr lang="en-IN" sz="1050" dirty="0">
                          <a:solidFill>
                            <a:srgbClr val="202124"/>
                          </a:solidFill>
                          <a:latin typeface="+mn-lt"/>
                        </a:rPr>
                        <a:t>Consultancy around process frameworks, standardization.</a:t>
                      </a:r>
                    </a:p>
                    <a:p>
                      <a:pPr marL="228600" lvl="0" indent="-228600" algn="l" defTabSz="914400" rtl="0" eaLnBrk="1" latinLnBrk="0" hangingPunct="1">
                        <a:buFont typeface="+mj-lt"/>
                        <a:buAutoNum type="arabicPeriod"/>
                      </a:pPr>
                      <a:r>
                        <a:rPr lang="en-IN" sz="1050" kern="1200" dirty="0">
                          <a:solidFill>
                            <a:srgbClr val="202124"/>
                          </a:solidFill>
                          <a:latin typeface="+mn-lt"/>
                          <a:ea typeface="+mn-ea"/>
                          <a:cs typeface="+mn-cs"/>
                        </a:rPr>
                        <a:t>To propose Business Architecture Framework: including scope, depth, and range of activities, outcomes, and deliverables.</a:t>
                      </a:r>
                    </a:p>
                    <a:p>
                      <a:pPr marL="228600" lvl="0" indent="-228600" algn="l" defTabSz="914400" rtl="0" eaLnBrk="1" latinLnBrk="0" hangingPunct="1">
                        <a:buFont typeface="+mj-lt"/>
                        <a:buAutoNum type="arabicPeriod"/>
                      </a:pPr>
                      <a:r>
                        <a:rPr lang="en-IN" sz="1050" kern="1200" dirty="0">
                          <a:solidFill>
                            <a:srgbClr val="202124"/>
                          </a:solidFill>
                          <a:latin typeface="+mn-lt"/>
                          <a:ea typeface="+mn-ea"/>
                          <a:cs typeface="+mn-cs"/>
                        </a:rPr>
                        <a:t>Suggestions around new business capabilities </a:t>
                      </a:r>
                    </a:p>
                    <a:p>
                      <a:pPr marL="228600" lvl="0" indent="-228600" algn="l" defTabSz="914400" rtl="0" eaLnBrk="1" latinLnBrk="0" hangingPunct="1">
                        <a:buFont typeface="+mj-lt"/>
                        <a:buAutoNum type="arabicPeriod"/>
                      </a:pPr>
                      <a:r>
                        <a:rPr lang="en-IN" sz="1050" kern="1200" dirty="0">
                          <a:solidFill>
                            <a:srgbClr val="202124"/>
                          </a:solidFill>
                          <a:latin typeface="+mn-lt"/>
                          <a:ea typeface="+mn-ea"/>
                          <a:cs typeface="+mn-cs"/>
                        </a:rPr>
                        <a:t>Consultancy around Implementation of the capabilities map and value streams.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123910"/>
                  </a:ext>
                </a:extLst>
              </a:tr>
              <a:tr h="757670">
                <a:tc>
                  <a:txBody>
                    <a:bodyPr/>
                    <a:lstStyle/>
                    <a:p>
                      <a:r>
                        <a:rPr lang="en-IN"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GB" sz="1050" kern="1200" dirty="0">
                          <a:solidFill>
                            <a:schemeClr val="dk1"/>
                          </a:solidFill>
                          <a:latin typeface="+mn-lt"/>
                          <a:ea typeface="+mn-ea"/>
                          <a:cs typeface="+mn-cs"/>
                        </a:rPr>
                        <a:t>Business  Analyst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b="0" i="0" dirty="0">
                          <a:solidFill>
                            <a:srgbClr val="202124"/>
                          </a:solidFill>
                          <a:effectLst/>
                          <a:latin typeface="+mn-lt"/>
                        </a:rPr>
                        <a:t>Analysis of AS IS business process standards and provide recommendations.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kern="1200" dirty="0">
                          <a:solidFill>
                            <a:srgbClr val="202124"/>
                          </a:solidFill>
                          <a:latin typeface="+mn-lt"/>
                          <a:ea typeface="+mn-ea"/>
                          <a:cs typeface="+mn-cs"/>
                        </a:rPr>
                        <a:t>Performing  business impact analysis, outlining problems, opportunities and solutions for a business problem.</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kern="1200" dirty="0">
                          <a:solidFill>
                            <a:srgbClr val="202124"/>
                          </a:solidFill>
                          <a:latin typeface="+mn-lt"/>
                          <a:ea typeface="+mn-ea"/>
                          <a:cs typeface="+mn-cs"/>
                        </a:rPr>
                        <a:t>Design the processes they need to introduce into the system to make necessary improvements for requirement gathering/user story creation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050" kern="1200" dirty="0">
                          <a:solidFill>
                            <a:srgbClr val="202124"/>
                          </a:solidFill>
                          <a:latin typeface="+mn-lt"/>
                          <a:ea typeface="+mn-ea"/>
                          <a:cs typeface="+mn-cs"/>
                        </a:rPr>
                        <a:t>Identify areas of improvements to support architecture COE processes.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3083669"/>
                  </a:ext>
                </a:extLst>
              </a:tr>
              <a:tr h="894299">
                <a:tc>
                  <a:txBody>
                    <a:bodyPr/>
                    <a:lstStyle/>
                    <a:p>
                      <a:r>
                        <a:rPr lang="en-IN" sz="12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GB" sz="1050" b="0" i="0" kern="1200" dirty="0">
                          <a:solidFill>
                            <a:schemeClr val="dk1"/>
                          </a:solidFill>
                          <a:effectLst/>
                          <a:latin typeface="+mn-lt"/>
                          <a:ea typeface="+mn-ea"/>
                          <a:cs typeface="+mn-cs"/>
                        </a:rPr>
                        <a:t>Solution Architect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lvl="0" indent="-228600" algn="l">
                        <a:buFont typeface="+mj-lt"/>
                        <a:buAutoNum type="arabicPeriod"/>
                      </a:pPr>
                      <a:r>
                        <a:rPr lang="en-IN" sz="1050" b="0" i="0" kern="1200" dirty="0">
                          <a:solidFill>
                            <a:schemeClr val="dk1"/>
                          </a:solidFill>
                          <a:effectLst/>
                          <a:latin typeface="+mn-lt"/>
                          <a:ea typeface="+mn-ea"/>
                          <a:cs typeface="+mn-cs"/>
                        </a:rPr>
                        <a:t>Designing overall E2E architecture.( BAU Request)</a:t>
                      </a:r>
                    </a:p>
                    <a:p>
                      <a:pPr marL="228600" lvl="0" indent="-228600" algn="l">
                        <a:buFont typeface="+mj-lt"/>
                        <a:buAutoNum type="arabicPeriod"/>
                      </a:pPr>
                      <a:r>
                        <a:rPr lang="en-IN" sz="1050" b="0" i="0" kern="1200" dirty="0">
                          <a:solidFill>
                            <a:schemeClr val="dk1"/>
                          </a:solidFill>
                          <a:effectLst/>
                          <a:latin typeface="+mn-lt"/>
                          <a:ea typeface="+mn-ea"/>
                          <a:cs typeface="+mn-cs"/>
                        </a:rPr>
                        <a:t>Analysis of the existing IT artefacts </a:t>
                      </a:r>
                    </a:p>
                    <a:p>
                      <a:pPr marL="228600" lvl="0" indent="-228600" algn="l">
                        <a:buFont typeface="+mj-lt"/>
                        <a:buAutoNum type="arabicPeriod"/>
                      </a:pPr>
                      <a:r>
                        <a:rPr lang="en-IN" sz="1050" b="0" i="0" kern="1200" dirty="0">
                          <a:solidFill>
                            <a:schemeClr val="dk1"/>
                          </a:solidFill>
                          <a:effectLst/>
                          <a:latin typeface="+mn-lt"/>
                          <a:ea typeface="+mn-ea"/>
                          <a:cs typeface="+mn-cs"/>
                        </a:rPr>
                        <a:t>Preparation of observation reports  for COE assessment .</a:t>
                      </a:r>
                    </a:p>
                    <a:p>
                      <a:pPr marL="228600" lvl="0" indent="-228600" algn="l">
                        <a:buFont typeface="+mj-lt"/>
                        <a:buAutoNum type="arabicPeriod"/>
                      </a:pPr>
                      <a:r>
                        <a:rPr lang="en-IN" sz="1050" b="0" i="0" kern="1200" dirty="0">
                          <a:solidFill>
                            <a:schemeClr val="dk1"/>
                          </a:solidFill>
                          <a:effectLst/>
                          <a:latin typeface="+mn-lt"/>
                          <a:ea typeface="+mn-ea"/>
                          <a:cs typeface="+mn-cs"/>
                        </a:rPr>
                        <a:t>Recommending architecture standards and best practices.</a:t>
                      </a:r>
                    </a:p>
                    <a:p>
                      <a:pPr marL="228600" lvl="0" indent="-228600" algn="l">
                        <a:buFont typeface="+mj-lt"/>
                        <a:buAutoNum type="arabicPeriod"/>
                      </a:pPr>
                      <a:r>
                        <a:rPr lang="en-IN" sz="1050" b="0" i="0" kern="1200" dirty="0">
                          <a:solidFill>
                            <a:schemeClr val="dk1"/>
                          </a:solidFill>
                          <a:effectLst/>
                          <a:latin typeface="+mn-lt"/>
                          <a:ea typeface="+mn-ea"/>
                          <a:cs typeface="+mn-cs"/>
                        </a:rPr>
                        <a:t>Collate existing architecture artefacts for COE</a:t>
                      </a:r>
                    </a:p>
                    <a:p>
                      <a:pPr marL="228600" lvl="0" indent="-228600" algn="l">
                        <a:buFont typeface="+mj-lt"/>
                        <a:buAutoNum type="arabicPeriod"/>
                      </a:pPr>
                      <a:r>
                        <a:rPr lang="en-IN" sz="1050" b="0" i="0" kern="1200" dirty="0">
                          <a:solidFill>
                            <a:schemeClr val="dk1"/>
                          </a:solidFill>
                          <a:effectLst/>
                          <a:latin typeface="+mn-lt"/>
                          <a:ea typeface="+mn-ea"/>
                          <a:cs typeface="+mn-cs"/>
                        </a:rPr>
                        <a:t>Analyse functional and architecture Gap reports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9234564"/>
                  </a:ext>
                </a:extLst>
              </a:tr>
              <a:tr h="621041">
                <a:tc>
                  <a:txBody>
                    <a:bodyPr/>
                    <a:lstStyle/>
                    <a:p>
                      <a:r>
                        <a:rPr lang="en-IN" sz="12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fontAlgn="b" latinLnBrk="0" hangingPunct="1"/>
                      <a:r>
                        <a:rPr lang="en-GB" sz="1050" b="0" i="0" kern="1200" dirty="0">
                          <a:solidFill>
                            <a:schemeClr val="dk1"/>
                          </a:solidFill>
                          <a:effectLst/>
                          <a:latin typeface="+mn-lt"/>
                          <a:ea typeface="+mn-ea"/>
                          <a:cs typeface="+mn-cs"/>
                        </a:rPr>
                        <a:t>CoE Advisory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lvl="0" indent="-228600" algn="l" defTabSz="914400" rtl="0" eaLnBrk="1" latinLnBrk="0" hangingPunct="1">
                        <a:buFont typeface="+mj-lt"/>
                        <a:buAutoNum type="arabicPeriod"/>
                      </a:pPr>
                      <a:r>
                        <a:rPr lang="en-IN" sz="1050" b="0" i="0" kern="1200" dirty="0">
                          <a:solidFill>
                            <a:schemeClr val="dk1"/>
                          </a:solidFill>
                          <a:effectLst/>
                          <a:latin typeface="+mn-lt"/>
                          <a:ea typeface="+mn-ea"/>
                          <a:cs typeface="+mn-cs"/>
                        </a:rPr>
                        <a:t>Overview the project progress and act as a mentor to the team. Encourage and support the team time to time.</a:t>
                      </a:r>
                    </a:p>
                    <a:p>
                      <a:pPr marL="228600" lvl="0" indent="-228600" algn="l" defTabSz="914400" rtl="0" eaLnBrk="1" latinLnBrk="0" hangingPunct="1">
                        <a:buFont typeface="+mj-lt"/>
                        <a:buAutoNum type="arabicPeriod"/>
                      </a:pPr>
                      <a:r>
                        <a:rPr lang="en-IN" sz="1050" b="0" i="0" kern="1200" dirty="0">
                          <a:solidFill>
                            <a:schemeClr val="dk1"/>
                          </a:solidFill>
                          <a:effectLst/>
                          <a:latin typeface="+mn-lt"/>
                          <a:ea typeface="+mn-ea"/>
                          <a:cs typeface="+mn-cs"/>
                        </a:rPr>
                        <a:t>Provide consulting to the team as and when needed. Bring in insights from industry and market. Provide insights and ideas leveraging industry experience.</a:t>
                      </a:r>
                    </a:p>
                    <a:p>
                      <a:pPr marL="228600" lvl="0" indent="-228600" algn="l" defTabSz="914400" rtl="0" eaLnBrk="1" latinLnBrk="0" hangingPunct="1">
                        <a:buFont typeface="+mj-lt"/>
                        <a:buAutoNum type="arabicPeriod"/>
                      </a:pPr>
                      <a:r>
                        <a:rPr lang="en-IN" sz="1050" b="0" i="0" kern="1200" dirty="0">
                          <a:solidFill>
                            <a:schemeClr val="dk1"/>
                          </a:solidFill>
                          <a:effectLst/>
                          <a:latin typeface="+mn-lt"/>
                          <a:ea typeface="+mn-ea"/>
                          <a:cs typeface="+mn-cs"/>
                        </a:rPr>
                        <a:t>Act as a point of contact for Client’s senior leadership.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20087854"/>
                  </a:ext>
                </a:extLst>
              </a:tr>
            </a:tbl>
          </a:graphicData>
        </a:graphic>
      </p:graphicFrame>
    </p:spTree>
    <p:extLst>
      <p:ext uri="{BB962C8B-B14F-4D97-AF65-F5344CB8AC3E}">
        <p14:creationId xmlns:p14="http://schemas.microsoft.com/office/powerpoint/2010/main" val="2262131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4"/>
        <p:cNvGrpSpPr/>
        <p:nvPr/>
      </p:nvGrpSpPr>
      <p:grpSpPr>
        <a:xfrm>
          <a:off x="0" y="0"/>
          <a:ext cx="0" cy="0"/>
          <a:chOff x="0" y="0"/>
          <a:chExt cx="0" cy="0"/>
        </a:xfrm>
      </p:grpSpPr>
      <p:sp>
        <p:nvSpPr>
          <p:cNvPr id="3" name="Title 2">
            <a:extLst>
              <a:ext uri="{FF2B5EF4-FFF2-40B4-BE49-F238E27FC236}">
                <a16:creationId xmlns:a16="http://schemas.microsoft.com/office/drawing/2014/main" id="{0AA6F2BE-47B8-F3B9-B44E-FDA257E97D89}"/>
              </a:ext>
            </a:extLst>
          </p:cNvPr>
          <p:cNvSpPr>
            <a:spLocks noGrp="1"/>
          </p:cNvSpPr>
          <p:nvPr>
            <p:ph type="title"/>
          </p:nvPr>
        </p:nvSpPr>
        <p:spPr>
          <a:xfrm>
            <a:off x="1491916" y="205059"/>
            <a:ext cx="9147044" cy="716711"/>
          </a:xfrm>
        </p:spPr>
        <p:txBody>
          <a:bodyPr/>
          <a:lstStyle/>
          <a:p>
            <a:r>
              <a:rPr lang="en-IN" dirty="0"/>
              <a:t>Terms AND CONDITIONS </a:t>
            </a:r>
            <a:endParaRPr lang="en-GB" dirty="0"/>
          </a:p>
        </p:txBody>
      </p:sp>
      <p:sp>
        <p:nvSpPr>
          <p:cNvPr id="6" name="Rectangle 5">
            <a:extLst>
              <a:ext uri="{FF2B5EF4-FFF2-40B4-BE49-F238E27FC236}">
                <a16:creationId xmlns:a16="http://schemas.microsoft.com/office/drawing/2014/main" id="{18965AC3-8593-27D7-FF1D-D2FCC09E1210}"/>
              </a:ext>
            </a:extLst>
          </p:cNvPr>
          <p:cNvSpPr/>
          <p:nvPr/>
        </p:nvSpPr>
        <p:spPr>
          <a:xfrm>
            <a:off x="1" y="0"/>
            <a:ext cx="121278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8" name="Right Triangle 7">
            <a:extLst>
              <a:ext uri="{FF2B5EF4-FFF2-40B4-BE49-F238E27FC236}">
                <a16:creationId xmlns:a16="http://schemas.microsoft.com/office/drawing/2014/main" id="{E0EAF84A-6044-FAB5-FAAC-57CD6415D142}"/>
              </a:ext>
            </a:extLst>
          </p:cNvPr>
          <p:cNvSpPr/>
          <p:nvPr/>
        </p:nvSpPr>
        <p:spPr>
          <a:xfrm rot="18896660" flipH="1">
            <a:off x="1123895" y="852312"/>
            <a:ext cx="177776" cy="17777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9" name="Right Triangle 8">
            <a:extLst>
              <a:ext uri="{FF2B5EF4-FFF2-40B4-BE49-F238E27FC236}">
                <a16:creationId xmlns:a16="http://schemas.microsoft.com/office/drawing/2014/main" id="{6772C17E-CBF9-055D-9F37-B3A0991F6C5F}"/>
              </a:ext>
            </a:extLst>
          </p:cNvPr>
          <p:cNvSpPr/>
          <p:nvPr/>
        </p:nvSpPr>
        <p:spPr>
          <a:xfrm rot="18896660" flipH="1">
            <a:off x="1123895" y="1337619"/>
            <a:ext cx="177776" cy="177776"/>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10" name="Right Triangle 9">
            <a:extLst>
              <a:ext uri="{FF2B5EF4-FFF2-40B4-BE49-F238E27FC236}">
                <a16:creationId xmlns:a16="http://schemas.microsoft.com/office/drawing/2014/main" id="{6D2B1F66-F770-8C18-BC95-8D997F9695CA}"/>
              </a:ext>
            </a:extLst>
          </p:cNvPr>
          <p:cNvSpPr/>
          <p:nvPr/>
        </p:nvSpPr>
        <p:spPr>
          <a:xfrm rot="18896660" flipH="1">
            <a:off x="1123895" y="1561059"/>
            <a:ext cx="177776" cy="17777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11" name="Right Triangle 10">
            <a:extLst>
              <a:ext uri="{FF2B5EF4-FFF2-40B4-BE49-F238E27FC236}">
                <a16:creationId xmlns:a16="http://schemas.microsoft.com/office/drawing/2014/main" id="{47C33C32-F7FC-9E07-C2C0-6C3ACACCB19B}"/>
              </a:ext>
            </a:extLst>
          </p:cNvPr>
          <p:cNvSpPr/>
          <p:nvPr/>
        </p:nvSpPr>
        <p:spPr>
          <a:xfrm rot="18896660" flipH="1">
            <a:off x="1123895" y="2107855"/>
            <a:ext cx="177776" cy="177776"/>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12" name="Right Triangle 11">
            <a:extLst>
              <a:ext uri="{FF2B5EF4-FFF2-40B4-BE49-F238E27FC236}">
                <a16:creationId xmlns:a16="http://schemas.microsoft.com/office/drawing/2014/main" id="{415B0024-89EF-4AD2-3731-DAE055C55F2A}"/>
              </a:ext>
            </a:extLst>
          </p:cNvPr>
          <p:cNvSpPr/>
          <p:nvPr/>
        </p:nvSpPr>
        <p:spPr>
          <a:xfrm rot="18896660" flipH="1">
            <a:off x="1122740" y="2632251"/>
            <a:ext cx="177776" cy="17777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15" name="Right Triangle 14">
            <a:extLst>
              <a:ext uri="{FF2B5EF4-FFF2-40B4-BE49-F238E27FC236}">
                <a16:creationId xmlns:a16="http://schemas.microsoft.com/office/drawing/2014/main" id="{DF65C6B4-E405-C489-1026-F24374DC8CA8}"/>
              </a:ext>
            </a:extLst>
          </p:cNvPr>
          <p:cNvSpPr/>
          <p:nvPr/>
        </p:nvSpPr>
        <p:spPr>
          <a:xfrm rot="18896660" flipH="1">
            <a:off x="1123895" y="3550838"/>
            <a:ext cx="177776" cy="17777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17" name="Right Triangle 16">
            <a:extLst>
              <a:ext uri="{FF2B5EF4-FFF2-40B4-BE49-F238E27FC236}">
                <a16:creationId xmlns:a16="http://schemas.microsoft.com/office/drawing/2014/main" id="{2AF458E3-6E41-7DFD-86C6-255CBC91697C}"/>
              </a:ext>
            </a:extLst>
          </p:cNvPr>
          <p:cNvSpPr/>
          <p:nvPr/>
        </p:nvSpPr>
        <p:spPr>
          <a:xfrm rot="18896660" flipH="1">
            <a:off x="1123895" y="3915995"/>
            <a:ext cx="177776" cy="177776"/>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21" name="Rectangle 27">
            <a:extLst>
              <a:ext uri="{FF2B5EF4-FFF2-40B4-BE49-F238E27FC236}">
                <a16:creationId xmlns:a16="http://schemas.microsoft.com/office/drawing/2014/main" id="{45280603-8D9C-685E-9564-D810C5B4ACD9}"/>
              </a:ext>
            </a:extLst>
          </p:cNvPr>
          <p:cNvSpPr/>
          <p:nvPr/>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Liberty Latin America Proposal</a:t>
            </a:r>
            <a:endParaRPr lang="en-US" sz="700" kern="0" dirty="0">
              <a:solidFill>
                <a:srgbClr val="A6A6A6"/>
              </a:solidFill>
              <a:latin typeface="Ubuntu" panose="020B050403060203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35988670-12BF-A548-DE78-202036C06DD1}"/>
              </a:ext>
            </a:extLst>
          </p:cNvPr>
          <p:cNvSpPr txBox="1"/>
          <p:nvPr/>
        </p:nvSpPr>
        <p:spPr>
          <a:xfrm>
            <a:off x="1469883" y="765796"/>
            <a:ext cx="10560536" cy="6391814"/>
          </a:xfrm>
          <a:prstGeom prst="rect">
            <a:avLst/>
          </a:prstGeom>
          <a:noFill/>
        </p:spPr>
        <p:txBody>
          <a:bodyPr wrap="square" rtlCol="0">
            <a:spAutoFit/>
          </a:bodyPr>
          <a:lstStyle/>
          <a:p>
            <a:pPr marL="228600" indent="-228600">
              <a:lnSpc>
                <a:spcPct val="200000"/>
              </a:lnSpc>
              <a:buFont typeface="+mj-lt"/>
              <a:buAutoNum type="arabicPeriod"/>
            </a:pPr>
            <a:r>
              <a:rPr lang="en-IN" sz="1200" dirty="0">
                <a:cs typeface="Calibri" panose="020F0502020204030204" pitchFamily="34" charset="0"/>
              </a:rPr>
              <a:t>O</a:t>
            </a:r>
            <a:r>
              <a:rPr lang="en-IN" sz="1200" b="0" i="0" u="none" strike="noStrike" baseline="0" dirty="0">
                <a:cs typeface="Calibri" panose="020F0502020204030204" pitchFamily="34" charset="0"/>
              </a:rPr>
              <a:t>btain prior written approval from Client before incurring any expenses and shall keep up to date records </a:t>
            </a:r>
            <a:endParaRPr lang="en-IN" sz="1200" dirty="0">
              <a:cs typeface="Calibri" panose="020F0502020204030204" pitchFamily="34" charset="0"/>
            </a:endParaRPr>
          </a:p>
          <a:p>
            <a:pPr marL="228600" indent="-228600">
              <a:lnSpc>
                <a:spcPct val="200000"/>
              </a:lnSpc>
              <a:buFont typeface="+mj-lt"/>
              <a:buAutoNum type="arabicPeriod"/>
            </a:pPr>
            <a:r>
              <a:rPr lang="en-IN" sz="1200" b="0" i="0" u="none" strike="noStrike" baseline="0" dirty="0">
                <a:cs typeface="Calibri" panose="020F0502020204030204" pitchFamily="34" charset="0"/>
              </a:rPr>
              <a:t>Actual billing will be based on actual number of working days and rate card above.</a:t>
            </a:r>
          </a:p>
          <a:p>
            <a:pPr marL="228600" indent="-228600" algn="l">
              <a:buFont typeface="+mj-lt"/>
              <a:buAutoNum type="arabicPeriod"/>
            </a:pPr>
            <a:r>
              <a:rPr lang="en-IN" sz="1200" dirty="0">
                <a:cs typeface="Calibri" panose="020F0502020204030204" pitchFamily="34" charset="0"/>
              </a:rPr>
              <a:t>Capgemini shall ensure all invoices are accompanied by fully substantiated and detailed written records of   resources utilised and time expended with itemised time records to be provided to Client.</a:t>
            </a:r>
          </a:p>
          <a:p>
            <a:pPr marL="228600" indent="-228600" algn="l">
              <a:buFont typeface="+mj-lt"/>
              <a:buAutoNum type="arabicPeriod"/>
            </a:pPr>
            <a:endParaRPr lang="en-IN" sz="1200" dirty="0">
              <a:cs typeface="Calibri" panose="020F0502020204030204" pitchFamily="34" charset="0"/>
            </a:endParaRPr>
          </a:p>
          <a:p>
            <a:pPr marL="228600" indent="-228600" algn="l">
              <a:buFont typeface="+mj-lt"/>
              <a:buAutoNum type="arabicPeriod"/>
            </a:pPr>
            <a:r>
              <a:rPr lang="en-IN" sz="1200" dirty="0">
                <a:cs typeface="Calibri" panose="020F0502020204030204" pitchFamily="34" charset="0"/>
              </a:rPr>
              <a:t>Capgemini will issue invoices to Client upon the payment milestones set forth in the SOW. All payments are  due within forty-five (45) calendar days following the date of receipt of Capgemini ‘s invoice by Client.</a:t>
            </a:r>
          </a:p>
          <a:p>
            <a:pPr marL="228600" indent="-228600" algn="l">
              <a:buFont typeface="+mj-lt"/>
              <a:buAutoNum type="arabicPeriod"/>
            </a:pPr>
            <a:endParaRPr lang="en-IN" sz="1200" dirty="0">
              <a:cs typeface="Calibri" panose="020F0502020204030204" pitchFamily="34" charset="0"/>
            </a:endParaRPr>
          </a:p>
          <a:p>
            <a:pPr marL="228600" indent="-228600" algn="l">
              <a:buFont typeface="+mj-lt"/>
              <a:buAutoNum type="arabicPeriod"/>
            </a:pPr>
            <a:r>
              <a:rPr lang="en-IN" sz="1200" b="0" i="0" u="none" strike="noStrike" baseline="0" dirty="0">
                <a:cs typeface="Calibri" panose="020F0502020204030204" pitchFamily="34" charset="0"/>
              </a:rPr>
              <a:t>Any travel required for work or short-term onsite visit will be charged at actual cost to Client. Capgemini UK shall obtain prior written approval from Client before incurring any expenses and shall: (i) keep up to date records of all expenses incurred and upon Client’s request, provide to it a copy of such records; (ii) provide proper substantiation for all expenses charged to Client; and (iii) only incur expenses in accordance with the agreed expense policy. </a:t>
            </a:r>
          </a:p>
          <a:p>
            <a:pPr marL="228600" indent="-228600" algn="l">
              <a:buFont typeface="+mj-lt"/>
              <a:buAutoNum type="arabicPeriod"/>
            </a:pPr>
            <a:endParaRPr lang="en-IN" sz="1200" b="0" i="0" u="none" strike="noStrike" baseline="0" dirty="0">
              <a:cs typeface="Calibri" panose="020F0502020204030204" pitchFamily="34" charset="0"/>
            </a:endParaRPr>
          </a:p>
          <a:p>
            <a:pPr marL="228600" indent="-228600" algn="l">
              <a:buFont typeface="+mj-lt"/>
              <a:buAutoNum type="arabicPeriod"/>
            </a:pPr>
            <a:r>
              <a:rPr lang="en-IN" sz="1200" dirty="0">
                <a:cs typeface="Calibri" panose="020F0502020204030204" pitchFamily="34" charset="0"/>
              </a:rPr>
              <a:t>9</a:t>
            </a:r>
            <a:r>
              <a:rPr lang="en-IN" sz="1200" b="0" i="0" u="none" strike="noStrike" baseline="0" dirty="0">
                <a:cs typeface="Calibri" panose="020F0502020204030204" pitchFamily="34" charset="0"/>
              </a:rPr>
              <a:t> hours shift assumed for resources in Offshore (India)</a:t>
            </a:r>
          </a:p>
          <a:p>
            <a:pPr marL="228600" indent="-228600" algn="l">
              <a:buFont typeface="+mj-lt"/>
              <a:buAutoNum type="arabicPeriod"/>
            </a:pPr>
            <a:endParaRPr lang="en-IN" sz="1200" b="0" i="0" u="none" strike="noStrike" baseline="0" dirty="0">
              <a:cs typeface="Calibri" panose="020F0502020204030204" pitchFamily="34" charset="0"/>
            </a:endParaRPr>
          </a:p>
          <a:p>
            <a:pPr marL="228600" indent="-228600" algn="l">
              <a:buFont typeface="+mj-lt"/>
              <a:buAutoNum type="arabicPeriod"/>
            </a:pPr>
            <a:r>
              <a:rPr lang="en-IN" sz="1100" b="0" i="0" u="none" strike="noStrike" baseline="0" dirty="0"/>
              <a:t>For greater certainty, Capgemini acknowledges and agrees that resources referred to in this Contract shall be considered “Supplier Personnel” as defined in the Framework Agreement) for the purpose of this Contract. Further Capgemini acknowledges and agrees that this Contract shall not be construed to create any association, partnership, joint venture, employee, or agency relationship between Client and any such resources. Capgemini team may deliver the Services remotely by working from home. For the avoidance of doubt, any rights of entry to Capgemini UK locations associated with the audit rights or other obligations in this Agreement shall not apply to Capgemini UK work-from-home locations.</a:t>
            </a:r>
            <a:r>
              <a:rPr lang="en-IN" sz="1100" b="0" i="0" u="none" strike="noStrike" baseline="0" dirty="0">
                <a:cs typeface="Calibri" panose="020F0502020204030204" pitchFamily="34" charset="0"/>
              </a:rPr>
              <a:t>.</a:t>
            </a:r>
          </a:p>
          <a:p>
            <a:pPr marL="228600" indent="-228600">
              <a:lnSpc>
                <a:spcPct val="200000"/>
              </a:lnSpc>
              <a:buFont typeface="+mj-lt"/>
              <a:buAutoNum type="arabicPeriod"/>
            </a:pPr>
            <a:r>
              <a:rPr lang="en-IN" sz="1100" b="0" i="0" u="none" strike="noStrike" baseline="0" dirty="0">
                <a:cs typeface="Calibri" panose="020F0502020204030204" pitchFamily="34" charset="0"/>
              </a:rPr>
              <a:t>Any travel required for work or short-term onsite visit will be charged at actual cost to Client. </a:t>
            </a:r>
          </a:p>
          <a:p>
            <a:pPr marL="228600" indent="-228600" algn="l">
              <a:buFont typeface="+mj-lt"/>
              <a:buAutoNum type="arabicPeriod"/>
            </a:pPr>
            <a:endParaRPr lang="en-IN" sz="1100" b="0" i="0" u="none" strike="noStrike" baseline="0" dirty="0"/>
          </a:p>
          <a:p>
            <a:pPr marL="228600" indent="-228600" algn="l">
              <a:buFont typeface="+mj-lt"/>
              <a:buAutoNum type="arabicPeriod"/>
            </a:pPr>
            <a:r>
              <a:rPr lang="en-IN" sz="1100" b="0" i="0" u="none" strike="noStrike" baseline="0" dirty="0"/>
              <a:t>All Fees are subject to local tax at the applicable local rate. Value added tax may be payable at the applicable local rate, subject to issue by Capgemini of a valid value added tax invoice. In addition, Capgemini alone will bear any taxes related to Capgemini’s existence or gross or net income taxes based on Capgemini’s sales under this Contract including any withholding tax that Client must withhold from payments to Capgemini and remit to the relevant authority. Consequently, Capgemini will not charge Client or gross up or add on to any fees to Client for amounts properly withheld by Client and remitted by Client to the relevant authority </a:t>
            </a:r>
            <a:r>
              <a:rPr lang="en-IN" sz="1100" b="0" i="0" u="none" strike="noStrike" baseline="0" dirty="0">
                <a:cs typeface="Calibri" panose="020F0502020204030204" pitchFamily="34" charset="0"/>
              </a:rPr>
              <a:t>.</a:t>
            </a:r>
          </a:p>
          <a:p>
            <a:pPr marL="228600" indent="-228600">
              <a:lnSpc>
                <a:spcPct val="200000"/>
              </a:lnSpc>
              <a:buFont typeface="+mj-lt"/>
              <a:buAutoNum type="arabicPeriod"/>
            </a:pPr>
            <a:endParaRPr lang="en-IN" sz="1100" b="0" i="0" u="none" strike="noStrike" baseline="0" dirty="0">
              <a:cs typeface="Calibri" panose="020F0502020204030204" pitchFamily="34" charset="0"/>
            </a:endParaRPr>
          </a:p>
          <a:p>
            <a:pPr marL="228600" indent="-228600">
              <a:lnSpc>
                <a:spcPct val="200000"/>
              </a:lnSpc>
              <a:buFont typeface="+mj-lt"/>
              <a:buAutoNum type="arabicPeriod"/>
            </a:pPr>
            <a:endParaRPr lang="en-IN" sz="1100" b="0" i="0" u="none" strike="noStrike" baseline="0" dirty="0">
              <a:cs typeface="Calibri" panose="020F0502020204030204" pitchFamily="34" charset="0"/>
            </a:endParaRPr>
          </a:p>
          <a:p>
            <a:pPr>
              <a:lnSpc>
                <a:spcPct val="200000"/>
              </a:lnSpc>
            </a:pPr>
            <a:endParaRPr lang="en-IN" sz="1100" dirty="0"/>
          </a:p>
        </p:txBody>
      </p:sp>
      <p:sp>
        <p:nvSpPr>
          <p:cNvPr id="7" name="Right Triangle 6">
            <a:extLst>
              <a:ext uri="{FF2B5EF4-FFF2-40B4-BE49-F238E27FC236}">
                <a16:creationId xmlns:a16="http://schemas.microsoft.com/office/drawing/2014/main" id="{8B0D6AA4-7D0C-DA3C-8043-02019712ECB0}"/>
              </a:ext>
            </a:extLst>
          </p:cNvPr>
          <p:cNvSpPr/>
          <p:nvPr/>
        </p:nvSpPr>
        <p:spPr>
          <a:xfrm rot="18896660" flipH="1">
            <a:off x="1122291" y="4793764"/>
            <a:ext cx="177776" cy="177776"/>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14" name="Right Triangle 13">
            <a:extLst>
              <a:ext uri="{FF2B5EF4-FFF2-40B4-BE49-F238E27FC236}">
                <a16:creationId xmlns:a16="http://schemas.microsoft.com/office/drawing/2014/main" id="{15A30DF4-98C5-6834-C309-F113903CF500}"/>
              </a:ext>
            </a:extLst>
          </p:cNvPr>
          <p:cNvSpPr/>
          <p:nvPr/>
        </p:nvSpPr>
        <p:spPr>
          <a:xfrm rot="18896660" flipH="1">
            <a:off x="1122291" y="5262524"/>
            <a:ext cx="177776" cy="17777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Tree>
    <p:extLst>
      <p:ext uri="{BB962C8B-B14F-4D97-AF65-F5344CB8AC3E}">
        <p14:creationId xmlns:p14="http://schemas.microsoft.com/office/powerpoint/2010/main" val="1219498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487C0-5609-4BA3-9AFC-C86E426ED819}"/>
              </a:ext>
            </a:extLst>
          </p:cNvPr>
          <p:cNvSpPr>
            <a:spLocks noGrp="1"/>
          </p:cNvSpPr>
          <p:nvPr>
            <p:ph type="title"/>
          </p:nvPr>
        </p:nvSpPr>
        <p:spPr/>
        <p:txBody>
          <a:bodyPr/>
          <a:lstStyle/>
          <a:p>
            <a:r>
              <a:rPr lang="en-IN" dirty="0"/>
              <a:t>Support required from Client during phase </a:t>
            </a:r>
            <a:r>
              <a:rPr lang="en-IN" dirty="0" err="1"/>
              <a:t>i</a:t>
            </a:r>
            <a:endParaRPr lang="en-IN" dirty="0"/>
          </a:p>
        </p:txBody>
      </p:sp>
      <p:graphicFrame>
        <p:nvGraphicFramePr>
          <p:cNvPr id="3" name="Diagram 2">
            <a:extLst>
              <a:ext uri="{FF2B5EF4-FFF2-40B4-BE49-F238E27FC236}">
                <a16:creationId xmlns:a16="http://schemas.microsoft.com/office/drawing/2014/main" id="{7C52BF97-3E84-4608-8F2E-D99E95C73B1D}"/>
              </a:ext>
            </a:extLst>
          </p:cNvPr>
          <p:cNvGraphicFramePr/>
          <p:nvPr>
            <p:extLst>
              <p:ext uri="{D42A27DB-BD31-4B8C-83A1-F6EECF244321}">
                <p14:modId xmlns:p14="http://schemas.microsoft.com/office/powerpoint/2010/main" val="3356578607"/>
              </p:ext>
            </p:extLst>
          </p:nvPr>
        </p:nvGraphicFramePr>
        <p:xfrm>
          <a:off x="502468" y="980612"/>
          <a:ext cx="10710029" cy="52692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0063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CA9BF-5E96-483B-876C-620AD3A0C6DC}"/>
              </a:ext>
            </a:extLst>
          </p:cNvPr>
          <p:cNvSpPr>
            <a:spLocks noGrp="1"/>
          </p:cNvSpPr>
          <p:nvPr>
            <p:ph type="title"/>
          </p:nvPr>
        </p:nvSpPr>
        <p:spPr>
          <a:xfrm>
            <a:off x="232269" y="206447"/>
            <a:ext cx="11236290" cy="716711"/>
          </a:xfrm>
        </p:spPr>
        <p:txBody>
          <a:bodyPr/>
          <a:lstStyle/>
          <a:p>
            <a:r>
              <a:rPr lang="en-US" dirty="0"/>
              <a:t>CAPGEMINI TOOLKIT  to  ACCELERATE Delivery OUTCOMES</a:t>
            </a:r>
          </a:p>
        </p:txBody>
      </p:sp>
      <p:sp>
        <p:nvSpPr>
          <p:cNvPr id="90" name="Rectangle 89">
            <a:extLst>
              <a:ext uri="{FF2B5EF4-FFF2-40B4-BE49-F238E27FC236}">
                <a16:creationId xmlns:a16="http://schemas.microsoft.com/office/drawing/2014/main" id="{B75DBEF2-4264-40FB-8484-AC9C121C7D5E}"/>
              </a:ext>
            </a:extLst>
          </p:cNvPr>
          <p:cNvSpPr/>
          <p:nvPr/>
        </p:nvSpPr>
        <p:spPr>
          <a:xfrm>
            <a:off x="332330" y="3654166"/>
            <a:ext cx="11527340" cy="283933"/>
          </a:xfrm>
          <a:prstGeom prst="rect">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91" name="Rectangle 90">
            <a:extLst>
              <a:ext uri="{FF2B5EF4-FFF2-40B4-BE49-F238E27FC236}">
                <a16:creationId xmlns:a16="http://schemas.microsoft.com/office/drawing/2014/main" id="{A8C87874-B0FC-49AB-9561-9BA7052C054C}"/>
              </a:ext>
            </a:extLst>
          </p:cNvPr>
          <p:cNvSpPr/>
          <p:nvPr/>
        </p:nvSpPr>
        <p:spPr>
          <a:xfrm>
            <a:off x="332330" y="891033"/>
            <a:ext cx="11527340" cy="283933"/>
          </a:xfrm>
          <a:prstGeom prst="rect">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92" name="TextBox 66">
            <a:extLst>
              <a:ext uri="{FF2B5EF4-FFF2-40B4-BE49-F238E27FC236}">
                <a16:creationId xmlns:a16="http://schemas.microsoft.com/office/drawing/2014/main" id="{D5F097E9-D366-495B-933B-8D665B48CEFF}"/>
              </a:ext>
            </a:extLst>
          </p:cNvPr>
          <p:cNvSpPr txBox="1">
            <a:spLocks noChangeArrowheads="1"/>
          </p:cNvSpPr>
          <p:nvPr/>
        </p:nvSpPr>
        <p:spPr bwMode="auto">
          <a:xfrm>
            <a:off x="620483" y="894136"/>
            <a:ext cx="2341805" cy="276999"/>
          </a:xfrm>
          <a:prstGeom prst="rect">
            <a:avLst/>
          </a:prstGeom>
          <a:noFill/>
          <a:ln>
            <a:noFill/>
          </a:ln>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defRPr/>
            </a:pPr>
            <a:r>
              <a:rPr lang="en-US" altLang="en-US" sz="1200" b="1" dirty="0">
                <a:solidFill>
                  <a:schemeClr val="bg1"/>
                </a:solidFill>
                <a:latin typeface="Ubuntu" panose="020B0504030602030204" pitchFamily="34" charset="0"/>
              </a:rPr>
              <a:t>Project Charter</a:t>
            </a:r>
          </a:p>
        </p:txBody>
      </p:sp>
      <p:sp>
        <p:nvSpPr>
          <p:cNvPr id="93" name="Rectangle 92">
            <a:extLst>
              <a:ext uri="{FF2B5EF4-FFF2-40B4-BE49-F238E27FC236}">
                <a16:creationId xmlns:a16="http://schemas.microsoft.com/office/drawing/2014/main" id="{657C301C-28E6-4812-90C3-2EE569939F22}"/>
              </a:ext>
            </a:extLst>
          </p:cNvPr>
          <p:cNvSpPr>
            <a:spLocks noChangeArrowheads="1"/>
          </p:cNvSpPr>
          <p:nvPr/>
        </p:nvSpPr>
        <p:spPr bwMode="auto">
          <a:xfrm>
            <a:off x="436075" y="2410292"/>
            <a:ext cx="25875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buClrTx/>
              <a:buSzTx/>
              <a:buFontTx/>
              <a:buNone/>
            </a:pPr>
            <a:r>
              <a:rPr lang="en-US" altLang="en-US" sz="1000" i="1" dirty="0">
                <a:solidFill>
                  <a:schemeClr val="bg1"/>
                </a:solidFill>
                <a:latin typeface="Calibri" panose="020F0502020204030204" pitchFamily="34" charset="0"/>
              </a:rPr>
              <a:t>Project Charter is a statement of the scope, objectives, and timelines for the project. </a:t>
            </a:r>
          </a:p>
        </p:txBody>
      </p:sp>
      <p:pic>
        <p:nvPicPr>
          <p:cNvPr id="94" name="Picture 93">
            <a:extLst>
              <a:ext uri="{FF2B5EF4-FFF2-40B4-BE49-F238E27FC236}">
                <a16:creationId xmlns:a16="http://schemas.microsoft.com/office/drawing/2014/main" id="{2040C667-D3BB-4674-A255-5ED6F8CE2AE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718" y="1314308"/>
            <a:ext cx="2403644" cy="152322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5" name="TextBox 66">
            <a:extLst>
              <a:ext uri="{FF2B5EF4-FFF2-40B4-BE49-F238E27FC236}">
                <a16:creationId xmlns:a16="http://schemas.microsoft.com/office/drawing/2014/main" id="{063B955A-8B5B-4E2D-9388-3CEB151DEBF0}"/>
              </a:ext>
            </a:extLst>
          </p:cNvPr>
          <p:cNvSpPr txBox="1">
            <a:spLocks noChangeArrowheads="1"/>
          </p:cNvSpPr>
          <p:nvPr/>
        </p:nvSpPr>
        <p:spPr bwMode="auto">
          <a:xfrm>
            <a:off x="3549259" y="904120"/>
            <a:ext cx="2255552" cy="276999"/>
          </a:xfrm>
          <a:prstGeom prst="rect">
            <a:avLst/>
          </a:prstGeom>
          <a:noFill/>
          <a:ln>
            <a:noFill/>
          </a:ln>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defRPr/>
            </a:pPr>
            <a:r>
              <a:rPr lang="en-US" altLang="en-US" sz="1200" b="1" dirty="0">
                <a:solidFill>
                  <a:schemeClr val="bg1"/>
                </a:solidFill>
                <a:latin typeface="Ubuntu" panose="020B0504030602030204" pitchFamily="34" charset="0"/>
              </a:rPr>
              <a:t>Stakeholder Map</a:t>
            </a:r>
          </a:p>
        </p:txBody>
      </p:sp>
      <p:sp>
        <p:nvSpPr>
          <p:cNvPr id="96" name="Rectangle 95">
            <a:extLst>
              <a:ext uri="{FF2B5EF4-FFF2-40B4-BE49-F238E27FC236}">
                <a16:creationId xmlns:a16="http://schemas.microsoft.com/office/drawing/2014/main" id="{F668FCA5-4314-48B2-8167-2706661CD281}"/>
              </a:ext>
            </a:extLst>
          </p:cNvPr>
          <p:cNvSpPr>
            <a:spLocks noChangeArrowheads="1"/>
          </p:cNvSpPr>
          <p:nvPr/>
        </p:nvSpPr>
        <p:spPr bwMode="auto">
          <a:xfrm>
            <a:off x="3324681" y="2416910"/>
            <a:ext cx="25875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buClrTx/>
              <a:buSzTx/>
              <a:buFontTx/>
              <a:buNone/>
            </a:pPr>
            <a:r>
              <a:rPr lang="en-US" altLang="en-US" sz="1000" i="1" dirty="0">
                <a:solidFill>
                  <a:schemeClr val="bg1"/>
                </a:solidFill>
                <a:latin typeface="Calibri" panose="020F0502020204030204" pitchFamily="34" charset="0"/>
              </a:rPr>
              <a:t>Lists key stakeholders and responsibility (RACI) in the engagement </a:t>
            </a:r>
          </a:p>
        </p:txBody>
      </p:sp>
      <p:pic>
        <p:nvPicPr>
          <p:cNvPr id="97" name="Picture 96">
            <a:extLst>
              <a:ext uri="{FF2B5EF4-FFF2-40B4-BE49-F238E27FC236}">
                <a16:creationId xmlns:a16="http://schemas.microsoft.com/office/drawing/2014/main" id="{3A54E138-5DA1-4719-A456-FF11216541E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64537" y="1314308"/>
            <a:ext cx="2390625" cy="152322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8" name="TextBox 66">
            <a:extLst>
              <a:ext uri="{FF2B5EF4-FFF2-40B4-BE49-F238E27FC236}">
                <a16:creationId xmlns:a16="http://schemas.microsoft.com/office/drawing/2014/main" id="{26C18B05-00C0-47A2-B8A3-1BC3F6A8489D}"/>
              </a:ext>
            </a:extLst>
          </p:cNvPr>
          <p:cNvSpPr txBox="1">
            <a:spLocks noChangeArrowheads="1"/>
          </p:cNvSpPr>
          <p:nvPr/>
        </p:nvSpPr>
        <p:spPr bwMode="auto">
          <a:xfrm>
            <a:off x="6408240" y="887184"/>
            <a:ext cx="2341804" cy="276999"/>
          </a:xfrm>
          <a:prstGeom prst="rect">
            <a:avLst/>
          </a:prstGeom>
          <a:noFill/>
          <a:ln>
            <a:noFill/>
          </a:ln>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defRPr/>
            </a:pPr>
            <a:r>
              <a:rPr lang="en-US" altLang="en-US" sz="1200" b="1" dirty="0">
                <a:solidFill>
                  <a:schemeClr val="bg1"/>
                </a:solidFill>
                <a:latin typeface="Ubuntu" panose="020B0504030602030204" pitchFamily="34" charset="0"/>
              </a:rPr>
              <a:t>Implementation  Roadmap</a:t>
            </a:r>
          </a:p>
        </p:txBody>
      </p:sp>
      <p:sp>
        <p:nvSpPr>
          <p:cNvPr id="99" name="Rectangle 98">
            <a:extLst>
              <a:ext uri="{FF2B5EF4-FFF2-40B4-BE49-F238E27FC236}">
                <a16:creationId xmlns:a16="http://schemas.microsoft.com/office/drawing/2014/main" id="{3AF9052E-0CD9-470D-8B9B-B35BC3A1C836}"/>
              </a:ext>
            </a:extLst>
          </p:cNvPr>
          <p:cNvSpPr>
            <a:spLocks noChangeArrowheads="1"/>
          </p:cNvSpPr>
          <p:nvPr/>
        </p:nvSpPr>
        <p:spPr bwMode="auto">
          <a:xfrm>
            <a:off x="6260479" y="2427602"/>
            <a:ext cx="25875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buClrTx/>
              <a:buSzTx/>
              <a:buFontTx/>
              <a:buNone/>
            </a:pPr>
            <a:r>
              <a:rPr lang="en-US" altLang="en-US" sz="1000" i="1" dirty="0">
                <a:solidFill>
                  <a:schemeClr val="bg1"/>
                </a:solidFill>
                <a:latin typeface="Calibri" panose="020F0502020204030204" pitchFamily="34" charset="0"/>
              </a:rPr>
              <a:t>Detailed plan of each day for a due diligence assignment</a:t>
            </a:r>
          </a:p>
        </p:txBody>
      </p:sp>
      <p:sp>
        <p:nvSpPr>
          <p:cNvPr id="101" name="Rectangle 100">
            <a:extLst>
              <a:ext uri="{FF2B5EF4-FFF2-40B4-BE49-F238E27FC236}">
                <a16:creationId xmlns:a16="http://schemas.microsoft.com/office/drawing/2014/main" id="{3ECBB342-C46F-40D5-BA9B-0349FC741052}"/>
              </a:ext>
            </a:extLst>
          </p:cNvPr>
          <p:cNvSpPr>
            <a:spLocks noChangeArrowheads="1"/>
          </p:cNvSpPr>
          <p:nvPr/>
        </p:nvSpPr>
        <p:spPr bwMode="auto">
          <a:xfrm>
            <a:off x="9608619" y="2437418"/>
            <a:ext cx="20153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70"/>
            <a:r>
              <a:rPr lang="en-US" altLang="en-US" sz="1000" i="1" dirty="0">
                <a:solidFill>
                  <a:schemeClr val="bg1"/>
                </a:solidFill>
                <a:latin typeface="Calibri" pitchFamily="34" charset="0"/>
              </a:rPr>
              <a:t>Calendar for B2B </a:t>
            </a:r>
          </a:p>
          <a:p>
            <a:pPr algn="ctr" defTabSz="1219170"/>
            <a:r>
              <a:rPr lang="en-US" altLang="en-US" sz="1000" i="1" dirty="0">
                <a:solidFill>
                  <a:schemeClr val="bg1"/>
                </a:solidFill>
                <a:latin typeface="Calibri" pitchFamily="34" charset="0"/>
              </a:rPr>
              <a:t>Workshops and Wall walks</a:t>
            </a:r>
          </a:p>
        </p:txBody>
      </p:sp>
      <p:sp>
        <p:nvSpPr>
          <p:cNvPr id="102" name="TextBox 66">
            <a:extLst>
              <a:ext uri="{FF2B5EF4-FFF2-40B4-BE49-F238E27FC236}">
                <a16:creationId xmlns:a16="http://schemas.microsoft.com/office/drawing/2014/main" id="{9046276A-458E-4379-A3B9-86F3466DEE1B}"/>
              </a:ext>
            </a:extLst>
          </p:cNvPr>
          <p:cNvSpPr txBox="1">
            <a:spLocks noChangeArrowheads="1"/>
          </p:cNvSpPr>
          <p:nvPr/>
        </p:nvSpPr>
        <p:spPr bwMode="auto">
          <a:xfrm>
            <a:off x="9571190" y="894050"/>
            <a:ext cx="19508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70" eaLnBrk="1" hangingPunct="1"/>
            <a:r>
              <a:rPr lang="en-US" altLang="en-US" sz="1200" b="1" dirty="0">
                <a:solidFill>
                  <a:schemeClr val="bg1"/>
                </a:solidFill>
                <a:latin typeface="Ubuntu" panose="020B0504030602030204" pitchFamily="34" charset="0"/>
              </a:rPr>
              <a:t>Workshop Plan</a:t>
            </a:r>
          </a:p>
        </p:txBody>
      </p:sp>
      <p:pic>
        <p:nvPicPr>
          <p:cNvPr id="103" name="Picture 102">
            <a:extLst>
              <a:ext uri="{FF2B5EF4-FFF2-40B4-BE49-F238E27FC236}">
                <a16:creationId xmlns:a16="http://schemas.microsoft.com/office/drawing/2014/main" id="{59EA5C1D-72B4-40A2-8747-17B1E76C6F79}"/>
              </a:ext>
            </a:extLst>
          </p:cNvPr>
          <p:cNvPicPr>
            <a:picLocks noChangeAspect="1"/>
          </p:cNvPicPr>
          <p:nvPr/>
        </p:nvPicPr>
        <p:blipFill>
          <a:blip r:embed="rId5"/>
          <a:stretch>
            <a:fillRect/>
          </a:stretch>
        </p:blipFill>
        <p:spPr>
          <a:xfrm>
            <a:off x="9353465" y="1323332"/>
            <a:ext cx="2421159" cy="1517893"/>
          </a:xfrm>
          <a:prstGeom prst="rect">
            <a:avLst/>
          </a:prstGeom>
          <a:effectLst>
            <a:outerShdw blurRad="63500" sx="102000" sy="102000" algn="ctr" rotWithShape="0">
              <a:prstClr val="black">
                <a:alpha val="40000"/>
              </a:prstClr>
            </a:outerShdw>
          </a:effectLst>
        </p:spPr>
      </p:pic>
      <p:sp>
        <p:nvSpPr>
          <p:cNvPr id="107" name="TextBox 66">
            <a:extLst>
              <a:ext uri="{FF2B5EF4-FFF2-40B4-BE49-F238E27FC236}">
                <a16:creationId xmlns:a16="http://schemas.microsoft.com/office/drawing/2014/main" id="{2001FBE9-ACB5-4F7D-80F3-963901446F43}"/>
              </a:ext>
            </a:extLst>
          </p:cNvPr>
          <p:cNvSpPr txBox="1">
            <a:spLocks noChangeArrowheads="1"/>
          </p:cNvSpPr>
          <p:nvPr/>
        </p:nvSpPr>
        <p:spPr bwMode="auto">
          <a:xfrm>
            <a:off x="533718" y="3635279"/>
            <a:ext cx="2761612" cy="276999"/>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defTabSz="914400" eaLnBrk="1" hangingPunct="1">
              <a:defRPr/>
            </a:pPr>
            <a:r>
              <a:rPr lang="en-US" altLang="en-US" sz="1200" b="1" dirty="0">
                <a:solidFill>
                  <a:schemeClr val="bg1"/>
                </a:solidFill>
                <a:latin typeface="+mn-lt"/>
              </a:rPr>
              <a:t>As-Is Process Data Capture </a:t>
            </a:r>
          </a:p>
        </p:txBody>
      </p:sp>
      <p:sp>
        <p:nvSpPr>
          <p:cNvPr id="109" name="TextBox 66">
            <a:extLst>
              <a:ext uri="{FF2B5EF4-FFF2-40B4-BE49-F238E27FC236}">
                <a16:creationId xmlns:a16="http://schemas.microsoft.com/office/drawing/2014/main" id="{9C4E2367-DE7B-4DCD-A8DD-7AC977D437D5}"/>
              </a:ext>
            </a:extLst>
          </p:cNvPr>
          <p:cNvSpPr txBox="1">
            <a:spLocks noChangeArrowheads="1"/>
          </p:cNvSpPr>
          <p:nvPr/>
        </p:nvSpPr>
        <p:spPr bwMode="auto">
          <a:xfrm>
            <a:off x="3099864" y="3642623"/>
            <a:ext cx="3036530" cy="276999"/>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defTabSz="914400" eaLnBrk="1" hangingPunct="1">
              <a:defRPr/>
            </a:pPr>
            <a:r>
              <a:rPr lang="en-US" altLang="en-US" sz="1200" b="1" dirty="0">
                <a:solidFill>
                  <a:schemeClr val="bg1"/>
                </a:solidFill>
                <a:latin typeface="+mn-lt"/>
              </a:rPr>
              <a:t>Architecture Governance</a:t>
            </a:r>
          </a:p>
        </p:txBody>
      </p:sp>
      <p:pic>
        <p:nvPicPr>
          <p:cNvPr id="114" name="Picture 2">
            <a:extLst>
              <a:ext uri="{FF2B5EF4-FFF2-40B4-BE49-F238E27FC236}">
                <a16:creationId xmlns:a16="http://schemas.microsoft.com/office/drawing/2014/main" id="{C03FFB96-6508-473C-993A-A192FC490843}"/>
              </a:ext>
            </a:extLst>
          </p:cNvPr>
          <p:cNvPicPr>
            <a:picLocks noChangeArrowheads="1"/>
          </p:cNvPicPr>
          <p:nvPr/>
        </p:nvPicPr>
        <p:blipFill rotWithShape="1">
          <a:blip r:embed="rId6" cstate="print">
            <a:extLst>
              <a:ext uri="{28A0092B-C50C-407E-A947-70E740481C1C}">
                <a14:useLocalDpi xmlns:a14="http://schemas.microsoft.com/office/drawing/2010/main" val="0"/>
              </a:ext>
            </a:extLst>
          </a:blip>
          <a:srcRect r="53336" b="45877"/>
          <a:stretch/>
        </p:blipFill>
        <p:spPr bwMode="auto">
          <a:xfrm>
            <a:off x="514675" y="4033508"/>
            <a:ext cx="2444688" cy="179269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12">
            <a:extLst>
              <a:ext uri="{FF2B5EF4-FFF2-40B4-BE49-F238E27FC236}">
                <a16:creationId xmlns:a16="http://schemas.microsoft.com/office/drawing/2014/main" id="{52644190-A366-2F07-3017-541DAB2E6E7D}"/>
              </a:ext>
            </a:extLst>
          </p:cNvPr>
          <p:cNvPicPr>
            <a:picLocks noChangeAspect="1"/>
          </p:cNvPicPr>
          <p:nvPr/>
        </p:nvPicPr>
        <p:blipFill>
          <a:blip r:embed="rId7"/>
          <a:stretch>
            <a:fillRect/>
          </a:stretch>
        </p:blipFill>
        <p:spPr>
          <a:xfrm>
            <a:off x="288050" y="2805252"/>
            <a:ext cx="2590800" cy="428625"/>
          </a:xfrm>
          <a:prstGeom prst="rect">
            <a:avLst/>
          </a:prstGeom>
        </p:spPr>
      </p:pic>
      <p:pic>
        <p:nvPicPr>
          <p:cNvPr id="13" name="Picture 13">
            <a:extLst>
              <a:ext uri="{FF2B5EF4-FFF2-40B4-BE49-F238E27FC236}">
                <a16:creationId xmlns:a16="http://schemas.microsoft.com/office/drawing/2014/main" id="{B09C64D4-3D21-6A38-F04E-98AFFD64F87C}"/>
              </a:ext>
            </a:extLst>
          </p:cNvPr>
          <p:cNvPicPr>
            <a:picLocks noChangeAspect="1"/>
          </p:cNvPicPr>
          <p:nvPr/>
        </p:nvPicPr>
        <p:blipFill>
          <a:blip r:embed="rId8"/>
          <a:stretch>
            <a:fillRect/>
          </a:stretch>
        </p:blipFill>
        <p:spPr>
          <a:xfrm>
            <a:off x="3337611" y="2831833"/>
            <a:ext cx="2590800" cy="428625"/>
          </a:xfrm>
          <a:prstGeom prst="rect">
            <a:avLst/>
          </a:prstGeom>
        </p:spPr>
      </p:pic>
      <p:sp>
        <p:nvSpPr>
          <p:cNvPr id="25" name="TextBox 66">
            <a:extLst>
              <a:ext uri="{FF2B5EF4-FFF2-40B4-BE49-F238E27FC236}">
                <a16:creationId xmlns:a16="http://schemas.microsoft.com/office/drawing/2014/main" id="{7BF49034-9356-C3C3-AADA-2B0A1572DF5B}"/>
              </a:ext>
            </a:extLst>
          </p:cNvPr>
          <p:cNvSpPr txBox="1">
            <a:spLocks noChangeArrowheads="1"/>
          </p:cNvSpPr>
          <p:nvPr/>
        </p:nvSpPr>
        <p:spPr bwMode="auto">
          <a:xfrm>
            <a:off x="6098961" y="3663186"/>
            <a:ext cx="2761612" cy="276999"/>
          </a:xfrm>
          <a:prstGeom prst="rect">
            <a:avLst/>
          </a:prstGeom>
          <a:noFill/>
          <a:ln>
            <a:noFill/>
          </a:ln>
        </p:spPr>
        <p:txBody>
          <a:bodyPr wrap="square" lIns="91440" tIns="45720" rIns="91440" bIns="45720" anchor="t">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defTabSz="914400">
              <a:defRPr/>
            </a:pPr>
            <a:r>
              <a:rPr lang="en-US" altLang="en-US" sz="1200" b="1" dirty="0">
                <a:solidFill>
                  <a:schemeClr val="bg1"/>
                </a:solidFill>
                <a:latin typeface="+mn-lt"/>
              </a:rPr>
              <a:t>Reference Architecture</a:t>
            </a:r>
            <a:endParaRPr lang="en-US" dirty="0">
              <a:solidFill>
                <a:schemeClr val="bg1"/>
              </a:solidFill>
            </a:endParaRPr>
          </a:p>
        </p:txBody>
      </p:sp>
      <p:pic>
        <p:nvPicPr>
          <p:cNvPr id="4" name="Picture 3" descr="Graphical user interface&#10;&#10;Description automatically generated">
            <a:extLst>
              <a:ext uri="{FF2B5EF4-FFF2-40B4-BE49-F238E27FC236}">
                <a16:creationId xmlns:a16="http://schemas.microsoft.com/office/drawing/2014/main" id="{084DFA9D-03AA-4C1A-B170-CB8042F40A59}"/>
              </a:ext>
            </a:extLst>
          </p:cNvPr>
          <p:cNvPicPr>
            <a:picLocks noChangeAspect="1"/>
          </p:cNvPicPr>
          <p:nvPr/>
        </p:nvPicPr>
        <p:blipFill>
          <a:blip r:embed="rId9"/>
          <a:stretch>
            <a:fillRect/>
          </a:stretch>
        </p:blipFill>
        <p:spPr>
          <a:xfrm>
            <a:off x="3327094" y="4109292"/>
            <a:ext cx="2379643" cy="1784732"/>
          </a:xfrm>
          <a:prstGeom prst="rect">
            <a:avLst/>
          </a:prstGeom>
        </p:spPr>
      </p:pic>
      <p:pic>
        <p:nvPicPr>
          <p:cNvPr id="6" name="Picture 5" descr="Graphical user interface, application&#10;&#10;Description automatically generated">
            <a:extLst>
              <a:ext uri="{FF2B5EF4-FFF2-40B4-BE49-F238E27FC236}">
                <a16:creationId xmlns:a16="http://schemas.microsoft.com/office/drawing/2014/main" id="{2FCA9ED7-6DEB-433B-B610-0A4652362E57}"/>
              </a:ext>
            </a:extLst>
          </p:cNvPr>
          <p:cNvPicPr>
            <a:picLocks noChangeAspect="1"/>
          </p:cNvPicPr>
          <p:nvPr/>
        </p:nvPicPr>
        <p:blipFill>
          <a:blip r:embed="rId10"/>
          <a:stretch>
            <a:fillRect/>
          </a:stretch>
        </p:blipFill>
        <p:spPr>
          <a:xfrm>
            <a:off x="5919153" y="4175393"/>
            <a:ext cx="2850273" cy="1641513"/>
          </a:xfrm>
          <a:prstGeom prst="rect">
            <a:avLst/>
          </a:prstGeom>
        </p:spPr>
      </p:pic>
      <p:sp>
        <p:nvSpPr>
          <p:cNvPr id="8" name="TextBox 66">
            <a:extLst>
              <a:ext uri="{FF2B5EF4-FFF2-40B4-BE49-F238E27FC236}">
                <a16:creationId xmlns:a16="http://schemas.microsoft.com/office/drawing/2014/main" id="{C090DFB1-EC4E-FF40-9C5C-D878C5FD8192}"/>
              </a:ext>
            </a:extLst>
          </p:cNvPr>
          <p:cNvSpPr txBox="1">
            <a:spLocks noChangeArrowheads="1"/>
          </p:cNvSpPr>
          <p:nvPr/>
        </p:nvSpPr>
        <p:spPr bwMode="auto">
          <a:xfrm>
            <a:off x="8862359" y="3672366"/>
            <a:ext cx="3024842" cy="276999"/>
          </a:xfrm>
          <a:prstGeom prst="rect">
            <a:avLst/>
          </a:prstGeom>
          <a:noFill/>
          <a:ln>
            <a:noFill/>
          </a:ln>
        </p:spPr>
        <p:txBody>
          <a:bodyPr wrap="square" lIns="91440" tIns="45720" rIns="91440" bIns="45720" anchor="t">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defTabSz="914400">
              <a:defRPr/>
            </a:pPr>
            <a:r>
              <a:rPr lang="en-US" altLang="en-US" sz="1200" b="1" dirty="0">
                <a:solidFill>
                  <a:schemeClr val="bg1"/>
                </a:solidFill>
                <a:latin typeface="+mn-lt"/>
              </a:rPr>
              <a:t>Delivery Approach</a:t>
            </a:r>
            <a:endParaRPr lang="en-US" dirty="0">
              <a:solidFill>
                <a:schemeClr val="bg1"/>
              </a:solidFill>
            </a:endParaRPr>
          </a:p>
        </p:txBody>
      </p:sp>
      <p:pic>
        <p:nvPicPr>
          <p:cNvPr id="10" name="Picture 9">
            <a:extLst>
              <a:ext uri="{FF2B5EF4-FFF2-40B4-BE49-F238E27FC236}">
                <a16:creationId xmlns:a16="http://schemas.microsoft.com/office/drawing/2014/main" id="{28EAAAD4-47DB-69BA-2A93-CDE6B8ED8B7B}"/>
              </a:ext>
            </a:extLst>
          </p:cNvPr>
          <p:cNvPicPr>
            <a:picLocks noChangeAspect="1"/>
          </p:cNvPicPr>
          <p:nvPr/>
        </p:nvPicPr>
        <p:blipFill>
          <a:blip r:embed="rId11"/>
          <a:stretch>
            <a:fillRect/>
          </a:stretch>
        </p:blipFill>
        <p:spPr>
          <a:xfrm>
            <a:off x="9044848" y="4098277"/>
            <a:ext cx="2577946" cy="1776744"/>
          </a:xfrm>
          <a:prstGeom prst="rect">
            <a:avLst/>
          </a:prstGeom>
        </p:spPr>
      </p:pic>
      <p:sp>
        <p:nvSpPr>
          <p:cNvPr id="21" name="TextBox 20">
            <a:extLst>
              <a:ext uri="{FF2B5EF4-FFF2-40B4-BE49-F238E27FC236}">
                <a16:creationId xmlns:a16="http://schemas.microsoft.com/office/drawing/2014/main" id="{34AFD01B-E271-2885-A154-6EA668F9E5DF}"/>
              </a:ext>
            </a:extLst>
          </p:cNvPr>
          <p:cNvSpPr txBox="1"/>
          <p:nvPr/>
        </p:nvSpPr>
        <p:spPr>
          <a:xfrm>
            <a:off x="3155990" y="5896830"/>
            <a:ext cx="3238959" cy="230832"/>
          </a:xfrm>
          <a:prstGeom prst="rect">
            <a:avLst/>
          </a:prstGeom>
          <a:noFill/>
        </p:spPr>
        <p:txBody>
          <a:bodyPr wrap="square" rtlCol="0">
            <a:spAutoFit/>
          </a:bodyPr>
          <a:lstStyle/>
          <a:p>
            <a:r>
              <a:rPr lang="en-IN" sz="900" i="1" dirty="0"/>
              <a:t>Framework and templates for governance structure </a:t>
            </a:r>
          </a:p>
        </p:txBody>
      </p:sp>
      <p:sp>
        <p:nvSpPr>
          <p:cNvPr id="22" name="TextBox 21">
            <a:extLst>
              <a:ext uri="{FF2B5EF4-FFF2-40B4-BE49-F238E27FC236}">
                <a16:creationId xmlns:a16="http://schemas.microsoft.com/office/drawing/2014/main" id="{5F3D9F2A-6DD0-E50A-3473-F071FF19CAE3}"/>
              </a:ext>
            </a:extLst>
          </p:cNvPr>
          <p:cNvSpPr txBox="1"/>
          <p:nvPr/>
        </p:nvSpPr>
        <p:spPr>
          <a:xfrm>
            <a:off x="6177984" y="5915874"/>
            <a:ext cx="2864385" cy="230832"/>
          </a:xfrm>
          <a:prstGeom prst="rect">
            <a:avLst/>
          </a:prstGeom>
          <a:noFill/>
        </p:spPr>
        <p:txBody>
          <a:bodyPr wrap="square" rtlCol="0">
            <a:spAutoFit/>
          </a:bodyPr>
          <a:lstStyle/>
          <a:p>
            <a:r>
              <a:rPr lang="en-IN" sz="900" i="1" dirty="0"/>
              <a:t>Templates for Architecture Blueprint</a:t>
            </a:r>
          </a:p>
        </p:txBody>
      </p:sp>
      <p:sp>
        <p:nvSpPr>
          <p:cNvPr id="23" name="TextBox 22">
            <a:extLst>
              <a:ext uri="{FF2B5EF4-FFF2-40B4-BE49-F238E27FC236}">
                <a16:creationId xmlns:a16="http://schemas.microsoft.com/office/drawing/2014/main" id="{F355BEE7-E230-6F07-8963-D8208191CEFD}"/>
              </a:ext>
            </a:extLst>
          </p:cNvPr>
          <p:cNvSpPr txBox="1"/>
          <p:nvPr/>
        </p:nvSpPr>
        <p:spPr>
          <a:xfrm>
            <a:off x="8971127" y="5920098"/>
            <a:ext cx="2864385" cy="230832"/>
          </a:xfrm>
          <a:prstGeom prst="rect">
            <a:avLst/>
          </a:prstGeom>
          <a:noFill/>
        </p:spPr>
        <p:txBody>
          <a:bodyPr wrap="square" rtlCol="0">
            <a:spAutoFit/>
          </a:bodyPr>
          <a:lstStyle/>
          <a:p>
            <a:r>
              <a:rPr lang="en-US" altLang="en-US" sz="900" dirty="0">
                <a:latin typeface="+mn-lt"/>
              </a:rPr>
              <a:t>Key Activities </a:t>
            </a:r>
            <a:r>
              <a:rPr lang="en-IN" sz="900" i="1" dirty="0"/>
              <a:t>Templates for Delivery</a:t>
            </a:r>
          </a:p>
        </p:txBody>
      </p:sp>
      <p:sp>
        <p:nvSpPr>
          <p:cNvPr id="3" name="TextBox 2">
            <a:extLst>
              <a:ext uri="{FF2B5EF4-FFF2-40B4-BE49-F238E27FC236}">
                <a16:creationId xmlns:a16="http://schemas.microsoft.com/office/drawing/2014/main" id="{25CECDAE-A856-5E1F-FAE2-6AF4F9B9956D}"/>
              </a:ext>
            </a:extLst>
          </p:cNvPr>
          <p:cNvSpPr txBox="1"/>
          <p:nvPr/>
        </p:nvSpPr>
        <p:spPr>
          <a:xfrm>
            <a:off x="436075" y="6233390"/>
            <a:ext cx="11567160" cy="307777"/>
          </a:xfrm>
          <a:prstGeom prst="rect">
            <a:avLst/>
          </a:prstGeom>
          <a:noFill/>
        </p:spPr>
        <p:txBody>
          <a:bodyPr wrap="square" rtlCol="0">
            <a:spAutoFit/>
          </a:bodyPr>
          <a:lstStyle/>
          <a:p>
            <a:r>
              <a:rPr lang="en-IN" sz="1400" dirty="0">
                <a:highlight>
                  <a:srgbClr val="CDF0FB"/>
                </a:highlight>
              </a:rPr>
              <a:t>Tools and templates which have been used in the past for similar work  can be demonstrated with actual view</a:t>
            </a:r>
          </a:p>
        </p:txBody>
      </p:sp>
      <p:graphicFrame>
        <p:nvGraphicFramePr>
          <p:cNvPr id="7" name="Object 6">
            <a:hlinkClick r:id="" action="ppaction://ole?verb=0" highlightClick="1"/>
            <a:extLst>
              <a:ext uri="{FF2B5EF4-FFF2-40B4-BE49-F238E27FC236}">
                <a16:creationId xmlns:a16="http://schemas.microsoft.com/office/drawing/2014/main" id="{CF6C357D-202D-3887-D47F-0327B9D8F3D6}"/>
              </a:ext>
            </a:extLst>
          </p:cNvPr>
          <p:cNvGraphicFramePr>
            <a:graphicFrameLocks noChangeAspect="1"/>
          </p:cNvGraphicFramePr>
          <p:nvPr>
            <p:extLst>
              <p:ext uri="{D42A27DB-BD31-4B8C-83A1-F6EECF244321}">
                <p14:modId xmlns:p14="http://schemas.microsoft.com/office/powerpoint/2010/main" val="4146325569"/>
              </p:ext>
            </p:extLst>
          </p:nvPr>
        </p:nvGraphicFramePr>
        <p:xfrm>
          <a:off x="5640572" y="2915764"/>
          <a:ext cx="627628" cy="553533"/>
        </p:xfrm>
        <a:graphic>
          <a:graphicData uri="http://schemas.openxmlformats.org/presentationml/2006/ole">
            <mc:AlternateContent xmlns:mc="http://schemas.openxmlformats.org/markup-compatibility/2006">
              <mc:Choice xmlns:v="urn:schemas-microsoft-com:vml" Requires="v">
                <p:oleObj name="Worksheet" showAsIcon="1" r:id="rId12" imgW="914400" imgH="806400" progId="Excel.Sheet.12">
                  <p:embed/>
                </p:oleObj>
              </mc:Choice>
              <mc:Fallback>
                <p:oleObj name="Worksheet" showAsIcon="1" r:id="rId12" imgW="914400" imgH="806400" progId="Excel.Sheet.12">
                  <p:embed/>
                  <p:pic>
                    <p:nvPicPr>
                      <p:cNvPr id="7" name="Object 6">
                        <a:hlinkClick r:id="" action="ppaction://ole?verb=0" highlightClick="1"/>
                        <a:extLst>
                          <a:ext uri="{FF2B5EF4-FFF2-40B4-BE49-F238E27FC236}">
                            <a16:creationId xmlns:a16="http://schemas.microsoft.com/office/drawing/2014/main" id="{CF6C357D-202D-3887-D47F-0327B9D8F3D6}"/>
                          </a:ext>
                        </a:extLst>
                      </p:cNvPr>
                      <p:cNvPicPr/>
                      <p:nvPr/>
                    </p:nvPicPr>
                    <p:blipFill>
                      <a:blip r:embed="rId13"/>
                      <a:stretch>
                        <a:fillRect/>
                      </a:stretch>
                    </p:blipFill>
                    <p:spPr>
                      <a:xfrm>
                        <a:off x="5640572" y="2915764"/>
                        <a:ext cx="627628" cy="553533"/>
                      </a:xfrm>
                      <a:prstGeom prst="rect">
                        <a:avLst/>
                      </a:prstGeom>
                    </p:spPr>
                  </p:pic>
                </p:oleObj>
              </mc:Fallback>
            </mc:AlternateContent>
          </a:graphicData>
        </a:graphic>
      </p:graphicFrame>
      <p:graphicFrame>
        <p:nvGraphicFramePr>
          <p:cNvPr id="18" name="Object 17">
            <a:hlinkClick r:id="" action="ppaction://ole?verb=0" highlightClick="1"/>
            <a:extLst>
              <a:ext uri="{FF2B5EF4-FFF2-40B4-BE49-F238E27FC236}">
                <a16:creationId xmlns:a16="http://schemas.microsoft.com/office/drawing/2014/main" id="{80E522B4-6D46-2BF1-3C69-922CB4D58515}"/>
              </a:ext>
            </a:extLst>
          </p:cNvPr>
          <p:cNvGraphicFramePr>
            <a:graphicFrameLocks noChangeAspect="1"/>
          </p:cNvGraphicFramePr>
          <p:nvPr>
            <p:extLst>
              <p:ext uri="{D42A27DB-BD31-4B8C-83A1-F6EECF244321}">
                <p14:modId xmlns:p14="http://schemas.microsoft.com/office/powerpoint/2010/main" val="466412886"/>
              </p:ext>
            </p:extLst>
          </p:nvPr>
        </p:nvGraphicFramePr>
        <p:xfrm>
          <a:off x="2511846" y="5695720"/>
          <a:ext cx="614127" cy="585986"/>
        </p:xfrm>
        <a:graphic>
          <a:graphicData uri="http://schemas.openxmlformats.org/presentationml/2006/ole">
            <mc:AlternateContent xmlns:mc="http://schemas.openxmlformats.org/markup-compatibility/2006">
              <mc:Choice xmlns:v="urn:schemas-microsoft-com:vml" Requires="v">
                <p:oleObj name="Worksheet" showAsIcon="1" r:id="rId14" imgW="914400" imgH="806400" progId="Excel.Sheet.12">
                  <p:embed/>
                </p:oleObj>
              </mc:Choice>
              <mc:Fallback>
                <p:oleObj name="Worksheet" showAsIcon="1" r:id="rId14" imgW="914400" imgH="806400" progId="Excel.Sheet.12">
                  <p:embed/>
                  <p:pic>
                    <p:nvPicPr>
                      <p:cNvPr id="18" name="Object 17">
                        <a:hlinkClick r:id="" action="ppaction://ole?verb=0" highlightClick="1"/>
                        <a:extLst>
                          <a:ext uri="{FF2B5EF4-FFF2-40B4-BE49-F238E27FC236}">
                            <a16:creationId xmlns:a16="http://schemas.microsoft.com/office/drawing/2014/main" id="{80E522B4-6D46-2BF1-3C69-922CB4D58515}"/>
                          </a:ext>
                        </a:extLst>
                      </p:cNvPr>
                      <p:cNvPicPr/>
                      <p:nvPr/>
                    </p:nvPicPr>
                    <p:blipFill>
                      <a:blip r:embed="rId15"/>
                      <a:stretch>
                        <a:fillRect/>
                      </a:stretch>
                    </p:blipFill>
                    <p:spPr>
                      <a:xfrm>
                        <a:off x="2511846" y="5695720"/>
                        <a:ext cx="614127" cy="585986"/>
                      </a:xfrm>
                      <a:prstGeom prst="rect">
                        <a:avLst/>
                      </a:prstGeom>
                    </p:spPr>
                  </p:pic>
                </p:oleObj>
              </mc:Fallback>
            </mc:AlternateContent>
          </a:graphicData>
        </a:graphic>
      </p:graphicFrame>
      <p:graphicFrame>
        <p:nvGraphicFramePr>
          <p:cNvPr id="19" name="Object 18">
            <a:hlinkClick r:id="" action="ppaction://ole?verb=0" highlightClick="1"/>
            <a:extLst>
              <a:ext uri="{FF2B5EF4-FFF2-40B4-BE49-F238E27FC236}">
                <a16:creationId xmlns:a16="http://schemas.microsoft.com/office/drawing/2014/main" id="{2D6EE7C6-4991-E56A-FC18-A6EDE6D04B30}"/>
              </a:ext>
            </a:extLst>
          </p:cNvPr>
          <p:cNvGraphicFramePr>
            <a:graphicFrameLocks noChangeAspect="1"/>
          </p:cNvGraphicFramePr>
          <p:nvPr>
            <p:extLst>
              <p:ext uri="{D42A27DB-BD31-4B8C-83A1-F6EECF244321}">
                <p14:modId xmlns:p14="http://schemas.microsoft.com/office/powerpoint/2010/main" val="3267467038"/>
              </p:ext>
            </p:extLst>
          </p:nvPr>
        </p:nvGraphicFramePr>
        <p:xfrm>
          <a:off x="2619337" y="2921061"/>
          <a:ext cx="577185" cy="509045"/>
        </p:xfrm>
        <a:graphic>
          <a:graphicData uri="http://schemas.openxmlformats.org/presentationml/2006/ole">
            <mc:AlternateContent xmlns:mc="http://schemas.openxmlformats.org/markup-compatibility/2006">
              <mc:Choice xmlns:v="urn:schemas-microsoft-com:vml" Requires="v">
                <p:oleObj name="Worksheet" showAsIcon="1" r:id="rId16" imgW="914400" imgH="806400" progId="Excel.Sheet.8">
                  <p:embed/>
                </p:oleObj>
              </mc:Choice>
              <mc:Fallback>
                <p:oleObj name="Worksheet" showAsIcon="1" r:id="rId16" imgW="914400" imgH="806400" progId="Excel.Sheet.8">
                  <p:embed/>
                  <p:pic>
                    <p:nvPicPr>
                      <p:cNvPr id="19" name="Object 18">
                        <a:hlinkClick r:id="" action="ppaction://ole?verb=0" highlightClick="1"/>
                        <a:extLst>
                          <a:ext uri="{FF2B5EF4-FFF2-40B4-BE49-F238E27FC236}">
                            <a16:creationId xmlns:a16="http://schemas.microsoft.com/office/drawing/2014/main" id="{2D6EE7C6-4991-E56A-FC18-A6EDE6D04B30}"/>
                          </a:ext>
                        </a:extLst>
                      </p:cNvPr>
                      <p:cNvPicPr/>
                      <p:nvPr/>
                    </p:nvPicPr>
                    <p:blipFill>
                      <a:blip r:embed="rId17"/>
                      <a:stretch>
                        <a:fillRect/>
                      </a:stretch>
                    </p:blipFill>
                    <p:spPr>
                      <a:xfrm>
                        <a:off x="2619337" y="2921061"/>
                        <a:ext cx="577185" cy="509045"/>
                      </a:xfrm>
                      <a:prstGeom prst="rect">
                        <a:avLst/>
                      </a:prstGeom>
                    </p:spPr>
                  </p:pic>
                </p:oleObj>
              </mc:Fallback>
            </mc:AlternateContent>
          </a:graphicData>
        </a:graphic>
      </p:graphicFrame>
      <p:graphicFrame>
        <p:nvGraphicFramePr>
          <p:cNvPr id="20" name="Object 19">
            <a:hlinkClick r:id="" action="ppaction://ole?verb=1" highlightClick="1"/>
            <a:extLst>
              <a:ext uri="{FF2B5EF4-FFF2-40B4-BE49-F238E27FC236}">
                <a16:creationId xmlns:a16="http://schemas.microsoft.com/office/drawing/2014/main" id="{29D55F74-6109-5356-0922-124900EA5182}"/>
              </a:ext>
            </a:extLst>
          </p:cNvPr>
          <p:cNvGraphicFramePr>
            <a:graphicFrameLocks noChangeAspect="1"/>
          </p:cNvGraphicFramePr>
          <p:nvPr>
            <p:extLst>
              <p:ext uri="{D42A27DB-BD31-4B8C-83A1-F6EECF244321}">
                <p14:modId xmlns:p14="http://schemas.microsoft.com/office/powerpoint/2010/main" val="784165978"/>
              </p:ext>
            </p:extLst>
          </p:nvPr>
        </p:nvGraphicFramePr>
        <p:xfrm>
          <a:off x="11031447" y="5712959"/>
          <a:ext cx="579306" cy="510916"/>
        </p:xfrm>
        <a:graphic>
          <a:graphicData uri="http://schemas.openxmlformats.org/presentationml/2006/ole">
            <mc:AlternateContent xmlns:mc="http://schemas.openxmlformats.org/markup-compatibility/2006">
              <mc:Choice xmlns:v="urn:schemas-microsoft-com:vml" Requires="v">
                <p:oleObj name="Presentation" showAsIcon="1" r:id="rId18" imgW="914400" imgH="806400" progId="PowerPoint.Show.12">
                  <p:embed/>
                </p:oleObj>
              </mc:Choice>
              <mc:Fallback>
                <p:oleObj name="Presentation" showAsIcon="1" r:id="rId18" imgW="914400" imgH="806400" progId="PowerPoint.Show.12">
                  <p:embed/>
                  <p:pic>
                    <p:nvPicPr>
                      <p:cNvPr id="20" name="Object 19">
                        <a:hlinkClick r:id="" action="ppaction://ole?verb=1" highlightClick="1"/>
                        <a:extLst>
                          <a:ext uri="{FF2B5EF4-FFF2-40B4-BE49-F238E27FC236}">
                            <a16:creationId xmlns:a16="http://schemas.microsoft.com/office/drawing/2014/main" id="{29D55F74-6109-5356-0922-124900EA5182}"/>
                          </a:ext>
                        </a:extLst>
                      </p:cNvPr>
                      <p:cNvPicPr/>
                      <p:nvPr/>
                    </p:nvPicPr>
                    <p:blipFill>
                      <a:blip r:embed="rId19"/>
                      <a:stretch>
                        <a:fillRect/>
                      </a:stretch>
                    </p:blipFill>
                    <p:spPr>
                      <a:xfrm>
                        <a:off x="11031447" y="5712959"/>
                        <a:ext cx="579306" cy="510916"/>
                      </a:xfrm>
                      <a:prstGeom prst="rect">
                        <a:avLst/>
                      </a:prstGeom>
                    </p:spPr>
                  </p:pic>
                </p:oleObj>
              </mc:Fallback>
            </mc:AlternateContent>
          </a:graphicData>
        </a:graphic>
      </p:graphicFrame>
      <p:graphicFrame>
        <p:nvGraphicFramePr>
          <p:cNvPr id="24" name="Object 23">
            <a:hlinkClick r:id="" action="ppaction://ole?verb=0"/>
            <a:extLst>
              <a:ext uri="{FF2B5EF4-FFF2-40B4-BE49-F238E27FC236}">
                <a16:creationId xmlns:a16="http://schemas.microsoft.com/office/drawing/2014/main" id="{3CFE70F8-9BEE-8197-3990-B4C94F146B26}"/>
              </a:ext>
            </a:extLst>
          </p:cNvPr>
          <p:cNvGraphicFramePr>
            <a:graphicFrameLocks noChangeAspect="1"/>
          </p:cNvGraphicFramePr>
          <p:nvPr>
            <p:extLst>
              <p:ext uri="{D42A27DB-BD31-4B8C-83A1-F6EECF244321}">
                <p14:modId xmlns:p14="http://schemas.microsoft.com/office/powerpoint/2010/main" val="1024763793"/>
              </p:ext>
            </p:extLst>
          </p:nvPr>
        </p:nvGraphicFramePr>
        <p:xfrm>
          <a:off x="5534245" y="5508915"/>
          <a:ext cx="614663" cy="542099"/>
        </p:xfrm>
        <a:graphic>
          <a:graphicData uri="http://schemas.openxmlformats.org/presentationml/2006/ole">
            <mc:AlternateContent xmlns:mc="http://schemas.openxmlformats.org/markup-compatibility/2006">
              <mc:Choice xmlns:v="urn:schemas-microsoft-com:vml" Requires="v">
                <p:oleObj name="Document" showAsIcon="1" r:id="rId20" imgW="914400" imgH="806400" progId="Word.Document.12">
                  <p:embed/>
                </p:oleObj>
              </mc:Choice>
              <mc:Fallback>
                <p:oleObj name="Document" showAsIcon="1" r:id="rId20" imgW="914400" imgH="806400" progId="Word.Document.12">
                  <p:embed/>
                  <p:pic>
                    <p:nvPicPr>
                      <p:cNvPr id="24" name="Object 23">
                        <a:hlinkClick r:id="" action="ppaction://ole?verb=0"/>
                        <a:extLst>
                          <a:ext uri="{FF2B5EF4-FFF2-40B4-BE49-F238E27FC236}">
                            <a16:creationId xmlns:a16="http://schemas.microsoft.com/office/drawing/2014/main" id="{3CFE70F8-9BEE-8197-3990-B4C94F146B26}"/>
                          </a:ext>
                        </a:extLst>
                      </p:cNvPr>
                      <p:cNvPicPr/>
                      <p:nvPr/>
                    </p:nvPicPr>
                    <p:blipFill>
                      <a:blip r:embed="rId21"/>
                      <a:stretch>
                        <a:fillRect/>
                      </a:stretch>
                    </p:blipFill>
                    <p:spPr>
                      <a:xfrm>
                        <a:off x="5534245" y="5508915"/>
                        <a:ext cx="614663" cy="542099"/>
                      </a:xfrm>
                      <a:prstGeom prst="rect">
                        <a:avLst/>
                      </a:prstGeom>
                    </p:spPr>
                  </p:pic>
                </p:oleObj>
              </mc:Fallback>
            </mc:AlternateContent>
          </a:graphicData>
        </a:graphic>
      </p:graphicFrame>
      <p:graphicFrame>
        <p:nvGraphicFramePr>
          <p:cNvPr id="26" name="Object 25">
            <a:hlinkClick r:id="" action="ppaction://ole?verb=0" highlightClick="1"/>
            <a:extLst>
              <a:ext uri="{FF2B5EF4-FFF2-40B4-BE49-F238E27FC236}">
                <a16:creationId xmlns:a16="http://schemas.microsoft.com/office/drawing/2014/main" id="{E91BF1D1-B8DB-0125-EB69-5CA797BB5DA0}"/>
              </a:ext>
            </a:extLst>
          </p:cNvPr>
          <p:cNvGraphicFramePr>
            <a:graphicFrameLocks noChangeAspect="1"/>
          </p:cNvGraphicFramePr>
          <p:nvPr>
            <p:extLst>
              <p:ext uri="{D42A27DB-BD31-4B8C-83A1-F6EECF244321}">
                <p14:modId xmlns:p14="http://schemas.microsoft.com/office/powerpoint/2010/main" val="1158259832"/>
              </p:ext>
            </p:extLst>
          </p:nvPr>
        </p:nvGraphicFramePr>
        <p:xfrm>
          <a:off x="8321327" y="5632202"/>
          <a:ext cx="567492" cy="500496"/>
        </p:xfrm>
        <a:graphic>
          <a:graphicData uri="http://schemas.openxmlformats.org/presentationml/2006/ole">
            <mc:AlternateContent xmlns:mc="http://schemas.openxmlformats.org/markup-compatibility/2006">
              <mc:Choice xmlns:v="urn:schemas-microsoft-com:vml" Requires="v">
                <p:oleObj name="Document" showAsIcon="1" r:id="rId22" imgW="914400" imgH="806400" progId="Word.Document.12">
                  <p:embed/>
                </p:oleObj>
              </mc:Choice>
              <mc:Fallback>
                <p:oleObj name="Document" showAsIcon="1" r:id="rId22" imgW="914400" imgH="806400" progId="Word.Document.12">
                  <p:embed/>
                  <p:pic>
                    <p:nvPicPr>
                      <p:cNvPr id="26" name="Object 25">
                        <a:hlinkClick r:id="" action="ppaction://ole?verb=0" highlightClick="1"/>
                        <a:extLst>
                          <a:ext uri="{FF2B5EF4-FFF2-40B4-BE49-F238E27FC236}">
                            <a16:creationId xmlns:a16="http://schemas.microsoft.com/office/drawing/2014/main" id="{E91BF1D1-B8DB-0125-EB69-5CA797BB5DA0}"/>
                          </a:ext>
                        </a:extLst>
                      </p:cNvPr>
                      <p:cNvPicPr/>
                      <p:nvPr/>
                    </p:nvPicPr>
                    <p:blipFill>
                      <a:blip r:embed="rId23"/>
                      <a:stretch>
                        <a:fillRect/>
                      </a:stretch>
                    </p:blipFill>
                    <p:spPr>
                      <a:xfrm>
                        <a:off x="8321327" y="5632202"/>
                        <a:ext cx="567492" cy="500496"/>
                      </a:xfrm>
                      <a:prstGeom prst="rect">
                        <a:avLst/>
                      </a:prstGeom>
                    </p:spPr>
                  </p:pic>
                </p:oleObj>
              </mc:Fallback>
            </mc:AlternateContent>
          </a:graphicData>
        </a:graphic>
      </p:graphicFrame>
      <p:pic>
        <p:nvPicPr>
          <p:cNvPr id="28" name="Picture 27">
            <a:extLst>
              <a:ext uri="{FF2B5EF4-FFF2-40B4-BE49-F238E27FC236}">
                <a16:creationId xmlns:a16="http://schemas.microsoft.com/office/drawing/2014/main" id="{A6C6E7F8-D379-FACD-8822-743F9F68140E}"/>
              </a:ext>
            </a:extLst>
          </p:cNvPr>
          <p:cNvPicPr>
            <a:picLocks noChangeAspect="1"/>
          </p:cNvPicPr>
          <p:nvPr/>
        </p:nvPicPr>
        <p:blipFill>
          <a:blip r:embed="rId24"/>
          <a:stretch>
            <a:fillRect/>
          </a:stretch>
        </p:blipFill>
        <p:spPr>
          <a:xfrm>
            <a:off x="6246629" y="1270590"/>
            <a:ext cx="2503968" cy="1562986"/>
          </a:xfrm>
          <a:prstGeom prst="rect">
            <a:avLst/>
          </a:prstGeom>
        </p:spPr>
      </p:pic>
      <p:sp>
        <p:nvSpPr>
          <p:cNvPr id="29" name="TextBox 28">
            <a:extLst>
              <a:ext uri="{FF2B5EF4-FFF2-40B4-BE49-F238E27FC236}">
                <a16:creationId xmlns:a16="http://schemas.microsoft.com/office/drawing/2014/main" id="{C80B8BE1-BFA3-5AC0-76B0-3A324584D161}"/>
              </a:ext>
            </a:extLst>
          </p:cNvPr>
          <p:cNvSpPr txBox="1"/>
          <p:nvPr/>
        </p:nvSpPr>
        <p:spPr>
          <a:xfrm>
            <a:off x="6441493" y="2822154"/>
            <a:ext cx="2864385" cy="230832"/>
          </a:xfrm>
          <a:prstGeom prst="rect">
            <a:avLst/>
          </a:prstGeom>
          <a:noFill/>
        </p:spPr>
        <p:txBody>
          <a:bodyPr wrap="square" rtlCol="0">
            <a:spAutoFit/>
          </a:bodyPr>
          <a:lstStyle/>
          <a:p>
            <a:r>
              <a:rPr lang="en-IN" sz="900" i="1" dirty="0"/>
              <a:t>Implementation Roadmap</a:t>
            </a:r>
          </a:p>
        </p:txBody>
      </p:sp>
      <p:sp>
        <p:nvSpPr>
          <p:cNvPr id="31" name="TextBox 30">
            <a:extLst>
              <a:ext uri="{FF2B5EF4-FFF2-40B4-BE49-F238E27FC236}">
                <a16:creationId xmlns:a16="http://schemas.microsoft.com/office/drawing/2014/main" id="{F754DB7C-9DE6-FD29-FB26-FF3198A0968B}"/>
              </a:ext>
            </a:extLst>
          </p:cNvPr>
          <p:cNvSpPr txBox="1"/>
          <p:nvPr/>
        </p:nvSpPr>
        <p:spPr>
          <a:xfrm>
            <a:off x="9188237" y="2868228"/>
            <a:ext cx="2864385" cy="230832"/>
          </a:xfrm>
          <a:prstGeom prst="rect">
            <a:avLst/>
          </a:prstGeom>
          <a:noFill/>
        </p:spPr>
        <p:txBody>
          <a:bodyPr wrap="square" rtlCol="0">
            <a:spAutoFit/>
          </a:bodyPr>
          <a:lstStyle/>
          <a:p>
            <a:r>
              <a:rPr lang="en-IN" sz="900" i="1" dirty="0"/>
              <a:t>Detailed plan for conducting the  workshop</a:t>
            </a:r>
          </a:p>
        </p:txBody>
      </p:sp>
      <p:sp>
        <p:nvSpPr>
          <p:cNvPr id="64" name="TextBox 63">
            <a:extLst>
              <a:ext uri="{FF2B5EF4-FFF2-40B4-BE49-F238E27FC236}">
                <a16:creationId xmlns:a16="http://schemas.microsoft.com/office/drawing/2014/main" id="{5EBB204C-B2F0-BA37-D77D-591309A13C26}"/>
              </a:ext>
            </a:extLst>
          </p:cNvPr>
          <p:cNvSpPr txBox="1"/>
          <p:nvPr/>
        </p:nvSpPr>
        <p:spPr>
          <a:xfrm>
            <a:off x="552788" y="5909353"/>
            <a:ext cx="3031538" cy="230832"/>
          </a:xfrm>
          <a:prstGeom prst="rect">
            <a:avLst/>
          </a:prstGeom>
          <a:noFill/>
        </p:spPr>
        <p:txBody>
          <a:bodyPr wrap="square" rtlCol="0">
            <a:spAutoFit/>
          </a:bodyPr>
          <a:lstStyle/>
          <a:p>
            <a:r>
              <a:rPr lang="en-IN" sz="900" i="1" dirty="0"/>
              <a:t>AS-IS process  capture for Analysis</a:t>
            </a:r>
          </a:p>
        </p:txBody>
      </p:sp>
      <p:graphicFrame>
        <p:nvGraphicFramePr>
          <p:cNvPr id="11" name="Object 10">
            <a:hlinkClick r:id="" action="ppaction://ole?verb=1"/>
            <a:extLst>
              <a:ext uri="{FF2B5EF4-FFF2-40B4-BE49-F238E27FC236}">
                <a16:creationId xmlns:a16="http://schemas.microsoft.com/office/drawing/2014/main" id="{0E8F9642-0F70-5DE6-762B-38EBB0E5D0B5}"/>
              </a:ext>
            </a:extLst>
          </p:cNvPr>
          <p:cNvGraphicFramePr>
            <a:graphicFrameLocks noChangeAspect="1"/>
          </p:cNvGraphicFramePr>
          <p:nvPr>
            <p:extLst>
              <p:ext uri="{D42A27DB-BD31-4B8C-83A1-F6EECF244321}">
                <p14:modId xmlns:p14="http://schemas.microsoft.com/office/powerpoint/2010/main" val="2110288694"/>
              </p:ext>
            </p:extLst>
          </p:nvPr>
        </p:nvGraphicFramePr>
        <p:xfrm>
          <a:off x="8516938" y="2881313"/>
          <a:ext cx="539750" cy="466725"/>
        </p:xfrm>
        <a:graphic>
          <a:graphicData uri="http://schemas.openxmlformats.org/presentationml/2006/ole">
            <mc:AlternateContent xmlns:mc="http://schemas.openxmlformats.org/markup-compatibility/2006">
              <mc:Choice xmlns:v="urn:schemas-microsoft-com:vml" Requires="v">
                <p:oleObj name="Worksheet" showAsIcon="1" r:id="rId25" imgW="761901" imgH="660575" progId="Excel.Sheet.12">
                  <p:embed/>
                </p:oleObj>
              </mc:Choice>
              <mc:Fallback>
                <p:oleObj name="Worksheet" showAsIcon="1" r:id="rId25" imgW="761901" imgH="660575" progId="Excel.Sheet.12">
                  <p:embed/>
                  <p:pic>
                    <p:nvPicPr>
                      <p:cNvPr id="11" name="Object 10">
                        <a:hlinkClick r:id="" action="ppaction://ole?verb=1"/>
                        <a:extLst>
                          <a:ext uri="{FF2B5EF4-FFF2-40B4-BE49-F238E27FC236}">
                            <a16:creationId xmlns:a16="http://schemas.microsoft.com/office/drawing/2014/main" id="{0E8F9642-0F70-5DE6-762B-38EBB0E5D0B5}"/>
                          </a:ext>
                        </a:extLst>
                      </p:cNvPr>
                      <p:cNvPicPr/>
                      <p:nvPr/>
                    </p:nvPicPr>
                    <p:blipFill>
                      <a:blip r:embed="rId26"/>
                      <a:stretch>
                        <a:fillRect/>
                      </a:stretch>
                    </p:blipFill>
                    <p:spPr>
                      <a:xfrm>
                        <a:off x="8516938" y="2881313"/>
                        <a:ext cx="539750" cy="466725"/>
                      </a:xfrm>
                      <a:prstGeom prst="rect">
                        <a:avLst/>
                      </a:prstGeom>
                    </p:spPr>
                  </p:pic>
                </p:oleObj>
              </mc:Fallback>
            </mc:AlternateContent>
          </a:graphicData>
        </a:graphic>
      </p:graphicFrame>
      <p:graphicFrame>
        <p:nvGraphicFramePr>
          <p:cNvPr id="14" name="Object 13">
            <a:hlinkClick r:id="" action="ppaction://ole?verb=1"/>
            <a:extLst>
              <a:ext uri="{FF2B5EF4-FFF2-40B4-BE49-F238E27FC236}">
                <a16:creationId xmlns:a16="http://schemas.microsoft.com/office/drawing/2014/main" id="{C897F014-F99B-7E00-D452-CE80E47B6978}"/>
              </a:ext>
            </a:extLst>
          </p:cNvPr>
          <p:cNvGraphicFramePr>
            <a:graphicFrameLocks noChangeAspect="1"/>
          </p:cNvGraphicFramePr>
          <p:nvPr>
            <p:extLst>
              <p:ext uri="{D42A27DB-BD31-4B8C-83A1-F6EECF244321}">
                <p14:modId xmlns:p14="http://schemas.microsoft.com/office/powerpoint/2010/main" val="1787726909"/>
              </p:ext>
            </p:extLst>
          </p:nvPr>
        </p:nvGraphicFramePr>
        <p:xfrm>
          <a:off x="11472863" y="2978150"/>
          <a:ext cx="608012" cy="528638"/>
        </p:xfrm>
        <a:graphic>
          <a:graphicData uri="http://schemas.openxmlformats.org/presentationml/2006/ole">
            <mc:AlternateContent xmlns:mc="http://schemas.openxmlformats.org/markup-compatibility/2006">
              <mc:Choice xmlns:v="urn:schemas-microsoft-com:vml" Requires="v">
                <p:oleObj name="Worksheet" showAsIcon="1" r:id="rId27" imgW="761901" imgH="660575" progId="Excel.Sheet.12">
                  <p:embed/>
                </p:oleObj>
              </mc:Choice>
              <mc:Fallback>
                <p:oleObj name="Worksheet" showAsIcon="1" r:id="rId27" imgW="761901" imgH="660575" progId="Excel.Sheet.12">
                  <p:embed/>
                  <p:pic>
                    <p:nvPicPr>
                      <p:cNvPr id="14" name="Object 13">
                        <a:hlinkClick r:id="" action="ppaction://ole?verb=1"/>
                        <a:extLst>
                          <a:ext uri="{FF2B5EF4-FFF2-40B4-BE49-F238E27FC236}">
                            <a16:creationId xmlns:a16="http://schemas.microsoft.com/office/drawing/2014/main" id="{C897F014-F99B-7E00-D452-CE80E47B6978}"/>
                          </a:ext>
                        </a:extLst>
                      </p:cNvPr>
                      <p:cNvPicPr/>
                      <p:nvPr/>
                    </p:nvPicPr>
                    <p:blipFill>
                      <a:blip r:embed="rId28"/>
                      <a:stretch>
                        <a:fillRect/>
                      </a:stretch>
                    </p:blipFill>
                    <p:spPr>
                      <a:xfrm>
                        <a:off x="11472863" y="2978150"/>
                        <a:ext cx="608012" cy="528638"/>
                      </a:xfrm>
                      <a:prstGeom prst="rect">
                        <a:avLst/>
                      </a:prstGeom>
                    </p:spPr>
                  </p:pic>
                </p:oleObj>
              </mc:Fallback>
            </mc:AlternateContent>
          </a:graphicData>
        </a:graphic>
      </p:graphicFrame>
    </p:spTree>
    <p:extLst>
      <p:ext uri="{BB962C8B-B14F-4D97-AF65-F5344CB8AC3E}">
        <p14:creationId xmlns:p14="http://schemas.microsoft.com/office/powerpoint/2010/main" val="1515061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CF51313-949A-356F-9052-DCBC3A29117F}"/>
              </a:ext>
            </a:extLst>
          </p:cNvPr>
          <p:cNvSpPr/>
          <p:nvPr/>
        </p:nvSpPr>
        <p:spPr>
          <a:xfrm>
            <a:off x="442349" y="2603934"/>
            <a:ext cx="1436147" cy="385877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err="1">
                <a:solidFill>
                  <a:sysClr val="windowText" lastClr="000000"/>
                </a:solidFill>
              </a:rPr>
              <a:t>CoE</a:t>
            </a:r>
            <a:r>
              <a:rPr lang="en-IN" sz="1600" dirty="0">
                <a:solidFill>
                  <a:sysClr val="windowText" lastClr="000000"/>
                </a:solidFill>
              </a:rPr>
              <a:t> Setup Activities</a:t>
            </a:r>
          </a:p>
        </p:txBody>
      </p:sp>
      <p:sp>
        <p:nvSpPr>
          <p:cNvPr id="2" name="Title 1">
            <a:extLst>
              <a:ext uri="{FF2B5EF4-FFF2-40B4-BE49-F238E27FC236}">
                <a16:creationId xmlns:a16="http://schemas.microsoft.com/office/drawing/2014/main" id="{A3994C27-4D91-486C-A40E-5225D27AD55E}"/>
              </a:ext>
            </a:extLst>
          </p:cNvPr>
          <p:cNvSpPr>
            <a:spLocks noGrp="1"/>
          </p:cNvSpPr>
          <p:nvPr>
            <p:ph type="title"/>
          </p:nvPr>
        </p:nvSpPr>
        <p:spPr>
          <a:xfrm>
            <a:off x="404813" y="336817"/>
            <a:ext cx="10947772" cy="716711"/>
          </a:xfrm>
        </p:spPr>
        <p:txBody>
          <a:bodyPr/>
          <a:lstStyle/>
          <a:p>
            <a:r>
              <a:rPr lang="en-US" dirty="0"/>
              <a:t>Indicative steps for PHASE 2</a:t>
            </a:r>
          </a:p>
        </p:txBody>
      </p:sp>
      <p:grpSp>
        <p:nvGrpSpPr>
          <p:cNvPr id="3" name="Group 2">
            <a:extLst>
              <a:ext uri="{FF2B5EF4-FFF2-40B4-BE49-F238E27FC236}">
                <a16:creationId xmlns:a16="http://schemas.microsoft.com/office/drawing/2014/main" id="{438EF4A9-DBAA-9E05-F8A6-EA367ED695C5}"/>
              </a:ext>
            </a:extLst>
          </p:cNvPr>
          <p:cNvGrpSpPr/>
          <p:nvPr/>
        </p:nvGrpSpPr>
        <p:grpSpPr>
          <a:xfrm>
            <a:off x="404813" y="1420679"/>
            <a:ext cx="10841204" cy="5142096"/>
            <a:chOff x="796877" y="1053528"/>
            <a:chExt cx="9302242" cy="3874451"/>
          </a:xfrm>
        </p:grpSpPr>
        <p:sp>
          <p:nvSpPr>
            <p:cNvPr id="97" name="Arrow: Chevron 96">
              <a:extLst>
                <a:ext uri="{FF2B5EF4-FFF2-40B4-BE49-F238E27FC236}">
                  <a16:creationId xmlns:a16="http://schemas.microsoft.com/office/drawing/2014/main" id="{E4FDEA96-1729-4747-865F-4068D8AE8096}"/>
                </a:ext>
              </a:extLst>
            </p:cNvPr>
            <p:cNvSpPr/>
            <p:nvPr/>
          </p:nvSpPr>
          <p:spPr>
            <a:xfrm>
              <a:off x="796877" y="1053528"/>
              <a:ext cx="6482366" cy="393700"/>
            </a:xfrm>
            <a:prstGeom prst="chevron">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Phase 2 – COE Setup</a:t>
              </a:r>
            </a:p>
          </p:txBody>
        </p:sp>
        <p:sp>
          <p:nvSpPr>
            <p:cNvPr id="98" name="Arrow: Chevron 97">
              <a:extLst>
                <a:ext uri="{FF2B5EF4-FFF2-40B4-BE49-F238E27FC236}">
                  <a16:creationId xmlns:a16="http://schemas.microsoft.com/office/drawing/2014/main" id="{90171CDA-D648-4640-8CA0-0ADC1EF5A474}"/>
                </a:ext>
              </a:extLst>
            </p:cNvPr>
            <p:cNvSpPr/>
            <p:nvPr/>
          </p:nvSpPr>
          <p:spPr>
            <a:xfrm>
              <a:off x="7128502" y="1053528"/>
              <a:ext cx="1980274" cy="393700"/>
            </a:xfrm>
            <a:prstGeom prst="chevron">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Implementation</a:t>
              </a:r>
            </a:p>
          </p:txBody>
        </p:sp>
        <p:sp>
          <p:nvSpPr>
            <p:cNvPr id="8" name="Arrow: Chevron 7">
              <a:extLst>
                <a:ext uri="{FF2B5EF4-FFF2-40B4-BE49-F238E27FC236}">
                  <a16:creationId xmlns:a16="http://schemas.microsoft.com/office/drawing/2014/main" id="{7288A99C-01BC-F176-4A08-A751667A304E}"/>
                </a:ext>
              </a:extLst>
            </p:cNvPr>
            <p:cNvSpPr/>
            <p:nvPr/>
          </p:nvSpPr>
          <p:spPr>
            <a:xfrm>
              <a:off x="8976725" y="1053528"/>
              <a:ext cx="1122394" cy="393700"/>
            </a:xfrm>
            <a:prstGeom prst="chevron">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In-life</a:t>
              </a:r>
            </a:p>
          </p:txBody>
        </p:sp>
        <p:sp>
          <p:nvSpPr>
            <p:cNvPr id="15" name="Arrow: Chevron 14">
              <a:extLst>
                <a:ext uri="{FF2B5EF4-FFF2-40B4-BE49-F238E27FC236}">
                  <a16:creationId xmlns:a16="http://schemas.microsoft.com/office/drawing/2014/main" id="{B5530D0E-13B9-3282-97D0-320C7DF484A4}"/>
                </a:ext>
              </a:extLst>
            </p:cNvPr>
            <p:cNvSpPr/>
            <p:nvPr/>
          </p:nvSpPr>
          <p:spPr>
            <a:xfrm>
              <a:off x="1941002" y="2937175"/>
              <a:ext cx="3163970" cy="393999"/>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Domain/Product/Transformation Process Maps framework</a:t>
              </a:r>
            </a:p>
          </p:txBody>
        </p:sp>
        <p:sp>
          <p:nvSpPr>
            <p:cNvPr id="19" name="Arrow: Chevron 18">
              <a:extLst>
                <a:ext uri="{FF2B5EF4-FFF2-40B4-BE49-F238E27FC236}">
                  <a16:creationId xmlns:a16="http://schemas.microsoft.com/office/drawing/2014/main" id="{06DC8A77-1331-9EBA-0D4A-29646BFDCEC6}"/>
                </a:ext>
              </a:extLst>
            </p:cNvPr>
            <p:cNvSpPr/>
            <p:nvPr/>
          </p:nvSpPr>
          <p:spPr>
            <a:xfrm>
              <a:off x="1941002" y="1951602"/>
              <a:ext cx="2902955" cy="389553"/>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a:solidFill>
                    <a:schemeClr val="tx1"/>
                  </a:solidFill>
                </a:rPr>
                <a:t>Setup Architectural Governance model</a:t>
              </a:r>
            </a:p>
          </p:txBody>
        </p:sp>
        <p:sp>
          <p:nvSpPr>
            <p:cNvPr id="20" name="Arrow: Chevron 19">
              <a:extLst>
                <a:ext uri="{FF2B5EF4-FFF2-40B4-BE49-F238E27FC236}">
                  <a16:creationId xmlns:a16="http://schemas.microsoft.com/office/drawing/2014/main" id="{D025D995-0B86-264E-8192-26EA10D77AB6}"/>
                </a:ext>
              </a:extLst>
            </p:cNvPr>
            <p:cNvSpPr/>
            <p:nvPr/>
          </p:nvSpPr>
          <p:spPr>
            <a:xfrm>
              <a:off x="5004220" y="2937175"/>
              <a:ext cx="2080361" cy="384607"/>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Finalise e2e </a:t>
              </a:r>
              <a:r>
                <a:rPr lang="en-GB" sz="1400" dirty="0" err="1">
                  <a:solidFill>
                    <a:schemeClr val="tx1"/>
                  </a:solidFill>
                </a:rPr>
                <a:t>CoE</a:t>
              </a:r>
              <a:r>
                <a:rPr lang="en-GB" sz="1400" dirty="0">
                  <a:solidFill>
                    <a:schemeClr val="tx1"/>
                  </a:solidFill>
                </a:rPr>
                <a:t> process across board </a:t>
              </a:r>
            </a:p>
          </p:txBody>
        </p:sp>
        <p:sp>
          <p:nvSpPr>
            <p:cNvPr id="6" name="Arrow: Chevron 5">
              <a:extLst>
                <a:ext uri="{FF2B5EF4-FFF2-40B4-BE49-F238E27FC236}">
                  <a16:creationId xmlns:a16="http://schemas.microsoft.com/office/drawing/2014/main" id="{A5FB6873-6EAD-0D67-D2A7-6A2071DBAD44}"/>
                </a:ext>
              </a:extLst>
            </p:cNvPr>
            <p:cNvSpPr/>
            <p:nvPr/>
          </p:nvSpPr>
          <p:spPr>
            <a:xfrm>
              <a:off x="1943187" y="3442382"/>
              <a:ext cx="2094873" cy="385869"/>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a:solidFill>
                    <a:schemeClr val="tx1"/>
                  </a:solidFill>
                </a:rPr>
                <a:t>Artifacts, Building Blocks</a:t>
              </a:r>
            </a:p>
          </p:txBody>
        </p:sp>
        <p:sp>
          <p:nvSpPr>
            <p:cNvPr id="10" name="Arrow: Chevron 9">
              <a:extLst>
                <a:ext uri="{FF2B5EF4-FFF2-40B4-BE49-F238E27FC236}">
                  <a16:creationId xmlns:a16="http://schemas.microsoft.com/office/drawing/2014/main" id="{AFD20ADA-4794-76EA-2B6B-D3EDDC84DC56}"/>
                </a:ext>
              </a:extLst>
            </p:cNvPr>
            <p:cNvSpPr/>
            <p:nvPr/>
          </p:nvSpPr>
          <p:spPr>
            <a:xfrm>
              <a:off x="1941002" y="2452363"/>
              <a:ext cx="5143579" cy="373604"/>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Define Business principles, business goals, and business drivers   strategies, business plans, business strategy, IT Strategy</a:t>
              </a:r>
              <a:endParaRPr lang="en-IN" sz="1400" dirty="0">
                <a:solidFill>
                  <a:schemeClr val="tx1"/>
                </a:solidFill>
              </a:endParaRPr>
            </a:p>
          </p:txBody>
        </p:sp>
        <p:sp>
          <p:nvSpPr>
            <p:cNvPr id="23" name="Arrow: Chevron 22">
              <a:extLst>
                <a:ext uri="{FF2B5EF4-FFF2-40B4-BE49-F238E27FC236}">
                  <a16:creationId xmlns:a16="http://schemas.microsoft.com/office/drawing/2014/main" id="{E4D5B1AA-07FE-FA0F-07A0-27362A77D8A1}"/>
                </a:ext>
              </a:extLst>
            </p:cNvPr>
            <p:cNvSpPr/>
            <p:nvPr/>
          </p:nvSpPr>
          <p:spPr>
            <a:xfrm>
              <a:off x="1941002" y="3939459"/>
              <a:ext cx="3825094" cy="39240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Finalize Vision,  Baseline &amp; Target Architecture </a:t>
              </a:r>
              <a:endParaRPr lang="en-IN" sz="1400" dirty="0">
                <a:solidFill>
                  <a:schemeClr val="tx1"/>
                </a:solidFill>
              </a:endParaRPr>
            </a:p>
          </p:txBody>
        </p:sp>
        <p:sp>
          <p:nvSpPr>
            <p:cNvPr id="25" name="Arrow: Chevron 24">
              <a:extLst>
                <a:ext uri="{FF2B5EF4-FFF2-40B4-BE49-F238E27FC236}">
                  <a16:creationId xmlns:a16="http://schemas.microsoft.com/office/drawing/2014/main" id="{8D5EEAF7-EC56-7EB5-7528-4E37E8765EB3}"/>
                </a:ext>
              </a:extLst>
            </p:cNvPr>
            <p:cNvSpPr/>
            <p:nvPr/>
          </p:nvSpPr>
          <p:spPr>
            <a:xfrm>
              <a:off x="1950788" y="4443068"/>
              <a:ext cx="5143578" cy="413499"/>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lang="en-US" sz="1400" dirty="0">
                  <a:solidFill>
                    <a:schemeClr val="tx1"/>
                  </a:solidFill>
                </a:rPr>
                <a:t>Transformation CRs &amp; Phase Assessment</a:t>
              </a:r>
            </a:p>
          </p:txBody>
        </p:sp>
        <p:sp>
          <p:nvSpPr>
            <p:cNvPr id="30" name="Rectangle 29">
              <a:extLst>
                <a:ext uri="{FF2B5EF4-FFF2-40B4-BE49-F238E27FC236}">
                  <a16:creationId xmlns:a16="http://schemas.microsoft.com/office/drawing/2014/main" id="{20F80693-8EBC-8C81-C718-BBB7F643AB90}"/>
                </a:ext>
              </a:extLst>
            </p:cNvPr>
            <p:cNvSpPr/>
            <p:nvPr/>
          </p:nvSpPr>
          <p:spPr>
            <a:xfrm>
              <a:off x="7343836" y="1981137"/>
              <a:ext cx="2655820" cy="294684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US" sz="1400" dirty="0">
                  <a:solidFill>
                    <a:schemeClr val="tx1"/>
                  </a:solidFill>
                </a:rPr>
                <a:t>Capability assessment</a:t>
              </a:r>
            </a:p>
            <a:p>
              <a:pPr marL="285750" indent="-285750">
                <a:buFont typeface="Wingdings" panose="05000000000000000000" pitchFamily="2" charset="2"/>
                <a:buChar char="§"/>
              </a:pPr>
              <a:r>
                <a:rPr lang="en-US" sz="1400" dirty="0">
                  <a:solidFill>
                    <a:schemeClr val="tx1"/>
                  </a:solidFill>
                </a:rPr>
                <a:t>Technical Solutions</a:t>
              </a:r>
              <a:endParaRPr lang="en-IN" sz="1400" dirty="0">
                <a:solidFill>
                  <a:schemeClr val="tx1"/>
                </a:solidFill>
              </a:endParaRPr>
            </a:p>
            <a:p>
              <a:pPr marL="285750" indent="-285750">
                <a:buFont typeface="Wingdings" panose="05000000000000000000" pitchFamily="2" charset="2"/>
                <a:buChar char="§"/>
              </a:pPr>
              <a:r>
                <a:rPr lang="en-IN" sz="1400" dirty="0">
                  <a:solidFill>
                    <a:schemeClr val="tx1"/>
                  </a:solidFill>
                </a:rPr>
                <a:t>Implementation strategy , rollout plans,  phases &amp; timelines</a:t>
              </a:r>
            </a:p>
            <a:p>
              <a:pPr marL="285750" indent="-285750">
                <a:buFont typeface="Wingdings" panose="05000000000000000000" pitchFamily="2" charset="2"/>
                <a:buChar char="§"/>
              </a:pPr>
              <a:r>
                <a:rPr lang="en-IN" sz="1400" dirty="0">
                  <a:solidFill>
                    <a:schemeClr val="tx1"/>
                  </a:solidFill>
                </a:rPr>
                <a:t>Migration Strategy</a:t>
              </a:r>
            </a:p>
            <a:p>
              <a:pPr marL="285750" indent="-285750">
                <a:buFont typeface="Wingdings" panose="05000000000000000000" pitchFamily="2" charset="2"/>
                <a:buChar char="§"/>
              </a:pPr>
              <a:r>
                <a:rPr lang="en-IN" sz="1400" dirty="0">
                  <a:solidFill>
                    <a:schemeClr val="tx1"/>
                  </a:solidFill>
                </a:rPr>
                <a:t>Technology Readiness</a:t>
              </a:r>
            </a:p>
            <a:p>
              <a:pPr marL="285750" indent="-285750">
                <a:buFont typeface="Wingdings" panose="05000000000000000000" pitchFamily="2" charset="2"/>
                <a:buChar char="§"/>
              </a:pPr>
              <a:r>
                <a:rPr lang="en-IN" sz="1400" dirty="0">
                  <a:solidFill>
                    <a:schemeClr val="tx1"/>
                  </a:solidFill>
                </a:rPr>
                <a:t>CRs for Architecture</a:t>
              </a:r>
            </a:p>
            <a:p>
              <a:pPr marL="285750" indent="-285750">
                <a:buFont typeface="Wingdings" panose="05000000000000000000" pitchFamily="2" charset="2"/>
                <a:buChar char="§"/>
              </a:pPr>
              <a:r>
                <a:rPr lang="en-US" sz="1400" dirty="0">
                  <a:solidFill>
                    <a:schemeClr val="tx1"/>
                  </a:solidFill>
                </a:rPr>
                <a:t>Technical Gaps</a:t>
              </a:r>
            </a:p>
            <a:p>
              <a:pPr marL="285750" indent="-285750">
                <a:buFont typeface="Wingdings" panose="05000000000000000000" pitchFamily="2" charset="2"/>
                <a:buChar char="§"/>
              </a:pPr>
              <a:r>
                <a:rPr lang="en-US" sz="1400" dirty="0">
                  <a:solidFill>
                    <a:schemeClr val="tx1"/>
                  </a:solidFill>
                </a:rPr>
                <a:t>System Analysis reports</a:t>
              </a:r>
            </a:p>
            <a:p>
              <a:pPr marL="285750" indent="-285750">
                <a:buFont typeface="Wingdings" panose="05000000000000000000" pitchFamily="2" charset="2"/>
                <a:buChar char="§"/>
              </a:pPr>
              <a:r>
                <a:rPr lang="en-IN" sz="1400" dirty="0">
                  <a:solidFill>
                    <a:schemeClr val="tx1"/>
                  </a:solidFill>
                </a:rPr>
                <a:t>Quality Checks</a:t>
              </a:r>
            </a:p>
            <a:p>
              <a:pPr marL="285750" indent="-285750">
                <a:buFont typeface="Wingdings" panose="05000000000000000000" pitchFamily="2" charset="2"/>
                <a:buChar char="§"/>
              </a:pPr>
              <a:r>
                <a:rPr lang="en-IN" sz="1400" dirty="0">
                  <a:solidFill>
                    <a:schemeClr val="tx1"/>
                  </a:solidFill>
                </a:rPr>
                <a:t>Go-live strategy &amp; target timelines</a:t>
              </a:r>
            </a:p>
            <a:p>
              <a:pPr marL="285750" indent="-285750">
                <a:buFont typeface="Wingdings" panose="05000000000000000000" pitchFamily="2" charset="2"/>
                <a:buChar char="§"/>
              </a:pPr>
              <a:r>
                <a:rPr lang="en-US" sz="1400" dirty="0">
                  <a:solidFill>
                    <a:schemeClr val="tx1"/>
                  </a:solidFill>
                </a:rPr>
                <a:t>Re-Usable Sys Architecture Blocks</a:t>
              </a:r>
            </a:p>
            <a:p>
              <a:pPr marL="285750" indent="-285750">
                <a:buFont typeface="Wingdings" panose="05000000000000000000" pitchFamily="2" charset="2"/>
                <a:buChar char="§"/>
              </a:pPr>
              <a:r>
                <a:rPr lang="en-US" sz="1400" dirty="0">
                  <a:solidFill>
                    <a:schemeClr val="tx1"/>
                  </a:solidFill>
                </a:rPr>
                <a:t>Architecture compliance</a:t>
              </a:r>
            </a:p>
          </p:txBody>
        </p:sp>
      </p:grpSp>
      <p:sp>
        <p:nvSpPr>
          <p:cNvPr id="4" name="Arrow: Chevron 3">
            <a:extLst>
              <a:ext uri="{FF2B5EF4-FFF2-40B4-BE49-F238E27FC236}">
                <a16:creationId xmlns:a16="http://schemas.microsoft.com/office/drawing/2014/main" id="{917212F5-3340-E1EB-F4F4-EB4F3B93E41D}"/>
              </a:ext>
            </a:extLst>
          </p:cNvPr>
          <p:cNvSpPr/>
          <p:nvPr/>
        </p:nvSpPr>
        <p:spPr>
          <a:xfrm>
            <a:off x="442349" y="2003532"/>
            <a:ext cx="10910235" cy="517007"/>
          </a:xfrm>
          <a:prstGeom prst="chevron">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err="1">
                <a:solidFill>
                  <a:schemeClr val="bg1"/>
                </a:solidFill>
              </a:rPr>
              <a:t>CoE</a:t>
            </a:r>
            <a:r>
              <a:rPr lang="en-IN" sz="1400" dirty="0">
                <a:solidFill>
                  <a:schemeClr val="bg1"/>
                </a:solidFill>
              </a:rPr>
              <a:t> Assessment for other streams &amp; Markets basis learnings from POC followed by </a:t>
            </a:r>
            <a:r>
              <a:rPr lang="en-IN" sz="1400" dirty="0" err="1">
                <a:solidFill>
                  <a:schemeClr val="bg1"/>
                </a:solidFill>
              </a:rPr>
              <a:t>CoE</a:t>
            </a:r>
            <a:r>
              <a:rPr lang="en-IN" sz="1400" dirty="0">
                <a:solidFill>
                  <a:schemeClr val="bg1"/>
                </a:solidFill>
              </a:rPr>
              <a:t> Setup of Architecture </a:t>
            </a:r>
            <a:r>
              <a:rPr lang="en-IN" sz="1400" dirty="0" err="1">
                <a:solidFill>
                  <a:schemeClr val="bg1"/>
                </a:solidFill>
              </a:rPr>
              <a:t>CoE</a:t>
            </a:r>
            <a:r>
              <a:rPr lang="en-IN" sz="1400" dirty="0">
                <a:solidFill>
                  <a:schemeClr val="bg1"/>
                </a:solidFill>
              </a:rPr>
              <a:t> across the organization</a:t>
            </a:r>
          </a:p>
        </p:txBody>
      </p:sp>
    </p:spTree>
    <p:extLst>
      <p:ext uri="{BB962C8B-B14F-4D97-AF65-F5344CB8AC3E}">
        <p14:creationId xmlns:p14="http://schemas.microsoft.com/office/powerpoint/2010/main" val="4221697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3C167-057A-3D76-D1F4-CE3165363605}"/>
              </a:ext>
            </a:extLst>
          </p:cNvPr>
          <p:cNvSpPr>
            <a:spLocks noGrp="1"/>
          </p:cNvSpPr>
          <p:nvPr>
            <p:ph type="title"/>
          </p:nvPr>
        </p:nvSpPr>
        <p:spPr/>
        <p:txBody>
          <a:bodyPr/>
          <a:lstStyle/>
          <a:p>
            <a:r>
              <a:rPr lang="en-IN" dirty="0"/>
              <a:t>Change  Management APPROACH  for ADOPTION OF  COE</a:t>
            </a:r>
          </a:p>
        </p:txBody>
      </p:sp>
      <p:sp>
        <p:nvSpPr>
          <p:cNvPr id="34" name="Rectangle 33">
            <a:extLst>
              <a:ext uri="{FF2B5EF4-FFF2-40B4-BE49-F238E27FC236}">
                <a16:creationId xmlns:a16="http://schemas.microsoft.com/office/drawing/2014/main" id="{91279032-C14A-8B24-6F06-6D9A37A89B65}"/>
              </a:ext>
            </a:extLst>
          </p:cNvPr>
          <p:cNvSpPr/>
          <p:nvPr/>
        </p:nvSpPr>
        <p:spPr>
          <a:xfrm>
            <a:off x="471138" y="1243691"/>
            <a:ext cx="11330360" cy="5252112"/>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mj-lt"/>
            </a:endParaRPr>
          </a:p>
        </p:txBody>
      </p:sp>
      <p:grpSp>
        <p:nvGrpSpPr>
          <p:cNvPr id="60" name="Group 59">
            <a:extLst>
              <a:ext uri="{FF2B5EF4-FFF2-40B4-BE49-F238E27FC236}">
                <a16:creationId xmlns:a16="http://schemas.microsoft.com/office/drawing/2014/main" id="{371CB752-9E03-79F6-5863-BB449BE728DF}"/>
              </a:ext>
            </a:extLst>
          </p:cNvPr>
          <p:cNvGrpSpPr/>
          <p:nvPr/>
        </p:nvGrpSpPr>
        <p:grpSpPr>
          <a:xfrm>
            <a:off x="534388" y="2517569"/>
            <a:ext cx="1548000" cy="1476000"/>
            <a:chOff x="680418" y="3015602"/>
            <a:chExt cx="1044000" cy="1024822"/>
          </a:xfrm>
        </p:grpSpPr>
        <p:sp>
          <p:nvSpPr>
            <p:cNvPr id="91" name="Hexagon 90">
              <a:extLst>
                <a:ext uri="{FF2B5EF4-FFF2-40B4-BE49-F238E27FC236}">
                  <a16:creationId xmlns:a16="http://schemas.microsoft.com/office/drawing/2014/main" id="{5D98F0B1-1E2D-E5F1-9E69-FFE417177396}"/>
                </a:ext>
              </a:extLst>
            </p:cNvPr>
            <p:cNvSpPr/>
            <p:nvPr/>
          </p:nvSpPr>
          <p:spPr>
            <a:xfrm>
              <a:off x="680418" y="3140424"/>
              <a:ext cx="1044000" cy="900000"/>
            </a:xfrm>
            <a:prstGeom prst="hexagon">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800" dirty="0">
                <a:solidFill>
                  <a:schemeClr val="bg1"/>
                </a:solidFill>
              </a:endParaRPr>
            </a:p>
          </p:txBody>
        </p:sp>
        <p:sp>
          <p:nvSpPr>
            <p:cNvPr id="92" name="Rectangle 91">
              <a:extLst>
                <a:ext uri="{FF2B5EF4-FFF2-40B4-BE49-F238E27FC236}">
                  <a16:creationId xmlns:a16="http://schemas.microsoft.com/office/drawing/2014/main" id="{E1D11B38-AF1F-5F27-FA8D-F2A37255BBC8}"/>
                </a:ext>
              </a:extLst>
            </p:cNvPr>
            <p:cNvSpPr/>
            <p:nvPr/>
          </p:nvSpPr>
          <p:spPr>
            <a:xfrm>
              <a:off x="686046" y="3584732"/>
              <a:ext cx="1032744" cy="45569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bg1"/>
                  </a:solidFill>
                </a:rPr>
                <a:t>Change Vision</a:t>
              </a:r>
            </a:p>
          </p:txBody>
        </p:sp>
        <p:pic>
          <p:nvPicPr>
            <p:cNvPr id="93" name="Picture 92">
              <a:extLst>
                <a:ext uri="{FF2B5EF4-FFF2-40B4-BE49-F238E27FC236}">
                  <a16:creationId xmlns:a16="http://schemas.microsoft.com/office/drawing/2014/main" id="{0FAD84CE-7D48-E064-B9B4-64F3653D1140}"/>
                </a:ext>
              </a:extLst>
            </p:cNvPr>
            <p:cNvPicPr>
              <a:picLocks noChangeAspect="1"/>
            </p:cNvPicPr>
            <p:nvPr/>
          </p:nvPicPr>
          <p:blipFill rotWithShape="1">
            <a:blip r:embed="rId2"/>
            <a:srcRect l="4956" t="40157" r="88211" b="43338"/>
            <a:stretch/>
          </p:blipFill>
          <p:spPr>
            <a:xfrm>
              <a:off x="986394" y="3347399"/>
              <a:ext cx="432048" cy="320022"/>
            </a:xfrm>
            <a:prstGeom prst="rect">
              <a:avLst/>
            </a:prstGeom>
          </p:spPr>
        </p:pic>
        <p:sp>
          <p:nvSpPr>
            <p:cNvPr id="94" name="Oval 93">
              <a:extLst>
                <a:ext uri="{FF2B5EF4-FFF2-40B4-BE49-F238E27FC236}">
                  <a16:creationId xmlns:a16="http://schemas.microsoft.com/office/drawing/2014/main" id="{CCC2922F-4DBB-93B9-7BCB-10AA76418072}"/>
                </a:ext>
              </a:extLst>
            </p:cNvPr>
            <p:cNvSpPr/>
            <p:nvPr/>
          </p:nvSpPr>
          <p:spPr>
            <a:xfrm>
              <a:off x="1076418" y="3015602"/>
              <a:ext cx="252000" cy="252000"/>
            </a:xfrm>
            <a:prstGeom prst="ellipse">
              <a:avLst/>
            </a:prstGeom>
            <a:solidFill>
              <a:schemeClr val="accent2"/>
            </a:solidFill>
            <a:ln w="1905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dirty="0">
                  <a:solidFill>
                    <a:schemeClr val="bg1"/>
                  </a:solidFill>
                </a:rPr>
                <a:t>1</a:t>
              </a:r>
            </a:p>
          </p:txBody>
        </p:sp>
      </p:grpSp>
      <p:grpSp>
        <p:nvGrpSpPr>
          <p:cNvPr id="61" name="Group 60">
            <a:extLst>
              <a:ext uri="{FF2B5EF4-FFF2-40B4-BE49-F238E27FC236}">
                <a16:creationId xmlns:a16="http://schemas.microsoft.com/office/drawing/2014/main" id="{509C4A2D-60EF-9487-2F8C-4A42F7748A60}"/>
              </a:ext>
            </a:extLst>
          </p:cNvPr>
          <p:cNvGrpSpPr/>
          <p:nvPr/>
        </p:nvGrpSpPr>
        <p:grpSpPr>
          <a:xfrm>
            <a:off x="1777525" y="3325091"/>
            <a:ext cx="1548000" cy="1476000"/>
            <a:chOff x="643343" y="3015602"/>
            <a:chExt cx="1129625" cy="1024822"/>
          </a:xfrm>
        </p:grpSpPr>
        <p:sp>
          <p:nvSpPr>
            <p:cNvPr id="87" name="Hexagon 86">
              <a:extLst>
                <a:ext uri="{FF2B5EF4-FFF2-40B4-BE49-F238E27FC236}">
                  <a16:creationId xmlns:a16="http://schemas.microsoft.com/office/drawing/2014/main" id="{11BB348A-7A44-C075-5FC2-A216BB05F448}"/>
                </a:ext>
              </a:extLst>
            </p:cNvPr>
            <p:cNvSpPr/>
            <p:nvPr/>
          </p:nvSpPr>
          <p:spPr>
            <a:xfrm>
              <a:off x="643343" y="3140424"/>
              <a:ext cx="1129625" cy="900000"/>
            </a:xfrm>
            <a:prstGeom prst="hexagon">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800" dirty="0">
                <a:solidFill>
                  <a:schemeClr val="bg1"/>
                </a:solidFill>
              </a:endParaRPr>
            </a:p>
          </p:txBody>
        </p:sp>
        <p:sp>
          <p:nvSpPr>
            <p:cNvPr id="88" name="Rectangle 87">
              <a:extLst>
                <a:ext uri="{FF2B5EF4-FFF2-40B4-BE49-F238E27FC236}">
                  <a16:creationId xmlns:a16="http://schemas.microsoft.com/office/drawing/2014/main" id="{5E50DDD8-D4D7-575C-7252-EBEB5898266B}"/>
                </a:ext>
              </a:extLst>
            </p:cNvPr>
            <p:cNvSpPr/>
            <p:nvPr/>
          </p:nvSpPr>
          <p:spPr>
            <a:xfrm>
              <a:off x="646196" y="3541732"/>
              <a:ext cx="1112446" cy="45569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bg1"/>
                  </a:solidFill>
                </a:rPr>
                <a:t>Stakeholder mapping </a:t>
              </a:r>
            </a:p>
            <a:p>
              <a:pPr algn="ctr"/>
              <a:r>
                <a:rPr lang="en-US" sz="1000" dirty="0">
                  <a:solidFill>
                    <a:schemeClr val="bg1"/>
                  </a:solidFill>
                </a:rPr>
                <a:t>and impact on </a:t>
              </a:r>
              <a:br>
                <a:rPr lang="en-US" sz="1000" dirty="0">
                  <a:solidFill>
                    <a:schemeClr val="bg1"/>
                  </a:solidFill>
                </a:rPr>
              </a:br>
              <a:r>
                <a:rPr lang="en-US" sz="1000" dirty="0">
                  <a:solidFill>
                    <a:schemeClr val="bg1"/>
                  </a:solidFill>
                </a:rPr>
                <a:t>process changes </a:t>
              </a:r>
            </a:p>
          </p:txBody>
        </p:sp>
        <p:pic>
          <p:nvPicPr>
            <p:cNvPr id="89" name="Picture 88">
              <a:extLst>
                <a:ext uri="{FF2B5EF4-FFF2-40B4-BE49-F238E27FC236}">
                  <a16:creationId xmlns:a16="http://schemas.microsoft.com/office/drawing/2014/main" id="{B490D89F-FDC3-6C05-EF32-FCD429DCAAA8}"/>
                </a:ext>
              </a:extLst>
            </p:cNvPr>
            <p:cNvPicPr>
              <a:picLocks noChangeAspect="1"/>
            </p:cNvPicPr>
            <p:nvPr/>
          </p:nvPicPr>
          <p:blipFill rotWithShape="1">
            <a:blip r:embed="rId2"/>
            <a:srcRect l="18733" t="63291" r="74434" b="20204"/>
            <a:stretch/>
          </p:blipFill>
          <p:spPr>
            <a:xfrm>
              <a:off x="986395" y="3313114"/>
              <a:ext cx="432048" cy="320022"/>
            </a:xfrm>
            <a:prstGeom prst="rect">
              <a:avLst/>
            </a:prstGeom>
          </p:spPr>
        </p:pic>
        <p:sp>
          <p:nvSpPr>
            <p:cNvPr id="90" name="Oval 89">
              <a:extLst>
                <a:ext uri="{FF2B5EF4-FFF2-40B4-BE49-F238E27FC236}">
                  <a16:creationId xmlns:a16="http://schemas.microsoft.com/office/drawing/2014/main" id="{1CAEFFAB-1816-078A-5EAA-9D50C78A3563}"/>
                </a:ext>
              </a:extLst>
            </p:cNvPr>
            <p:cNvSpPr/>
            <p:nvPr/>
          </p:nvSpPr>
          <p:spPr>
            <a:xfrm>
              <a:off x="1076419" y="3015602"/>
              <a:ext cx="252000" cy="252000"/>
            </a:xfrm>
            <a:prstGeom prst="ellipse">
              <a:avLst/>
            </a:prstGeom>
            <a:solidFill>
              <a:schemeClr val="accent2"/>
            </a:solidFill>
            <a:ln w="1905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dirty="0">
                  <a:solidFill>
                    <a:schemeClr val="bg1"/>
                  </a:solidFill>
                </a:rPr>
                <a:t>2</a:t>
              </a:r>
            </a:p>
          </p:txBody>
        </p:sp>
      </p:grpSp>
      <p:grpSp>
        <p:nvGrpSpPr>
          <p:cNvPr id="62" name="Group 61">
            <a:extLst>
              <a:ext uri="{FF2B5EF4-FFF2-40B4-BE49-F238E27FC236}">
                <a16:creationId xmlns:a16="http://schemas.microsoft.com/office/drawing/2014/main" id="{B96B48F7-CC01-25A3-6AE4-86A587065080}"/>
              </a:ext>
            </a:extLst>
          </p:cNvPr>
          <p:cNvGrpSpPr/>
          <p:nvPr/>
        </p:nvGrpSpPr>
        <p:grpSpPr>
          <a:xfrm>
            <a:off x="3079692" y="2689692"/>
            <a:ext cx="1548000" cy="1476000"/>
            <a:chOff x="661622" y="3015602"/>
            <a:chExt cx="1130500" cy="1024821"/>
          </a:xfrm>
        </p:grpSpPr>
        <p:sp>
          <p:nvSpPr>
            <p:cNvPr id="83" name="Hexagon 82">
              <a:extLst>
                <a:ext uri="{FF2B5EF4-FFF2-40B4-BE49-F238E27FC236}">
                  <a16:creationId xmlns:a16="http://schemas.microsoft.com/office/drawing/2014/main" id="{59C37467-886B-D992-A0A6-FCF072F14C1D}"/>
                </a:ext>
              </a:extLst>
            </p:cNvPr>
            <p:cNvSpPr/>
            <p:nvPr/>
          </p:nvSpPr>
          <p:spPr>
            <a:xfrm>
              <a:off x="661622" y="3129164"/>
              <a:ext cx="1130500" cy="862946"/>
            </a:xfrm>
            <a:prstGeom prst="hexagon">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800" dirty="0">
                <a:solidFill>
                  <a:schemeClr val="bg1"/>
                </a:solidFill>
              </a:endParaRPr>
            </a:p>
          </p:txBody>
        </p:sp>
        <p:sp>
          <p:nvSpPr>
            <p:cNvPr id="84" name="Rectangle 83">
              <a:extLst>
                <a:ext uri="{FF2B5EF4-FFF2-40B4-BE49-F238E27FC236}">
                  <a16:creationId xmlns:a16="http://schemas.microsoft.com/office/drawing/2014/main" id="{2C2DBF9C-13A0-4D86-0CAF-1947A686BFAA}"/>
                </a:ext>
              </a:extLst>
            </p:cNvPr>
            <p:cNvSpPr/>
            <p:nvPr/>
          </p:nvSpPr>
          <p:spPr>
            <a:xfrm>
              <a:off x="686046" y="3584731"/>
              <a:ext cx="1032744" cy="45569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bg1"/>
                  </a:solidFill>
                </a:rPr>
                <a:t>Change &amp; </a:t>
              </a:r>
            </a:p>
            <a:p>
              <a:pPr algn="ctr"/>
              <a:r>
                <a:rPr lang="en-US" sz="1000" dirty="0">
                  <a:solidFill>
                    <a:schemeClr val="bg1"/>
                  </a:solidFill>
                </a:rPr>
                <a:t>Communication </a:t>
              </a:r>
            </a:p>
            <a:p>
              <a:pPr algn="ctr"/>
              <a:r>
                <a:rPr lang="en-US" sz="1000" dirty="0">
                  <a:solidFill>
                    <a:schemeClr val="bg1"/>
                  </a:solidFill>
                </a:rPr>
                <a:t>Strategy</a:t>
              </a:r>
            </a:p>
          </p:txBody>
        </p:sp>
        <p:pic>
          <p:nvPicPr>
            <p:cNvPr id="85" name="Picture 84">
              <a:extLst>
                <a:ext uri="{FF2B5EF4-FFF2-40B4-BE49-F238E27FC236}">
                  <a16:creationId xmlns:a16="http://schemas.microsoft.com/office/drawing/2014/main" id="{A9616FAE-78F6-F5F2-0FC0-B328E2DAABDB}"/>
                </a:ext>
              </a:extLst>
            </p:cNvPr>
            <p:cNvPicPr>
              <a:picLocks noChangeAspect="1"/>
            </p:cNvPicPr>
            <p:nvPr/>
          </p:nvPicPr>
          <p:blipFill rotWithShape="1">
            <a:blip r:embed="rId2"/>
            <a:srcRect l="32330" t="42048" r="60837" b="41447"/>
            <a:stretch/>
          </p:blipFill>
          <p:spPr>
            <a:xfrm>
              <a:off x="986394" y="3304742"/>
              <a:ext cx="432048" cy="320022"/>
            </a:xfrm>
            <a:prstGeom prst="rect">
              <a:avLst/>
            </a:prstGeom>
          </p:spPr>
        </p:pic>
        <p:sp>
          <p:nvSpPr>
            <p:cNvPr id="86" name="Oval 85">
              <a:extLst>
                <a:ext uri="{FF2B5EF4-FFF2-40B4-BE49-F238E27FC236}">
                  <a16:creationId xmlns:a16="http://schemas.microsoft.com/office/drawing/2014/main" id="{A1C7C715-E293-450E-1630-2625E90B4DA0}"/>
                </a:ext>
              </a:extLst>
            </p:cNvPr>
            <p:cNvSpPr/>
            <p:nvPr/>
          </p:nvSpPr>
          <p:spPr>
            <a:xfrm>
              <a:off x="1076418" y="3015602"/>
              <a:ext cx="252000" cy="252000"/>
            </a:xfrm>
            <a:prstGeom prst="ellipse">
              <a:avLst/>
            </a:prstGeom>
            <a:solidFill>
              <a:schemeClr val="accent2"/>
            </a:solidFill>
            <a:ln w="1905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dirty="0">
                  <a:solidFill>
                    <a:schemeClr val="bg1"/>
                  </a:solidFill>
                </a:rPr>
                <a:t>3</a:t>
              </a:r>
            </a:p>
          </p:txBody>
        </p:sp>
      </p:grpSp>
      <p:grpSp>
        <p:nvGrpSpPr>
          <p:cNvPr id="63" name="Group 62">
            <a:extLst>
              <a:ext uri="{FF2B5EF4-FFF2-40B4-BE49-F238E27FC236}">
                <a16:creationId xmlns:a16="http://schemas.microsoft.com/office/drawing/2014/main" id="{3EA581E8-557F-2BA7-C5AB-C11CC686EC21}"/>
              </a:ext>
            </a:extLst>
          </p:cNvPr>
          <p:cNvGrpSpPr/>
          <p:nvPr/>
        </p:nvGrpSpPr>
        <p:grpSpPr>
          <a:xfrm>
            <a:off x="5110954" y="3110619"/>
            <a:ext cx="1530446" cy="1476000"/>
            <a:chOff x="672967" y="3015602"/>
            <a:chExt cx="1136802" cy="1024822"/>
          </a:xfrm>
        </p:grpSpPr>
        <p:sp>
          <p:nvSpPr>
            <p:cNvPr id="79" name="Hexagon 78">
              <a:extLst>
                <a:ext uri="{FF2B5EF4-FFF2-40B4-BE49-F238E27FC236}">
                  <a16:creationId xmlns:a16="http://schemas.microsoft.com/office/drawing/2014/main" id="{A1520292-0E44-9FB3-18B0-76AB4538B4A4}"/>
                </a:ext>
              </a:extLst>
            </p:cNvPr>
            <p:cNvSpPr/>
            <p:nvPr/>
          </p:nvSpPr>
          <p:spPr>
            <a:xfrm>
              <a:off x="672967" y="3135809"/>
              <a:ext cx="1123069" cy="900000"/>
            </a:xfrm>
            <a:prstGeom prst="hexagon">
              <a:avLst/>
            </a:prstGeom>
            <a:solidFill>
              <a:srgbClr val="0083CC"/>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800" dirty="0">
                <a:solidFill>
                  <a:schemeClr val="bg1"/>
                </a:solidFill>
              </a:endParaRPr>
            </a:p>
          </p:txBody>
        </p:sp>
        <p:sp>
          <p:nvSpPr>
            <p:cNvPr id="80" name="Rectangle 79">
              <a:extLst>
                <a:ext uri="{FF2B5EF4-FFF2-40B4-BE49-F238E27FC236}">
                  <a16:creationId xmlns:a16="http://schemas.microsoft.com/office/drawing/2014/main" id="{E636A7D1-B5C4-8A30-361D-118E031E9A9F}"/>
                </a:ext>
              </a:extLst>
            </p:cNvPr>
            <p:cNvSpPr/>
            <p:nvPr/>
          </p:nvSpPr>
          <p:spPr>
            <a:xfrm>
              <a:off x="678928" y="3584732"/>
              <a:ext cx="1130841" cy="45569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bg1"/>
                  </a:solidFill>
                </a:rPr>
                <a:t>Communication </a:t>
              </a:r>
              <a:br>
                <a:rPr lang="en-US" sz="1000" dirty="0">
                  <a:solidFill>
                    <a:schemeClr val="bg1"/>
                  </a:solidFill>
                </a:rPr>
              </a:br>
              <a:r>
                <a:rPr lang="en-US" sz="1000" dirty="0">
                  <a:solidFill>
                    <a:schemeClr val="bg1"/>
                  </a:solidFill>
                </a:rPr>
                <a:t>and People </a:t>
              </a:r>
            </a:p>
            <a:p>
              <a:pPr algn="ctr"/>
              <a:r>
                <a:rPr lang="en-US" sz="1000" dirty="0">
                  <a:solidFill>
                    <a:schemeClr val="bg1"/>
                  </a:solidFill>
                </a:rPr>
                <a:t>mobilization</a:t>
              </a:r>
            </a:p>
          </p:txBody>
        </p:sp>
        <p:pic>
          <p:nvPicPr>
            <p:cNvPr id="81" name="Picture 80">
              <a:extLst>
                <a:ext uri="{FF2B5EF4-FFF2-40B4-BE49-F238E27FC236}">
                  <a16:creationId xmlns:a16="http://schemas.microsoft.com/office/drawing/2014/main" id="{6DF630EE-69B5-BD61-79C0-E3F5FC60C41C}"/>
                </a:ext>
              </a:extLst>
            </p:cNvPr>
            <p:cNvPicPr>
              <a:picLocks noChangeAspect="1"/>
            </p:cNvPicPr>
            <p:nvPr/>
          </p:nvPicPr>
          <p:blipFill rotWithShape="1">
            <a:blip r:embed="rId2"/>
            <a:srcRect l="46411" t="65045" r="46756" b="18450"/>
            <a:stretch/>
          </p:blipFill>
          <p:spPr>
            <a:xfrm>
              <a:off x="995591" y="3334842"/>
              <a:ext cx="432048" cy="320022"/>
            </a:xfrm>
            <a:prstGeom prst="rect">
              <a:avLst/>
            </a:prstGeom>
          </p:spPr>
        </p:pic>
        <p:sp>
          <p:nvSpPr>
            <p:cNvPr id="82" name="Oval 81">
              <a:extLst>
                <a:ext uri="{FF2B5EF4-FFF2-40B4-BE49-F238E27FC236}">
                  <a16:creationId xmlns:a16="http://schemas.microsoft.com/office/drawing/2014/main" id="{CA026805-84A5-A03C-05BE-FB96D41A0359}"/>
                </a:ext>
              </a:extLst>
            </p:cNvPr>
            <p:cNvSpPr/>
            <p:nvPr/>
          </p:nvSpPr>
          <p:spPr>
            <a:xfrm>
              <a:off x="1085615" y="3015602"/>
              <a:ext cx="252000" cy="252000"/>
            </a:xfrm>
            <a:prstGeom prst="ellipse">
              <a:avLst/>
            </a:prstGeom>
            <a:solidFill>
              <a:srgbClr val="0083CC"/>
            </a:solidFill>
            <a:ln w="1905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dirty="0">
                  <a:solidFill>
                    <a:schemeClr val="bg1"/>
                  </a:solidFill>
                </a:rPr>
                <a:t>4</a:t>
              </a:r>
            </a:p>
          </p:txBody>
        </p:sp>
      </p:grpSp>
      <p:grpSp>
        <p:nvGrpSpPr>
          <p:cNvPr id="64" name="Group 63">
            <a:extLst>
              <a:ext uri="{FF2B5EF4-FFF2-40B4-BE49-F238E27FC236}">
                <a16:creationId xmlns:a16="http://schemas.microsoft.com/office/drawing/2014/main" id="{EFDE7386-FE0A-948E-4359-DCF4A98DA2F9}"/>
              </a:ext>
            </a:extLst>
          </p:cNvPr>
          <p:cNvGrpSpPr/>
          <p:nvPr/>
        </p:nvGrpSpPr>
        <p:grpSpPr>
          <a:xfrm>
            <a:off x="6424549" y="2410691"/>
            <a:ext cx="1548000" cy="1512685"/>
            <a:chOff x="707803" y="3015602"/>
            <a:chExt cx="1044358" cy="1050293"/>
          </a:xfrm>
        </p:grpSpPr>
        <p:sp>
          <p:nvSpPr>
            <p:cNvPr id="75" name="Hexagon 74">
              <a:extLst>
                <a:ext uri="{FF2B5EF4-FFF2-40B4-BE49-F238E27FC236}">
                  <a16:creationId xmlns:a16="http://schemas.microsoft.com/office/drawing/2014/main" id="{77D96DA2-4F14-9CC8-1FD9-09DF3461B7AD}"/>
                </a:ext>
              </a:extLst>
            </p:cNvPr>
            <p:cNvSpPr/>
            <p:nvPr/>
          </p:nvSpPr>
          <p:spPr>
            <a:xfrm>
              <a:off x="708161" y="3140424"/>
              <a:ext cx="1044000" cy="900000"/>
            </a:xfrm>
            <a:prstGeom prst="hexagon">
              <a:avLst/>
            </a:prstGeom>
            <a:solidFill>
              <a:srgbClr val="0083CC"/>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000" dirty="0">
                <a:solidFill>
                  <a:schemeClr val="bg1"/>
                </a:solidFill>
              </a:endParaRPr>
            </a:p>
          </p:txBody>
        </p:sp>
        <p:sp>
          <p:nvSpPr>
            <p:cNvPr id="76" name="Rectangle 75">
              <a:extLst>
                <a:ext uri="{FF2B5EF4-FFF2-40B4-BE49-F238E27FC236}">
                  <a16:creationId xmlns:a16="http://schemas.microsoft.com/office/drawing/2014/main" id="{A634B0F1-CB73-2358-C8BE-D5352C0892E2}"/>
                </a:ext>
              </a:extLst>
            </p:cNvPr>
            <p:cNvSpPr/>
            <p:nvPr/>
          </p:nvSpPr>
          <p:spPr>
            <a:xfrm>
              <a:off x="707803" y="3610203"/>
              <a:ext cx="1032744" cy="45569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bg1"/>
                  </a:solidFill>
                </a:rPr>
                <a:t>People </a:t>
              </a:r>
            </a:p>
            <a:p>
              <a:pPr algn="ctr"/>
              <a:r>
                <a:rPr lang="en-US" sz="1000" dirty="0">
                  <a:solidFill>
                    <a:schemeClr val="bg1"/>
                  </a:solidFill>
                </a:rPr>
                <a:t>Enablement</a:t>
              </a:r>
            </a:p>
            <a:p>
              <a:pPr algn="ctr"/>
              <a:r>
                <a:rPr lang="en-US" sz="1000" dirty="0">
                  <a:solidFill>
                    <a:schemeClr val="bg1"/>
                  </a:solidFill>
                </a:rPr>
                <a:t> and </a:t>
              </a:r>
            </a:p>
            <a:p>
              <a:pPr algn="ctr"/>
              <a:r>
                <a:rPr lang="en-US" sz="1000" dirty="0">
                  <a:solidFill>
                    <a:schemeClr val="bg1"/>
                  </a:solidFill>
                </a:rPr>
                <a:t>Training</a:t>
              </a:r>
            </a:p>
          </p:txBody>
        </p:sp>
        <p:pic>
          <p:nvPicPr>
            <p:cNvPr id="77" name="Picture 76">
              <a:extLst>
                <a:ext uri="{FF2B5EF4-FFF2-40B4-BE49-F238E27FC236}">
                  <a16:creationId xmlns:a16="http://schemas.microsoft.com/office/drawing/2014/main" id="{3BD3B953-2D6D-61D8-1A6F-5FB1366EF4AF}"/>
                </a:ext>
              </a:extLst>
            </p:cNvPr>
            <p:cNvPicPr>
              <a:picLocks noChangeAspect="1"/>
            </p:cNvPicPr>
            <p:nvPr/>
          </p:nvPicPr>
          <p:blipFill rotWithShape="1">
            <a:blip r:embed="rId2"/>
            <a:srcRect l="60182" t="40310" r="32985" b="43185"/>
            <a:stretch/>
          </p:blipFill>
          <p:spPr>
            <a:xfrm>
              <a:off x="986394" y="3306457"/>
              <a:ext cx="432048" cy="320022"/>
            </a:xfrm>
            <a:prstGeom prst="rect">
              <a:avLst/>
            </a:prstGeom>
          </p:spPr>
        </p:pic>
        <p:sp>
          <p:nvSpPr>
            <p:cNvPr id="78" name="Oval 77">
              <a:extLst>
                <a:ext uri="{FF2B5EF4-FFF2-40B4-BE49-F238E27FC236}">
                  <a16:creationId xmlns:a16="http://schemas.microsoft.com/office/drawing/2014/main" id="{DE03704A-275B-38E3-2A8D-D90DE20BF072}"/>
                </a:ext>
              </a:extLst>
            </p:cNvPr>
            <p:cNvSpPr/>
            <p:nvPr/>
          </p:nvSpPr>
          <p:spPr>
            <a:xfrm>
              <a:off x="1076418" y="3015602"/>
              <a:ext cx="252000" cy="252000"/>
            </a:xfrm>
            <a:prstGeom prst="ellipse">
              <a:avLst/>
            </a:prstGeom>
            <a:solidFill>
              <a:srgbClr val="0083CC"/>
            </a:solidFill>
            <a:ln w="1905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dirty="0">
                  <a:solidFill>
                    <a:schemeClr val="bg1"/>
                  </a:solidFill>
                </a:rPr>
                <a:t>5</a:t>
              </a:r>
            </a:p>
          </p:txBody>
        </p:sp>
      </p:grpSp>
      <p:grpSp>
        <p:nvGrpSpPr>
          <p:cNvPr id="65" name="Group 64">
            <a:extLst>
              <a:ext uri="{FF2B5EF4-FFF2-40B4-BE49-F238E27FC236}">
                <a16:creationId xmlns:a16="http://schemas.microsoft.com/office/drawing/2014/main" id="{0D1306B3-C74F-D40A-B5DC-319975A8113F}"/>
              </a:ext>
            </a:extLst>
          </p:cNvPr>
          <p:cNvGrpSpPr/>
          <p:nvPr/>
        </p:nvGrpSpPr>
        <p:grpSpPr>
          <a:xfrm>
            <a:off x="8870868" y="3300625"/>
            <a:ext cx="1476000" cy="1404000"/>
            <a:chOff x="646195" y="3015602"/>
            <a:chExt cx="1130841" cy="1024822"/>
          </a:xfrm>
        </p:grpSpPr>
        <p:sp>
          <p:nvSpPr>
            <p:cNvPr id="71" name="Hexagon 70">
              <a:extLst>
                <a:ext uri="{FF2B5EF4-FFF2-40B4-BE49-F238E27FC236}">
                  <a16:creationId xmlns:a16="http://schemas.microsoft.com/office/drawing/2014/main" id="{2F007BCA-5CBF-A2E5-A075-AB8E9788DC78}"/>
                </a:ext>
              </a:extLst>
            </p:cNvPr>
            <p:cNvSpPr/>
            <p:nvPr/>
          </p:nvSpPr>
          <p:spPr>
            <a:xfrm>
              <a:off x="689615" y="3122232"/>
              <a:ext cx="1044000" cy="900000"/>
            </a:xfrm>
            <a:prstGeom prst="hexagon">
              <a:avLst/>
            </a:prstGeom>
            <a:solidFill>
              <a:schemeClr val="accent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800" dirty="0">
                <a:solidFill>
                  <a:schemeClr val="bg1"/>
                </a:solidFill>
              </a:endParaRPr>
            </a:p>
          </p:txBody>
        </p:sp>
        <p:sp>
          <p:nvSpPr>
            <p:cNvPr id="72" name="Rectangle 71">
              <a:extLst>
                <a:ext uri="{FF2B5EF4-FFF2-40B4-BE49-F238E27FC236}">
                  <a16:creationId xmlns:a16="http://schemas.microsoft.com/office/drawing/2014/main" id="{6666D3CD-79F4-6DE1-3DA8-1797DC2DA96E}"/>
                </a:ext>
              </a:extLst>
            </p:cNvPr>
            <p:cNvSpPr/>
            <p:nvPr/>
          </p:nvSpPr>
          <p:spPr>
            <a:xfrm>
              <a:off x="646195" y="3584732"/>
              <a:ext cx="1130841" cy="45569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bg1"/>
                  </a:solidFill>
                </a:rPr>
                <a:t>Change </a:t>
              </a:r>
              <a:br>
                <a:rPr lang="en-US" sz="1000" dirty="0">
                  <a:solidFill>
                    <a:schemeClr val="bg1"/>
                  </a:solidFill>
                </a:rPr>
              </a:br>
              <a:r>
                <a:rPr lang="en-US" sz="1000" dirty="0">
                  <a:solidFill>
                    <a:schemeClr val="bg1"/>
                  </a:solidFill>
                </a:rPr>
                <a:t>Measurement</a:t>
              </a:r>
            </a:p>
          </p:txBody>
        </p:sp>
        <p:pic>
          <p:nvPicPr>
            <p:cNvPr id="73" name="Picture 72">
              <a:extLst>
                <a:ext uri="{FF2B5EF4-FFF2-40B4-BE49-F238E27FC236}">
                  <a16:creationId xmlns:a16="http://schemas.microsoft.com/office/drawing/2014/main" id="{7ACE19E8-81C6-2E0A-3DF9-8F191B7218F5}"/>
                </a:ext>
              </a:extLst>
            </p:cNvPr>
            <p:cNvPicPr>
              <a:picLocks noChangeAspect="1"/>
            </p:cNvPicPr>
            <p:nvPr/>
          </p:nvPicPr>
          <p:blipFill rotWithShape="1">
            <a:blip r:embed="rId2"/>
            <a:srcRect l="73807" t="63221" r="19360" b="20274"/>
            <a:stretch/>
          </p:blipFill>
          <p:spPr>
            <a:xfrm>
              <a:off x="995591" y="3304567"/>
              <a:ext cx="432048" cy="320022"/>
            </a:xfrm>
            <a:prstGeom prst="rect">
              <a:avLst/>
            </a:prstGeom>
          </p:spPr>
        </p:pic>
        <p:sp>
          <p:nvSpPr>
            <p:cNvPr id="74" name="Oval 73">
              <a:extLst>
                <a:ext uri="{FF2B5EF4-FFF2-40B4-BE49-F238E27FC236}">
                  <a16:creationId xmlns:a16="http://schemas.microsoft.com/office/drawing/2014/main" id="{E4420C26-D860-38E0-374A-A339C5B965D8}"/>
                </a:ext>
              </a:extLst>
            </p:cNvPr>
            <p:cNvSpPr/>
            <p:nvPr/>
          </p:nvSpPr>
          <p:spPr>
            <a:xfrm>
              <a:off x="1085615" y="3015602"/>
              <a:ext cx="252000" cy="252000"/>
            </a:xfrm>
            <a:prstGeom prst="ellipse">
              <a:avLst/>
            </a:prstGeom>
            <a:solidFill>
              <a:schemeClr val="accent2">
                <a:lumMod val="50000"/>
              </a:schemeClr>
            </a:solidFill>
            <a:ln w="1905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dirty="0">
                  <a:solidFill>
                    <a:schemeClr val="bg1"/>
                  </a:solidFill>
                </a:rPr>
                <a:t>6</a:t>
              </a:r>
            </a:p>
          </p:txBody>
        </p:sp>
      </p:grpSp>
      <p:grpSp>
        <p:nvGrpSpPr>
          <p:cNvPr id="66" name="Group 65">
            <a:extLst>
              <a:ext uri="{FF2B5EF4-FFF2-40B4-BE49-F238E27FC236}">
                <a16:creationId xmlns:a16="http://schemas.microsoft.com/office/drawing/2014/main" id="{3C43C673-66DC-D748-C617-E472702EC23D}"/>
              </a:ext>
            </a:extLst>
          </p:cNvPr>
          <p:cNvGrpSpPr/>
          <p:nvPr/>
        </p:nvGrpSpPr>
        <p:grpSpPr>
          <a:xfrm>
            <a:off x="10058400" y="2565069"/>
            <a:ext cx="1476000" cy="1404000"/>
            <a:chOff x="680418" y="3015602"/>
            <a:chExt cx="1044000" cy="1024822"/>
          </a:xfrm>
        </p:grpSpPr>
        <p:sp>
          <p:nvSpPr>
            <p:cNvPr id="67" name="Hexagon 66">
              <a:extLst>
                <a:ext uri="{FF2B5EF4-FFF2-40B4-BE49-F238E27FC236}">
                  <a16:creationId xmlns:a16="http://schemas.microsoft.com/office/drawing/2014/main" id="{CC50DD63-DF70-13B2-7CF0-CB211B0C7478}"/>
                </a:ext>
              </a:extLst>
            </p:cNvPr>
            <p:cNvSpPr/>
            <p:nvPr/>
          </p:nvSpPr>
          <p:spPr>
            <a:xfrm>
              <a:off x="680418" y="3140424"/>
              <a:ext cx="1044000" cy="900000"/>
            </a:xfrm>
            <a:prstGeom prst="hexagon">
              <a:avLst/>
            </a:prstGeom>
            <a:solidFill>
              <a:schemeClr val="accent2">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800" dirty="0">
                <a:solidFill>
                  <a:schemeClr val="bg1"/>
                </a:solidFill>
              </a:endParaRPr>
            </a:p>
          </p:txBody>
        </p:sp>
        <p:sp>
          <p:nvSpPr>
            <p:cNvPr id="68" name="Rectangle 67">
              <a:extLst>
                <a:ext uri="{FF2B5EF4-FFF2-40B4-BE49-F238E27FC236}">
                  <a16:creationId xmlns:a16="http://schemas.microsoft.com/office/drawing/2014/main" id="{7FD9D72A-7DBD-CF3E-1C6B-2FBE9E165E1A}"/>
                </a:ext>
              </a:extLst>
            </p:cNvPr>
            <p:cNvSpPr/>
            <p:nvPr/>
          </p:nvSpPr>
          <p:spPr>
            <a:xfrm>
              <a:off x="686046" y="3584732"/>
              <a:ext cx="1032744" cy="45569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bg1"/>
                  </a:solidFill>
                </a:rPr>
                <a:t>Change Anchoring</a:t>
              </a:r>
            </a:p>
          </p:txBody>
        </p:sp>
        <p:pic>
          <p:nvPicPr>
            <p:cNvPr id="69" name="Picture 68">
              <a:extLst>
                <a:ext uri="{FF2B5EF4-FFF2-40B4-BE49-F238E27FC236}">
                  <a16:creationId xmlns:a16="http://schemas.microsoft.com/office/drawing/2014/main" id="{50B3ADB2-0221-3641-B808-CB50625EBFBB}"/>
                </a:ext>
              </a:extLst>
            </p:cNvPr>
            <p:cNvPicPr>
              <a:picLocks noChangeAspect="1"/>
            </p:cNvPicPr>
            <p:nvPr/>
          </p:nvPicPr>
          <p:blipFill rotWithShape="1">
            <a:blip r:embed="rId2"/>
            <a:srcRect l="88047" t="37913" r="5120" b="45582"/>
            <a:stretch/>
          </p:blipFill>
          <p:spPr>
            <a:xfrm>
              <a:off x="986394" y="3347399"/>
              <a:ext cx="432048" cy="320022"/>
            </a:xfrm>
            <a:prstGeom prst="rect">
              <a:avLst/>
            </a:prstGeom>
          </p:spPr>
        </p:pic>
        <p:sp>
          <p:nvSpPr>
            <p:cNvPr id="70" name="Oval 69">
              <a:extLst>
                <a:ext uri="{FF2B5EF4-FFF2-40B4-BE49-F238E27FC236}">
                  <a16:creationId xmlns:a16="http://schemas.microsoft.com/office/drawing/2014/main" id="{60E4B0A7-6D82-99EE-4EA1-DED87CF032D7}"/>
                </a:ext>
              </a:extLst>
            </p:cNvPr>
            <p:cNvSpPr/>
            <p:nvPr/>
          </p:nvSpPr>
          <p:spPr>
            <a:xfrm>
              <a:off x="1076418" y="3015602"/>
              <a:ext cx="252000" cy="252000"/>
            </a:xfrm>
            <a:prstGeom prst="ellipse">
              <a:avLst/>
            </a:prstGeom>
            <a:solidFill>
              <a:schemeClr val="accent2">
                <a:lumMod val="50000"/>
              </a:schemeClr>
            </a:solidFill>
            <a:ln w="1905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dirty="0">
                  <a:solidFill>
                    <a:schemeClr val="bg1"/>
                  </a:solidFill>
                </a:rPr>
                <a:t>7</a:t>
              </a:r>
            </a:p>
          </p:txBody>
        </p:sp>
      </p:grpSp>
      <p:sp>
        <p:nvSpPr>
          <p:cNvPr id="95" name="TextBox 94">
            <a:extLst>
              <a:ext uri="{FF2B5EF4-FFF2-40B4-BE49-F238E27FC236}">
                <a16:creationId xmlns:a16="http://schemas.microsoft.com/office/drawing/2014/main" id="{B9F0833F-2FC8-E786-1124-1C4528B3C009}"/>
              </a:ext>
            </a:extLst>
          </p:cNvPr>
          <p:cNvSpPr txBox="1"/>
          <p:nvPr/>
        </p:nvSpPr>
        <p:spPr>
          <a:xfrm>
            <a:off x="661867" y="1754112"/>
            <a:ext cx="3874507" cy="415498"/>
          </a:xfrm>
          <a:prstGeom prst="rect">
            <a:avLst/>
          </a:prstGeom>
          <a:noFill/>
        </p:spPr>
        <p:txBody>
          <a:bodyPr wrap="square" rtlCol="0">
            <a:spAutoFit/>
          </a:bodyPr>
          <a:lstStyle/>
          <a:p>
            <a:r>
              <a:rPr lang="en-IN" sz="1050" dirty="0"/>
              <a:t>Prepare and communicate a common Architecture  vision to the Client stakeholders</a:t>
            </a:r>
          </a:p>
        </p:txBody>
      </p:sp>
      <p:sp>
        <p:nvSpPr>
          <p:cNvPr id="96" name="TextBox 95">
            <a:extLst>
              <a:ext uri="{FF2B5EF4-FFF2-40B4-BE49-F238E27FC236}">
                <a16:creationId xmlns:a16="http://schemas.microsoft.com/office/drawing/2014/main" id="{ED62BA9F-FEA9-003D-B51E-7C75B407CEE1}"/>
              </a:ext>
            </a:extLst>
          </p:cNvPr>
          <p:cNvSpPr txBox="1"/>
          <p:nvPr/>
        </p:nvSpPr>
        <p:spPr>
          <a:xfrm>
            <a:off x="5041597" y="1742119"/>
            <a:ext cx="3663015" cy="577081"/>
          </a:xfrm>
          <a:prstGeom prst="rect">
            <a:avLst/>
          </a:prstGeom>
          <a:noFill/>
        </p:spPr>
        <p:txBody>
          <a:bodyPr wrap="square" rtlCol="0">
            <a:spAutoFit/>
          </a:bodyPr>
          <a:lstStyle/>
          <a:p>
            <a:r>
              <a:rPr lang="en-IN" sz="1050" dirty="0"/>
              <a:t>Implement the COE, while ensuring successful people readiness for adopting it in their everyday work</a:t>
            </a:r>
          </a:p>
          <a:p>
            <a:endParaRPr lang="en-IN" sz="1050" dirty="0"/>
          </a:p>
        </p:txBody>
      </p:sp>
      <p:sp>
        <p:nvSpPr>
          <p:cNvPr id="97" name="TextBox 96">
            <a:extLst>
              <a:ext uri="{FF2B5EF4-FFF2-40B4-BE49-F238E27FC236}">
                <a16:creationId xmlns:a16="http://schemas.microsoft.com/office/drawing/2014/main" id="{D6DC47FB-998E-DCBC-9464-6ADDFF217169}"/>
              </a:ext>
            </a:extLst>
          </p:cNvPr>
          <p:cNvSpPr txBox="1"/>
          <p:nvPr/>
        </p:nvSpPr>
        <p:spPr>
          <a:xfrm>
            <a:off x="8995533" y="1764034"/>
            <a:ext cx="2839612" cy="415498"/>
          </a:xfrm>
          <a:prstGeom prst="rect">
            <a:avLst/>
          </a:prstGeom>
          <a:noFill/>
        </p:spPr>
        <p:txBody>
          <a:bodyPr wrap="square" rtlCol="0">
            <a:spAutoFit/>
          </a:bodyPr>
          <a:lstStyle/>
          <a:p>
            <a:r>
              <a:rPr lang="en-IN" sz="1050" dirty="0"/>
              <a:t>Perpetuate and manifest changes</a:t>
            </a:r>
          </a:p>
          <a:p>
            <a:r>
              <a:rPr lang="en-IN" sz="1050" dirty="0"/>
              <a:t> from  COE initiatives</a:t>
            </a:r>
          </a:p>
        </p:txBody>
      </p:sp>
      <p:sp>
        <p:nvSpPr>
          <p:cNvPr id="98" name="TextBox 97">
            <a:extLst>
              <a:ext uri="{FF2B5EF4-FFF2-40B4-BE49-F238E27FC236}">
                <a16:creationId xmlns:a16="http://schemas.microsoft.com/office/drawing/2014/main" id="{5D4E07D9-EE2F-189C-FA49-9CDEF7B46F00}"/>
              </a:ext>
            </a:extLst>
          </p:cNvPr>
          <p:cNvSpPr txBox="1"/>
          <p:nvPr/>
        </p:nvSpPr>
        <p:spPr>
          <a:xfrm>
            <a:off x="1787452" y="4882190"/>
            <a:ext cx="2808299" cy="400110"/>
          </a:xfrm>
          <a:prstGeom prst="rect">
            <a:avLst/>
          </a:prstGeom>
          <a:noFill/>
        </p:spPr>
        <p:txBody>
          <a:bodyPr wrap="square" rtlCol="0">
            <a:spAutoFit/>
          </a:bodyPr>
          <a:lstStyle/>
          <a:p>
            <a:r>
              <a:rPr lang="en-IN" sz="1000" dirty="0"/>
              <a:t>Formation of an Architecture Governance  </a:t>
            </a:r>
          </a:p>
          <a:p>
            <a:r>
              <a:rPr lang="en-IN" sz="1000" dirty="0"/>
              <a:t>and Review board </a:t>
            </a:r>
          </a:p>
        </p:txBody>
      </p:sp>
      <p:sp>
        <p:nvSpPr>
          <p:cNvPr id="102" name="TextBox 101">
            <a:extLst>
              <a:ext uri="{FF2B5EF4-FFF2-40B4-BE49-F238E27FC236}">
                <a16:creationId xmlns:a16="http://schemas.microsoft.com/office/drawing/2014/main" id="{3A962323-4D77-1AFB-31D5-BD83EDAA24C4}"/>
              </a:ext>
            </a:extLst>
          </p:cNvPr>
          <p:cNvSpPr txBox="1"/>
          <p:nvPr/>
        </p:nvSpPr>
        <p:spPr>
          <a:xfrm>
            <a:off x="5150339" y="4843010"/>
            <a:ext cx="2675501" cy="400110"/>
          </a:xfrm>
          <a:prstGeom prst="rect">
            <a:avLst/>
          </a:prstGeom>
          <a:noFill/>
        </p:spPr>
        <p:txBody>
          <a:bodyPr wrap="square" rtlCol="0">
            <a:spAutoFit/>
          </a:bodyPr>
          <a:lstStyle/>
          <a:p>
            <a:r>
              <a:rPr lang="en-IN" sz="1000" dirty="0"/>
              <a:t>SME’s from  Project team within organization mobilized to be part of COE</a:t>
            </a:r>
          </a:p>
        </p:txBody>
      </p:sp>
      <p:cxnSp>
        <p:nvCxnSpPr>
          <p:cNvPr id="104" name="Straight Connector 103">
            <a:extLst>
              <a:ext uri="{FF2B5EF4-FFF2-40B4-BE49-F238E27FC236}">
                <a16:creationId xmlns:a16="http://schemas.microsoft.com/office/drawing/2014/main" id="{11216317-DAA0-2AA5-74A7-B0D0D884DF77}"/>
              </a:ext>
            </a:extLst>
          </p:cNvPr>
          <p:cNvCxnSpPr>
            <a:cxnSpLocks/>
          </p:cNvCxnSpPr>
          <p:nvPr/>
        </p:nvCxnSpPr>
        <p:spPr>
          <a:xfrm>
            <a:off x="4880758" y="1733797"/>
            <a:ext cx="0" cy="4417621"/>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735141F-C831-ABAD-08DF-00AEFD2006CC}"/>
              </a:ext>
            </a:extLst>
          </p:cNvPr>
          <p:cNvCxnSpPr>
            <a:cxnSpLocks/>
          </p:cNvCxnSpPr>
          <p:nvPr/>
        </p:nvCxnSpPr>
        <p:spPr>
          <a:xfrm>
            <a:off x="8738259" y="1743692"/>
            <a:ext cx="0" cy="4417621"/>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C9407C88-0580-9056-9304-74E9536BB900}"/>
              </a:ext>
            </a:extLst>
          </p:cNvPr>
          <p:cNvSpPr txBox="1"/>
          <p:nvPr/>
        </p:nvSpPr>
        <p:spPr>
          <a:xfrm>
            <a:off x="9055340" y="4959784"/>
            <a:ext cx="1784731" cy="246221"/>
          </a:xfrm>
          <a:prstGeom prst="rect">
            <a:avLst/>
          </a:prstGeom>
          <a:noFill/>
        </p:spPr>
        <p:txBody>
          <a:bodyPr wrap="square" rtlCol="0">
            <a:spAutoFit/>
          </a:bodyPr>
          <a:lstStyle/>
          <a:p>
            <a:r>
              <a:rPr lang="en-IN" sz="1000" dirty="0"/>
              <a:t>KPI Metrics for COE</a:t>
            </a:r>
          </a:p>
        </p:txBody>
      </p:sp>
    </p:spTree>
    <p:extLst>
      <p:ext uri="{BB962C8B-B14F-4D97-AF65-F5344CB8AC3E}">
        <p14:creationId xmlns:p14="http://schemas.microsoft.com/office/powerpoint/2010/main" val="2313917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44162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3.xml><?xml version="1.0" encoding="utf-8"?>
<a:theme xmlns:a="http://schemas.openxmlformats.org/drawingml/2006/main" name="3_Capgemini Master">
  <a:themeElements>
    <a:clrScheme name="Capgemini Palette">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6350"/>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template.potx" id="{18FE7168-D87E-42AB-B386-4F7E19B889AB}" vid="{1E53BF59-8A3C-4B78-911D-5EA861346572}"/>
    </a:ext>
  </a:extLst>
</a:theme>
</file>

<file path=ppt/theme/theme4.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Boiler Plate">
  <a:themeElements>
    <a:clrScheme name="Custom 4">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BBB58AB2-6CBA-40BD-9C17-C36F22247AC9}"/>
    </a:ext>
  </a:extLst>
</a:theme>
</file>

<file path=ppt/theme/theme6.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FolderDescription xmlns="6a00c37a-6f72-4698-9b02-81ff9fa7b20d" xsi:nil="true"/>
    <TaxCatchAll xmlns="17de28ac-b190-4cd4-a606-47e679de9d2c" xsi:nil="true"/>
    <SharedWithUsers xmlns="17de28ac-b190-4cd4-a606-47e679de9d2c">
      <UserInfo>
        <DisplayName>Joshi, Amit</DisplayName>
        <AccountId>9</AccountId>
        <AccountType/>
      </UserInfo>
      <UserInfo>
        <DisplayName>Dinde, Prakash</DisplayName>
        <AccountId>56</AccountId>
        <AccountType/>
      </UserInfo>
      <UserInfo>
        <DisplayName>Mandke, Kaustubh</DisplayName>
        <AccountId>42</AccountId>
        <AccountType/>
      </UserInfo>
      <UserInfo>
        <DisplayName>Chauhan, Sarabjit</DisplayName>
        <AccountId>32</AccountId>
        <AccountType/>
      </UserInfo>
    </SharedWithUsers>
    <ReuseCount xmlns="6a00c37a-6f72-4698-9b02-81ff9fa7b20d">0</ReuseCount>
    <Date xmlns="6a00c37a-6f72-4698-9b02-81ff9fa7b20d" xsi:nil="true"/>
  </documentManagement>
</p:properties>
</file>

<file path=customXml/itemProps1.xml><?xml version="1.0" encoding="utf-8"?>
<ds:datastoreItem xmlns:ds="http://schemas.openxmlformats.org/officeDocument/2006/customXml" ds:itemID="{7E90A0C5-FFF8-4DE3-8768-8B09F776FC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00c37a-6f72-4698-9b02-81ff9fa7b20d"/>
    <ds:schemaRef ds:uri="17de28ac-b190-4cd4-a606-47e679de9d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3.xml><?xml version="1.0" encoding="utf-8"?>
<ds:datastoreItem xmlns:ds="http://schemas.openxmlformats.org/officeDocument/2006/customXml" ds:itemID="{8765F6DA-EDFD-4C3F-B2EB-EDE359E124E2}">
  <ds:schemaRefs>
    <ds:schemaRef ds:uri="http://www.w3.org/XML/1998/namespace"/>
    <ds:schemaRef ds:uri="http://schemas.microsoft.com/office/2006/documentManagement/types"/>
    <ds:schemaRef ds:uri="http://purl.org/dc/elements/1.1/"/>
    <ds:schemaRef ds:uri="http://schemas.microsoft.com/office/2006/metadata/properties"/>
    <ds:schemaRef ds:uri="http://purl.org/dc/terms/"/>
    <ds:schemaRef ds:uri="17de28ac-b190-4cd4-a606-47e679de9d2c"/>
    <ds:schemaRef ds:uri="http://schemas.microsoft.com/office/infopath/2007/PartnerControls"/>
    <ds:schemaRef ds:uri="6a00c37a-6f72-4698-9b02-81ff9fa7b20d"/>
    <ds:schemaRef ds:uri="http://schemas.openxmlformats.org/package/2006/metadata/core-properties"/>
    <ds:schemaRef ds:uri="http://purl.org/dc/dcmitype/"/>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TotalTime>1998</TotalTime>
  <Words>2310</Words>
  <Application>Microsoft Office PowerPoint</Application>
  <PresentationFormat>Widescreen</PresentationFormat>
  <Paragraphs>379</Paragraphs>
  <Slides>14</Slides>
  <Notes>8</Notes>
  <HiddenSlides>0</HiddenSlides>
  <MMClips>0</MMClips>
  <ScaleCrop>false</ScaleCrop>
  <HeadingPairs>
    <vt:vector size="8" baseType="variant">
      <vt:variant>
        <vt:lpstr>Fonts Used</vt:lpstr>
      </vt:variant>
      <vt:variant>
        <vt:i4>10</vt:i4>
      </vt:variant>
      <vt:variant>
        <vt:lpstr>Theme</vt:lpstr>
      </vt:variant>
      <vt:variant>
        <vt:i4>5</vt:i4>
      </vt:variant>
      <vt:variant>
        <vt:lpstr>Embedded OLE Servers</vt:lpstr>
      </vt:variant>
      <vt:variant>
        <vt:i4>4</vt:i4>
      </vt:variant>
      <vt:variant>
        <vt:lpstr>Slide Titles</vt:lpstr>
      </vt:variant>
      <vt:variant>
        <vt:i4>14</vt:i4>
      </vt:variant>
    </vt:vector>
  </HeadingPairs>
  <TitlesOfParts>
    <vt:vector size="33" baseType="lpstr">
      <vt:lpstr>Verdana</vt:lpstr>
      <vt:lpstr>Wingdings</vt:lpstr>
      <vt:lpstr>Calibri</vt:lpstr>
      <vt:lpstr>Arial</vt:lpstr>
      <vt:lpstr>Times New Roman</vt:lpstr>
      <vt:lpstr>Ubuntu Light</vt:lpstr>
      <vt:lpstr>Ubuntu</vt:lpstr>
      <vt:lpstr>Courier New</vt:lpstr>
      <vt:lpstr>Calibri Light</vt:lpstr>
      <vt:lpstr>Ubuntu Medium</vt:lpstr>
      <vt:lpstr>Capgemini Master 2021</vt:lpstr>
      <vt:lpstr>Cover options_Section</vt:lpstr>
      <vt:lpstr>3_Capgemini Master</vt:lpstr>
      <vt:lpstr>1_Capgemini Master 2021</vt:lpstr>
      <vt:lpstr>Boiler Plate</vt:lpstr>
      <vt:lpstr>think-cell Slide</vt:lpstr>
      <vt:lpstr>Worksheet</vt:lpstr>
      <vt:lpstr>Presentation</vt:lpstr>
      <vt:lpstr>Document</vt:lpstr>
      <vt:lpstr>Architecture COE </vt:lpstr>
      <vt:lpstr>AGENDA </vt:lpstr>
      <vt:lpstr>Client  Architecture   Services</vt:lpstr>
      <vt:lpstr>Our suggested approach – For Phase 1</vt:lpstr>
      <vt:lpstr>Suggestive Deliverables – FOR Phase 1</vt:lpstr>
      <vt:lpstr>INDICATIVE Execution Plan - for Phase 1</vt:lpstr>
      <vt:lpstr>Assumptions  &amp; DEPENDENCIES</vt:lpstr>
      <vt:lpstr>Roles &amp; Responsibilities – phase i</vt:lpstr>
      <vt:lpstr>Terms AND CONDITIONS </vt:lpstr>
      <vt:lpstr>Support required from Client during phase i</vt:lpstr>
      <vt:lpstr>CAPGEMINI TOOLKIT  to  ACCELERATE Delivery OUTCOMES</vt:lpstr>
      <vt:lpstr>Indicative steps for PHASE 2</vt:lpstr>
      <vt:lpstr>Change  Management APPROACH  for ADOPTION OF  COE</vt:lpstr>
      <vt:lpstr>PowerPoint Presentation</vt:lpstr>
    </vt:vector>
  </TitlesOfParts>
  <Manager/>
  <Company>Capgemini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LLA Capgemini Proposal</dc:subject>
  <dc:creator>Rahul Murudkar</dc:creator>
  <cp:keywords/>
  <dc:description/>
  <cp:lastModifiedBy>Borah, Chandamita</cp:lastModifiedBy>
  <cp:revision>5</cp:revision>
  <dcterms:created xsi:type="dcterms:W3CDTF">2021-06-02T09:01:41Z</dcterms:created>
  <dcterms:modified xsi:type="dcterms:W3CDTF">2026-08-13T12:25:00Z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0x01010032993BBBD560C845A787DDE997A41243</vt:lpwstr>
  </property>
  <property fmtid="{D5CDD505-2E9C-101B-9397-08002B2CF9AE}" pid="3" name="MediaServiceImageTags">
    <vt:lpwstr/>
  </property>
</Properties>
</file>