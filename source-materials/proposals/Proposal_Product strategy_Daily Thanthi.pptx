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Masters/slideMaster8.xml" ContentType="application/vnd.openxmlformats-officedocument.presentationml.slideMaster+xml"/>
  <Override PartName="/ppt/slideMasters/slideMaster9.xml" ContentType="application/vnd.openxmlformats-officedocument.presentationml.slideMaster+xml"/>
  <Override PartName="/ppt/slideMasters/slideMaster10.xml" ContentType="application/vnd.openxmlformats-officedocument.presentationml.slideMaster+xml"/>
  <Override PartName="/ppt/slideMasters/slideMaster11.xml" ContentType="application/vnd.openxmlformats-officedocument.presentationml.slideMaster+xml"/>
  <Override PartName="/ppt/slideMasters/slideMaster12.xml" ContentType="application/vnd.openxmlformats-officedocument.presentationml.slideMaster+xml"/>
  <Override PartName="/ppt/slideMasters/slideMaster13.xml" ContentType="application/vnd.openxmlformats-officedocument.presentationml.slideMaster+xml"/>
  <Override PartName="/ppt/slideMasters/slideMaster14.xml" ContentType="application/vnd.openxmlformats-officedocument.presentationml.slideMaster+xml"/>
  <Override PartName="/ppt/slideMasters/slideMaster1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2.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theme/theme3.xml" ContentType="application/vnd.openxmlformats-officedocument.them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theme/theme4.xml" ContentType="application/vnd.openxmlformats-officedocument.theme+xml"/>
  <Override PartName="/ppt/tags/tag9.xml" ContentType="application/vnd.openxmlformats-officedocument.presentationml.tags+xml"/>
  <Override PartName="/ppt/tags/tag10.xml" ContentType="application/vnd.openxmlformats-officedocument.presentationml.tags+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theme/theme5.xml" ContentType="application/vnd.openxmlformats-officedocument.theme+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theme/theme6.xml" ContentType="application/vnd.openxmlformats-officedocument.theme+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theme/theme7.xml" ContentType="application/vnd.openxmlformats-officedocument.them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theme/theme8.xml" ContentType="application/vnd.openxmlformats-officedocument.theme+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theme/theme9.xml" ContentType="application/vnd.openxmlformats-officedocument.theme+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slideLayouts/slideLayout152.xml" ContentType="application/vnd.openxmlformats-officedocument.presentationml.slideLayout+xml"/>
  <Override PartName="/ppt/slideLayouts/slideLayout153.xml" ContentType="application/vnd.openxmlformats-officedocument.presentationml.slideLayout+xml"/>
  <Override PartName="/ppt/slideLayouts/slideLayout154.xml" ContentType="application/vnd.openxmlformats-officedocument.presentationml.slideLayout+xml"/>
  <Override PartName="/ppt/slideLayouts/slideLayout155.xml" ContentType="application/vnd.openxmlformats-officedocument.presentationml.slideLayout+xml"/>
  <Override PartName="/ppt/slideLayouts/slideLayout156.xml" ContentType="application/vnd.openxmlformats-officedocument.presentationml.slideLayout+xml"/>
  <Override PartName="/ppt/slideLayouts/slideLayout157.xml" ContentType="application/vnd.openxmlformats-officedocument.presentationml.slideLayout+xml"/>
  <Override PartName="/ppt/slideLayouts/slideLayout158.xml" ContentType="application/vnd.openxmlformats-officedocument.presentationml.slideLayout+xml"/>
  <Override PartName="/ppt/slideLayouts/slideLayout159.xml" ContentType="application/vnd.openxmlformats-officedocument.presentationml.slideLayout+xml"/>
  <Override PartName="/ppt/slideLayouts/slideLayout160.xml" ContentType="application/vnd.openxmlformats-officedocument.presentationml.slideLayout+xml"/>
  <Override PartName="/ppt/slideLayouts/slideLayout161.xml" ContentType="application/vnd.openxmlformats-officedocument.presentationml.slideLayout+xml"/>
  <Override PartName="/ppt/slideLayouts/slideLayout162.xml" ContentType="application/vnd.openxmlformats-officedocument.presentationml.slideLayout+xml"/>
  <Override PartName="/ppt/slideLayouts/slideLayout163.xml" ContentType="application/vnd.openxmlformats-officedocument.presentationml.slideLayout+xml"/>
  <Override PartName="/ppt/slideLayouts/slideLayout164.xml" ContentType="application/vnd.openxmlformats-officedocument.presentationml.slideLayout+xml"/>
  <Override PartName="/ppt/slideLayouts/slideLayout165.xml" ContentType="application/vnd.openxmlformats-officedocument.presentationml.slideLayout+xml"/>
  <Override PartName="/ppt/slideLayouts/slideLayout166.xml" ContentType="application/vnd.openxmlformats-officedocument.presentationml.slideLayout+xml"/>
  <Override PartName="/ppt/slideLayouts/slideLayout167.xml" ContentType="application/vnd.openxmlformats-officedocument.presentationml.slideLayout+xml"/>
  <Override PartName="/ppt/theme/theme10.xml" ContentType="application/vnd.openxmlformats-officedocument.theme+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slideLayouts/slideLayout168.xml" ContentType="application/vnd.openxmlformats-officedocument.presentationml.slideLayout+xml"/>
  <Override PartName="/ppt/slideLayouts/slideLayout169.xml" ContentType="application/vnd.openxmlformats-officedocument.presentationml.slideLayout+xml"/>
  <Override PartName="/ppt/slideLayouts/slideLayout170.xml" ContentType="application/vnd.openxmlformats-officedocument.presentationml.slideLayout+xml"/>
  <Override PartName="/ppt/slideLayouts/slideLayout171.xml" ContentType="application/vnd.openxmlformats-officedocument.presentationml.slideLayout+xml"/>
  <Override PartName="/ppt/slideLayouts/slideLayout172.xml" ContentType="application/vnd.openxmlformats-officedocument.presentationml.slideLayout+xml"/>
  <Override PartName="/ppt/slideLayouts/slideLayout173.xml" ContentType="application/vnd.openxmlformats-officedocument.presentationml.slideLayout+xml"/>
  <Override PartName="/ppt/slideLayouts/slideLayout174.xml" ContentType="application/vnd.openxmlformats-officedocument.presentationml.slideLayout+xml"/>
  <Override PartName="/ppt/slideLayouts/slideLayout175.xml" ContentType="application/vnd.openxmlformats-officedocument.presentationml.slideLayout+xml"/>
  <Override PartName="/ppt/slideLayouts/slideLayout176.xml" ContentType="application/vnd.openxmlformats-officedocument.presentationml.slideLayout+xml"/>
  <Override PartName="/ppt/slideLayouts/slideLayout177.xml" ContentType="application/vnd.openxmlformats-officedocument.presentationml.slideLayout+xml"/>
  <Override PartName="/ppt/slideLayouts/slideLayout178.xml" ContentType="application/vnd.openxmlformats-officedocument.presentationml.slideLayout+xml"/>
  <Override PartName="/ppt/slideLayouts/slideLayout179.xml" ContentType="application/vnd.openxmlformats-officedocument.presentationml.slideLayout+xml"/>
  <Override PartName="/ppt/slideLayouts/slideLayout180.xml" ContentType="application/vnd.openxmlformats-officedocument.presentationml.slideLayout+xml"/>
  <Override PartName="/ppt/slideLayouts/slideLayout181.xml" ContentType="application/vnd.openxmlformats-officedocument.presentationml.slideLayout+xml"/>
  <Override PartName="/ppt/slideLayouts/slideLayout182.xml" ContentType="application/vnd.openxmlformats-officedocument.presentationml.slideLayout+xml"/>
  <Override PartName="/ppt/slideLayouts/slideLayout183.xml" ContentType="application/vnd.openxmlformats-officedocument.presentationml.slideLayout+xml"/>
  <Override PartName="/ppt/slideLayouts/slideLayout184.xml" ContentType="application/vnd.openxmlformats-officedocument.presentationml.slideLayout+xml"/>
  <Override PartName="/ppt/slideLayouts/slideLayout185.xml" ContentType="application/vnd.openxmlformats-officedocument.presentationml.slideLayout+xml"/>
  <Override PartName="/ppt/slideLayouts/slideLayout186.xml" ContentType="application/vnd.openxmlformats-officedocument.presentationml.slideLayout+xml"/>
  <Override PartName="/ppt/slideLayouts/slideLayout187.xml" ContentType="application/vnd.openxmlformats-officedocument.presentationml.slideLayout+xml"/>
  <Override PartName="/ppt/theme/theme11.xml" ContentType="application/vnd.openxmlformats-officedocument.theme+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slideLayouts/slideLayout188.xml" ContentType="application/vnd.openxmlformats-officedocument.presentationml.slideLayout+xml"/>
  <Override PartName="/ppt/slideLayouts/slideLayout189.xml" ContentType="application/vnd.openxmlformats-officedocument.presentationml.slideLayout+xml"/>
  <Override PartName="/ppt/slideLayouts/slideLayout190.xml" ContentType="application/vnd.openxmlformats-officedocument.presentationml.slideLayout+xml"/>
  <Override PartName="/ppt/slideLayouts/slideLayout191.xml" ContentType="application/vnd.openxmlformats-officedocument.presentationml.slideLayout+xml"/>
  <Override PartName="/ppt/slideLayouts/slideLayout192.xml" ContentType="application/vnd.openxmlformats-officedocument.presentationml.slideLayout+xml"/>
  <Override PartName="/ppt/slideLayouts/slideLayout193.xml" ContentType="application/vnd.openxmlformats-officedocument.presentationml.slideLayout+xml"/>
  <Override PartName="/ppt/slideLayouts/slideLayout194.xml" ContentType="application/vnd.openxmlformats-officedocument.presentationml.slideLayout+xml"/>
  <Override PartName="/ppt/slideLayouts/slideLayout195.xml" ContentType="application/vnd.openxmlformats-officedocument.presentationml.slideLayout+xml"/>
  <Override PartName="/ppt/theme/theme12.xml" ContentType="application/vnd.openxmlformats-officedocument.theme+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slideLayouts/slideLayout196.xml" ContentType="application/vnd.openxmlformats-officedocument.presentationml.slideLayout+xml"/>
  <Override PartName="/ppt/slideLayouts/slideLayout197.xml" ContentType="application/vnd.openxmlformats-officedocument.presentationml.slideLayout+xml"/>
  <Override PartName="/ppt/slideLayouts/slideLayout198.xml" ContentType="application/vnd.openxmlformats-officedocument.presentationml.slideLayout+xml"/>
  <Override PartName="/ppt/slideLayouts/slideLayout199.xml" ContentType="application/vnd.openxmlformats-officedocument.presentationml.slideLayout+xml"/>
  <Override PartName="/ppt/slideLayouts/slideLayout200.xml" ContentType="application/vnd.openxmlformats-officedocument.presentationml.slideLayout+xml"/>
  <Override PartName="/ppt/slideLayouts/slideLayout201.xml" ContentType="application/vnd.openxmlformats-officedocument.presentationml.slideLayout+xml"/>
  <Override PartName="/ppt/slideLayouts/slideLayout202.xml" ContentType="application/vnd.openxmlformats-officedocument.presentationml.slideLayout+xml"/>
  <Override PartName="/ppt/slideLayouts/slideLayout203.xml" ContentType="application/vnd.openxmlformats-officedocument.presentationml.slideLayout+xml"/>
  <Override PartName="/ppt/slideLayouts/slideLayout204.xml" ContentType="application/vnd.openxmlformats-officedocument.presentationml.slideLayout+xml"/>
  <Override PartName="/ppt/slideLayouts/slideLayout205.xml" ContentType="application/vnd.openxmlformats-officedocument.presentationml.slideLayout+xml"/>
  <Override PartName="/ppt/slideLayouts/slideLayout206.xml" ContentType="application/vnd.openxmlformats-officedocument.presentationml.slideLayout+xml"/>
  <Override PartName="/ppt/slideLayouts/slideLayout207.xml" ContentType="application/vnd.openxmlformats-officedocument.presentationml.slideLayout+xml"/>
  <Override PartName="/ppt/slideLayouts/slideLayout208.xml" ContentType="application/vnd.openxmlformats-officedocument.presentationml.slideLayout+xml"/>
  <Override PartName="/ppt/slideLayouts/slideLayout209.xml" ContentType="application/vnd.openxmlformats-officedocument.presentationml.slideLayout+xml"/>
  <Override PartName="/ppt/slideLayouts/slideLayout210.xml" ContentType="application/vnd.openxmlformats-officedocument.presentationml.slideLayout+xml"/>
  <Override PartName="/ppt/slideLayouts/slideLayout211.xml" ContentType="application/vnd.openxmlformats-officedocument.presentationml.slideLayout+xml"/>
  <Override PartName="/ppt/slideLayouts/slideLayout212.xml" ContentType="application/vnd.openxmlformats-officedocument.presentationml.slideLayout+xml"/>
  <Override PartName="/ppt/slideLayouts/slideLayout213.xml" ContentType="application/vnd.openxmlformats-officedocument.presentationml.slideLayout+xml"/>
  <Override PartName="/ppt/slideLayouts/slideLayout214.xml" ContentType="application/vnd.openxmlformats-officedocument.presentationml.slideLayout+xml"/>
  <Override PartName="/ppt/slideLayouts/slideLayout215.xml" ContentType="application/vnd.openxmlformats-officedocument.presentationml.slideLayout+xml"/>
  <Override PartName="/ppt/slideLayouts/slideLayout216.xml" ContentType="application/vnd.openxmlformats-officedocument.presentationml.slideLayout+xml"/>
  <Override PartName="/ppt/slideLayouts/slideLayout217.xml" ContentType="application/vnd.openxmlformats-officedocument.presentationml.slideLayout+xml"/>
  <Override PartName="/ppt/theme/theme13.xml" ContentType="application/vnd.openxmlformats-officedocument.theme+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slideLayouts/slideLayout218.xml" ContentType="application/vnd.openxmlformats-officedocument.presentationml.slideLayout+xml"/>
  <Override PartName="/ppt/slideLayouts/slideLayout219.xml" ContentType="application/vnd.openxmlformats-officedocument.presentationml.slideLayout+xml"/>
  <Override PartName="/ppt/slideLayouts/slideLayout220.xml" ContentType="application/vnd.openxmlformats-officedocument.presentationml.slideLayout+xml"/>
  <Override PartName="/ppt/slideLayouts/slideLayout221.xml" ContentType="application/vnd.openxmlformats-officedocument.presentationml.slideLayout+xml"/>
  <Override PartName="/ppt/slideLayouts/slideLayout222.xml" ContentType="application/vnd.openxmlformats-officedocument.presentationml.slideLayout+xml"/>
  <Override PartName="/ppt/slideLayouts/slideLayout223.xml" ContentType="application/vnd.openxmlformats-officedocument.presentationml.slideLayout+xml"/>
  <Override PartName="/ppt/slideLayouts/slideLayout224.xml" ContentType="application/vnd.openxmlformats-officedocument.presentationml.slideLayout+xml"/>
  <Override PartName="/ppt/slideLayouts/slideLayout225.xml" ContentType="application/vnd.openxmlformats-officedocument.presentationml.slideLayout+xml"/>
  <Override PartName="/ppt/slideLayouts/slideLayout226.xml" ContentType="application/vnd.openxmlformats-officedocument.presentationml.slideLayout+xml"/>
  <Override PartName="/ppt/slideLayouts/slideLayout227.xml" ContentType="application/vnd.openxmlformats-officedocument.presentationml.slideLayout+xml"/>
  <Override PartName="/ppt/slideLayouts/slideLayout228.xml" ContentType="application/vnd.openxmlformats-officedocument.presentationml.slideLayout+xml"/>
  <Override PartName="/ppt/slideLayouts/slideLayout229.xml" ContentType="application/vnd.openxmlformats-officedocument.presentationml.slideLayout+xml"/>
  <Override PartName="/ppt/slideLayouts/slideLayout230.xml" ContentType="application/vnd.openxmlformats-officedocument.presentationml.slideLayout+xml"/>
  <Override PartName="/ppt/slideLayouts/slideLayout231.xml" ContentType="application/vnd.openxmlformats-officedocument.presentationml.slideLayout+xml"/>
  <Override PartName="/ppt/slideLayouts/slideLayout232.xml" ContentType="application/vnd.openxmlformats-officedocument.presentationml.slideLayout+xml"/>
  <Override PartName="/ppt/theme/theme14.xml" ContentType="application/vnd.openxmlformats-officedocument.theme+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slideLayouts/slideLayout233.xml" ContentType="application/vnd.openxmlformats-officedocument.presentationml.slideLayout+xml"/>
  <Override PartName="/ppt/slideLayouts/slideLayout234.xml" ContentType="application/vnd.openxmlformats-officedocument.presentationml.slideLayout+xml"/>
  <Override PartName="/ppt/slideLayouts/slideLayout235.xml" ContentType="application/vnd.openxmlformats-officedocument.presentationml.slideLayout+xml"/>
  <Override PartName="/ppt/slideLayouts/slideLayout236.xml" ContentType="application/vnd.openxmlformats-officedocument.presentationml.slideLayout+xml"/>
  <Override PartName="/ppt/slideLayouts/slideLayout237.xml" ContentType="application/vnd.openxmlformats-officedocument.presentationml.slideLayout+xml"/>
  <Override PartName="/ppt/slideLayouts/slideLayout238.xml" ContentType="application/vnd.openxmlformats-officedocument.presentationml.slideLayout+xml"/>
  <Override PartName="/ppt/slideLayouts/slideLayout239.xml" ContentType="application/vnd.openxmlformats-officedocument.presentationml.slideLayout+xml"/>
  <Override PartName="/ppt/slideLayouts/slideLayout240.xml" ContentType="application/vnd.openxmlformats-officedocument.presentationml.slideLayout+xml"/>
  <Override PartName="/ppt/slideLayouts/slideLayout241.xml" ContentType="application/vnd.openxmlformats-officedocument.presentationml.slideLayout+xml"/>
  <Override PartName="/ppt/slideLayouts/slideLayout242.xml" ContentType="application/vnd.openxmlformats-officedocument.presentationml.slideLayout+xml"/>
  <Override PartName="/ppt/slideLayouts/slideLayout243.xml" ContentType="application/vnd.openxmlformats-officedocument.presentationml.slideLayout+xml"/>
  <Override PartName="/ppt/slideLayouts/slideLayout244.xml" ContentType="application/vnd.openxmlformats-officedocument.presentationml.slideLayout+xml"/>
  <Override PartName="/ppt/slideLayouts/slideLayout245.xml" ContentType="application/vnd.openxmlformats-officedocument.presentationml.slideLayout+xml"/>
  <Override PartName="/ppt/slideLayouts/slideLayout246.xml" ContentType="application/vnd.openxmlformats-officedocument.presentationml.slideLayout+xml"/>
  <Override PartName="/ppt/slideLayouts/slideLayout247.xml" ContentType="application/vnd.openxmlformats-officedocument.presentationml.slideLayout+xml"/>
  <Override PartName="/ppt/slideLayouts/slideLayout248.xml" ContentType="application/vnd.openxmlformats-officedocument.presentationml.slideLayout+xml"/>
  <Override PartName="/ppt/slideLayouts/slideLayout249.xml" ContentType="application/vnd.openxmlformats-officedocument.presentationml.slideLayout+xml"/>
  <Override PartName="/ppt/slideLayouts/slideLayout250.xml" ContentType="application/vnd.openxmlformats-officedocument.presentationml.slideLayout+xml"/>
  <Override PartName="/ppt/slideLayouts/slideLayout251.xml" ContentType="application/vnd.openxmlformats-officedocument.presentationml.slideLayout+xml"/>
  <Override PartName="/ppt/slideLayouts/slideLayout252.xml" ContentType="application/vnd.openxmlformats-officedocument.presentationml.slideLayout+xml"/>
  <Override PartName="/ppt/slideLayouts/slideLayout253.xml" ContentType="application/vnd.openxmlformats-officedocument.presentationml.slideLayout+xml"/>
  <Override PartName="/ppt/slideLayouts/slideLayout254.xml" ContentType="application/vnd.openxmlformats-officedocument.presentationml.slideLayout+xml"/>
  <Override PartName="/ppt/slideLayouts/slideLayout255.xml" ContentType="application/vnd.openxmlformats-officedocument.presentationml.slideLayout+xml"/>
  <Override PartName="/ppt/slideLayouts/slideLayout256.xml" ContentType="application/vnd.openxmlformats-officedocument.presentationml.slideLayout+xml"/>
  <Override PartName="/ppt/slideLayouts/slideLayout257.xml" ContentType="application/vnd.openxmlformats-officedocument.presentationml.slideLayout+xml"/>
  <Override PartName="/ppt/theme/theme15.xml" ContentType="application/vnd.openxmlformats-officedocument.theme+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heme/theme16.xml" ContentType="application/vnd.openxmlformats-officedocument.theme+xml"/>
  <Override PartName="/ppt/tags/tag123.xml" ContentType="application/vnd.openxmlformats-officedocument.presentationml.tags+xml"/>
  <Override PartName="/ppt/notesSlides/notesSlide1.xml" ContentType="application/vnd.openxmlformats-officedocument.presentationml.notesSlide+xml"/>
  <Override PartName="/ppt/tags/tag124.xml" ContentType="application/vnd.openxmlformats-officedocument.presentationml.tags+xml"/>
  <Override PartName="/ppt/tags/tag125.xml" ContentType="application/vnd.openxmlformats-officedocument.presentationml.tags+xml"/>
  <Override PartName="/ppt/notesSlides/notesSlide2.xml" ContentType="application/vnd.openxmlformats-officedocument.presentationml.notesSlide+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notesSlides/notesSlide3.xml" ContentType="application/vnd.openxmlformats-officedocument.presentationml.notesSlide+xml"/>
  <Override PartName="/ppt/tags/tag136.xml" ContentType="application/vnd.openxmlformats-officedocument.presentationml.tags+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tags/tag137.xml" ContentType="application/vnd.openxmlformats-officedocument.presentationml.tags+xml"/>
  <Override PartName="/ppt/tags/tag138.xml" ContentType="application/vnd.openxmlformats-officedocument.presentationml.tags+xml"/>
  <Override PartName="/ppt/notesSlides/notesSlide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6" Type="http://schemas.microsoft.com/office/2020/02/relationships/classificationlabels" Target="docMetadata/LabelInfo.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 id="2147483660" r:id="rId5"/>
    <p:sldMasterId id="2147483694" r:id="rId6"/>
    <p:sldMasterId id="2147483710" r:id="rId7"/>
    <p:sldMasterId id="2147483718" r:id="rId8"/>
    <p:sldMasterId id="2147483759" r:id="rId9"/>
    <p:sldMasterId id="2147483781" r:id="rId10"/>
    <p:sldMasterId id="2147483794" r:id="rId11"/>
    <p:sldMasterId id="2147483805" r:id="rId12"/>
    <p:sldMasterId id="2147483817" r:id="rId13"/>
    <p:sldMasterId id="2147483905" r:id="rId14"/>
    <p:sldMasterId id="2147483929" r:id="rId15"/>
    <p:sldMasterId id="2147483946" r:id="rId16"/>
    <p:sldMasterId id="2147483971" r:id="rId17"/>
    <p:sldMasterId id="2147483990" r:id="rId18"/>
  </p:sldMasterIdLst>
  <p:notesMasterIdLst>
    <p:notesMasterId r:id="rId44"/>
  </p:notesMasterIdLst>
  <p:sldIdLst>
    <p:sldId id="2147375239" r:id="rId19"/>
    <p:sldId id="1050" r:id="rId20"/>
    <p:sldId id="2147375209" r:id="rId21"/>
    <p:sldId id="2147375220" r:id="rId22"/>
    <p:sldId id="2147375240" r:id="rId23"/>
    <p:sldId id="2145706632" r:id="rId24"/>
    <p:sldId id="2145706631" r:id="rId25"/>
    <p:sldId id="2084" r:id="rId26"/>
    <p:sldId id="2147375247" r:id="rId27"/>
    <p:sldId id="1091" r:id="rId28"/>
    <p:sldId id="1092" r:id="rId29"/>
    <p:sldId id="1094" r:id="rId30"/>
    <p:sldId id="2145706629" r:id="rId31"/>
    <p:sldId id="1001398" r:id="rId32"/>
    <p:sldId id="1000505" r:id="rId33"/>
    <p:sldId id="2145706634" r:id="rId34"/>
    <p:sldId id="2134806061" r:id="rId35"/>
    <p:sldId id="7154" r:id="rId36"/>
    <p:sldId id="7159" r:id="rId37"/>
    <p:sldId id="2147375227" r:id="rId38"/>
    <p:sldId id="2147375228" r:id="rId39"/>
    <p:sldId id="2147375229" r:id="rId40"/>
    <p:sldId id="2145706635" r:id="rId41"/>
    <p:sldId id="2134805696" r:id="rId42"/>
    <p:sldId id="2145706627" r:id="rId4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ingh, Rajendra" initials="SR" lastIdx="1" clrIdx="0">
    <p:extLst>
      <p:ext uri="{19B8F6BF-5375-455C-9EA6-DF929625EA0E}">
        <p15:presenceInfo xmlns:p15="http://schemas.microsoft.com/office/powerpoint/2012/main" userId="S::rajendra.c.singh@capgemini.com::2d7b6b45-a891-4c71-9a02-0096f1949a66"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6D64CC"/>
    <a:srgbClr val="4701A7"/>
    <a:srgbClr val="2B143D"/>
    <a:srgbClr val="12ABDB"/>
    <a:srgbClr val="0070AD"/>
    <a:srgbClr val="80B8D6"/>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E9BC9E2-AC98-CB12-34E6-E088016157E3}" v="4" dt="2026-02-18T05:31:13.9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47" autoAdjust="0"/>
    <p:restoredTop sz="94660"/>
  </p:normalViewPr>
  <p:slideViewPr>
    <p:cSldViewPr snapToGrid="0">
      <p:cViewPr varScale="1">
        <p:scale>
          <a:sx n="105" d="100"/>
          <a:sy n="105" d="100"/>
        </p:scale>
        <p:origin x="612"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Master" Target="slideMasters/slideMaster10.xml"/><Relationship Id="rId18" Type="http://schemas.openxmlformats.org/officeDocument/2006/relationships/slideMaster" Target="slideMasters/slideMaster15.xml"/><Relationship Id="rId26" Type="http://schemas.openxmlformats.org/officeDocument/2006/relationships/slide" Target="slides/slide8.xml"/><Relationship Id="rId39" Type="http://schemas.openxmlformats.org/officeDocument/2006/relationships/slide" Target="slides/slide21.xml"/><Relationship Id="rId21" Type="http://schemas.openxmlformats.org/officeDocument/2006/relationships/slide" Target="slides/slide3.xml"/><Relationship Id="rId34" Type="http://schemas.openxmlformats.org/officeDocument/2006/relationships/slide" Target="slides/slide16.xml"/><Relationship Id="rId42" Type="http://schemas.openxmlformats.org/officeDocument/2006/relationships/slide" Target="slides/slide24.xml"/><Relationship Id="rId47" Type="http://schemas.openxmlformats.org/officeDocument/2006/relationships/viewProps" Target="viewProps.xml"/><Relationship Id="rId50" Type="http://schemas.microsoft.com/office/2016/11/relationships/changesInfo" Target="changesInfos/changesInfo1.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Master" Target="slideMasters/slideMaster13.xml"/><Relationship Id="rId29" Type="http://schemas.openxmlformats.org/officeDocument/2006/relationships/slide" Target="slides/slide11.xml"/><Relationship Id="rId11" Type="http://schemas.openxmlformats.org/officeDocument/2006/relationships/slideMaster" Target="slideMasters/slideMaster8.xml"/><Relationship Id="rId24" Type="http://schemas.openxmlformats.org/officeDocument/2006/relationships/slide" Target="slides/slide6.xml"/><Relationship Id="rId32" Type="http://schemas.openxmlformats.org/officeDocument/2006/relationships/slide" Target="slides/slide14.xml"/><Relationship Id="rId37" Type="http://schemas.openxmlformats.org/officeDocument/2006/relationships/slide" Target="slides/slide19.xml"/><Relationship Id="rId40" Type="http://schemas.openxmlformats.org/officeDocument/2006/relationships/slide" Target="slides/slide22.xml"/><Relationship Id="rId45" Type="http://schemas.openxmlformats.org/officeDocument/2006/relationships/commentAuthors" Target="commentAuthors.xml"/><Relationship Id="rId5" Type="http://schemas.openxmlformats.org/officeDocument/2006/relationships/slideMaster" Target="slideMasters/slideMaster2.xml"/><Relationship Id="rId15" Type="http://schemas.openxmlformats.org/officeDocument/2006/relationships/slideMaster" Target="slideMasters/slideMaster12.xml"/><Relationship Id="rId23" Type="http://schemas.openxmlformats.org/officeDocument/2006/relationships/slide" Target="slides/slide5.xml"/><Relationship Id="rId28" Type="http://schemas.openxmlformats.org/officeDocument/2006/relationships/slide" Target="slides/slide10.xml"/><Relationship Id="rId36" Type="http://schemas.openxmlformats.org/officeDocument/2006/relationships/slide" Target="slides/slide18.xml"/><Relationship Id="rId49" Type="http://schemas.openxmlformats.org/officeDocument/2006/relationships/tableStyles" Target="tableStyles.xml"/><Relationship Id="rId10" Type="http://schemas.openxmlformats.org/officeDocument/2006/relationships/slideMaster" Target="slideMasters/slideMaster7.xml"/><Relationship Id="rId19" Type="http://schemas.openxmlformats.org/officeDocument/2006/relationships/slide" Target="slides/slide1.xml"/><Relationship Id="rId31" Type="http://schemas.openxmlformats.org/officeDocument/2006/relationships/slide" Target="slides/slide13.xml"/><Relationship Id="rId44"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Master" Target="slideMasters/slideMaster6.xml"/><Relationship Id="rId14" Type="http://schemas.openxmlformats.org/officeDocument/2006/relationships/slideMaster" Target="slideMasters/slideMaster11.xml"/><Relationship Id="rId22" Type="http://schemas.openxmlformats.org/officeDocument/2006/relationships/slide" Target="slides/slide4.xml"/><Relationship Id="rId27" Type="http://schemas.openxmlformats.org/officeDocument/2006/relationships/slide" Target="slides/slide9.xml"/><Relationship Id="rId30" Type="http://schemas.openxmlformats.org/officeDocument/2006/relationships/slide" Target="slides/slide12.xml"/><Relationship Id="rId35" Type="http://schemas.openxmlformats.org/officeDocument/2006/relationships/slide" Target="slides/slide17.xml"/><Relationship Id="rId43" Type="http://schemas.openxmlformats.org/officeDocument/2006/relationships/slide" Target="slides/slide25.xml"/><Relationship Id="rId48" Type="http://schemas.openxmlformats.org/officeDocument/2006/relationships/theme" Target="theme/theme1.xml"/><Relationship Id="rId8" Type="http://schemas.openxmlformats.org/officeDocument/2006/relationships/slideMaster" Target="slideMasters/slideMaster5.xml"/><Relationship Id="rId51"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Master" Target="slideMasters/slideMaster9.xml"/><Relationship Id="rId17" Type="http://schemas.openxmlformats.org/officeDocument/2006/relationships/slideMaster" Target="slideMasters/slideMaster14.xml"/><Relationship Id="rId25" Type="http://schemas.openxmlformats.org/officeDocument/2006/relationships/slide" Target="slides/slide7.xml"/><Relationship Id="rId33" Type="http://schemas.openxmlformats.org/officeDocument/2006/relationships/slide" Target="slides/slide15.xml"/><Relationship Id="rId38" Type="http://schemas.openxmlformats.org/officeDocument/2006/relationships/slide" Target="slides/slide20.xml"/><Relationship Id="rId46" Type="http://schemas.openxmlformats.org/officeDocument/2006/relationships/presProps" Target="presProps.xml"/><Relationship Id="rId20" Type="http://schemas.openxmlformats.org/officeDocument/2006/relationships/slide" Target="slides/slide2.xml"/><Relationship Id="rId41" Type="http://schemas.openxmlformats.org/officeDocument/2006/relationships/slide" Target="slides/slide23.xml"/><Relationship Id="rId1" Type="http://schemas.openxmlformats.org/officeDocument/2006/relationships/customXml" Target="../customXml/item1.xml"/><Relationship Id="rId6" Type="http://schemas.openxmlformats.org/officeDocument/2006/relationships/slideMaster" Target="slideMasters/slideMaster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Gaimukhe, Riya" userId="b8f55e00-efeb-4247-b928-f638a254fe55" providerId="ADAL" clId="{C48C6BA4-61B8-43ED-9B48-7BCC79A9D224}"/>
    <pc:docChg chg="undo custSel delSld modSld">
      <pc:chgData name="Gaimukhe, Riya" userId="b8f55e00-efeb-4247-b928-f638a254fe55" providerId="ADAL" clId="{C48C6BA4-61B8-43ED-9B48-7BCC79A9D224}" dt="2026-02-18T10:28:24.217" v="33" actId="20577"/>
      <pc:docMkLst>
        <pc:docMk/>
      </pc:docMkLst>
      <pc:sldChg chg="modSp mod">
        <pc:chgData name="Gaimukhe, Riya" userId="b8f55e00-efeb-4247-b928-f638a254fe55" providerId="ADAL" clId="{C48C6BA4-61B8-43ED-9B48-7BCC79A9D224}" dt="2026-02-18T10:26:43.629" v="21" actId="6549"/>
        <pc:sldMkLst>
          <pc:docMk/>
          <pc:sldMk cId="949555389" sldId="1050"/>
        </pc:sldMkLst>
        <pc:spChg chg="mod">
          <ac:chgData name="Gaimukhe, Riya" userId="b8f55e00-efeb-4247-b928-f638a254fe55" providerId="ADAL" clId="{C48C6BA4-61B8-43ED-9B48-7BCC79A9D224}" dt="2026-02-18T10:26:43.629" v="21" actId="6549"/>
          <ac:spMkLst>
            <pc:docMk/>
            <pc:sldMk cId="949555389" sldId="1050"/>
            <ac:spMk id="4" creationId="{A01B00ED-8843-4A11-8FCC-1D428729BDB5}"/>
          </ac:spMkLst>
        </pc:spChg>
      </pc:sldChg>
      <pc:sldChg chg="modSp mod">
        <pc:chgData name="Gaimukhe, Riya" userId="b8f55e00-efeb-4247-b928-f638a254fe55" providerId="ADAL" clId="{C48C6BA4-61B8-43ED-9B48-7BCC79A9D224}" dt="2026-02-18T10:27:32.555" v="29" actId="20577"/>
        <pc:sldMkLst>
          <pc:docMk/>
          <pc:sldMk cId="2357728870" sldId="2145706629"/>
        </pc:sldMkLst>
        <pc:spChg chg="mod">
          <ac:chgData name="Gaimukhe, Riya" userId="b8f55e00-efeb-4247-b928-f638a254fe55" providerId="ADAL" clId="{C48C6BA4-61B8-43ED-9B48-7BCC79A9D224}" dt="2026-02-18T10:27:32.555" v="29" actId="20577"/>
          <ac:spMkLst>
            <pc:docMk/>
            <pc:sldMk cId="2357728870" sldId="2145706629"/>
            <ac:spMk id="10" creationId="{00BE7F72-FB4A-4264-B914-AD0A0AE019AE}"/>
          </ac:spMkLst>
        </pc:spChg>
      </pc:sldChg>
      <pc:sldChg chg="modSp mod">
        <pc:chgData name="Gaimukhe, Riya" userId="b8f55e00-efeb-4247-b928-f638a254fe55" providerId="ADAL" clId="{C48C6BA4-61B8-43ED-9B48-7BCC79A9D224}" dt="2026-02-18T10:27:14.936" v="27" actId="20577"/>
        <pc:sldMkLst>
          <pc:docMk/>
          <pc:sldMk cId="4043929339" sldId="2145706631"/>
        </pc:sldMkLst>
        <pc:spChg chg="mod">
          <ac:chgData name="Gaimukhe, Riya" userId="b8f55e00-efeb-4247-b928-f638a254fe55" providerId="ADAL" clId="{C48C6BA4-61B8-43ED-9B48-7BCC79A9D224}" dt="2026-02-18T10:27:14.936" v="27" actId="20577"/>
          <ac:spMkLst>
            <pc:docMk/>
            <pc:sldMk cId="4043929339" sldId="2145706631"/>
            <ac:spMk id="10" creationId="{00BE7F72-FB4A-4264-B914-AD0A0AE019AE}"/>
          </ac:spMkLst>
        </pc:spChg>
      </pc:sldChg>
      <pc:sldChg chg="modSp mod">
        <pc:chgData name="Gaimukhe, Riya" userId="b8f55e00-efeb-4247-b928-f638a254fe55" providerId="ADAL" clId="{C48C6BA4-61B8-43ED-9B48-7BCC79A9D224}" dt="2026-02-18T10:27:11.195" v="25" actId="20577"/>
        <pc:sldMkLst>
          <pc:docMk/>
          <pc:sldMk cId="4149495335" sldId="2145706632"/>
        </pc:sldMkLst>
        <pc:spChg chg="mod">
          <ac:chgData name="Gaimukhe, Riya" userId="b8f55e00-efeb-4247-b928-f638a254fe55" providerId="ADAL" clId="{C48C6BA4-61B8-43ED-9B48-7BCC79A9D224}" dt="2026-02-18T10:27:11.195" v="25" actId="20577"/>
          <ac:spMkLst>
            <pc:docMk/>
            <pc:sldMk cId="4149495335" sldId="2145706632"/>
            <ac:spMk id="10" creationId="{00BE7F72-FB4A-4264-B914-AD0A0AE019AE}"/>
          </ac:spMkLst>
        </pc:spChg>
      </pc:sldChg>
      <pc:sldChg chg="del">
        <pc:chgData name="Gaimukhe, Riya" userId="b8f55e00-efeb-4247-b928-f638a254fe55" providerId="ADAL" clId="{C48C6BA4-61B8-43ED-9B48-7BCC79A9D224}" dt="2026-02-18T10:26:33.321" v="1" actId="47"/>
        <pc:sldMkLst>
          <pc:docMk/>
          <pc:sldMk cId="1767400796" sldId="2145706633"/>
        </pc:sldMkLst>
      </pc:sldChg>
      <pc:sldChg chg="modSp mod">
        <pc:chgData name="Gaimukhe, Riya" userId="b8f55e00-efeb-4247-b928-f638a254fe55" providerId="ADAL" clId="{C48C6BA4-61B8-43ED-9B48-7BCC79A9D224}" dt="2026-02-18T10:28:04.973" v="31" actId="20577"/>
        <pc:sldMkLst>
          <pc:docMk/>
          <pc:sldMk cId="2765365588" sldId="2145706634"/>
        </pc:sldMkLst>
        <pc:spChg chg="mod">
          <ac:chgData name="Gaimukhe, Riya" userId="b8f55e00-efeb-4247-b928-f638a254fe55" providerId="ADAL" clId="{C48C6BA4-61B8-43ED-9B48-7BCC79A9D224}" dt="2026-02-18T10:28:04.973" v="31" actId="20577"/>
          <ac:spMkLst>
            <pc:docMk/>
            <pc:sldMk cId="2765365588" sldId="2145706634"/>
            <ac:spMk id="10" creationId="{00BE7F72-FB4A-4264-B914-AD0A0AE019AE}"/>
          </ac:spMkLst>
        </pc:spChg>
      </pc:sldChg>
      <pc:sldChg chg="modSp mod">
        <pc:chgData name="Gaimukhe, Riya" userId="b8f55e00-efeb-4247-b928-f638a254fe55" providerId="ADAL" clId="{C48C6BA4-61B8-43ED-9B48-7BCC79A9D224}" dt="2026-02-18T10:28:24.217" v="33" actId="20577"/>
        <pc:sldMkLst>
          <pc:docMk/>
          <pc:sldMk cId="367768783" sldId="2145706635"/>
        </pc:sldMkLst>
        <pc:spChg chg="mod">
          <ac:chgData name="Gaimukhe, Riya" userId="b8f55e00-efeb-4247-b928-f638a254fe55" providerId="ADAL" clId="{C48C6BA4-61B8-43ED-9B48-7BCC79A9D224}" dt="2026-02-18T10:28:24.217" v="33" actId="20577"/>
          <ac:spMkLst>
            <pc:docMk/>
            <pc:sldMk cId="367768783" sldId="2145706635"/>
            <ac:spMk id="10" creationId="{00BE7F72-FB4A-4264-B914-AD0A0AE019AE}"/>
          </ac:spMkLst>
        </pc:spChg>
      </pc:sldChg>
      <pc:sldChg chg="modSp mod">
        <pc:chgData name="Gaimukhe, Riya" userId="b8f55e00-efeb-4247-b928-f638a254fe55" providerId="ADAL" clId="{C48C6BA4-61B8-43ED-9B48-7BCC79A9D224}" dt="2026-02-18T10:26:49.830" v="23" actId="20577"/>
        <pc:sldMkLst>
          <pc:docMk/>
          <pc:sldMk cId="855784436" sldId="2147375209"/>
        </pc:sldMkLst>
        <pc:spChg chg="mod">
          <ac:chgData name="Gaimukhe, Riya" userId="b8f55e00-efeb-4247-b928-f638a254fe55" providerId="ADAL" clId="{C48C6BA4-61B8-43ED-9B48-7BCC79A9D224}" dt="2026-02-18T10:26:49.830" v="23" actId="20577"/>
          <ac:spMkLst>
            <pc:docMk/>
            <pc:sldMk cId="855784436" sldId="2147375209"/>
            <ac:spMk id="10" creationId="{00BE7F72-FB4A-4264-B914-AD0A0AE019AE}"/>
          </ac:spMkLst>
        </pc:spChg>
      </pc:sldChg>
      <pc:sldChg chg="del">
        <pc:chgData name="Gaimukhe, Riya" userId="b8f55e00-efeb-4247-b928-f638a254fe55" providerId="ADAL" clId="{C48C6BA4-61B8-43ED-9B48-7BCC79A9D224}" dt="2026-02-18T10:26:31.112" v="0" actId="47"/>
        <pc:sldMkLst>
          <pc:docMk/>
          <pc:sldMk cId="2294125579" sldId="2147375226"/>
        </pc:sldMkLst>
      </pc:sldChg>
      <pc:sldMasterChg chg="delSldLayout">
        <pc:chgData name="Gaimukhe, Riya" userId="b8f55e00-efeb-4247-b928-f638a254fe55" providerId="ADAL" clId="{C48C6BA4-61B8-43ED-9B48-7BCC79A9D224}" dt="2026-02-18T10:26:31.112" v="0" actId="47"/>
        <pc:sldMasterMkLst>
          <pc:docMk/>
          <pc:sldMasterMk cId="950231790" sldId="2147483929"/>
        </pc:sldMasterMkLst>
        <pc:sldLayoutChg chg="del">
          <pc:chgData name="Gaimukhe, Riya" userId="b8f55e00-efeb-4247-b928-f638a254fe55" providerId="ADAL" clId="{C48C6BA4-61B8-43ED-9B48-7BCC79A9D224}" dt="2026-02-18T10:26:31.112" v="0" actId="47"/>
          <pc:sldLayoutMkLst>
            <pc:docMk/>
            <pc:sldMasterMk cId="950231790" sldId="2147483929"/>
            <pc:sldLayoutMk cId="626624921" sldId="2147483938"/>
          </pc:sldLayoutMkLst>
        </pc:sldLayoutChg>
      </pc:sldMasterChg>
    </pc:docChg>
  </pc:docChgLst>
  <pc:docChgLst>
    <pc:chgData name="Ranade, Shripriya Vinay" userId="S::shripriya-vinay.ranade@capgemini.com::ab164fce-475d-4163-8d0e-76c773d24d62" providerId="AD" clId="Web-{2E9BC9E2-AC98-CB12-34E6-E088016157E3}"/>
    <pc:docChg chg="modSld">
      <pc:chgData name="Ranade, Shripriya Vinay" userId="S::shripriya-vinay.ranade@capgemini.com::ab164fce-475d-4163-8d0e-76c773d24d62" providerId="AD" clId="Web-{2E9BC9E2-AC98-CB12-34E6-E088016157E3}" dt="2026-02-18T05:31:13.931" v="2"/>
      <pc:docMkLst>
        <pc:docMk/>
      </pc:docMkLst>
      <pc:sldChg chg="delSp modSp">
        <pc:chgData name="Ranade, Shripriya Vinay" userId="S::shripriya-vinay.ranade@capgemini.com::ab164fce-475d-4163-8d0e-76c773d24d62" providerId="AD" clId="Web-{2E9BC9E2-AC98-CB12-34E6-E088016157E3}" dt="2026-02-18T05:31:13.931" v="2"/>
        <pc:sldMkLst>
          <pc:docMk/>
          <pc:sldMk cId="4263073241" sldId="2147375239"/>
        </pc:sldMkLst>
        <pc:spChg chg="del">
          <ac:chgData name="Ranade, Shripriya Vinay" userId="S::shripriya-vinay.ranade@capgemini.com::ab164fce-475d-4163-8d0e-76c773d24d62" providerId="AD" clId="Web-{2E9BC9E2-AC98-CB12-34E6-E088016157E3}" dt="2026-02-18T05:31:13.931" v="2"/>
          <ac:spMkLst>
            <pc:docMk/>
            <pc:sldMk cId="4263073241" sldId="2147375239"/>
            <ac:spMk id="5" creationId="{AFA0F884-E362-4241-8028-BCC9D9F35D2F}"/>
          </ac:spMkLst>
        </pc:spChg>
        <pc:spChg chg="mod">
          <ac:chgData name="Ranade, Shripriya Vinay" userId="S::shripriya-vinay.ranade@capgemini.com::ab164fce-475d-4163-8d0e-76c773d24d62" providerId="AD" clId="Web-{2E9BC9E2-AC98-CB12-34E6-E088016157E3}" dt="2026-02-18T05:31:07.868" v="1" actId="20577"/>
          <ac:spMkLst>
            <pc:docMk/>
            <pc:sldMk cId="4263073241" sldId="2147375239"/>
            <ac:spMk id="6" creationId="{419E837B-C129-4706-85E6-676BF40CD9A1}"/>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1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AB9E53B-0AB2-4868-8E36-14613C23774C}" type="datetimeFigureOut">
              <a:rPr lang="en-IN" smtClean="0"/>
              <a:t>18-02-2026</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5683B3-D574-4D71-9B55-4CF56D4A5708}" type="slidenum">
              <a:rPr lang="en-IN" smtClean="0"/>
              <a:t>‹#›</a:t>
            </a:fld>
            <a:endParaRPr lang="en-IN" dirty="0"/>
          </a:p>
        </p:txBody>
      </p:sp>
    </p:spTree>
    <p:extLst>
      <p:ext uri="{BB962C8B-B14F-4D97-AF65-F5344CB8AC3E}">
        <p14:creationId xmlns:p14="http://schemas.microsoft.com/office/powerpoint/2010/main" val="272191779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45683B3-D574-4D71-9B55-4CF56D4A5708}" type="slidenum">
              <a:rPr lang="en-IN" smtClean="0"/>
              <a:t>4</a:t>
            </a:fld>
            <a:endParaRPr lang="en-IN" dirty="0"/>
          </a:p>
        </p:txBody>
      </p:sp>
    </p:spTree>
    <p:extLst>
      <p:ext uri="{BB962C8B-B14F-4D97-AF65-F5344CB8AC3E}">
        <p14:creationId xmlns:p14="http://schemas.microsoft.com/office/powerpoint/2010/main" val="36010662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10"/>
          </p:nvPr>
        </p:nvSpPr>
        <p:spPr/>
        <p:txBody>
          <a:bodyPr/>
          <a:lstStyle/>
          <a:p>
            <a:fld id="{71E7D22E-2FCF-4181-8686-08BDCDF94062}" type="slidenum">
              <a:rPr lang="en-US" smtClean="0"/>
              <a:pPr/>
              <a:t>8</a:t>
            </a:fld>
            <a:endParaRPr lang="en-US" dirty="0"/>
          </a:p>
        </p:txBody>
      </p:sp>
    </p:spTree>
    <p:extLst>
      <p:ext uri="{BB962C8B-B14F-4D97-AF65-F5344CB8AC3E}">
        <p14:creationId xmlns:p14="http://schemas.microsoft.com/office/powerpoint/2010/main" val="150519730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a:p>
            <a:endParaRPr lang="en-GB" dirty="0"/>
          </a:p>
        </p:txBody>
      </p:sp>
      <p:sp>
        <p:nvSpPr>
          <p:cNvPr id="4" name="Slide Number Placeholder 3"/>
          <p:cNvSpPr>
            <a:spLocks noGrp="1"/>
          </p:cNvSpPr>
          <p:nvPr>
            <p:ph type="sldNum" sz="quarter" idx="5"/>
          </p:nvPr>
        </p:nvSpPr>
        <p:spPr/>
        <p:txBody>
          <a:bodyPr/>
          <a:lstStyle/>
          <a:p>
            <a:fld id="{C0696B5C-12A0-4042-B4D0-BD3B9A4F58C6}" type="slidenum">
              <a:rPr lang="pt-BR" smtClean="0"/>
              <a:t>15</a:t>
            </a:fld>
            <a:endParaRPr lang="pt-BR"/>
          </a:p>
        </p:txBody>
      </p:sp>
    </p:spTree>
    <p:extLst>
      <p:ext uri="{BB962C8B-B14F-4D97-AF65-F5344CB8AC3E}">
        <p14:creationId xmlns:p14="http://schemas.microsoft.com/office/powerpoint/2010/main" val="377312463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AU" dirty="0"/>
          </a:p>
        </p:txBody>
      </p:sp>
      <p:sp>
        <p:nvSpPr>
          <p:cNvPr id="4" name="Slide Number Placeholder 3"/>
          <p:cNvSpPr>
            <a:spLocks noGrp="1"/>
          </p:cNvSpPr>
          <p:nvPr>
            <p:ph type="sldNum" sz="quarter" idx="5"/>
          </p:nvPr>
        </p:nvSpPr>
        <p:spPr/>
        <p:txBody>
          <a:bodyPr/>
          <a:lstStyle/>
          <a:p>
            <a:fld id="{FC78BC3B-F0EF-1E42-9191-BD93495BF322}" type="slidenum">
              <a:rPr lang="en-AU" smtClean="0"/>
              <a:t>17</a:t>
            </a:fld>
            <a:endParaRPr lang="en-AU" dirty="0"/>
          </a:p>
        </p:txBody>
      </p:sp>
    </p:spTree>
    <p:extLst>
      <p:ext uri="{BB962C8B-B14F-4D97-AF65-F5344CB8AC3E}">
        <p14:creationId xmlns:p14="http://schemas.microsoft.com/office/powerpoint/2010/main" val="149536291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60"/>
        <p:cNvGrpSpPr/>
        <p:nvPr/>
      </p:nvGrpSpPr>
      <p:grpSpPr>
        <a:xfrm>
          <a:off x="0" y="0"/>
          <a:ext cx="0" cy="0"/>
          <a:chOff x="0" y="0"/>
          <a:chExt cx="0" cy="0"/>
        </a:xfrm>
      </p:grpSpPr>
      <p:sp>
        <p:nvSpPr>
          <p:cNvPr id="961" name="Google Shape;961;g6f1ce90ca0_5_224:notes"/>
          <p:cNvSpPr txBox="1">
            <a:spLocks noGrp="1"/>
          </p:cNvSpPr>
          <p:nvPr>
            <p:ph type="body" idx="1"/>
          </p:nvPr>
        </p:nvSpPr>
        <p:spPr>
          <a:xfrm>
            <a:off x="685800" y="4400550"/>
            <a:ext cx="5486400" cy="36006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dirty="0"/>
          </a:p>
        </p:txBody>
      </p:sp>
      <p:sp>
        <p:nvSpPr>
          <p:cNvPr id="962" name="Google Shape;962;g6f1ce90ca0_5_22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Verdana"/>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pt-BR" sz="900" b="0" i="0" u="none" strike="noStrike" kern="1200" cap="none" spc="0" normalizeH="0" baseline="0" noProof="0">
              <a:ln>
                <a:noFill/>
              </a:ln>
              <a:solidFill>
                <a:prstClr val="black"/>
              </a:solidFill>
              <a:effectLst/>
              <a:uLnTx/>
              <a:uFillTx/>
              <a:latin typeface="Verdana"/>
              <a:ea typeface="+mn-ea"/>
              <a:cs typeface="+mn-cs"/>
            </a:endParaRPr>
          </a:p>
        </p:txBody>
      </p:sp>
    </p:spTree>
    <p:extLst>
      <p:ext uri="{BB962C8B-B14F-4D97-AF65-F5344CB8AC3E}">
        <p14:creationId xmlns:p14="http://schemas.microsoft.com/office/powerpoint/2010/main" val="8080854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0696B5C-12A0-4042-B4D0-BD3B9A4F58C6}" type="slidenum">
              <a:rPr kumimoji="0" lang="pt-BR" sz="900" b="0" i="0" u="none" strike="noStrike" kern="1200" cap="none" spc="0" normalizeH="0" baseline="0" noProof="0" smtClean="0">
                <a:ln>
                  <a:noFill/>
                </a:ln>
                <a:solidFill>
                  <a:prstClr val="black"/>
                </a:solidFill>
                <a:effectLst/>
                <a:uLnTx/>
                <a:uFillTx/>
                <a:latin typeface="Ubuntu"/>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pt-BR" sz="900" b="0" i="0" u="none" strike="noStrike" kern="1200" cap="none" spc="0" normalizeH="0" baseline="0" noProof="0">
              <a:ln>
                <a:noFill/>
              </a:ln>
              <a:solidFill>
                <a:prstClr val="black"/>
              </a:solidFill>
              <a:effectLst/>
              <a:uLnTx/>
              <a:uFillTx/>
              <a:latin typeface="Ubuntu"/>
              <a:ea typeface="+mn-ea"/>
              <a:cs typeface="+mn-cs"/>
            </a:endParaRPr>
          </a:p>
        </p:txBody>
      </p:sp>
    </p:spTree>
    <p:extLst>
      <p:ext uri="{BB962C8B-B14F-4D97-AF65-F5344CB8AC3E}">
        <p14:creationId xmlns:p14="http://schemas.microsoft.com/office/powerpoint/2010/main" val="10053864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jpeg"/><Relationship Id="rId1" Type="http://schemas.openxmlformats.org/officeDocument/2006/relationships/slideMaster" Target="../slideMasters/slideMaster2.xml"/><Relationship Id="rId5" Type="http://schemas.openxmlformats.org/officeDocument/2006/relationships/image" Target="../media/image5.png"/><Relationship Id="rId4" Type="http://schemas.openxmlformats.org/officeDocument/2006/relationships/image" Target="../media/image4.png"/></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37.xml.rels><?xml version="1.0" encoding="UTF-8" standalone="yes"?>
<Relationships xmlns="http://schemas.openxmlformats.org/package/2006/relationships"><Relationship Id="rId8" Type="http://schemas.openxmlformats.org/officeDocument/2006/relationships/hyperlink" Target="http://www.slideshare.net/capgemini" TargetMode="External"/><Relationship Id="rId13" Type="http://schemas.openxmlformats.org/officeDocument/2006/relationships/image" Target="../media/image12.png"/><Relationship Id="rId3" Type="http://schemas.openxmlformats.org/officeDocument/2006/relationships/image" Target="../media/image7.png"/><Relationship Id="rId7" Type="http://schemas.openxmlformats.org/officeDocument/2006/relationships/image" Target="../media/image9.png"/><Relationship Id="rId12" Type="http://schemas.openxmlformats.org/officeDocument/2006/relationships/hyperlink" Target="http://www.youtube.com/capgeminimedia" TargetMode="External"/><Relationship Id="rId2" Type="http://schemas.openxmlformats.org/officeDocument/2006/relationships/image" Target="../media/image1.png"/><Relationship Id="rId1" Type="http://schemas.openxmlformats.org/officeDocument/2006/relationships/slideMaster" Target="../slideMasters/slideMaster2.xml"/><Relationship Id="rId6" Type="http://schemas.openxmlformats.org/officeDocument/2006/relationships/hyperlink" Target="http://www.linkedin.com/company/capgemini" TargetMode="External"/><Relationship Id="rId11" Type="http://schemas.openxmlformats.org/officeDocument/2006/relationships/image" Target="../media/image11.png"/><Relationship Id="rId5" Type="http://schemas.openxmlformats.org/officeDocument/2006/relationships/image" Target="../media/image8.png"/><Relationship Id="rId10" Type="http://schemas.openxmlformats.org/officeDocument/2006/relationships/hyperlink" Target="http://www.twitter.com/capgemini" TargetMode="External"/><Relationship Id="rId4" Type="http://schemas.openxmlformats.org/officeDocument/2006/relationships/hyperlink" Target="http://www.facebook.com/capgemini" TargetMode="External"/><Relationship Id="rId9" Type="http://schemas.openxmlformats.org/officeDocument/2006/relationships/image" Target="../media/image10.png"/></Relationships>
</file>

<file path=ppt/slideLayouts/_rels/slideLayout38.xml.rels><?xml version="1.0" encoding="UTF-8" standalone="yes"?>
<Relationships xmlns="http://schemas.openxmlformats.org/package/2006/relationships"><Relationship Id="rId8" Type="http://schemas.openxmlformats.org/officeDocument/2006/relationships/image" Target="../media/image10.png"/><Relationship Id="rId13" Type="http://schemas.openxmlformats.org/officeDocument/2006/relationships/image" Target="../media/image1.png"/><Relationship Id="rId3" Type="http://schemas.openxmlformats.org/officeDocument/2006/relationships/hyperlink" Target="http://www.facebook.com/capgemini" TargetMode="External"/><Relationship Id="rId7" Type="http://schemas.openxmlformats.org/officeDocument/2006/relationships/hyperlink" Target="http://www.slideshare.net/capgemini" TargetMode="External"/><Relationship Id="rId12"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9.png"/><Relationship Id="rId11" Type="http://schemas.openxmlformats.org/officeDocument/2006/relationships/hyperlink" Target="http://www.youtube.com/capgeminimedia" TargetMode="External"/><Relationship Id="rId5" Type="http://schemas.openxmlformats.org/officeDocument/2006/relationships/hyperlink" Target="http://www.linkedin.com/company/capgemini" TargetMode="External"/><Relationship Id="rId10" Type="http://schemas.openxmlformats.org/officeDocument/2006/relationships/image" Target="../media/image11.png"/><Relationship Id="rId4" Type="http://schemas.openxmlformats.org/officeDocument/2006/relationships/image" Target="../media/image8.png"/><Relationship Id="rId9" Type="http://schemas.openxmlformats.org/officeDocument/2006/relationships/hyperlink" Target="http://www.twitter.com/capgemini" TargetMode="External"/></Relationships>
</file>

<file path=ppt/slideLayouts/_rels/slideLayout3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jpg"/><Relationship Id="rId1" Type="http://schemas.openxmlformats.org/officeDocument/2006/relationships/slideMaster" Target="../slideMasters/slideMaster2.xml"/><Relationship Id="rId4" Type="http://schemas.openxmlformats.org/officeDocument/2006/relationships/image" Target="../media/image15.svg"/></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16.jpg"/><Relationship Id="rId1" Type="http://schemas.openxmlformats.org/officeDocument/2006/relationships/slideMaster" Target="../slideMasters/slideMaster2.xml"/></Relationships>
</file>

<file path=ppt/slideLayouts/_rels/slideLayout41.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image" Target="../media/image17.png"/><Relationship Id="rId1" Type="http://schemas.openxmlformats.org/officeDocument/2006/relationships/slideMaster" Target="../slideMasters/slideMaster2.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19.jpg"/><Relationship Id="rId1" Type="http://schemas.openxmlformats.org/officeDocument/2006/relationships/slideMaster" Target="../slideMasters/slideMaster2.xml"/></Relationships>
</file>

<file path=ppt/slideLayouts/_rels/slideLayout43.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7.png"/><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image" Target="../media/image7.png"/><Relationship Id="rId2" Type="http://schemas.openxmlformats.org/officeDocument/2006/relationships/hyperlink" Target="http://www.linkedin.com/company/capgemini" TargetMode="External"/><Relationship Id="rId1" Type="http://schemas.openxmlformats.org/officeDocument/2006/relationships/slideMaster" Target="../slideMasters/slideMaster2.xml"/><Relationship Id="rId6" Type="http://schemas.openxmlformats.org/officeDocument/2006/relationships/hyperlink" Target="http://www.twitter.com/capgemini" TargetMode="External"/><Relationship Id="rId11" Type="http://schemas.openxmlformats.org/officeDocument/2006/relationships/image" Target="../media/image8.png"/><Relationship Id="rId5" Type="http://schemas.openxmlformats.org/officeDocument/2006/relationships/image" Target="../media/image10.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2.png"/><Relationship Id="rId14" Type="http://schemas.openxmlformats.org/officeDocument/2006/relationships/image" Target="../media/image18.svg"/></Relationships>
</file>

<file path=ppt/slideLayouts/_rels/slideLayout44.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17.png"/><Relationship Id="rId3" Type="http://schemas.openxmlformats.org/officeDocument/2006/relationships/hyperlink" Target="http://www.linkedin.com/company/capgemini" TargetMode="External"/><Relationship Id="rId7" Type="http://schemas.openxmlformats.org/officeDocument/2006/relationships/hyperlink" Target="http://www.twitter.com/capgemini" TargetMode="External"/><Relationship Id="rId12"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Master" Target="../slideMasters/slideMaster2.xml"/><Relationship Id="rId6" Type="http://schemas.openxmlformats.org/officeDocument/2006/relationships/image" Target="../media/image10.png"/><Relationship Id="rId11" Type="http://schemas.openxmlformats.org/officeDocument/2006/relationships/hyperlink" Target="http://www.facebook.com/capgemini" TargetMode="External"/><Relationship Id="rId5" Type="http://schemas.openxmlformats.org/officeDocument/2006/relationships/hyperlink" Target="http://www.slideshare.net/capgemini" TargetMode="External"/><Relationship Id="rId10"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hyperlink" Target="http://www.youtube.com/capgeminimedia" TargetMode="External"/><Relationship Id="rId14" Type="http://schemas.openxmlformats.org/officeDocument/2006/relationships/image" Target="../media/image18.svg"/></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2.xml"/><Relationship Id="rId4" Type="http://schemas.openxmlformats.org/officeDocument/2006/relationships/image" Target="../media/image20.emf"/></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3.xml"/><Relationship Id="rId4" Type="http://schemas.openxmlformats.org/officeDocument/2006/relationships/image" Target="../media/image20.emf"/></Relationships>
</file>

<file path=ppt/slideLayouts/_rels/slideLayout5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4.xml"/><Relationship Id="rId4" Type="http://schemas.openxmlformats.org/officeDocument/2006/relationships/image" Target="../media/image20.emf"/></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3.xml"/><Relationship Id="rId1" Type="http://schemas.openxmlformats.org/officeDocument/2006/relationships/tags" Target="../tags/tag5.xml"/><Relationship Id="rId4" Type="http://schemas.openxmlformats.org/officeDocument/2006/relationships/image" Target="../media/image20.emf"/></Relationships>
</file>

<file path=ppt/slideLayouts/_rels/slideLayout55.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3.xml"/><Relationship Id="rId1" Type="http://schemas.openxmlformats.org/officeDocument/2006/relationships/tags" Target="../tags/tag6.xml"/><Relationship Id="rId4" Type="http://schemas.openxmlformats.org/officeDocument/2006/relationships/image" Target="../media/image20.emf"/></Relationships>
</file>

<file path=ppt/slideLayouts/_rels/slideLayout56.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3.xml"/><Relationship Id="rId1" Type="http://schemas.openxmlformats.org/officeDocument/2006/relationships/tags" Target="../tags/tag7.xml"/><Relationship Id="rId4" Type="http://schemas.openxmlformats.org/officeDocument/2006/relationships/image" Target="../media/image20.emf"/></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3.xml"/><Relationship Id="rId1" Type="http://schemas.openxmlformats.org/officeDocument/2006/relationships/tags" Target="../tags/tag8.xml"/><Relationship Id="rId4" Type="http://schemas.openxmlformats.org/officeDocument/2006/relationships/image" Target="../media/image20.emf"/></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3.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4.xml"/><Relationship Id="rId1" Type="http://schemas.openxmlformats.org/officeDocument/2006/relationships/tags" Target="../tags/tag10.xml"/><Relationship Id="rId4" Type="http://schemas.openxmlformats.org/officeDocument/2006/relationships/image" Target="../media/image20.emf"/></Relationships>
</file>

<file path=ppt/slideLayouts/_rels/slideLayout66.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22.png"/><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image" Target="../media/image23.png"/><Relationship Id="rId2" Type="http://schemas.openxmlformats.org/officeDocument/2006/relationships/hyperlink" Target="http://www.linkedin.com/company/capgemini" TargetMode="External"/><Relationship Id="rId1" Type="http://schemas.openxmlformats.org/officeDocument/2006/relationships/slideMaster" Target="../slideMasters/slideMaster4.xml"/><Relationship Id="rId6" Type="http://schemas.openxmlformats.org/officeDocument/2006/relationships/hyperlink" Target="http://www.twitter.com/capgemini" TargetMode="External"/><Relationship Id="rId11" Type="http://schemas.openxmlformats.org/officeDocument/2006/relationships/image" Target="../media/image8.png"/><Relationship Id="rId5" Type="http://schemas.openxmlformats.org/officeDocument/2006/relationships/image" Target="../media/image10.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2.png"/></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3.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5.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5.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5.xml"/><Relationship Id="rId1" Type="http://schemas.openxmlformats.org/officeDocument/2006/relationships/tags" Target="../tags/tag12.xml"/><Relationship Id="rId4" Type="http://schemas.openxmlformats.org/officeDocument/2006/relationships/image" Target="../media/image20.emf"/></Relationships>
</file>

<file path=ppt/slideLayouts/_rels/slideLayout7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5.xml"/><Relationship Id="rId1" Type="http://schemas.openxmlformats.org/officeDocument/2006/relationships/tags" Target="../tags/tag13.xml"/><Relationship Id="rId4" Type="http://schemas.openxmlformats.org/officeDocument/2006/relationships/image" Target="../media/image20.emf"/></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26.emf"/><Relationship Id="rId4" Type="http://schemas.openxmlformats.org/officeDocument/2006/relationships/oleObject" Target="../embeddings/oleObject8.bin"/></Relationships>
</file>

<file path=ppt/slideLayouts/_rels/slideLayout80.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5.xml"/><Relationship Id="rId1" Type="http://schemas.openxmlformats.org/officeDocument/2006/relationships/tags" Target="../tags/tag16.xml"/><Relationship Id="rId4" Type="http://schemas.openxmlformats.org/officeDocument/2006/relationships/image" Target="../media/image26.emf"/></Relationships>
</file>

<file path=ppt/slideLayouts/_rels/slideLayout81.xml.rels><?xml version="1.0" encoding="UTF-8" standalone="yes"?>
<Relationships xmlns="http://schemas.openxmlformats.org/package/2006/relationships"><Relationship Id="rId3" Type="http://schemas.openxmlformats.org/officeDocument/2006/relationships/slideMaster" Target="../slideMasters/slideMaster5.xml"/><Relationship Id="rId2" Type="http://schemas.openxmlformats.org/officeDocument/2006/relationships/tags" Target="../tags/tag18.xml"/><Relationship Id="rId1" Type="http://schemas.openxmlformats.org/officeDocument/2006/relationships/tags" Target="../tags/tag17.xml"/><Relationship Id="rId5" Type="http://schemas.openxmlformats.org/officeDocument/2006/relationships/image" Target="../media/image26.emf"/><Relationship Id="rId4" Type="http://schemas.openxmlformats.org/officeDocument/2006/relationships/oleObject" Target="../embeddings/oleObject9.bin"/></Relationships>
</file>

<file path=ppt/slideLayouts/_rels/slideLayout82.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19.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4.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5.xml"/><Relationship Id="rId1" Type="http://schemas.openxmlformats.org/officeDocument/2006/relationships/tags" Target="../tags/tag20.xml"/><Relationship Id="rId4" Type="http://schemas.openxmlformats.org/officeDocument/2006/relationships/image" Target="../media/image20.emf"/></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87.xml.rels><?xml version="1.0" encoding="UTF-8" standalone="yes"?>
<Relationships xmlns="http://schemas.openxmlformats.org/package/2006/relationships"><Relationship Id="rId3" Type="http://schemas.openxmlformats.org/officeDocument/2006/relationships/image" Target="../media/image27.jpeg"/><Relationship Id="rId7" Type="http://schemas.openxmlformats.org/officeDocument/2006/relationships/image" Target="../media/image25.svg"/><Relationship Id="rId2" Type="http://schemas.openxmlformats.org/officeDocument/2006/relationships/slideMaster" Target="../slideMasters/slideMaster5.xml"/><Relationship Id="rId1" Type="http://schemas.openxmlformats.org/officeDocument/2006/relationships/tags" Target="../tags/tag21.xml"/><Relationship Id="rId6" Type="http://schemas.openxmlformats.org/officeDocument/2006/relationships/image" Target="../media/image24.png"/><Relationship Id="rId5" Type="http://schemas.openxmlformats.org/officeDocument/2006/relationships/image" Target="../media/image26.emf"/><Relationship Id="rId4" Type="http://schemas.openxmlformats.org/officeDocument/2006/relationships/oleObject" Target="../embeddings/oleObject10.bin"/></Relationships>
</file>

<file path=ppt/slideLayouts/_rels/slideLayout88.xml.rels><?xml version="1.0" encoding="UTF-8" standalone="yes"?>
<Relationships xmlns="http://schemas.openxmlformats.org/package/2006/relationships"><Relationship Id="rId8" Type="http://schemas.openxmlformats.org/officeDocument/2006/relationships/hyperlink" Target="http://www.slideshare.net/capgemini" TargetMode="External"/><Relationship Id="rId13" Type="http://schemas.openxmlformats.org/officeDocument/2006/relationships/image" Target="../media/image12.png"/><Relationship Id="rId3" Type="http://schemas.openxmlformats.org/officeDocument/2006/relationships/oleObject" Target="../embeddings/oleObject10.bin"/><Relationship Id="rId7" Type="http://schemas.openxmlformats.org/officeDocument/2006/relationships/image" Target="../media/image9.png"/><Relationship Id="rId12" Type="http://schemas.openxmlformats.org/officeDocument/2006/relationships/hyperlink" Target="http://www.youtube.com/capgeminimedia" TargetMode="External"/><Relationship Id="rId2" Type="http://schemas.openxmlformats.org/officeDocument/2006/relationships/slideMaster" Target="../slideMasters/slideMaster5.xml"/><Relationship Id="rId16" Type="http://schemas.openxmlformats.org/officeDocument/2006/relationships/image" Target="../media/image28.png"/><Relationship Id="rId1" Type="http://schemas.openxmlformats.org/officeDocument/2006/relationships/tags" Target="../tags/tag22.xml"/><Relationship Id="rId6" Type="http://schemas.openxmlformats.org/officeDocument/2006/relationships/hyperlink" Target="http://www.linkedin.com/company/capgemini" TargetMode="External"/><Relationship Id="rId11" Type="http://schemas.openxmlformats.org/officeDocument/2006/relationships/image" Target="../media/image11.png"/><Relationship Id="rId5" Type="http://schemas.openxmlformats.org/officeDocument/2006/relationships/hyperlink" Target="http://www.capgemini.com/about/how-we-work/rightshorer" TargetMode="External"/><Relationship Id="rId15" Type="http://schemas.openxmlformats.org/officeDocument/2006/relationships/image" Target="../media/image8.png"/><Relationship Id="rId10" Type="http://schemas.openxmlformats.org/officeDocument/2006/relationships/hyperlink" Target="http://www.twitter.com/capgemini" TargetMode="External"/><Relationship Id="rId4" Type="http://schemas.openxmlformats.org/officeDocument/2006/relationships/image" Target="../media/image26.emf"/><Relationship Id="rId9" Type="http://schemas.openxmlformats.org/officeDocument/2006/relationships/image" Target="../media/image10.png"/><Relationship Id="rId14" Type="http://schemas.openxmlformats.org/officeDocument/2006/relationships/hyperlink" Target="http://www.facebook.com/capgemini" TargetMode="External"/></Relationships>
</file>

<file path=ppt/slideLayouts/_rels/slideLayout89.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slideMaster" Target="../slideMasters/slideMaster5.xml"/><Relationship Id="rId1" Type="http://schemas.openxmlformats.org/officeDocument/2006/relationships/tags" Target="../tags/tag23.xml"/><Relationship Id="rId4" Type="http://schemas.openxmlformats.org/officeDocument/2006/relationships/image" Target="../media/image25.svg"/></Relationships>
</file>

<file path=ppt/slideLayouts/_rels/slideLayout90.xml.rels><?xml version="1.0" encoding="UTF-8" standalone="yes"?>
<Relationships xmlns="http://schemas.openxmlformats.org/package/2006/relationships"><Relationship Id="rId2" Type="http://schemas.openxmlformats.org/officeDocument/2006/relationships/slideMaster" Target="../slideMasters/slideMaster5.xml"/><Relationship Id="rId1" Type="http://schemas.openxmlformats.org/officeDocument/2006/relationships/tags" Target="../tags/tag24.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Master" Target="../slideMasters/slideMaster5.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5.xml"/><Relationship Id="rId1" Type="http://schemas.openxmlformats.org/officeDocument/2006/relationships/tags" Target="../tags/tag25.xml"/><Relationship Id="rId4" Type="http://schemas.openxmlformats.org/officeDocument/2006/relationships/image" Target="../media/image20.emf"/></Relationships>
</file>

<file path=ppt/slideLayouts/_rels/slideLayout9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6.xml"/></Relationships>
</file>

<file path=ppt/slideLayouts/_rels/slideLayout9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6.xml"/></Relationships>
</file>

<file path=ppt/slideLayouts/_rels/slideLayout97.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6.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6.xml"/><Relationship Id="rId1" Type="http://schemas.openxmlformats.org/officeDocument/2006/relationships/tags" Target="../tags/tag27.xml"/><Relationship Id="rId4" Type="http://schemas.openxmlformats.org/officeDocument/2006/relationships/image" Target="../media/image20.emf"/></Relationships>
</file>

<file path=ppt/slideLayouts/_rels/slideLayout10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6.xml"/><Relationship Id="rId1" Type="http://schemas.openxmlformats.org/officeDocument/2006/relationships/tags" Target="../tags/tag28.xml"/><Relationship Id="rId4" Type="http://schemas.openxmlformats.org/officeDocument/2006/relationships/image" Target="../media/image20.emf"/></Relationships>
</file>

<file path=ppt/slideLayouts/_rels/slideLayout10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6.xml"/><Relationship Id="rId1" Type="http://schemas.openxmlformats.org/officeDocument/2006/relationships/tags" Target="../tags/tag29.xml"/><Relationship Id="rId4" Type="http://schemas.openxmlformats.org/officeDocument/2006/relationships/image" Target="../media/image20.emf"/></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112.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30.png"/><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image" Target="../media/image7.png"/><Relationship Id="rId2" Type="http://schemas.openxmlformats.org/officeDocument/2006/relationships/hyperlink" Target="http://www.linkedin.com/company/capgemini" TargetMode="External"/><Relationship Id="rId1" Type="http://schemas.openxmlformats.org/officeDocument/2006/relationships/slideMaster" Target="../slideMasters/slideMaster6.xml"/><Relationship Id="rId6" Type="http://schemas.openxmlformats.org/officeDocument/2006/relationships/hyperlink" Target="http://www.twitter.com/capgemini" TargetMode="External"/><Relationship Id="rId11" Type="http://schemas.openxmlformats.org/officeDocument/2006/relationships/image" Target="../media/image8.png"/><Relationship Id="rId5" Type="http://schemas.openxmlformats.org/officeDocument/2006/relationships/image" Target="../media/image10.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2.png"/></Relationships>
</file>

<file path=ppt/slideLayouts/_rels/slideLayout11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hyperlink" Target="http://www.youtube.com/capgeminimedia" TargetMode="External"/><Relationship Id="rId3" Type="http://schemas.openxmlformats.org/officeDocument/2006/relationships/tags" Target="../tags/tag32.xml"/><Relationship Id="rId7" Type="http://schemas.openxmlformats.org/officeDocument/2006/relationships/hyperlink" Target="http://www.linkedin.com/company/capgemini" TargetMode="External"/><Relationship Id="rId12" Type="http://schemas.openxmlformats.org/officeDocument/2006/relationships/image" Target="../media/image11.png"/><Relationship Id="rId17" Type="http://schemas.openxmlformats.org/officeDocument/2006/relationships/image" Target="../media/image30.png"/><Relationship Id="rId2" Type="http://schemas.openxmlformats.org/officeDocument/2006/relationships/tags" Target="../tags/tag31.xml"/><Relationship Id="rId16" Type="http://schemas.openxmlformats.org/officeDocument/2006/relationships/image" Target="../media/image8.png"/><Relationship Id="rId1" Type="http://schemas.openxmlformats.org/officeDocument/2006/relationships/tags" Target="../tags/tag30.xml"/><Relationship Id="rId6" Type="http://schemas.openxmlformats.org/officeDocument/2006/relationships/image" Target="../media/image7.png"/><Relationship Id="rId11" Type="http://schemas.openxmlformats.org/officeDocument/2006/relationships/hyperlink" Target="http://www.twitter.com/capgemini" TargetMode="External"/><Relationship Id="rId5" Type="http://schemas.openxmlformats.org/officeDocument/2006/relationships/slideMaster" Target="../slideMasters/slideMaster6.xml"/><Relationship Id="rId15" Type="http://schemas.openxmlformats.org/officeDocument/2006/relationships/hyperlink" Target="http://www.facebook.com/capgemini" TargetMode="External"/><Relationship Id="rId10" Type="http://schemas.openxmlformats.org/officeDocument/2006/relationships/image" Target="../media/image10.png"/><Relationship Id="rId4" Type="http://schemas.openxmlformats.org/officeDocument/2006/relationships/tags" Target="../tags/tag33.xml"/><Relationship Id="rId9" Type="http://schemas.openxmlformats.org/officeDocument/2006/relationships/hyperlink" Target="http://www.slideshare.net/capgemini" TargetMode="External"/><Relationship Id="rId14" Type="http://schemas.openxmlformats.org/officeDocument/2006/relationships/image" Target="../media/image12.png"/></Relationships>
</file>

<file path=ppt/slideLayouts/_rels/slideLayout11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Master" Target="../slideMasters/slideMaster6.xml"/></Relationships>
</file>

<file path=ppt/slideLayouts/_rels/slideLayout115.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slideMaster" Target="../slideMasters/slideMaster7.xml"/><Relationship Id="rId1" Type="http://schemas.openxmlformats.org/officeDocument/2006/relationships/tags" Target="../tags/tag35.xml"/><Relationship Id="rId6" Type="http://schemas.openxmlformats.org/officeDocument/2006/relationships/image" Target="../media/image32.png"/><Relationship Id="rId5" Type="http://schemas.openxmlformats.org/officeDocument/2006/relationships/image" Target="../media/image20.emf"/><Relationship Id="rId4" Type="http://schemas.openxmlformats.org/officeDocument/2006/relationships/oleObject" Target="../embeddings/oleObject11.bin"/></Relationships>
</file>

<file path=ppt/slideLayouts/_rels/slideLayout116.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slideMaster" Target="../slideMasters/slideMaster7.xml"/><Relationship Id="rId1" Type="http://schemas.openxmlformats.org/officeDocument/2006/relationships/tags" Target="../tags/tag36.xml"/><Relationship Id="rId5" Type="http://schemas.openxmlformats.org/officeDocument/2006/relationships/image" Target="../media/image20.emf"/><Relationship Id="rId4" Type="http://schemas.openxmlformats.org/officeDocument/2006/relationships/oleObject" Target="../embeddings/oleObject11.bin"/></Relationships>
</file>

<file path=ppt/slideLayouts/_rels/slideLayout117.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7.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_rels/slideLayout121.xml.rels><?xml version="1.0" encoding="UTF-8" standalone="yes"?>
<Relationships xmlns="http://schemas.openxmlformats.org/package/2006/relationships"><Relationship Id="rId3" Type="http://schemas.openxmlformats.org/officeDocument/2006/relationships/oleObject" Target="../embeddings/oleObject12.bin"/><Relationship Id="rId7" Type="http://schemas.openxmlformats.org/officeDocument/2006/relationships/image" Target="../media/image35.svg"/><Relationship Id="rId2" Type="http://schemas.openxmlformats.org/officeDocument/2006/relationships/slideMaster" Target="../slideMasters/slideMaster7.xml"/><Relationship Id="rId1" Type="http://schemas.openxmlformats.org/officeDocument/2006/relationships/tags" Target="../tags/tag37.xml"/><Relationship Id="rId6" Type="http://schemas.openxmlformats.org/officeDocument/2006/relationships/image" Target="../media/image34.png"/><Relationship Id="rId5" Type="http://schemas.openxmlformats.org/officeDocument/2006/relationships/image" Target="../media/image31.jpg"/><Relationship Id="rId4" Type="http://schemas.openxmlformats.org/officeDocument/2006/relationships/image" Target="../media/image20.emf"/></Relationships>
</file>

<file path=ppt/slideLayouts/_rels/slideLayout122.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www.capgemini.com/about/how-we-work/rightshorer" TargetMode="External"/><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hyperlink" Target="http://www.capgemini.com/about/how-we-work/the-collaborative-business-experiencetm" TargetMode="External"/><Relationship Id="rId2" Type="http://schemas.openxmlformats.org/officeDocument/2006/relationships/hyperlink" Target="http://www.linkedin.com/company/capgemini" TargetMode="External"/><Relationship Id="rId1" Type="http://schemas.openxmlformats.org/officeDocument/2006/relationships/slideMaster" Target="../slideMasters/slideMaster7.xml"/><Relationship Id="rId6" Type="http://schemas.openxmlformats.org/officeDocument/2006/relationships/hyperlink" Target="http://www.twitter.com/capgemini" TargetMode="External"/><Relationship Id="rId11" Type="http://schemas.openxmlformats.org/officeDocument/2006/relationships/image" Target="../media/image8.png"/><Relationship Id="rId5" Type="http://schemas.openxmlformats.org/officeDocument/2006/relationships/image" Target="../media/image10.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2.png"/></Relationships>
</file>

<file path=ppt/slideLayouts/_rels/slideLayout123.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7.xml"/><Relationship Id="rId1" Type="http://schemas.openxmlformats.org/officeDocument/2006/relationships/tags" Target="../tags/tag38.xml"/><Relationship Id="rId4" Type="http://schemas.openxmlformats.org/officeDocument/2006/relationships/image" Target="../media/image36.emf"/></Relationships>
</file>

<file path=ppt/slideLayouts/_rels/slideLayout124.xml.rels><?xml version="1.0" encoding="UTF-8" standalone="yes"?>
<Relationships xmlns="http://schemas.openxmlformats.org/package/2006/relationships"><Relationship Id="rId3" Type="http://schemas.openxmlformats.org/officeDocument/2006/relationships/image" Target="../media/image37.svg"/><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25.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6.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7.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28.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29.xml.rels><?xml version="1.0" encoding="UTF-8" standalone="yes"?>
<Relationships xmlns="http://schemas.openxmlformats.org/package/2006/relationships"><Relationship Id="rId3" Type="http://schemas.openxmlformats.org/officeDocument/2006/relationships/image" Target="../media/image25.svg"/><Relationship Id="rId2" Type="http://schemas.openxmlformats.org/officeDocument/2006/relationships/image" Target="../media/image24.png"/><Relationship Id="rId1" Type="http://schemas.openxmlformats.org/officeDocument/2006/relationships/slideMaster" Target="../slideMasters/slideMaster8.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8.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3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9.xml"/><Relationship Id="rId1" Type="http://schemas.openxmlformats.org/officeDocument/2006/relationships/tags" Target="../tags/tag40.xml"/><Relationship Id="rId4" Type="http://schemas.openxmlformats.org/officeDocument/2006/relationships/image" Target="../media/image20.emf"/></Relationships>
</file>

<file path=ppt/slideLayouts/_rels/slideLayout13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9.xml"/><Relationship Id="rId1" Type="http://schemas.openxmlformats.org/officeDocument/2006/relationships/tags" Target="../tags/tag41.xml"/><Relationship Id="rId4" Type="http://schemas.openxmlformats.org/officeDocument/2006/relationships/image" Target="../media/image20.emf"/></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9.xml"/></Relationships>
</file>

<file path=ppt/slideLayouts/_rels/slideLayout140.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39.png"/><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image" Target="../media/image38.png"/><Relationship Id="rId2" Type="http://schemas.openxmlformats.org/officeDocument/2006/relationships/hyperlink" Target="http://www.linkedin.com/company/capgemini" TargetMode="External"/><Relationship Id="rId1" Type="http://schemas.openxmlformats.org/officeDocument/2006/relationships/slideMaster" Target="../slideMasters/slideMaster9.xml"/><Relationship Id="rId6" Type="http://schemas.openxmlformats.org/officeDocument/2006/relationships/hyperlink" Target="http://www.twitter.com/capgemini" TargetMode="External"/><Relationship Id="rId11" Type="http://schemas.openxmlformats.org/officeDocument/2006/relationships/image" Target="../media/image8.png"/><Relationship Id="rId5" Type="http://schemas.openxmlformats.org/officeDocument/2006/relationships/image" Target="../media/image10.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2.png"/></Relationships>
</file>

<file path=ppt/slideLayouts/_rels/slideLayout1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Master" Target="../slideMasters/slideMaster9.xml"/></Relationships>
</file>

<file path=ppt/slideLayouts/_rels/slideLayout142.xml.rels><?xml version="1.0" encoding="UTF-8" standalone="yes"?>
<Relationships xmlns="http://schemas.openxmlformats.org/package/2006/relationships"><Relationship Id="rId3" Type="http://schemas.openxmlformats.org/officeDocument/2006/relationships/oleObject" Target="../embeddings/oleObject14.bin"/><Relationship Id="rId2" Type="http://schemas.openxmlformats.org/officeDocument/2006/relationships/slideMaster" Target="../slideMasters/slideMaster9.xml"/><Relationship Id="rId1" Type="http://schemas.openxmlformats.org/officeDocument/2006/relationships/tags" Target="../tags/tag42.xml"/><Relationship Id="rId4" Type="http://schemas.openxmlformats.org/officeDocument/2006/relationships/image" Target="../media/image26.emf"/></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4.xml.rels><?xml version="1.0" encoding="UTF-8" standalone="yes"?>
<Relationships xmlns="http://schemas.openxmlformats.org/package/2006/relationships"><Relationship Id="rId3" Type="http://schemas.openxmlformats.org/officeDocument/2006/relationships/slideMaster" Target="../slideMasters/slideMaster10.xml"/><Relationship Id="rId2" Type="http://schemas.openxmlformats.org/officeDocument/2006/relationships/tags" Target="../tags/tag45.xml"/><Relationship Id="rId1" Type="http://schemas.openxmlformats.org/officeDocument/2006/relationships/tags" Target="../tags/tag44.xml"/><Relationship Id="rId5" Type="http://schemas.openxmlformats.org/officeDocument/2006/relationships/image" Target="../media/image36.emf"/><Relationship Id="rId4" Type="http://schemas.openxmlformats.org/officeDocument/2006/relationships/oleObject" Target="../embeddings/oleObject16.bin"/></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46.xml.rels><?xml version="1.0" encoding="UTF-8" standalone="yes"?>
<Relationships xmlns="http://schemas.openxmlformats.org/package/2006/relationships"><Relationship Id="rId8" Type="http://schemas.openxmlformats.org/officeDocument/2006/relationships/hyperlink" Target="http://www.capgemini.com/de-de/service/invent" TargetMode="External"/><Relationship Id="rId3" Type="http://schemas.openxmlformats.org/officeDocument/2006/relationships/slideMaster" Target="../slideMasters/slideMaster10.xml"/><Relationship Id="rId7" Type="http://schemas.openxmlformats.org/officeDocument/2006/relationships/hyperlink" Target="http://www.capgemini.com/about/how-we-work/the-collaborative-business-experiencetm" TargetMode="External"/><Relationship Id="rId2" Type="http://schemas.openxmlformats.org/officeDocument/2006/relationships/tags" Target="../tags/tag47.xml"/><Relationship Id="rId1" Type="http://schemas.openxmlformats.org/officeDocument/2006/relationships/tags" Target="../tags/tag46.xml"/><Relationship Id="rId6" Type="http://schemas.openxmlformats.org/officeDocument/2006/relationships/image" Target="../media/image40.png"/><Relationship Id="rId5" Type="http://schemas.openxmlformats.org/officeDocument/2006/relationships/image" Target="../media/image36.emf"/><Relationship Id="rId4" Type="http://schemas.openxmlformats.org/officeDocument/2006/relationships/oleObject" Target="../embeddings/oleObject17.bin"/><Relationship Id="rId9" Type="http://schemas.openxmlformats.org/officeDocument/2006/relationships/image" Target="../media/image41.png"/></Relationships>
</file>

<file path=ppt/slideLayouts/_rels/slideLayout147.xml.rels><?xml version="1.0" encoding="UTF-8" standalone="yes"?>
<Relationships xmlns="http://schemas.openxmlformats.org/package/2006/relationships"><Relationship Id="rId8" Type="http://schemas.openxmlformats.org/officeDocument/2006/relationships/hyperlink" Target="http://www.linkedin.com/company/capgemini-invent" TargetMode="External"/><Relationship Id="rId13" Type="http://schemas.openxmlformats.org/officeDocument/2006/relationships/image" Target="../media/image11.png"/><Relationship Id="rId18" Type="http://schemas.openxmlformats.org/officeDocument/2006/relationships/hyperlink" Target="http://www.capgemini.com/de-de/service/invent" TargetMode="External"/><Relationship Id="rId3" Type="http://schemas.openxmlformats.org/officeDocument/2006/relationships/image" Target="../media/image40.png"/><Relationship Id="rId7" Type="http://schemas.openxmlformats.org/officeDocument/2006/relationships/hyperlink" Target="http://www.capgemini.com/about/how-we-work/the-collaborative-business-experiencetm" TargetMode="External"/><Relationship Id="rId12" Type="http://schemas.openxmlformats.org/officeDocument/2006/relationships/hyperlink" Target="https://twitter.com/CapgeminiInvent" TargetMode="External"/><Relationship Id="rId17" Type="http://schemas.openxmlformats.org/officeDocument/2006/relationships/image" Target="../media/image8.png"/><Relationship Id="rId2" Type="http://schemas.openxmlformats.org/officeDocument/2006/relationships/slideMaster" Target="../slideMasters/slideMaster10.xml"/><Relationship Id="rId16" Type="http://schemas.openxmlformats.org/officeDocument/2006/relationships/hyperlink" Target="https://www.facebook.com/capgeminiinvent/" TargetMode="External"/><Relationship Id="rId1" Type="http://schemas.openxmlformats.org/officeDocument/2006/relationships/tags" Target="../tags/tag48.xml"/><Relationship Id="rId6" Type="http://schemas.openxmlformats.org/officeDocument/2006/relationships/image" Target="../media/image36.emf"/><Relationship Id="rId11" Type="http://schemas.openxmlformats.org/officeDocument/2006/relationships/image" Target="../media/image10.png"/><Relationship Id="rId5" Type="http://schemas.openxmlformats.org/officeDocument/2006/relationships/oleObject" Target="../embeddings/oleObject18.bin"/><Relationship Id="rId15" Type="http://schemas.openxmlformats.org/officeDocument/2006/relationships/image" Target="../media/image12.png"/><Relationship Id="rId10" Type="http://schemas.openxmlformats.org/officeDocument/2006/relationships/hyperlink" Target="http://www.slideshare.net/capgemini" TargetMode="External"/><Relationship Id="rId4" Type="http://schemas.openxmlformats.org/officeDocument/2006/relationships/image" Target="../media/image41.png"/><Relationship Id="rId9" Type="http://schemas.openxmlformats.org/officeDocument/2006/relationships/image" Target="../media/image9.png"/><Relationship Id="rId14" Type="http://schemas.openxmlformats.org/officeDocument/2006/relationships/hyperlink" Target="http://www.youtube.com/capgeminimedia" TargetMode="External"/></Relationships>
</file>

<file path=ppt/slideLayouts/_rels/slideLayout148.xml.rels><?xml version="1.0" encoding="UTF-8" standalone="yes"?>
<Relationships xmlns="http://schemas.openxmlformats.org/package/2006/relationships"><Relationship Id="rId8" Type="http://schemas.openxmlformats.org/officeDocument/2006/relationships/hyperlink" Target="http://www.linkedin.com/company/capgemini-invent" TargetMode="External"/><Relationship Id="rId13" Type="http://schemas.openxmlformats.org/officeDocument/2006/relationships/image" Target="../media/image11.png"/><Relationship Id="rId18" Type="http://schemas.openxmlformats.org/officeDocument/2006/relationships/hyperlink" Target="http://www.capgemini.com/de-de/service/invent" TargetMode="External"/><Relationship Id="rId3" Type="http://schemas.openxmlformats.org/officeDocument/2006/relationships/image" Target="../media/image40.png"/><Relationship Id="rId7" Type="http://schemas.openxmlformats.org/officeDocument/2006/relationships/hyperlink" Target="http://www.capgemini.com/about/how-we-work/the-collaborative-business-experiencetm" TargetMode="External"/><Relationship Id="rId12" Type="http://schemas.openxmlformats.org/officeDocument/2006/relationships/hyperlink" Target="https://twitter.com/CapgeminiInvent" TargetMode="External"/><Relationship Id="rId17" Type="http://schemas.openxmlformats.org/officeDocument/2006/relationships/image" Target="../media/image8.png"/><Relationship Id="rId2" Type="http://schemas.openxmlformats.org/officeDocument/2006/relationships/slideMaster" Target="../slideMasters/slideMaster10.xml"/><Relationship Id="rId16" Type="http://schemas.openxmlformats.org/officeDocument/2006/relationships/hyperlink" Target="https://www.facebook.com/capgeminiinvent/" TargetMode="External"/><Relationship Id="rId1" Type="http://schemas.openxmlformats.org/officeDocument/2006/relationships/tags" Target="../tags/tag49.xml"/><Relationship Id="rId6" Type="http://schemas.openxmlformats.org/officeDocument/2006/relationships/image" Target="../media/image36.emf"/><Relationship Id="rId11" Type="http://schemas.openxmlformats.org/officeDocument/2006/relationships/image" Target="../media/image10.png"/><Relationship Id="rId5" Type="http://schemas.openxmlformats.org/officeDocument/2006/relationships/oleObject" Target="../embeddings/oleObject18.bin"/><Relationship Id="rId15" Type="http://schemas.openxmlformats.org/officeDocument/2006/relationships/image" Target="../media/image12.png"/><Relationship Id="rId10" Type="http://schemas.openxmlformats.org/officeDocument/2006/relationships/hyperlink" Target="http://www.slideshare.net/capgemini" TargetMode="External"/><Relationship Id="rId4" Type="http://schemas.openxmlformats.org/officeDocument/2006/relationships/image" Target="../media/image41.png"/><Relationship Id="rId9" Type="http://schemas.openxmlformats.org/officeDocument/2006/relationships/image" Target="../media/image9.png"/><Relationship Id="rId14" Type="http://schemas.openxmlformats.org/officeDocument/2006/relationships/hyperlink" Target="http://www.youtube.com/capgeminimedia" TargetMode="External"/></Relationships>
</file>

<file path=ppt/slideLayouts/_rels/slideLayout149.xml.rels><?xml version="1.0" encoding="UTF-8" standalone="yes"?>
<Relationships xmlns="http://schemas.openxmlformats.org/package/2006/relationships"><Relationship Id="rId8" Type="http://schemas.openxmlformats.org/officeDocument/2006/relationships/hyperlink" Target="http://www.slideshare.net/capgemini" TargetMode="External"/><Relationship Id="rId13" Type="http://schemas.openxmlformats.org/officeDocument/2006/relationships/image" Target="../media/image12.png"/><Relationship Id="rId18" Type="http://schemas.openxmlformats.org/officeDocument/2006/relationships/hyperlink" Target="http://www.capgemini.com/invent" TargetMode="External"/><Relationship Id="rId3" Type="http://schemas.openxmlformats.org/officeDocument/2006/relationships/image" Target="../media/image42.png"/><Relationship Id="rId7" Type="http://schemas.openxmlformats.org/officeDocument/2006/relationships/image" Target="../media/image9.png"/><Relationship Id="rId12" Type="http://schemas.openxmlformats.org/officeDocument/2006/relationships/hyperlink" Target="http://www.youtube.com/capgeminimedia" TargetMode="External"/><Relationship Id="rId17" Type="http://schemas.openxmlformats.org/officeDocument/2006/relationships/image" Target="../media/image43.png"/><Relationship Id="rId2" Type="http://schemas.openxmlformats.org/officeDocument/2006/relationships/slideMaster" Target="../slideMasters/slideMaster10.xml"/><Relationship Id="rId16" Type="http://schemas.openxmlformats.org/officeDocument/2006/relationships/hyperlink" Target="http://www.capgemini.com/about/how-we-work/the-collaborative-business-experiencetm" TargetMode="External"/><Relationship Id="rId1" Type="http://schemas.openxmlformats.org/officeDocument/2006/relationships/tags" Target="../tags/tag50.xml"/><Relationship Id="rId6" Type="http://schemas.openxmlformats.org/officeDocument/2006/relationships/hyperlink" Target="http://www.linkedin.com/company/capgemini" TargetMode="External"/><Relationship Id="rId11" Type="http://schemas.openxmlformats.org/officeDocument/2006/relationships/image" Target="../media/image11.png"/><Relationship Id="rId5" Type="http://schemas.openxmlformats.org/officeDocument/2006/relationships/image" Target="../media/image20.emf"/><Relationship Id="rId15" Type="http://schemas.openxmlformats.org/officeDocument/2006/relationships/image" Target="../media/image8.png"/><Relationship Id="rId10" Type="http://schemas.openxmlformats.org/officeDocument/2006/relationships/hyperlink" Target="http://www.twitter.com/capgemini" TargetMode="External"/><Relationship Id="rId4" Type="http://schemas.openxmlformats.org/officeDocument/2006/relationships/oleObject" Target="../embeddings/oleObject11.bin"/><Relationship Id="rId9" Type="http://schemas.openxmlformats.org/officeDocument/2006/relationships/image" Target="../media/image10.png"/><Relationship Id="rId14" Type="http://schemas.openxmlformats.org/officeDocument/2006/relationships/hyperlink" Target="http://www.facebook.com/capgemini" TargetMode="Externa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0.xml"/><Relationship Id="rId1" Type="http://schemas.openxmlformats.org/officeDocument/2006/relationships/tags" Target="../tags/tag51.xml"/><Relationship Id="rId4" Type="http://schemas.openxmlformats.org/officeDocument/2006/relationships/image" Target="../media/image20.emf"/></Relationships>
</file>

<file path=ppt/slideLayouts/_rels/slideLayout152.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0.xml"/><Relationship Id="rId1" Type="http://schemas.openxmlformats.org/officeDocument/2006/relationships/tags" Target="../tags/tag52.xml"/><Relationship Id="rId5" Type="http://schemas.openxmlformats.org/officeDocument/2006/relationships/image" Target="../media/image44.emf"/><Relationship Id="rId4" Type="http://schemas.openxmlformats.org/officeDocument/2006/relationships/image" Target="../media/image20.emf"/></Relationships>
</file>

<file path=ppt/slideLayouts/_rels/slideLayout153.xml.rels><?xml version="1.0" encoding="UTF-8" standalone="yes"?>
<Relationships xmlns="http://schemas.openxmlformats.org/package/2006/relationships"><Relationship Id="rId3" Type="http://schemas.openxmlformats.org/officeDocument/2006/relationships/slideMaster" Target="../slideMasters/slideMaster10.xml"/><Relationship Id="rId2" Type="http://schemas.openxmlformats.org/officeDocument/2006/relationships/tags" Target="../tags/tag54.xml"/><Relationship Id="rId1" Type="http://schemas.openxmlformats.org/officeDocument/2006/relationships/tags" Target="../tags/tag53.xml"/><Relationship Id="rId5" Type="http://schemas.openxmlformats.org/officeDocument/2006/relationships/image" Target="../media/image26.emf"/><Relationship Id="rId4" Type="http://schemas.openxmlformats.org/officeDocument/2006/relationships/oleObject" Target="../embeddings/oleObject19.bin"/></Relationships>
</file>

<file path=ppt/slideLayouts/_rels/slideLayout154.xml.rels><?xml version="1.0" encoding="UTF-8" standalone="yes"?>
<Relationships xmlns="http://schemas.openxmlformats.org/package/2006/relationships"><Relationship Id="rId3" Type="http://schemas.openxmlformats.org/officeDocument/2006/relationships/slideMaster" Target="../slideMasters/slideMaster10.xml"/><Relationship Id="rId2" Type="http://schemas.openxmlformats.org/officeDocument/2006/relationships/tags" Target="../tags/tag56.xml"/><Relationship Id="rId1" Type="http://schemas.openxmlformats.org/officeDocument/2006/relationships/tags" Target="../tags/tag55.xml"/><Relationship Id="rId5" Type="http://schemas.openxmlformats.org/officeDocument/2006/relationships/image" Target="../media/image26.emf"/><Relationship Id="rId4" Type="http://schemas.openxmlformats.org/officeDocument/2006/relationships/oleObject" Target="../embeddings/oleObject20.bin"/></Relationships>
</file>

<file path=ppt/slideLayouts/_rels/slideLayout155.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56.xml.rels><?xml version="1.0" encoding="UTF-8" standalone="yes"?>
<Relationships xmlns="http://schemas.openxmlformats.org/package/2006/relationships"><Relationship Id="rId3" Type="http://schemas.openxmlformats.org/officeDocument/2006/relationships/tags" Target="../tags/tag59.xml"/><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36.emf"/><Relationship Id="rId5" Type="http://schemas.openxmlformats.org/officeDocument/2006/relationships/oleObject" Target="../embeddings/oleObject21.bin"/><Relationship Id="rId4" Type="http://schemas.openxmlformats.org/officeDocument/2006/relationships/slideMaster" Target="../slideMasters/slideMaster10.xml"/></Relationships>
</file>

<file path=ppt/slideLayouts/_rels/slideLayout157.xml.rels><?xml version="1.0" encoding="UTF-8" standalone="yes"?>
<Relationships xmlns="http://schemas.openxmlformats.org/package/2006/relationships"><Relationship Id="rId3" Type="http://schemas.openxmlformats.org/officeDocument/2006/relationships/tags" Target="../tags/tag62.xml"/><Relationship Id="rId7" Type="http://schemas.openxmlformats.org/officeDocument/2006/relationships/image" Target="../media/image46.png"/><Relationship Id="rId2" Type="http://schemas.openxmlformats.org/officeDocument/2006/relationships/tags" Target="../tags/tag61.xml"/><Relationship Id="rId1" Type="http://schemas.openxmlformats.org/officeDocument/2006/relationships/tags" Target="../tags/tag60.xml"/><Relationship Id="rId6" Type="http://schemas.openxmlformats.org/officeDocument/2006/relationships/image" Target="../media/image45.emf"/><Relationship Id="rId5" Type="http://schemas.openxmlformats.org/officeDocument/2006/relationships/oleObject" Target="../embeddings/oleObject22.bin"/><Relationship Id="rId4" Type="http://schemas.openxmlformats.org/officeDocument/2006/relationships/slideMaster" Target="../slideMasters/slideMaster10.xml"/></Relationships>
</file>

<file path=ppt/slideLayouts/_rels/slideLayout158.xml.rels><?xml version="1.0" encoding="UTF-8" standalone="yes"?>
<Relationships xmlns="http://schemas.openxmlformats.org/package/2006/relationships"><Relationship Id="rId3" Type="http://schemas.openxmlformats.org/officeDocument/2006/relationships/tags" Target="../tags/tag65.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36.emf"/><Relationship Id="rId5" Type="http://schemas.openxmlformats.org/officeDocument/2006/relationships/oleObject" Target="../embeddings/oleObject21.bin"/><Relationship Id="rId4" Type="http://schemas.openxmlformats.org/officeDocument/2006/relationships/slideMaster" Target="../slideMasters/slideMaster10.xml"/></Relationships>
</file>

<file path=ppt/slideLayouts/_rels/slideLayout159.xml.rels><?xml version="1.0" encoding="UTF-8" standalone="yes"?>
<Relationships xmlns="http://schemas.openxmlformats.org/package/2006/relationships"><Relationship Id="rId3" Type="http://schemas.openxmlformats.org/officeDocument/2006/relationships/tags" Target="../tags/tag68.xml"/><Relationship Id="rId7" Type="http://schemas.openxmlformats.org/officeDocument/2006/relationships/image" Target="../media/image36.emf"/><Relationship Id="rId2" Type="http://schemas.openxmlformats.org/officeDocument/2006/relationships/tags" Target="../tags/tag67.xml"/><Relationship Id="rId1" Type="http://schemas.openxmlformats.org/officeDocument/2006/relationships/tags" Target="../tags/tag66.xml"/><Relationship Id="rId6" Type="http://schemas.openxmlformats.org/officeDocument/2006/relationships/oleObject" Target="../embeddings/oleObject21.bin"/><Relationship Id="rId5" Type="http://schemas.openxmlformats.org/officeDocument/2006/relationships/image" Target="../media/image47.png"/><Relationship Id="rId4" Type="http://schemas.openxmlformats.org/officeDocument/2006/relationships/slideMaster" Target="../slideMasters/slideMaster10.xml"/></Relationships>
</file>

<file path=ppt/slideLayouts/_rels/slideLayout160.xml.rels><?xml version="1.0" encoding="UTF-8" standalone="yes"?>
<Relationships xmlns="http://schemas.openxmlformats.org/package/2006/relationships"><Relationship Id="rId8" Type="http://schemas.openxmlformats.org/officeDocument/2006/relationships/hyperlink" Target="http://www.linkedin.com/company/capgemini-invent" TargetMode="External"/><Relationship Id="rId13" Type="http://schemas.openxmlformats.org/officeDocument/2006/relationships/image" Target="../media/image11.png"/><Relationship Id="rId18" Type="http://schemas.openxmlformats.org/officeDocument/2006/relationships/hyperlink" Target="https://www.capgemini.com/service/invent/" TargetMode="External"/><Relationship Id="rId3" Type="http://schemas.openxmlformats.org/officeDocument/2006/relationships/image" Target="../media/image40.png"/><Relationship Id="rId7" Type="http://schemas.openxmlformats.org/officeDocument/2006/relationships/hyperlink" Target="http://www.capgemini.com/about/how-we-work/the-collaborative-business-experiencetm" TargetMode="External"/><Relationship Id="rId12" Type="http://schemas.openxmlformats.org/officeDocument/2006/relationships/hyperlink" Target="https://twitter.com/CapgeminiInvent" TargetMode="External"/><Relationship Id="rId17" Type="http://schemas.openxmlformats.org/officeDocument/2006/relationships/image" Target="../media/image8.png"/><Relationship Id="rId2" Type="http://schemas.openxmlformats.org/officeDocument/2006/relationships/slideMaster" Target="../slideMasters/slideMaster10.xml"/><Relationship Id="rId16" Type="http://schemas.openxmlformats.org/officeDocument/2006/relationships/hyperlink" Target="https://www.facebook.com/capgeminiinvent/" TargetMode="External"/><Relationship Id="rId1" Type="http://schemas.openxmlformats.org/officeDocument/2006/relationships/tags" Target="../tags/tag69.xml"/><Relationship Id="rId6" Type="http://schemas.openxmlformats.org/officeDocument/2006/relationships/image" Target="../media/image36.emf"/><Relationship Id="rId11" Type="http://schemas.openxmlformats.org/officeDocument/2006/relationships/image" Target="../media/image10.png"/><Relationship Id="rId5" Type="http://schemas.openxmlformats.org/officeDocument/2006/relationships/oleObject" Target="../embeddings/oleObject18.bin"/><Relationship Id="rId15" Type="http://schemas.openxmlformats.org/officeDocument/2006/relationships/image" Target="../media/image12.png"/><Relationship Id="rId10" Type="http://schemas.openxmlformats.org/officeDocument/2006/relationships/hyperlink" Target="http://www.slideshare.net/capgemini" TargetMode="External"/><Relationship Id="rId4" Type="http://schemas.openxmlformats.org/officeDocument/2006/relationships/image" Target="../media/image41.png"/><Relationship Id="rId9" Type="http://schemas.openxmlformats.org/officeDocument/2006/relationships/image" Target="../media/image9.png"/><Relationship Id="rId14" Type="http://schemas.openxmlformats.org/officeDocument/2006/relationships/hyperlink" Target="http://www.youtube.com/capgeminimedia" TargetMode="External"/></Relationships>
</file>

<file path=ppt/slideLayouts/_rels/slideLayout161.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oleObject" Target="../embeddings/oleObject2.bin"/><Relationship Id="rId7" Type="http://schemas.openxmlformats.org/officeDocument/2006/relationships/image" Target="../media/image24.png"/><Relationship Id="rId2" Type="http://schemas.openxmlformats.org/officeDocument/2006/relationships/slideMaster" Target="../slideMasters/slideMaster10.xml"/><Relationship Id="rId1" Type="http://schemas.openxmlformats.org/officeDocument/2006/relationships/tags" Target="../tags/tag70.xml"/><Relationship Id="rId6" Type="http://schemas.openxmlformats.org/officeDocument/2006/relationships/image" Target="../media/image49.png"/><Relationship Id="rId5" Type="http://schemas.openxmlformats.org/officeDocument/2006/relationships/image" Target="../media/image48.jpeg"/><Relationship Id="rId4" Type="http://schemas.openxmlformats.org/officeDocument/2006/relationships/image" Target="../media/image20.emf"/><Relationship Id="rId9" Type="http://schemas.openxmlformats.org/officeDocument/2006/relationships/image" Target="../media/image50.png"/></Relationships>
</file>

<file path=ppt/slideLayouts/_rels/slideLayout162.xml.rels><?xml version="1.0" encoding="UTF-8" standalone="yes"?>
<Relationships xmlns="http://schemas.openxmlformats.org/package/2006/relationships"><Relationship Id="rId3" Type="http://schemas.openxmlformats.org/officeDocument/2006/relationships/slideMaster" Target="../slideMasters/slideMaster10.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image" Target="../media/image51.jpeg"/><Relationship Id="rId5" Type="http://schemas.openxmlformats.org/officeDocument/2006/relationships/image" Target="../media/image20.emf"/><Relationship Id="rId4" Type="http://schemas.openxmlformats.org/officeDocument/2006/relationships/oleObject" Target="../embeddings/oleObject2.bin"/></Relationships>
</file>

<file path=ppt/slideLayouts/_rels/slideLayout163.xml.rels><?xml version="1.0" encoding="UTF-8" standalone="yes"?>
<Relationships xmlns="http://schemas.openxmlformats.org/package/2006/relationships"><Relationship Id="rId8" Type="http://schemas.openxmlformats.org/officeDocument/2006/relationships/hyperlink" Target="http://www.slideshare.net/capgemini" TargetMode="External"/><Relationship Id="rId13" Type="http://schemas.openxmlformats.org/officeDocument/2006/relationships/image" Target="../media/image12.png"/><Relationship Id="rId18" Type="http://schemas.openxmlformats.org/officeDocument/2006/relationships/hyperlink" Target="http://www.capgemini.com/invent" TargetMode="External"/><Relationship Id="rId3" Type="http://schemas.openxmlformats.org/officeDocument/2006/relationships/image" Target="../media/image42.png"/><Relationship Id="rId7" Type="http://schemas.openxmlformats.org/officeDocument/2006/relationships/image" Target="../media/image9.png"/><Relationship Id="rId12" Type="http://schemas.openxmlformats.org/officeDocument/2006/relationships/hyperlink" Target="http://www.youtube.com/capgeminimedia" TargetMode="External"/><Relationship Id="rId17" Type="http://schemas.openxmlformats.org/officeDocument/2006/relationships/image" Target="../media/image43.png"/><Relationship Id="rId2" Type="http://schemas.openxmlformats.org/officeDocument/2006/relationships/slideMaster" Target="../slideMasters/slideMaster10.xml"/><Relationship Id="rId16" Type="http://schemas.openxmlformats.org/officeDocument/2006/relationships/hyperlink" Target="http://www.capgemini.com/about/how-we-work/the-collaborative-business-experiencetm" TargetMode="External"/><Relationship Id="rId1" Type="http://schemas.openxmlformats.org/officeDocument/2006/relationships/tags" Target="../tags/tag73.xml"/><Relationship Id="rId6" Type="http://schemas.openxmlformats.org/officeDocument/2006/relationships/hyperlink" Target="http://www.linkedin.com/company/capgemini" TargetMode="External"/><Relationship Id="rId11" Type="http://schemas.openxmlformats.org/officeDocument/2006/relationships/image" Target="../media/image11.png"/><Relationship Id="rId5" Type="http://schemas.openxmlformats.org/officeDocument/2006/relationships/image" Target="../media/image20.emf"/><Relationship Id="rId15" Type="http://schemas.openxmlformats.org/officeDocument/2006/relationships/image" Target="../media/image8.png"/><Relationship Id="rId10" Type="http://schemas.openxmlformats.org/officeDocument/2006/relationships/hyperlink" Target="http://www.twitter.com/capgemini" TargetMode="External"/><Relationship Id="rId4" Type="http://schemas.openxmlformats.org/officeDocument/2006/relationships/oleObject" Target="../embeddings/oleObject11.bin"/><Relationship Id="rId9" Type="http://schemas.openxmlformats.org/officeDocument/2006/relationships/image" Target="../media/image10.png"/><Relationship Id="rId14" Type="http://schemas.openxmlformats.org/officeDocument/2006/relationships/hyperlink" Target="http://www.facebook.com/capgemini" TargetMode="External"/></Relationships>
</file>

<file path=ppt/slideLayouts/_rels/slideLayout164.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5.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0.xml"/><Relationship Id="rId1" Type="http://schemas.openxmlformats.org/officeDocument/2006/relationships/tags" Target="../tags/tag74.xml"/><Relationship Id="rId4" Type="http://schemas.openxmlformats.org/officeDocument/2006/relationships/image" Target="../media/image20.emf"/></Relationships>
</file>

<file path=ppt/slideLayouts/_rels/slideLayout166.xml.rels><?xml version="1.0" encoding="UTF-8" standalone="yes"?>
<Relationships xmlns="http://schemas.openxmlformats.org/package/2006/relationships"><Relationship Id="rId1" Type="http://schemas.openxmlformats.org/officeDocument/2006/relationships/slideMaster" Target="../slideMasters/slideMaster10.xml"/></Relationships>
</file>

<file path=ppt/slideLayouts/_rels/slideLayout16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0.xml"/><Relationship Id="rId1" Type="http://schemas.openxmlformats.org/officeDocument/2006/relationships/tags" Target="../tags/tag75.xml"/><Relationship Id="rId4" Type="http://schemas.openxmlformats.org/officeDocument/2006/relationships/image" Target="../media/image20.emf"/></Relationships>
</file>

<file path=ppt/slideLayouts/_rels/slideLayout16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16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170.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17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5.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6.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7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1.xml"/><Relationship Id="rId1" Type="http://schemas.openxmlformats.org/officeDocument/2006/relationships/tags" Target="../tags/tag77.xml"/><Relationship Id="rId4" Type="http://schemas.openxmlformats.org/officeDocument/2006/relationships/image" Target="../media/image20.emf"/></Relationships>
</file>

<file path=ppt/slideLayouts/_rels/slideLayout17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1.xml"/><Relationship Id="rId1" Type="http://schemas.openxmlformats.org/officeDocument/2006/relationships/tags" Target="../tags/tag78.xml"/><Relationship Id="rId4" Type="http://schemas.openxmlformats.org/officeDocument/2006/relationships/image" Target="../media/image20.emf"/></Relationships>
</file>

<file path=ppt/slideLayouts/_rels/slideLayout179.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1.xml"/><Relationship Id="rId1" Type="http://schemas.openxmlformats.org/officeDocument/2006/relationships/tags" Target="../tags/tag79.xml"/><Relationship Id="rId4" Type="http://schemas.openxmlformats.org/officeDocument/2006/relationships/image" Target="../media/image20.emf"/></Relationships>
</file>

<file path=ppt/slideLayouts/_rels/slideLayout180.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1.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2.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3.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4.xml.rels><?xml version="1.0" encoding="UTF-8" standalone="yes"?>
<Relationships xmlns="http://schemas.openxmlformats.org/package/2006/relationships"><Relationship Id="rId1" Type="http://schemas.openxmlformats.org/officeDocument/2006/relationships/slideMaster" Target="../slideMasters/slideMaster11.xml"/></Relationships>
</file>

<file path=ppt/slideLayouts/_rels/slideLayout185.xml.rels><?xml version="1.0" encoding="UTF-8" standalone="yes"?>
<Relationships xmlns="http://schemas.openxmlformats.org/package/2006/relationships"><Relationship Id="rId8" Type="http://schemas.openxmlformats.org/officeDocument/2006/relationships/image" Target="../media/image11.png"/><Relationship Id="rId13" Type="http://schemas.openxmlformats.org/officeDocument/2006/relationships/image" Target="../media/image7.png"/><Relationship Id="rId3" Type="http://schemas.openxmlformats.org/officeDocument/2006/relationships/hyperlink" Target="http://www.linkedin.com/company/capgemini" TargetMode="External"/><Relationship Id="rId7" Type="http://schemas.openxmlformats.org/officeDocument/2006/relationships/hyperlink" Target="http://www.twitter.com/capgemini" TargetMode="External"/><Relationship Id="rId12" Type="http://schemas.openxmlformats.org/officeDocument/2006/relationships/image" Target="../media/image8.png"/><Relationship Id="rId2" Type="http://schemas.openxmlformats.org/officeDocument/2006/relationships/slideMaster" Target="../slideMasters/slideMaster11.xml"/><Relationship Id="rId1" Type="http://schemas.openxmlformats.org/officeDocument/2006/relationships/tags" Target="../tags/tag80.xml"/><Relationship Id="rId6" Type="http://schemas.openxmlformats.org/officeDocument/2006/relationships/image" Target="../media/image10.png"/><Relationship Id="rId11" Type="http://schemas.openxmlformats.org/officeDocument/2006/relationships/hyperlink" Target="http://www.facebook.com/capgemini" TargetMode="External"/><Relationship Id="rId5" Type="http://schemas.openxmlformats.org/officeDocument/2006/relationships/hyperlink" Target="http://www.slideshare.net/capgemini" TargetMode="External"/><Relationship Id="rId10" Type="http://schemas.openxmlformats.org/officeDocument/2006/relationships/image" Target="../media/image12.png"/><Relationship Id="rId4" Type="http://schemas.openxmlformats.org/officeDocument/2006/relationships/image" Target="../media/image9.png"/><Relationship Id="rId9" Type="http://schemas.openxmlformats.org/officeDocument/2006/relationships/hyperlink" Target="http://www.youtube.com/capgeminimedia" TargetMode="External"/><Relationship Id="rId14" Type="http://schemas.openxmlformats.org/officeDocument/2006/relationships/image" Target="../media/image1.png"/></Relationships>
</file>

<file path=ppt/slideLayouts/_rels/slideLayout186.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hyperlink" Target="http://www.youtube.com/capgeminimedia" TargetMode="External"/><Relationship Id="rId3" Type="http://schemas.openxmlformats.org/officeDocument/2006/relationships/tags" Target="../tags/tag83.xml"/><Relationship Id="rId7" Type="http://schemas.openxmlformats.org/officeDocument/2006/relationships/hyperlink" Target="http://www.linkedin.com/company/capgemini" TargetMode="External"/><Relationship Id="rId12" Type="http://schemas.openxmlformats.org/officeDocument/2006/relationships/image" Target="../media/image11.png"/><Relationship Id="rId17" Type="http://schemas.openxmlformats.org/officeDocument/2006/relationships/image" Target="../media/image1.png"/><Relationship Id="rId2" Type="http://schemas.openxmlformats.org/officeDocument/2006/relationships/tags" Target="../tags/tag82.xml"/><Relationship Id="rId16" Type="http://schemas.openxmlformats.org/officeDocument/2006/relationships/image" Target="../media/image8.png"/><Relationship Id="rId1" Type="http://schemas.openxmlformats.org/officeDocument/2006/relationships/tags" Target="../tags/tag81.xml"/><Relationship Id="rId6" Type="http://schemas.openxmlformats.org/officeDocument/2006/relationships/image" Target="../media/image7.png"/><Relationship Id="rId11" Type="http://schemas.openxmlformats.org/officeDocument/2006/relationships/hyperlink" Target="http://www.twitter.com/capgemini" TargetMode="External"/><Relationship Id="rId5" Type="http://schemas.openxmlformats.org/officeDocument/2006/relationships/slideMaster" Target="../slideMasters/slideMaster11.xml"/><Relationship Id="rId15" Type="http://schemas.openxmlformats.org/officeDocument/2006/relationships/hyperlink" Target="http://www.facebook.com/capgemini" TargetMode="External"/><Relationship Id="rId10" Type="http://schemas.openxmlformats.org/officeDocument/2006/relationships/image" Target="../media/image10.png"/><Relationship Id="rId4" Type="http://schemas.openxmlformats.org/officeDocument/2006/relationships/tags" Target="../tags/tag84.xml"/><Relationship Id="rId9" Type="http://schemas.openxmlformats.org/officeDocument/2006/relationships/hyperlink" Target="http://www.slideshare.net/capgemini" TargetMode="External"/><Relationship Id="rId14" Type="http://schemas.openxmlformats.org/officeDocument/2006/relationships/image" Target="../media/image12.png"/></Relationships>
</file>

<file path=ppt/slideLayouts/_rels/slideLayout18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1.xml"/></Relationships>
</file>

<file path=ppt/slideLayouts/_rels/slideLayout188.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slideMaster" Target="../slideMasters/slideMaster12.xml"/><Relationship Id="rId1" Type="http://schemas.openxmlformats.org/officeDocument/2006/relationships/tags" Target="../tags/tag86.xml"/><Relationship Id="rId6" Type="http://schemas.openxmlformats.org/officeDocument/2006/relationships/image" Target="../media/image32.png"/><Relationship Id="rId5" Type="http://schemas.openxmlformats.org/officeDocument/2006/relationships/image" Target="../media/image20.emf"/><Relationship Id="rId4" Type="http://schemas.openxmlformats.org/officeDocument/2006/relationships/oleObject" Target="../embeddings/oleObject11.bin"/></Relationships>
</file>

<file path=ppt/slideLayouts/_rels/slideLayout189.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slideMaster" Target="../slideMasters/slideMaster12.xml"/><Relationship Id="rId1" Type="http://schemas.openxmlformats.org/officeDocument/2006/relationships/tags" Target="../tags/tag87.xml"/><Relationship Id="rId5" Type="http://schemas.openxmlformats.org/officeDocument/2006/relationships/image" Target="../media/image20.emf"/><Relationship Id="rId4" Type="http://schemas.openxmlformats.org/officeDocument/2006/relationships/oleObject" Target="../embeddings/oleObject11.bin"/></Relationships>
</file>

<file path=ppt/slideLayouts/_rels/slideLayout190.xml.rels><?xml version="1.0" encoding="UTF-8" standalone="yes"?>
<Relationships xmlns="http://schemas.openxmlformats.org/package/2006/relationships"><Relationship Id="rId2" Type="http://schemas.openxmlformats.org/officeDocument/2006/relationships/image" Target="../media/image33.jpeg"/><Relationship Id="rId1" Type="http://schemas.openxmlformats.org/officeDocument/2006/relationships/slideMaster" Target="../slideMasters/slideMaster12.xml"/></Relationships>
</file>

<file path=ppt/slideLayouts/_rels/slideLayout191.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2.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3.xml.rels><?xml version="1.0" encoding="UTF-8" standalone="yes"?>
<Relationships xmlns="http://schemas.openxmlformats.org/package/2006/relationships"><Relationship Id="rId1" Type="http://schemas.openxmlformats.org/officeDocument/2006/relationships/slideMaster" Target="../slideMasters/slideMaster12.xml"/></Relationships>
</file>

<file path=ppt/slideLayouts/_rels/slideLayout194.xml.rels><?xml version="1.0" encoding="UTF-8" standalone="yes"?>
<Relationships xmlns="http://schemas.openxmlformats.org/package/2006/relationships"><Relationship Id="rId3" Type="http://schemas.openxmlformats.org/officeDocument/2006/relationships/oleObject" Target="../embeddings/oleObject12.bin"/><Relationship Id="rId7" Type="http://schemas.openxmlformats.org/officeDocument/2006/relationships/image" Target="../media/image35.svg"/><Relationship Id="rId2" Type="http://schemas.openxmlformats.org/officeDocument/2006/relationships/slideMaster" Target="../slideMasters/slideMaster12.xml"/><Relationship Id="rId1" Type="http://schemas.openxmlformats.org/officeDocument/2006/relationships/tags" Target="../tags/tag88.xml"/><Relationship Id="rId6" Type="http://schemas.openxmlformats.org/officeDocument/2006/relationships/image" Target="../media/image34.png"/><Relationship Id="rId5" Type="http://schemas.openxmlformats.org/officeDocument/2006/relationships/image" Target="../media/image31.jpg"/><Relationship Id="rId4" Type="http://schemas.openxmlformats.org/officeDocument/2006/relationships/image" Target="../media/image20.emf"/></Relationships>
</file>

<file path=ppt/slideLayouts/_rels/slideLayout195.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hyperlink" Target="http://www.capgemini.com/about/how-we-work/rightshorer" TargetMode="External"/><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hyperlink" Target="http://www.capgemini.com/about/how-we-work/the-collaborative-business-experiencetm" TargetMode="External"/><Relationship Id="rId2" Type="http://schemas.openxmlformats.org/officeDocument/2006/relationships/hyperlink" Target="http://www.linkedin.com/company/capgemini" TargetMode="External"/><Relationship Id="rId1" Type="http://schemas.openxmlformats.org/officeDocument/2006/relationships/slideMaster" Target="../slideMasters/slideMaster12.xml"/><Relationship Id="rId6" Type="http://schemas.openxmlformats.org/officeDocument/2006/relationships/hyperlink" Target="http://www.twitter.com/capgemini" TargetMode="External"/><Relationship Id="rId11" Type="http://schemas.openxmlformats.org/officeDocument/2006/relationships/image" Target="../media/image8.png"/><Relationship Id="rId5" Type="http://schemas.openxmlformats.org/officeDocument/2006/relationships/image" Target="../media/image10.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2.png"/></Relationships>
</file>

<file path=ppt/slideLayouts/_rels/slideLayout19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19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19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19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20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4.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5.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06.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3.xml"/><Relationship Id="rId1" Type="http://schemas.openxmlformats.org/officeDocument/2006/relationships/tags" Target="../tags/tag90.xml"/><Relationship Id="rId4" Type="http://schemas.openxmlformats.org/officeDocument/2006/relationships/image" Target="../media/image20.emf"/></Relationships>
</file>

<file path=ppt/slideLayouts/_rels/slideLayout20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3.xml"/><Relationship Id="rId1" Type="http://schemas.openxmlformats.org/officeDocument/2006/relationships/tags" Target="../tags/tag91.xml"/><Relationship Id="rId4" Type="http://schemas.openxmlformats.org/officeDocument/2006/relationships/image" Target="../media/image20.emf"/></Relationships>
</file>

<file path=ppt/slideLayouts/_rels/slideLayout208.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3.xml"/><Relationship Id="rId1" Type="http://schemas.openxmlformats.org/officeDocument/2006/relationships/tags" Target="../tags/tag92.xml"/><Relationship Id="rId4" Type="http://schemas.openxmlformats.org/officeDocument/2006/relationships/image" Target="../media/image20.emf"/></Relationships>
</file>

<file path=ppt/slideLayouts/_rels/slideLayout209.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0.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1.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2.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3.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4.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1.png"/><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image" Target="../media/image7.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3.xml"/><Relationship Id="rId6" Type="http://schemas.openxmlformats.org/officeDocument/2006/relationships/hyperlink" Target="http://www.twitter.com/capgemini" TargetMode="External"/><Relationship Id="rId11" Type="http://schemas.openxmlformats.org/officeDocument/2006/relationships/image" Target="../media/image8.png"/><Relationship Id="rId5" Type="http://schemas.openxmlformats.org/officeDocument/2006/relationships/image" Target="../media/image10.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2.png"/></Relationships>
</file>

<file path=ppt/slideLayouts/_rels/slideLayout215.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hyperlink" Target="http://www.youtube.com/capgeminimedia" TargetMode="External"/><Relationship Id="rId3" Type="http://schemas.openxmlformats.org/officeDocument/2006/relationships/tags" Target="../tags/tag95.xml"/><Relationship Id="rId7" Type="http://schemas.openxmlformats.org/officeDocument/2006/relationships/hyperlink" Target="http://www.linkedin.com/company/capgemini" TargetMode="External"/><Relationship Id="rId12" Type="http://schemas.openxmlformats.org/officeDocument/2006/relationships/image" Target="../media/image11.png"/><Relationship Id="rId17" Type="http://schemas.openxmlformats.org/officeDocument/2006/relationships/image" Target="../media/image1.png"/><Relationship Id="rId2" Type="http://schemas.openxmlformats.org/officeDocument/2006/relationships/tags" Target="../tags/tag94.xml"/><Relationship Id="rId16" Type="http://schemas.openxmlformats.org/officeDocument/2006/relationships/image" Target="../media/image8.png"/><Relationship Id="rId1" Type="http://schemas.openxmlformats.org/officeDocument/2006/relationships/tags" Target="../tags/tag93.xml"/><Relationship Id="rId6" Type="http://schemas.openxmlformats.org/officeDocument/2006/relationships/image" Target="../media/image7.png"/><Relationship Id="rId11" Type="http://schemas.openxmlformats.org/officeDocument/2006/relationships/hyperlink" Target="http://www.twitter.com/capgemini" TargetMode="External"/><Relationship Id="rId5" Type="http://schemas.openxmlformats.org/officeDocument/2006/relationships/slideMaster" Target="../slideMasters/slideMaster13.xml"/><Relationship Id="rId15" Type="http://schemas.openxmlformats.org/officeDocument/2006/relationships/hyperlink" Target="http://www.facebook.com/capgemini" TargetMode="External"/><Relationship Id="rId10" Type="http://schemas.openxmlformats.org/officeDocument/2006/relationships/image" Target="../media/image10.png"/><Relationship Id="rId4" Type="http://schemas.openxmlformats.org/officeDocument/2006/relationships/tags" Target="../tags/tag96.xml"/><Relationship Id="rId9" Type="http://schemas.openxmlformats.org/officeDocument/2006/relationships/hyperlink" Target="http://www.slideshare.net/capgemini" TargetMode="External"/><Relationship Id="rId14" Type="http://schemas.openxmlformats.org/officeDocument/2006/relationships/image" Target="../media/image12.png"/></Relationships>
</file>

<file path=ppt/slideLayouts/_rels/slideLayout21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3.xml"/></Relationships>
</file>

<file path=ppt/slideLayouts/_rels/slideLayout217.xml.rels><?xml version="1.0" encoding="UTF-8" standalone="yes"?>
<Relationships xmlns="http://schemas.openxmlformats.org/package/2006/relationships"><Relationship Id="rId1" Type="http://schemas.openxmlformats.org/officeDocument/2006/relationships/slideMaster" Target="../slideMasters/slideMaster13.xml"/></Relationships>
</file>

<file path=ppt/slideLayouts/_rels/slideLayout218.xml.rels><?xml version="1.0" encoding="UTF-8" standalone="yes"?>
<Relationships xmlns="http://schemas.openxmlformats.org/package/2006/relationships"><Relationship Id="rId3" Type="http://schemas.openxmlformats.org/officeDocument/2006/relationships/slideMaster" Target="../slideMasters/slideMaster14.xml"/><Relationship Id="rId2" Type="http://schemas.openxmlformats.org/officeDocument/2006/relationships/tags" Target="../tags/tag99.xml"/><Relationship Id="rId1" Type="http://schemas.openxmlformats.org/officeDocument/2006/relationships/tags" Target="../tags/tag98.xml"/><Relationship Id="rId5" Type="http://schemas.openxmlformats.org/officeDocument/2006/relationships/image" Target="../media/image20.emf"/><Relationship Id="rId4" Type="http://schemas.openxmlformats.org/officeDocument/2006/relationships/oleObject" Target="../embeddings/oleObject23.bin"/></Relationships>
</file>

<file path=ppt/slideLayouts/_rels/slideLayout219.xml.rels><?xml version="1.0" encoding="UTF-8" standalone="yes"?>
<Relationships xmlns="http://schemas.openxmlformats.org/package/2006/relationships"><Relationship Id="rId3" Type="http://schemas.openxmlformats.org/officeDocument/2006/relationships/slideMaster" Target="../slideMasters/slideMaster14.xml"/><Relationship Id="rId2" Type="http://schemas.openxmlformats.org/officeDocument/2006/relationships/tags" Target="../tags/tag101.xml"/><Relationship Id="rId1" Type="http://schemas.openxmlformats.org/officeDocument/2006/relationships/tags" Target="../tags/tag100.xml"/><Relationship Id="rId5" Type="http://schemas.openxmlformats.org/officeDocument/2006/relationships/image" Target="../media/image52.emf"/><Relationship Id="rId4" Type="http://schemas.openxmlformats.org/officeDocument/2006/relationships/oleObject" Target="../embeddings/oleObject24.bin"/></Relationships>
</file>

<file path=ppt/slideLayouts/_rels/slideLayout220.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4.xml"/><Relationship Id="rId1" Type="http://schemas.openxmlformats.org/officeDocument/2006/relationships/tags" Target="../tags/tag102.xml"/><Relationship Id="rId4" Type="http://schemas.openxmlformats.org/officeDocument/2006/relationships/image" Target="../media/image20.emf"/></Relationships>
</file>

<file path=ppt/slideLayouts/_rels/slideLayout221.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4.xml"/><Relationship Id="rId1" Type="http://schemas.openxmlformats.org/officeDocument/2006/relationships/tags" Target="../tags/tag103.xml"/><Relationship Id="rId4" Type="http://schemas.openxmlformats.org/officeDocument/2006/relationships/image" Target="../media/image20.emf"/></Relationships>
</file>

<file path=ppt/slideLayouts/_rels/slideLayout222.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slideMaster" Target="../slideMasters/slideMaster14.xml"/><Relationship Id="rId1" Type="http://schemas.openxmlformats.org/officeDocument/2006/relationships/tags" Target="../tags/tag104.xml"/><Relationship Id="rId5" Type="http://schemas.openxmlformats.org/officeDocument/2006/relationships/image" Target="../media/image20.emf"/><Relationship Id="rId4" Type="http://schemas.openxmlformats.org/officeDocument/2006/relationships/oleObject" Target="../embeddings/oleObject25.bin"/></Relationships>
</file>

<file path=ppt/slideLayouts/_rels/slideLayout223.xml.rels><?xml version="1.0" encoding="UTF-8" standalone="yes"?>
<Relationships xmlns="http://schemas.openxmlformats.org/package/2006/relationships"><Relationship Id="rId8" Type="http://schemas.openxmlformats.org/officeDocument/2006/relationships/hyperlink" Target="http://www.slideshare.net/capgemini" TargetMode="External"/><Relationship Id="rId13" Type="http://schemas.openxmlformats.org/officeDocument/2006/relationships/image" Target="../media/image12.png"/><Relationship Id="rId3" Type="http://schemas.openxmlformats.org/officeDocument/2006/relationships/image" Target="../media/image42.png"/><Relationship Id="rId7" Type="http://schemas.openxmlformats.org/officeDocument/2006/relationships/image" Target="../media/image9.png"/><Relationship Id="rId12" Type="http://schemas.openxmlformats.org/officeDocument/2006/relationships/hyperlink" Target="http://www.youtube.com/capgeminimedia" TargetMode="External"/><Relationship Id="rId2" Type="http://schemas.openxmlformats.org/officeDocument/2006/relationships/slideMaster" Target="../slideMasters/slideMaster14.xml"/><Relationship Id="rId16" Type="http://schemas.openxmlformats.org/officeDocument/2006/relationships/hyperlink" Target="http://www.capgemini.com/about/how-we-work/the-collaborative-business-experiencetm" TargetMode="External"/><Relationship Id="rId1" Type="http://schemas.openxmlformats.org/officeDocument/2006/relationships/tags" Target="../tags/tag105.xml"/><Relationship Id="rId6" Type="http://schemas.openxmlformats.org/officeDocument/2006/relationships/hyperlink" Target="http://www.linkedin.com/company/capgemini" TargetMode="External"/><Relationship Id="rId11" Type="http://schemas.openxmlformats.org/officeDocument/2006/relationships/image" Target="../media/image11.png"/><Relationship Id="rId5" Type="http://schemas.openxmlformats.org/officeDocument/2006/relationships/image" Target="../media/image20.emf"/><Relationship Id="rId15" Type="http://schemas.openxmlformats.org/officeDocument/2006/relationships/image" Target="../media/image8.png"/><Relationship Id="rId10" Type="http://schemas.openxmlformats.org/officeDocument/2006/relationships/hyperlink" Target="http://www.twitter.com/capgemini" TargetMode="External"/><Relationship Id="rId4" Type="http://schemas.openxmlformats.org/officeDocument/2006/relationships/oleObject" Target="../embeddings/oleObject3.bin"/><Relationship Id="rId9" Type="http://schemas.openxmlformats.org/officeDocument/2006/relationships/image" Target="../media/image10.png"/><Relationship Id="rId14" Type="http://schemas.openxmlformats.org/officeDocument/2006/relationships/hyperlink" Target="http://www.facebook.com/capgemini" TargetMode="External"/></Relationships>
</file>

<file path=ppt/slideLayouts/_rels/slideLayout224.xml.rels><?xml version="1.0" encoding="UTF-8" standalone="yes"?>
<Relationships xmlns="http://schemas.openxmlformats.org/package/2006/relationships"><Relationship Id="rId1" Type="http://schemas.openxmlformats.org/officeDocument/2006/relationships/slideMaster" Target="../slideMasters/slideMaster14.xml"/></Relationships>
</file>

<file path=ppt/slideLayouts/_rels/slideLayout225.xml.rels><?xml version="1.0" encoding="UTF-8" standalone="yes"?>
<Relationships xmlns="http://schemas.openxmlformats.org/package/2006/relationships"><Relationship Id="rId3" Type="http://schemas.openxmlformats.org/officeDocument/2006/relationships/image" Target="../media/image31.jpg"/><Relationship Id="rId2" Type="http://schemas.openxmlformats.org/officeDocument/2006/relationships/slideMaster" Target="../slideMasters/slideMaster14.xml"/><Relationship Id="rId1" Type="http://schemas.openxmlformats.org/officeDocument/2006/relationships/tags" Target="../tags/tag106.xml"/><Relationship Id="rId6" Type="http://schemas.openxmlformats.org/officeDocument/2006/relationships/image" Target="../media/image36.emf"/><Relationship Id="rId5" Type="http://schemas.openxmlformats.org/officeDocument/2006/relationships/oleObject" Target="../embeddings/oleObject26.bin"/><Relationship Id="rId4" Type="http://schemas.openxmlformats.org/officeDocument/2006/relationships/image" Target="../media/image54.png"/></Relationships>
</file>

<file path=ppt/slideLayouts/_rels/slideLayout22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4.xml"/><Relationship Id="rId1" Type="http://schemas.openxmlformats.org/officeDocument/2006/relationships/tags" Target="../tags/tag107.xml"/><Relationship Id="rId4" Type="http://schemas.openxmlformats.org/officeDocument/2006/relationships/image" Target="../media/image20.emf"/></Relationships>
</file>

<file path=ppt/slideLayouts/_rels/slideLayout227.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4.xml"/><Relationship Id="rId1" Type="http://schemas.openxmlformats.org/officeDocument/2006/relationships/tags" Target="../tags/tag108.xml"/><Relationship Id="rId4" Type="http://schemas.openxmlformats.org/officeDocument/2006/relationships/image" Target="../media/image20.emf"/></Relationships>
</file>

<file path=ppt/slideLayouts/_rels/slideLayout228.xml.rels><?xml version="1.0" encoding="UTF-8" standalone="yes"?>
<Relationships xmlns="http://schemas.openxmlformats.org/package/2006/relationships"><Relationship Id="rId8" Type="http://schemas.openxmlformats.org/officeDocument/2006/relationships/hyperlink" Target="http://www.slideshare.net/capgemini" TargetMode="External"/><Relationship Id="rId13" Type="http://schemas.openxmlformats.org/officeDocument/2006/relationships/image" Target="../media/image59.png"/><Relationship Id="rId18" Type="http://schemas.openxmlformats.org/officeDocument/2006/relationships/hyperlink" Target="http://www.capgemini.com/invent" TargetMode="External"/><Relationship Id="rId3" Type="http://schemas.openxmlformats.org/officeDocument/2006/relationships/image" Target="../media/image55.png"/><Relationship Id="rId7" Type="http://schemas.openxmlformats.org/officeDocument/2006/relationships/image" Target="../media/image56.png"/><Relationship Id="rId12" Type="http://schemas.openxmlformats.org/officeDocument/2006/relationships/hyperlink" Target="http://www.youtube.com/capgeminimedia" TargetMode="External"/><Relationship Id="rId17" Type="http://schemas.openxmlformats.org/officeDocument/2006/relationships/image" Target="../media/image61.png"/><Relationship Id="rId2" Type="http://schemas.openxmlformats.org/officeDocument/2006/relationships/slideMaster" Target="../slideMasters/slideMaster14.xml"/><Relationship Id="rId16" Type="http://schemas.openxmlformats.org/officeDocument/2006/relationships/hyperlink" Target="http://www.capgemini.com/about/how-we-work/the-collaborative-business-experiencetm" TargetMode="External"/><Relationship Id="rId1" Type="http://schemas.openxmlformats.org/officeDocument/2006/relationships/tags" Target="../tags/tag109.xml"/><Relationship Id="rId6" Type="http://schemas.openxmlformats.org/officeDocument/2006/relationships/hyperlink" Target="http://www.linkedin.com/company/capgemini" TargetMode="External"/><Relationship Id="rId11" Type="http://schemas.openxmlformats.org/officeDocument/2006/relationships/image" Target="../media/image58.png"/><Relationship Id="rId5" Type="http://schemas.openxmlformats.org/officeDocument/2006/relationships/image" Target="../media/image20.emf"/><Relationship Id="rId15" Type="http://schemas.openxmlformats.org/officeDocument/2006/relationships/image" Target="../media/image60.png"/><Relationship Id="rId10" Type="http://schemas.openxmlformats.org/officeDocument/2006/relationships/hyperlink" Target="http://www.twitter.com/capgemini" TargetMode="External"/><Relationship Id="rId4" Type="http://schemas.openxmlformats.org/officeDocument/2006/relationships/oleObject" Target="../embeddings/oleObject3.bin"/><Relationship Id="rId9" Type="http://schemas.openxmlformats.org/officeDocument/2006/relationships/image" Target="../media/image57.png"/><Relationship Id="rId14" Type="http://schemas.openxmlformats.org/officeDocument/2006/relationships/hyperlink" Target="http://www.facebook.com/capgemini" TargetMode="External"/></Relationships>
</file>

<file path=ppt/slideLayouts/_rels/slideLayout229.xml.rels><?xml version="1.0" encoding="UTF-8" standalone="yes"?>
<Relationships xmlns="http://schemas.openxmlformats.org/package/2006/relationships"><Relationship Id="rId2" Type="http://schemas.openxmlformats.org/officeDocument/2006/relationships/image" Target="../media/image62.png"/><Relationship Id="rId1" Type="http://schemas.openxmlformats.org/officeDocument/2006/relationships/slideMaster" Target="../slideMasters/slideMaster14.xml"/></Relationships>
</file>

<file path=ppt/slideLayouts/_rels/slideLayout230.xml.rels><?xml version="1.0" encoding="UTF-8" standalone="yes"?>
<Relationships xmlns="http://schemas.openxmlformats.org/package/2006/relationships"><Relationship Id="rId2" Type="http://schemas.openxmlformats.org/officeDocument/2006/relationships/slideMaster" Target="../slideMasters/slideMaster14.xml"/><Relationship Id="rId1" Type="http://schemas.openxmlformats.org/officeDocument/2006/relationships/tags" Target="../tags/tag110.xml"/></Relationships>
</file>

<file path=ppt/slideLayouts/_rels/slideLayout231.xml.rels><?xml version="1.0" encoding="UTF-8" standalone="yes"?>
<Relationships xmlns="http://schemas.openxmlformats.org/package/2006/relationships"><Relationship Id="rId3" Type="http://schemas.openxmlformats.org/officeDocument/2006/relationships/slideMaster" Target="../slideMasters/slideMaster14.xml"/><Relationship Id="rId2" Type="http://schemas.openxmlformats.org/officeDocument/2006/relationships/tags" Target="../tags/tag112.xml"/><Relationship Id="rId1" Type="http://schemas.openxmlformats.org/officeDocument/2006/relationships/tags" Target="../tags/tag111.xml"/><Relationship Id="rId5" Type="http://schemas.openxmlformats.org/officeDocument/2006/relationships/image" Target="../media/image63.emf"/><Relationship Id="rId4" Type="http://schemas.openxmlformats.org/officeDocument/2006/relationships/oleObject" Target="../embeddings/oleObject27.bin"/></Relationships>
</file>

<file path=ppt/slideLayouts/_rels/slideLayout23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4.xml"/><Relationship Id="rId1" Type="http://schemas.openxmlformats.org/officeDocument/2006/relationships/tags" Target="../tags/tag113.xml"/><Relationship Id="rId4" Type="http://schemas.openxmlformats.org/officeDocument/2006/relationships/image" Target="../media/image20.emf"/></Relationships>
</file>

<file path=ppt/slideLayouts/_rels/slideLayout233.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15.xml"/></Relationships>
</file>

<file path=ppt/slideLayouts/_rels/slideLayout23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15.xml"/></Relationships>
</file>

<file path=ppt/slideLayouts/_rels/slideLayout235.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15.xml"/></Relationships>
</file>

<file path=ppt/slideLayouts/_rels/slideLayout23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3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5.xml"/><Relationship Id="rId1" Type="http://schemas.openxmlformats.org/officeDocument/2006/relationships/tags" Target="../tags/tag115.xml"/><Relationship Id="rId4" Type="http://schemas.openxmlformats.org/officeDocument/2006/relationships/image" Target="../media/image20.emf"/></Relationships>
</file>

<file path=ppt/slideLayouts/_rels/slideLayout243.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5.xml"/><Relationship Id="rId1" Type="http://schemas.openxmlformats.org/officeDocument/2006/relationships/tags" Target="../tags/tag116.xml"/><Relationship Id="rId4" Type="http://schemas.openxmlformats.org/officeDocument/2006/relationships/image" Target="../media/image20.emf"/></Relationships>
</file>

<file path=ppt/slideLayouts/_rels/slideLayout244.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5.xml"/><Relationship Id="rId1" Type="http://schemas.openxmlformats.org/officeDocument/2006/relationships/tags" Target="../tags/tag117.xml"/><Relationship Id="rId4" Type="http://schemas.openxmlformats.org/officeDocument/2006/relationships/image" Target="../media/image20.emf"/></Relationships>
</file>

<file path=ppt/slideLayouts/_rels/slideLayout24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6.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8.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49.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0.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1.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2.xml.rels><?xml version="1.0" encoding="UTF-8" standalone="yes"?>
<Relationships xmlns="http://schemas.openxmlformats.org/package/2006/relationships"><Relationship Id="rId8" Type="http://schemas.openxmlformats.org/officeDocument/2006/relationships/hyperlink" Target="http://www.youtube.com/capgeminimedia" TargetMode="External"/><Relationship Id="rId13" Type="http://schemas.openxmlformats.org/officeDocument/2006/relationships/image" Target="../media/image64.png"/><Relationship Id="rId3" Type="http://schemas.openxmlformats.org/officeDocument/2006/relationships/image" Target="../media/image9.png"/><Relationship Id="rId7" Type="http://schemas.openxmlformats.org/officeDocument/2006/relationships/image" Target="../media/image11.png"/><Relationship Id="rId12" Type="http://schemas.openxmlformats.org/officeDocument/2006/relationships/image" Target="../media/image38.png"/><Relationship Id="rId2" Type="http://schemas.openxmlformats.org/officeDocument/2006/relationships/hyperlink" Target="http://www.linkedin.com/company/capgemini" TargetMode="External"/><Relationship Id="rId1" Type="http://schemas.openxmlformats.org/officeDocument/2006/relationships/slideMaster" Target="../slideMasters/slideMaster15.xml"/><Relationship Id="rId6" Type="http://schemas.openxmlformats.org/officeDocument/2006/relationships/hyperlink" Target="http://www.twitter.com/capgemini" TargetMode="External"/><Relationship Id="rId11" Type="http://schemas.openxmlformats.org/officeDocument/2006/relationships/image" Target="../media/image8.png"/><Relationship Id="rId5" Type="http://schemas.openxmlformats.org/officeDocument/2006/relationships/image" Target="../media/image10.png"/><Relationship Id="rId10" Type="http://schemas.openxmlformats.org/officeDocument/2006/relationships/hyperlink" Target="http://www.facebook.com/capgemini" TargetMode="External"/><Relationship Id="rId4" Type="http://schemas.openxmlformats.org/officeDocument/2006/relationships/hyperlink" Target="http://www.slideshare.net/capgemini" TargetMode="External"/><Relationship Id="rId9" Type="http://schemas.openxmlformats.org/officeDocument/2006/relationships/image" Target="../media/image12.png"/></Relationships>
</file>

<file path=ppt/slideLayouts/_rels/slideLayout253.xml.rels><?xml version="1.0" encoding="UTF-8" standalone="yes"?>
<Relationships xmlns="http://schemas.openxmlformats.org/package/2006/relationships"><Relationship Id="rId8" Type="http://schemas.openxmlformats.org/officeDocument/2006/relationships/image" Target="../media/image9.png"/><Relationship Id="rId13" Type="http://schemas.openxmlformats.org/officeDocument/2006/relationships/hyperlink" Target="http://www.youtube.com/capgeminimedia" TargetMode="External"/><Relationship Id="rId3" Type="http://schemas.openxmlformats.org/officeDocument/2006/relationships/tags" Target="../tags/tag120.xml"/><Relationship Id="rId7" Type="http://schemas.openxmlformats.org/officeDocument/2006/relationships/hyperlink" Target="http://www.linkedin.com/company/capgemini" TargetMode="External"/><Relationship Id="rId12" Type="http://schemas.openxmlformats.org/officeDocument/2006/relationships/image" Target="../media/image11.png"/><Relationship Id="rId17" Type="http://schemas.openxmlformats.org/officeDocument/2006/relationships/image" Target="../media/image64.png"/><Relationship Id="rId2" Type="http://schemas.openxmlformats.org/officeDocument/2006/relationships/tags" Target="../tags/tag119.xml"/><Relationship Id="rId16" Type="http://schemas.openxmlformats.org/officeDocument/2006/relationships/image" Target="../media/image8.png"/><Relationship Id="rId1" Type="http://schemas.openxmlformats.org/officeDocument/2006/relationships/tags" Target="../tags/tag118.xml"/><Relationship Id="rId6" Type="http://schemas.openxmlformats.org/officeDocument/2006/relationships/image" Target="../media/image65.png"/><Relationship Id="rId11" Type="http://schemas.openxmlformats.org/officeDocument/2006/relationships/hyperlink" Target="http://www.twitter.com/capgemini" TargetMode="External"/><Relationship Id="rId5" Type="http://schemas.openxmlformats.org/officeDocument/2006/relationships/slideMaster" Target="../slideMasters/slideMaster15.xml"/><Relationship Id="rId15" Type="http://schemas.openxmlformats.org/officeDocument/2006/relationships/hyperlink" Target="http://www.facebook.com/capgemini" TargetMode="External"/><Relationship Id="rId10" Type="http://schemas.openxmlformats.org/officeDocument/2006/relationships/image" Target="../media/image10.png"/><Relationship Id="rId4" Type="http://schemas.openxmlformats.org/officeDocument/2006/relationships/tags" Target="../tags/tag121.xml"/><Relationship Id="rId9" Type="http://schemas.openxmlformats.org/officeDocument/2006/relationships/hyperlink" Target="http://www.slideshare.net/capgemini" TargetMode="External"/><Relationship Id="rId14" Type="http://schemas.openxmlformats.org/officeDocument/2006/relationships/image" Target="../media/image12.png"/></Relationships>
</file>

<file path=ppt/slideLayouts/_rels/slideLayout254.xml.rels><?xml version="1.0" encoding="UTF-8" standalone="yes"?>
<Relationships xmlns="http://schemas.openxmlformats.org/package/2006/relationships"><Relationship Id="rId2" Type="http://schemas.openxmlformats.org/officeDocument/2006/relationships/image" Target="../media/image64.png"/><Relationship Id="rId1" Type="http://schemas.openxmlformats.org/officeDocument/2006/relationships/slideMaster" Target="../slideMasters/slideMaster15.xml"/></Relationships>
</file>

<file path=ppt/slideLayouts/_rels/slideLayout255.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_rels/slideLayout256.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5.xml"/><Relationship Id="rId1" Type="http://schemas.openxmlformats.org/officeDocument/2006/relationships/tags" Target="../tags/tag122.xml"/><Relationship Id="rId4" Type="http://schemas.openxmlformats.org/officeDocument/2006/relationships/image" Target="../media/image36.emf"/></Relationships>
</file>

<file path=ppt/slideLayouts/_rels/slideLayout257.xml.rels><?xml version="1.0" encoding="UTF-8" standalone="yes"?>
<Relationships xmlns="http://schemas.openxmlformats.org/package/2006/relationships"><Relationship Id="rId1" Type="http://schemas.openxmlformats.org/officeDocument/2006/relationships/slideMaster" Target="../slideMasters/slideMaster1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BE9E48-333A-4678-A5D3-DCAF20FACA7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6B768B79-D6D9-4B09-9A44-A01B0516D325}"/>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AFBF714E-0DB7-45D4-8E61-592CCA28DA0E}"/>
              </a:ext>
            </a:extLst>
          </p:cNvPr>
          <p:cNvSpPr>
            <a:spLocks noGrp="1"/>
          </p:cNvSpPr>
          <p:nvPr>
            <p:ph type="dt" sz="half" idx="10"/>
          </p:nvPr>
        </p:nvSpPr>
        <p:spPr/>
        <p:txBody>
          <a:bodyPr/>
          <a:lstStyle/>
          <a:p>
            <a:fld id="{64E62A25-C702-468D-A94C-13828BE87303}" type="datetimeFigureOut">
              <a:rPr lang="en-IN" smtClean="0"/>
              <a:t>18-02-2026</a:t>
            </a:fld>
            <a:endParaRPr lang="en-IN" dirty="0"/>
          </a:p>
        </p:txBody>
      </p:sp>
      <p:sp>
        <p:nvSpPr>
          <p:cNvPr id="5" name="Footer Placeholder 4">
            <a:extLst>
              <a:ext uri="{FF2B5EF4-FFF2-40B4-BE49-F238E27FC236}">
                <a16:creationId xmlns:a16="http://schemas.microsoft.com/office/drawing/2014/main" id="{369D3024-5486-4C0E-A0C6-28F5B184F7F9}"/>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9A51CFF5-9E32-4A1B-B140-A39CF8AF9E33}"/>
              </a:ext>
            </a:extLst>
          </p:cNvPr>
          <p:cNvSpPr>
            <a:spLocks noGrp="1"/>
          </p:cNvSpPr>
          <p:nvPr>
            <p:ph type="sldNum" sz="quarter" idx="12"/>
          </p:nvPr>
        </p:nvSpPr>
        <p:spPr/>
        <p:txBody>
          <a:bodyPr/>
          <a:lstStyle/>
          <a:p>
            <a:fld id="{B1FFC2BD-8A91-4421-96E3-DB1AD552D79A}" type="slidenum">
              <a:rPr lang="en-IN" smtClean="0"/>
              <a:t>‹#›</a:t>
            </a:fld>
            <a:endParaRPr lang="en-IN" dirty="0"/>
          </a:p>
        </p:txBody>
      </p:sp>
    </p:spTree>
    <p:extLst>
      <p:ext uri="{BB962C8B-B14F-4D97-AF65-F5344CB8AC3E}">
        <p14:creationId xmlns:p14="http://schemas.microsoft.com/office/powerpoint/2010/main" val="15237718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A73AA4-A4FE-4950-85C9-653A73451BB1}"/>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72A26CA4-A52E-4B7D-BE62-EC0D4F76B80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D09383D-CE6A-4853-957B-E168F7424C7F}"/>
              </a:ext>
            </a:extLst>
          </p:cNvPr>
          <p:cNvSpPr>
            <a:spLocks noGrp="1"/>
          </p:cNvSpPr>
          <p:nvPr>
            <p:ph type="dt" sz="half" idx="10"/>
          </p:nvPr>
        </p:nvSpPr>
        <p:spPr/>
        <p:txBody>
          <a:bodyPr/>
          <a:lstStyle/>
          <a:p>
            <a:fld id="{64E62A25-C702-468D-A94C-13828BE87303}" type="datetimeFigureOut">
              <a:rPr lang="en-IN" smtClean="0"/>
              <a:t>18-02-2026</a:t>
            </a:fld>
            <a:endParaRPr lang="en-IN" dirty="0"/>
          </a:p>
        </p:txBody>
      </p:sp>
      <p:sp>
        <p:nvSpPr>
          <p:cNvPr id="5" name="Footer Placeholder 4">
            <a:extLst>
              <a:ext uri="{FF2B5EF4-FFF2-40B4-BE49-F238E27FC236}">
                <a16:creationId xmlns:a16="http://schemas.microsoft.com/office/drawing/2014/main" id="{8F1A0772-2366-4883-99CC-F740B6CC5207}"/>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264047E1-0B73-4449-8836-EBA1EC3B85D3}"/>
              </a:ext>
            </a:extLst>
          </p:cNvPr>
          <p:cNvSpPr>
            <a:spLocks noGrp="1"/>
          </p:cNvSpPr>
          <p:nvPr>
            <p:ph type="sldNum" sz="quarter" idx="12"/>
          </p:nvPr>
        </p:nvSpPr>
        <p:spPr/>
        <p:txBody>
          <a:bodyPr/>
          <a:lstStyle/>
          <a:p>
            <a:fld id="{B1FFC2BD-8A91-4421-96E3-DB1AD552D79A}" type="slidenum">
              <a:rPr lang="en-IN" smtClean="0"/>
              <a:t>‹#›</a:t>
            </a:fld>
            <a:endParaRPr lang="en-IN" dirty="0"/>
          </a:p>
        </p:txBody>
      </p:sp>
    </p:spTree>
    <p:extLst>
      <p:ext uri="{BB962C8B-B14F-4D97-AF65-F5344CB8AC3E}">
        <p14:creationId xmlns:p14="http://schemas.microsoft.com/office/powerpoint/2010/main" val="75628381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F18A2C-FC23-4258-A77F-A41DEF43061F}"/>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7023A462-ADBD-4B9B-9654-46CE8EC9573A}"/>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C85B821-5407-4A9D-B9FD-443EA13D3380}"/>
              </a:ext>
            </a:extLst>
          </p:cNvPr>
          <p:cNvSpPr>
            <a:spLocks noGrp="1"/>
          </p:cNvSpPr>
          <p:nvPr>
            <p:ph type="dt" sz="half" idx="10"/>
          </p:nvPr>
        </p:nvSpPr>
        <p:spPr/>
        <p:txBody>
          <a:bodyPr/>
          <a:lstStyle/>
          <a:p>
            <a:fld id="{64E62A25-C702-468D-A94C-13828BE87303}" type="datetimeFigureOut">
              <a:rPr lang="en-IN" smtClean="0"/>
              <a:t>18-02-2026</a:t>
            </a:fld>
            <a:endParaRPr lang="en-IN" dirty="0"/>
          </a:p>
        </p:txBody>
      </p:sp>
      <p:sp>
        <p:nvSpPr>
          <p:cNvPr id="5" name="Footer Placeholder 4">
            <a:extLst>
              <a:ext uri="{FF2B5EF4-FFF2-40B4-BE49-F238E27FC236}">
                <a16:creationId xmlns:a16="http://schemas.microsoft.com/office/drawing/2014/main" id="{673051CE-4CE1-4C68-9E0B-CAAC81EA88D7}"/>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7720A031-26C9-4CD1-9A1C-6E73D57EED85}"/>
              </a:ext>
            </a:extLst>
          </p:cNvPr>
          <p:cNvSpPr>
            <a:spLocks noGrp="1"/>
          </p:cNvSpPr>
          <p:nvPr>
            <p:ph type="sldNum" sz="quarter" idx="12"/>
          </p:nvPr>
        </p:nvSpPr>
        <p:spPr/>
        <p:txBody>
          <a:bodyPr/>
          <a:lstStyle/>
          <a:p>
            <a:fld id="{B1FFC2BD-8A91-4421-96E3-DB1AD552D79A}" type="slidenum">
              <a:rPr lang="en-IN" smtClean="0"/>
              <a:t>‹#›</a:t>
            </a:fld>
            <a:endParaRPr lang="en-IN" dirty="0"/>
          </a:p>
        </p:txBody>
      </p:sp>
    </p:spTree>
    <p:extLst>
      <p:ext uri="{BB962C8B-B14F-4D97-AF65-F5344CB8AC3E}">
        <p14:creationId xmlns:p14="http://schemas.microsoft.com/office/powerpoint/2010/main" val="32474557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B2F5A5-B656-41D8-A7CB-26DC733DFF9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AB37A24E-9E4F-4B17-BFAF-84EC277A372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2F48562-AB8D-4E8A-819F-EB5AB5BDCAB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A37108CF-4EA2-4213-9E29-12B9E8369A85}"/>
              </a:ext>
            </a:extLst>
          </p:cNvPr>
          <p:cNvSpPr>
            <a:spLocks noGrp="1"/>
          </p:cNvSpPr>
          <p:nvPr>
            <p:ph type="dt" sz="half" idx="10"/>
          </p:nvPr>
        </p:nvSpPr>
        <p:spPr/>
        <p:txBody>
          <a:bodyPr/>
          <a:lstStyle/>
          <a:p>
            <a:fld id="{64E62A25-C702-468D-A94C-13828BE87303}" type="datetimeFigureOut">
              <a:rPr lang="en-IN" smtClean="0"/>
              <a:t>18-02-2026</a:t>
            </a:fld>
            <a:endParaRPr lang="en-IN" dirty="0"/>
          </a:p>
        </p:txBody>
      </p:sp>
      <p:sp>
        <p:nvSpPr>
          <p:cNvPr id="6" name="Footer Placeholder 5">
            <a:extLst>
              <a:ext uri="{FF2B5EF4-FFF2-40B4-BE49-F238E27FC236}">
                <a16:creationId xmlns:a16="http://schemas.microsoft.com/office/drawing/2014/main" id="{AA43140B-5367-4BD2-B4B9-5F8A1D95A3C5}"/>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013707F7-431A-4CFE-84D0-B4CC21352B21}"/>
              </a:ext>
            </a:extLst>
          </p:cNvPr>
          <p:cNvSpPr>
            <a:spLocks noGrp="1"/>
          </p:cNvSpPr>
          <p:nvPr>
            <p:ph type="sldNum" sz="quarter" idx="12"/>
          </p:nvPr>
        </p:nvSpPr>
        <p:spPr/>
        <p:txBody>
          <a:bodyPr/>
          <a:lstStyle/>
          <a:p>
            <a:fld id="{B1FFC2BD-8A91-4421-96E3-DB1AD552D79A}" type="slidenum">
              <a:rPr lang="en-IN" smtClean="0"/>
              <a:t>‹#›</a:t>
            </a:fld>
            <a:endParaRPr lang="en-IN" dirty="0"/>
          </a:p>
        </p:txBody>
      </p:sp>
    </p:spTree>
    <p:extLst>
      <p:ext uri="{BB962C8B-B14F-4D97-AF65-F5344CB8AC3E}">
        <p14:creationId xmlns:p14="http://schemas.microsoft.com/office/powerpoint/2010/main" val="109816165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2C462F5-2C60-426C-9E40-A29C270FBC2F}"/>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121488B8-9370-45DE-98EB-0AAE4C2342E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35113A1-B773-49B5-AACB-E44F4FEA30D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378A3FB-2E63-4183-8186-F5E754194FE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18C5E24-FB77-4182-87DC-251E6F67B964}"/>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F74BE2EB-2374-4671-96DF-64C3314B2567}"/>
              </a:ext>
            </a:extLst>
          </p:cNvPr>
          <p:cNvSpPr>
            <a:spLocks noGrp="1"/>
          </p:cNvSpPr>
          <p:nvPr>
            <p:ph type="dt" sz="half" idx="10"/>
          </p:nvPr>
        </p:nvSpPr>
        <p:spPr/>
        <p:txBody>
          <a:bodyPr/>
          <a:lstStyle/>
          <a:p>
            <a:fld id="{64E62A25-C702-468D-A94C-13828BE87303}" type="datetimeFigureOut">
              <a:rPr lang="en-IN" smtClean="0"/>
              <a:t>18-02-2026</a:t>
            </a:fld>
            <a:endParaRPr lang="en-IN" dirty="0"/>
          </a:p>
        </p:txBody>
      </p:sp>
      <p:sp>
        <p:nvSpPr>
          <p:cNvPr id="8" name="Footer Placeholder 7">
            <a:extLst>
              <a:ext uri="{FF2B5EF4-FFF2-40B4-BE49-F238E27FC236}">
                <a16:creationId xmlns:a16="http://schemas.microsoft.com/office/drawing/2014/main" id="{A84E5884-9A68-4051-B465-5595C5D5DC50}"/>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8585BFEC-E49A-4454-ADBA-18E9B5F3DF41}"/>
              </a:ext>
            </a:extLst>
          </p:cNvPr>
          <p:cNvSpPr>
            <a:spLocks noGrp="1"/>
          </p:cNvSpPr>
          <p:nvPr>
            <p:ph type="sldNum" sz="quarter" idx="12"/>
          </p:nvPr>
        </p:nvSpPr>
        <p:spPr/>
        <p:txBody>
          <a:bodyPr/>
          <a:lstStyle/>
          <a:p>
            <a:fld id="{B1FFC2BD-8A91-4421-96E3-DB1AD552D79A}" type="slidenum">
              <a:rPr lang="en-IN" smtClean="0"/>
              <a:t>‹#›</a:t>
            </a:fld>
            <a:endParaRPr lang="en-IN" dirty="0"/>
          </a:p>
        </p:txBody>
      </p:sp>
    </p:spTree>
    <p:extLst>
      <p:ext uri="{BB962C8B-B14F-4D97-AF65-F5344CB8AC3E}">
        <p14:creationId xmlns:p14="http://schemas.microsoft.com/office/powerpoint/2010/main" val="4836506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DE51CF6-9D7D-4697-945F-BEACA7ED1727}"/>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DC14566-B9EE-4004-BC58-E6AEC139E359}"/>
              </a:ext>
            </a:extLst>
          </p:cNvPr>
          <p:cNvSpPr>
            <a:spLocks noGrp="1"/>
          </p:cNvSpPr>
          <p:nvPr>
            <p:ph type="dt" sz="half" idx="10"/>
          </p:nvPr>
        </p:nvSpPr>
        <p:spPr/>
        <p:txBody>
          <a:bodyPr/>
          <a:lstStyle/>
          <a:p>
            <a:fld id="{64E62A25-C702-468D-A94C-13828BE87303}" type="datetimeFigureOut">
              <a:rPr lang="en-IN" smtClean="0"/>
              <a:t>18-02-2026</a:t>
            </a:fld>
            <a:endParaRPr lang="en-IN" dirty="0"/>
          </a:p>
        </p:txBody>
      </p:sp>
      <p:sp>
        <p:nvSpPr>
          <p:cNvPr id="4" name="Footer Placeholder 3">
            <a:extLst>
              <a:ext uri="{FF2B5EF4-FFF2-40B4-BE49-F238E27FC236}">
                <a16:creationId xmlns:a16="http://schemas.microsoft.com/office/drawing/2014/main" id="{B71A041E-B469-4ACB-AE4E-3564BA6D3B24}"/>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28EC4947-8150-478F-8F13-229BE3A1EE8E}"/>
              </a:ext>
            </a:extLst>
          </p:cNvPr>
          <p:cNvSpPr>
            <a:spLocks noGrp="1"/>
          </p:cNvSpPr>
          <p:nvPr>
            <p:ph type="sldNum" sz="quarter" idx="12"/>
          </p:nvPr>
        </p:nvSpPr>
        <p:spPr/>
        <p:txBody>
          <a:bodyPr/>
          <a:lstStyle/>
          <a:p>
            <a:fld id="{B1FFC2BD-8A91-4421-96E3-DB1AD552D79A}" type="slidenum">
              <a:rPr lang="en-IN" smtClean="0"/>
              <a:t>‹#›</a:t>
            </a:fld>
            <a:endParaRPr lang="en-IN" dirty="0"/>
          </a:p>
        </p:txBody>
      </p:sp>
    </p:spTree>
    <p:extLst>
      <p:ext uri="{BB962C8B-B14F-4D97-AF65-F5344CB8AC3E}">
        <p14:creationId xmlns:p14="http://schemas.microsoft.com/office/powerpoint/2010/main" val="241221179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84B1A95-119B-4A17-BC71-4C9796485EFF}"/>
              </a:ext>
            </a:extLst>
          </p:cNvPr>
          <p:cNvSpPr>
            <a:spLocks noGrp="1"/>
          </p:cNvSpPr>
          <p:nvPr>
            <p:ph type="dt" sz="half" idx="10"/>
          </p:nvPr>
        </p:nvSpPr>
        <p:spPr/>
        <p:txBody>
          <a:bodyPr/>
          <a:lstStyle/>
          <a:p>
            <a:fld id="{64E62A25-C702-468D-A94C-13828BE87303}" type="datetimeFigureOut">
              <a:rPr lang="en-IN" smtClean="0"/>
              <a:t>18-02-2026</a:t>
            </a:fld>
            <a:endParaRPr lang="en-IN" dirty="0"/>
          </a:p>
        </p:txBody>
      </p:sp>
      <p:sp>
        <p:nvSpPr>
          <p:cNvPr id="3" name="Footer Placeholder 2">
            <a:extLst>
              <a:ext uri="{FF2B5EF4-FFF2-40B4-BE49-F238E27FC236}">
                <a16:creationId xmlns:a16="http://schemas.microsoft.com/office/drawing/2014/main" id="{F9E9210D-96F6-416C-B755-484041049BA1}"/>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123E5A1E-09EF-4888-B6B9-BD7D97E4B470}"/>
              </a:ext>
            </a:extLst>
          </p:cNvPr>
          <p:cNvSpPr>
            <a:spLocks noGrp="1"/>
          </p:cNvSpPr>
          <p:nvPr>
            <p:ph type="sldNum" sz="quarter" idx="12"/>
          </p:nvPr>
        </p:nvSpPr>
        <p:spPr/>
        <p:txBody>
          <a:bodyPr/>
          <a:lstStyle/>
          <a:p>
            <a:fld id="{B1FFC2BD-8A91-4421-96E3-DB1AD552D79A}" type="slidenum">
              <a:rPr lang="en-IN" smtClean="0"/>
              <a:t>‹#›</a:t>
            </a:fld>
            <a:endParaRPr lang="en-IN" dirty="0"/>
          </a:p>
        </p:txBody>
      </p:sp>
    </p:spTree>
    <p:extLst>
      <p:ext uri="{BB962C8B-B14F-4D97-AF65-F5344CB8AC3E}">
        <p14:creationId xmlns:p14="http://schemas.microsoft.com/office/powerpoint/2010/main" val="222228870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DDF1D1-3845-4890-BDEE-0BAC02DD35E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312C8BC-15BA-446B-B94C-4FAE621D097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FE129E6-FBBF-4FA4-878A-F27BC1F82C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18A97E6-ED24-4F78-A812-55A96616F373}"/>
              </a:ext>
            </a:extLst>
          </p:cNvPr>
          <p:cNvSpPr>
            <a:spLocks noGrp="1"/>
          </p:cNvSpPr>
          <p:nvPr>
            <p:ph type="dt" sz="half" idx="10"/>
          </p:nvPr>
        </p:nvSpPr>
        <p:spPr/>
        <p:txBody>
          <a:bodyPr/>
          <a:lstStyle/>
          <a:p>
            <a:fld id="{64E62A25-C702-468D-A94C-13828BE87303}" type="datetimeFigureOut">
              <a:rPr lang="en-IN" smtClean="0"/>
              <a:t>18-02-2026</a:t>
            </a:fld>
            <a:endParaRPr lang="en-IN" dirty="0"/>
          </a:p>
        </p:txBody>
      </p:sp>
      <p:sp>
        <p:nvSpPr>
          <p:cNvPr id="6" name="Footer Placeholder 5">
            <a:extLst>
              <a:ext uri="{FF2B5EF4-FFF2-40B4-BE49-F238E27FC236}">
                <a16:creationId xmlns:a16="http://schemas.microsoft.com/office/drawing/2014/main" id="{ED6CE1D5-DDDF-44D2-ACB9-55D86D17B950}"/>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CDDDB905-ADA9-486F-BE60-9997D01F2615}"/>
              </a:ext>
            </a:extLst>
          </p:cNvPr>
          <p:cNvSpPr>
            <a:spLocks noGrp="1"/>
          </p:cNvSpPr>
          <p:nvPr>
            <p:ph type="sldNum" sz="quarter" idx="12"/>
          </p:nvPr>
        </p:nvSpPr>
        <p:spPr/>
        <p:txBody>
          <a:bodyPr/>
          <a:lstStyle/>
          <a:p>
            <a:fld id="{B1FFC2BD-8A91-4421-96E3-DB1AD552D79A}" type="slidenum">
              <a:rPr lang="en-IN" smtClean="0"/>
              <a:t>‹#›</a:t>
            </a:fld>
            <a:endParaRPr lang="en-IN" dirty="0"/>
          </a:p>
        </p:txBody>
      </p:sp>
    </p:spTree>
    <p:extLst>
      <p:ext uri="{BB962C8B-B14F-4D97-AF65-F5344CB8AC3E}">
        <p14:creationId xmlns:p14="http://schemas.microsoft.com/office/powerpoint/2010/main" val="212085519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E76F67-1993-4DE5-9ECC-7FBA670B4FB3}"/>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17F7E1E-7671-488F-80B3-A139CE38F25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dirty="0"/>
          </a:p>
        </p:txBody>
      </p:sp>
      <p:sp>
        <p:nvSpPr>
          <p:cNvPr id="4" name="Text Placeholder 3">
            <a:extLst>
              <a:ext uri="{FF2B5EF4-FFF2-40B4-BE49-F238E27FC236}">
                <a16:creationId xmlns:a16="http://schemas.microsoft.com/office/drawing/2014/main" id="{037C02D9-CDC9-4723-A9E8-02C0C9087C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1B04049-C517-46F1-BB65-0D6749F07A95}"/>
              </a:ext>
            </a:extLst>
          </p:cNvPr>
          <p:cNvSpPr>
            <a:spLocks noGrp="1"/>
          </p:cNvSpPr>
          <p:nvPr>
            <p:ph type="dt" sz="half" idx="10"/>
          </p:nvPr>
        </p:nvSpPr>
        <p:spPr/>
        <p:txBody>
          <a:bodyPr/>
          <a:lstStyle/>
          <a:p>
            <a:fld id="{64E62A25-C702-468D-A94C-13828BE87303}" type="datetimeFigureOut">
              <a:rPr lang="en-IN" smtClean="0"/>
              <a:t>18-02-2026</a:t>
            </a:fld>
            <a:endParaRPr lang="en-IN" dirty="0"/>
          </a:p>
        </p:txBody>
      </p:sp>
      <p:sp>
        <p:nvSpPr>
          <p:cNvPr id="6" name="Footer Placeholder 5">
            <a:extLst>
              <a:ext uri="{FF2B5EF4-FFF2-40B4-BE49-F238E27FC236}">
                <a16:creationId xmlns:a16="http://schemas.microsoft.com/office/drawing/2014/main" id="{5FE66646-9C65-4673-A7F6-E2E592FA55B8}"/>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6B739DCB-9B3F-465C-922C-4754165EB6E5}"/>
              </a:ext>
            </a:extLst>
          </p:cNvPr>
          <p:cNvSpPr>
            <a:spLocks noGrp="1"/>
          </p:cNvSpPr>
          <p:nvPr>
            <p:ph type="sldNum" sz="quarter" idx="12"/>
          </p:nvPr>
        </p:nvSpPr>
        <p:spPr/>
        <p:txBody>
          <a:bodyPr/>
          <a:lstStyle/>
          <a:p>
            <a:fld id="{B1FFC2BD-8A91-4421-96E3-DB1AD552D79A}" type="slidenum">
              <a:rPr lang="en-IN" smtClean="0"/>
              <a:t>‹#›</a:t>
            </a:fld>
            <a:endParaRPr lang="en-IN" dirty="0"/>
          </a:p>
        </p:txBody>
      </p:sp>
    </p:spTree>
    <p:extLst>
      <p:ext uri="{BB962C8B-B14F-4D97-AF65-F5344CB8AC3E}">
        <p14:creationId xmlns:p14="http://schemas.microsoft.com/office/powerpoint/2010/main" val="8752763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5BE4EE8-61F2-4055-B4C4-55272913C906}"/>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3258E0F-9160-483F-AEFE-FAE1BB411B3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FC1405E-2588-45E3-A32A-820AD622D0EA}"/>
              </a:ext>
            </a:extLst>
          </p:cNvPr>
          <p:cNvSpPr>
            <a:spLocks noGrp="1"/>
          </p:cNvSpPr>
          <p:nvPr>
            <p:ph type="dt" sz="half" idx="10"/>
          </p:nvPr>
        </p:nvSpPr>
        <p:spPr/>
        <p:txBody>
          <a:bodyPr/>
          <a:lstStyle/>
          <a:p>
            <a:fld id="{64E62A25-C702-468D-A94C-13828BE87303}" type="datetimeFigureOut">
              <a:rPr lang="en-IN" smtClean="0"/>
              <a:t>18-02-2026</a:t>
            </a:fld>
            <a:endParaRPr lang="en-IN" dirty="0"/>
          </a:p>
        </p:txBody>
      </p:sp>
      <p:sp>
        <p:nvSpPr>
          <p:cNvPr id="5" name="Footer Placeholder 4">
            <a:extLst>
              <a:ext uri="{FF2B5EF4-FFF2-40B4-BE49-F238E27FC236}">
                <a16:creationId xmlns:a16="http://schemas.microsoft.com/office/drawing/2014/main" id="{27FF1D43-553D-4506-9D75-576E320B4CD6}"/>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2AF0D8B2-69FA-49A6-B0AE-9AF3F699E5EC}"/>
              </a:ext>
            </a:extLst>
          </p:cNvPr>
          <p:cNvSpPr>
            <a:spLocks noGrp="1"/>
          </p:cNvSpPr>
          <p:nvPr>
            <p:ph type="sldNum" sz="quarter" idx="12"/>
          </p:nvPr>
        </p:nvSpPr>
        <p:spPr/>
        <p:txBody>
          <a:bodyPr/>
          <a:lstStyle/>
          <a:p>
            <a:fld id="{B1FFC2BD-8A91-4421-96E3-DB1AD552D79A}" type="slidenum">
              <a:rPr lang="en-IN" smtClean="0"/>
              <a:t>‹#›</a:t>
            </a:fld>
            <a:endParaRPr lang="en-IN" dirty="0"/>
          </a:p>
        </p:txBody>
      </p:sp>
    </p:spTree>
    <p:extLst>
      <p:ext uri="{BB962C8B-B14F-4D97-AF65-F5344CB8AC3E}">
        <p14:creationId xmlns:p14="http://schemas.microsoft.com/office/powerpoint/2010/main" val="202605784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01DD4E3-614A-4E53-AF85-402D58DF667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41D4318-03C6-4327-BC03-0410A370E4D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8E94112-D98E-4A82-A742-F132302ACDB7}"/>
              </a:ext>
            </a:extLst>
          </p:cNvPr>
          <p:cNvSpPr>
            <a:spLocks noGrp="1"/>
          </p:cNvSpPr>
          <p:nvPr>
            <p:ph type="dt" sz="half" idx="10"/>
          </p:nvPr>
        </p:nvSpPr>
        <p:spPr/>
        <p:txBody>
          <a:bodyPr/>
          <a:lstStyle/>
          <a:p>
            <a:fld id="{64E62A25-C702-468D-A94C-13828BE87303}" type="datetimeFigureOut">
              <a:rPr lang="en-IN" smtClean="0"/>
              <a:t>18-02-2026</a:t>
            </a:fld>
            <a:endParaRPr lang="en-IN" dirty="0"/>
          </a:p>
        </p:txBody>
      </p:sp>
      <p:sp>
        <p:nvSpPr>
          <p:cNvPr id="5" name="Footer Placeholder 4">
            <a:extLst>
              <a:ext uri="{FF2B5EF4-FFF2-40B4-BE49-F238E27FC236}">
                <a16:creationId xmlns:a16="http://schemas.microsoft.com/office/drawing/2014/main" id="{A9048EE8-CED8-472B-AA72-CA3048D9A940}"/>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5F36E466-85CD-41DB-9E6E-F617445DA859}"/>
              </a:ext>
            </a:extLst>
          </p:cNvPr>
          <p:cNvSpPr>
            <a:spLocks noGrp="1"/>
          </p:cNvSpPr>
          <p:nvPr>
            <p:ph type="sldNum" sz="quarter" idx="12"/>
          </p:nvPr>
        </p:nvSpPr>
        <p:spPr/>
        <p:txBody>
          <a:bodyPr/>
          <a:lstStyle/>
          <a:p>
            <a:fld id="{B1FFC2BD-8A91-4421-96E3-DB1AD552D79A}" type="slidenum">
              <a:rPr lang="en-IN" smtClean="0"/>
              <a:t>‹#›</a:t>
            </a:fld>
            <a:endParaRPr lang="en-IN" dirty="0"/>
          </a:p>
        </p:txBody>
      </p:sp>
    </p:spTree>
    <p:extLst>
      <p:ext uri="{BB962C8B-B14F-4D97-AF65-F5344CB8AC3E}">
        <p14:creationId xmlns:p14="http://schemas.microsoft.com/office/powerpoint/2010/main" val="235881333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p:cSld name="Title Slide 1">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userDrawn="1"/>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6" name="Image 5" descr="Capgemini">
            <a:extLst>
              <a:ext uri="{FF2B5EF4-FFF2-40B4-BE49-F238E27FC236}">
                <a16:creationId xmlns:a16="http://schemas.microsoft.com/office/drawing/2014/main" id="{B290AA58-6524-4A50-851C-8EA6E75AA5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781547762"/>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 uri="{C183D7F6-B498-43B3-948B-1728B52AA6E4}">
                <adec:decorative xmlns:adec="http://schemas.microsoft.com/office/drawing/2017/decorative" val="1"/>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7" name="Image 6" descr="Capgemini">
            <a:extLst>
              <a:ext uri="{FF2B5EF4-FFF2-40B4-BE49-F238E27FC236}">
                <a16:creationId xmlns:a16="http://schemas.microsoft.com/office/drawing/2014/main" id="{873884F3-4760-488E-A25C-0D285C88AE3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2024831833"/>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 uri="{C183D7F6-B498-43B3-948B-1728B52AA6E4}">
                <adec:decorative xmlns:adec="http://schemas.microsoft.com/office/drawing/2017/decorative" val="1"/>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a:t>Insert picture, edit alt text and send </a:t>
            </a:r>
            <a:r>
              <a:rPr lang="de-DE" err="1"/>
              <a:t>to</a:t>
            </a:r>
            <a:r>
              <a:rPr lang="de-DE"/>
              <a:t> back</a:t>
            </a:r>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3678123"/>
            <a:ext cx="11386134" cy="830997"/>
          </a:xfrm>
        </p:spPr>
        <p:txBody>
          <a:bodyPr wrap="square" lIns="36000" rIns="36000" bIns="0" anchor="b" anchorCtr="0">
            <a:spAutoFit/>
          </a:bodyPr>
          <a:lstStyle>
            <a:lvl1pPr algn="l">
              <a:lnSpc>
                <a:spcPct val="90000"/>
              </a:lnSpc>
              <a:defRPr sz="6000" b="1" baseline="0">
                <a:solidFill>
                  <a:schemeClr val="bg1"/>
                </a:solidFill>
                <a:latin typeface="+mn-lt"/>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pic>
        <p:nvPicPr>
          <p:cNvPr id="6" name="Image 5" descr="Capgemini">
            <a:extLst>
              <a:ext uri="{FF2B5EF4-FFF2-40B4-BE49-F238E27FC236}">
                <a16:creationId xmlns:a16="http://schemas.microsoft.com/office/drawing/2014/main" id="{4E7913BD-2F2A-43EA-9355-0DD8C035B5E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3845890531"/>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genda 1">
    <p:spTree>
      <p:nvGrpSpPr>
        <p:cNvPr id="1" name=""/>
        <p:cNvGrpSpPr/>
        <p:nvPr/>
      </p:nvGrpSpPr>
      <p:grpSpPr>
        <a:xfrm>
          <a:off x="0" y="0"/>
          <a:ext cx="0" cy="0"/>
          <a:chOff x="0" y="0"/>
          <a:chExt cx="0" cy="0"/>
        </a:xfrm>
      </p:grpSpPr>
      <p:sp>
        <p:nvSpPr>
          <p:cNvPr id="16" name="Rectangle 15">
            <a:extLst>
              <a:ext uri="{FF2B5EF4-FFF2-40B4-BE49-F238E27FC236}">
                <a16:creationId xmlns:a16="http://schemas.microsoft.com/office/drawing/2014/main" id="{72EBDB0D-AC97-40F0-9DD9-F997B00816C8}"/>
              </a:ext>
              <a:ext uri="{C183D7F6-B498-43B3-948B-1728B52AA6E4}">
                <adec:decorative xmlns:adec="http://schemas.microsoft.com/office/drawing/2017/decorative" val="1"/>
              </a:ext>
            </a:extLst>
          </p:cNvPr>
          <p:cNvSpPr/>
          <p:nvPr userDrawn="1"/>
        </p:nvSpPr>
        <p:spPr>
          <a:xfrm>
            <a:off x="-1" y="0"/>
            <a:ext cx="4749299"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2" name="Title 1">
            <a:extLst>
              <a:ext uri="{FF2B5EF4-FFF2-40B4-BE49-F238E27FC236}">
                <a16:creationId xmlns:a16="http://schemas.microsoft.com/office/drawing/2014/main" id="{4774F36F-3194-40C1-BFCB-D2FC8CB290B2}"/>
              </a:ext>
            </a:extLst>
          </p:cNvPr>
          <p:cNvSpPr>
            <a:spLocks noGrp="1"/>
          </p:cNvSpPr>
          <p:nvPr>
            <p:ph type="title"/>
          </p:nvPr>
        </p:nvSpPr>
        <p:spPr>
          <a:xfrm>
            <a:off x="404813" y="388188"/>
            <a:ext cx="4323035" cy="2392740"/>
          </a:xfrm>
        </p:spPr>
        <p:txBody>
          <a:bodyPr/>
          <a:lstStyle>
            <a:lvl1pPr>
              <a:defRPr sz="4000">
                <a:solidFill>
                  <a:schemeClr val="bg1"/>
                </a:solidFill>
              </a:defRPr>
            </a:lvl1pPr>
          </a:lstStyle>
          <a:p>
            <a:r>
              <a:rPr lang="en-US"/>
              <a:t>Click to edit Master title style</a:t>
            </a:r>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userDrawn="1"/>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dirty="0"/>
              <a:t>Second level</a:t>
            </a:r>
          </a:p>
          <a:p>
            <a:pPr lvl="2"/>
            <a:r>
              <a:rPr lang="en-US" dirty="0"/>
              <a:t>Third level</a:t>
            </a:r>
          </a:p>
          <a:p>
            <a:pPr lvl="3"/>
            <a:r>
              <a:rPr lang="en-US" dirty="0"/>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userDrawn="1"/>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dirty="0"/>
              <a:t>Second level</a:t>
            </a:r>
          </a:p>
          <a:p>
            <a:pPr lvl="2"/>
            <a:r>
              <a:rPr lang="en-US" dirty="0"/>
              <a:t>Third level</a:t>
            </a:r>
          </a:p>
          <a:p>
            <a:pPr lvl="3"/>
            <a:r>
              <a:rPr lang="en-US" dirty="0"/>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userDrawn="1"/>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41424129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Agenda 2">
    <p:spTree>
      <p:nvGrpSpPr>
        <p:cNvPr id="1" name=""/>
        <p:cNvGrpSpPr/>
        <p:nvPr/>
      </p:nvGrpSpPr>
      <p:grpSpPr>
        <a:xfrm>
          <a:off x="0" y="0"/>
          <a:ext cx="0" cy="0"/>
          <a:chOff x="0" y="0"/>
          <a:chExt cx="0" cy="0"/>
        </a:xfrm>
      </p:grpSpPr>
      <p:sp>
        <p:nvSpPr>
          <p:cNvPr id="11" name="Title 1"/>
          <p:cNvSpPr>
            <a:spLocks noGrp="1"/>
          </p:cNvSpPr>
          <p:nvPr>
            <p:ph type="title"/>
          </p:nvPr>
        </p:nvSpPr>
        <p:spPr>
          <a:xfrm>
            <a:off x="227349" y="0"/>
            <a:ext cx="11125236" cy="1104900"/>
          </a:xfrm>
          <a:prstGeom prst="rect">
            <a:avLst/>
          </a:prstGeom>
        </p:spPr>
        <p:txBody>
          <a:bodyPr/>
          <a:lstStyle/>
          <a:p>
            <a:r>
              <a:rPr lang="fr-FR"/>
              <a:t>Modifiez le style du titre</a:t>
            </a:r>
            <a:endParaRPr lang="en-GB"/>
          </a:p>
        </p:txBody>
      </p:sp>
      <p:sp>
        <p:nvSpPr>
          <p:cNvPr id="20" name="Picture Placeholder 47">
            <a:extLst>
              <a:ext uri="{FF2B5EF4-FFF2-40B4-BE49-F238E27FC236}">
                <a16:creationId xmlns:a16="http://schemas.microsoft.com/office/drawing/2014/main" id="{51CA337D-4B25-44C1-847A-AC0D74277B60}"/>
              </a:ext>
              <a:ext uri="{C183D7F6-B498-43B3-948B-1728B52AA6E4}">
                <adec:decorative xmlns:adec="http://schemas.microsoft.com/office/drawing/2017/decorative" val="1"/>
              </a:ext>
            </a:extLst>
          </p:cNvPr>
          <p:cNvSpPr>
            <a:spLocks noGrp="1"/>
          </p:cNvSpPr>
          <p:nvPr>
            <p:ph type="pic" sz="quarter" idx="19"/>
          </p:nvPr>
        </p:nvSpPr>
        <p:spPr>
          <a:xfrm>
            <a:off x="0" y="1192909"/>
            <a:ext cx="5591944" cy="5260428"/>
          </a:xfrm>
          <a:prstGeom prst="rect">
            <a:avLst/>
          </a:prstGeom>
        </p:spPr>
        <p:txBody>
          <a:bodyPr anchor="ctr"/>
          <a:lstStyle>
            <a:lvl1pPr algn="ctr">
              <a:defRPr/>
            </a:lvl1pPr>
          </a:lstStyle>
          <a:p>
            <a:r>
              <a:rPr lang="fr-FR" dirty="0"/>
              <a:t>Cliquez sur l'icône pour ajouter une image</a:t>
            </a:r>
            <a:endParaRPr lang="pt-PT"/>
          </a:p>
        </p:txBody>
      </p:sp>
      <p:sp>
        <p:nvSpPr>
          <p:cNvPr id="12" name="Text Placeholder 7">
            <a:extLst>
              <a:ext uri="{FF2B5EF4-FFF2-40B4-BE49-F238E27FC236}">
                <a16:creationId xmlns:a16="http://schemas.microsoft.com/office/drawing/2014/main" id="{3E908611-FBB7-4987-BE0F-F09EAF1FFC80}"/>
              </a:ext>
            </a:extLst>
          </p:cNvPr>
          <p:cNvSpPr>
            <a:spLocks noGrp="1"/>
          </p:cNvSpPr>
          <p:nvPr>
            <p:ph type="body" sz="quarter" idx="11" hasCustomPrompt="1"/>
          </p:nvPr>
        </p:nvSpPr>
        <p:spPr>
          <a:xfrm>
            <a:off x="6600059" y="11929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3" name="Text Placeholder 7">
            <a:extLst>
              <a:ext uri="{FF2B5EF4-FFF2-40B4-BE49-F238E27FC236}">
                <a16:creationId xmlns:a16="http://schemas.microsoft.com/office/drawing/2014/main" id="{306025B9-0362-4974-8920-7C764289CBA0}"/>
              </a:ext>
            </a:extLst>
          </p:cNvPr>
          <p:cNvSpPr>
            <a:spLocks noGrp="1"/>
          </p:cNvSpPr>
          <p:nvPr>
            <p:ph type="body" sz="quarter" idx="12" hasCustomPrompt="1"/>
          </p:nvPr>
        </p:nvSpPr>
        <p:spPr>
          <a:xfrm>
            <a:off x="6600059" y="1865049"/>
            <a:ext cx="5007742" cy="555448"/>
          </a:xfrm>
          <a:prstGeom prst="rect">
            <a:avLst/>
          </a:prstGeom>
        </p:spPr>
        <p:txBody>
          <a:bodyPr anchor="ctr">
            <a:noAutofit/>
          </a:bodyPr>
          <a:lstStyle>
            <a:lvl1pPr marL="0" marR="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a:t>Click to insert text</a:t>
            </a:r>
          </a:p>
        </p:txBody>
      </p:sp>
      <p:sp>
        <p:nvSpPr>
          <p:cNvPr id="14" name="Text Placeholder 7">
            <a:extLst>
              <a:ext uri="{FF2B5EF4-FFF2-40B4-BE49-F238E27FC236}">
                <a16:creationId xmlns:a16="http://schemas.microsoft.com/office/drawing/2014/main" id="{257644F2-F28D-4087-B791-1E7F26C4AD1C}"/>
              </a:ext>
            </a:extLst>
          </p:cNvPr>
          <p:cNvSpPr>
            <a:spLocks noGrp="1"/>
          </p:cNvSpPr>
          <p:nvPr>
            <p:ph type="body" sz="quarter" idx="13" hasCustomPrompt="1"/>
          </p:nvPr>
        </p:nvSpPr>
        <p:spPr>
          <a:xfrm>
            <a:off x="6600059" y="25371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5" name="Text Placeholder 7">
            <a:extLst>
              <a:ext uri="{FF2B5EF4-FFF2-40B4-BE49-F238E27FC236}">
                <a16:creationId xmlns:a16="http://schemas.microsoft.com/office/drawing/2014/main" id="{25F62A33-F672-4099-9B72-9B2267F22ACF}"/>
              </a:ext>
            </a:extLst>
          </p:cNvPr>
          <p:cNvSpPr>
            <a:spLocks noGrp="1"/>
          </p:cNvSpPr>
          <p:nvPr>
            <p:ph type="body" sz="quarter" idx="14" hasCustomPrompt="1"/>
          </p:nvPr>
        </p:nvSpPr>
        <p:spPr>
          <a:xfrm>
            <a:off x="6600059" y="320932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6" name="Text Placeholder 7">
            <a:extLst>
              <a:ext uri="{FF2B5EF4-FFF2-40B4-BE49-F238E27FC236}">
                <a16:creationId xmlns:a16="http://schemas.microsoft.com/office/drawing/2014/main" id="{72FF6EE1-C46D-4DEB-A508-49B5101CF26E}"/>
              </a:ext>
            </a:extLst>
          </p:cNvPr>
          <p:cNvSpPr>
            <a:spLocks noGrp="1"/>
          </p:cNvSpPr>
          <p:nvPr>
            <p:ph type="body" sz="quarter" idx="15" hasCustomPrompt="1"/>
          </p:nvPr>
        </p:nvSpPr>
        <p:spPr>
          <a:xfrm>
            <a:off x="6600059" y="388146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7" name="Text Placeholder 7">
            <a:extLst>
              <a:ext uri="{FF2B5EF4-FFF2-40B4-BE49-F238E27FC236}">
                <a16:creationId xmlns:a16="http://schemas.microsoft.com/office/drawing/2014/main" id="{931D06D9-EA9B-42A0-81EE-D669D6CA5F33}"/>
              </a:ext>
            </a:extLst>
          </p:cNvPr>
          <p:cNvSpPr>
            <a:spLocks noGrp="1"/>
          </p:cNvSpPr>
          <p:nvPr>
            <p:ph type="body" sz="quarter" idx="16" hasCustomPrompt="1"/>
          </p:nvPr>
        </p:nvSpPr>
        <p:spPr>
          <a:xfrm>
            <a:off x="6600059" y="455360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8" name="Text Placeholder 7">
            <a:extLst>
              <a:ext uri="{FF2B5EF4-FFF2-40B4-BE49-F238E27FC236}">
                <a16:creationId xmlns:a16="http://schemas.microsoft.com/office/drawing/2014/main" id="{EFEA829A-6217-4965-B7BD-6BC37F7849AB}"/>
              </a:ext>
            </a:extLst>
          </p:cNvPr>
          <p:cNvSpPr>
            <a:spLocks noGrp="1"/>
          </p:cNvSpPr>
          <p:nvPr>
            <p:ph type="body" sz="quarter" idx="17" hasCustomPrompt="1"/>
          </p:nvPr>
        </p:nvSpPr>
        <p:spPr>
          <a:xfrm>
            <a:off x="6600059" y="522574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
        <p:nvSpPr>
          <p:cNvPr id="19" name="Text Placeholder 7">
            <a:extLst>
              <a:ext uri="{FF2B5EF4-FFF2-40B4-BE49-F238E27FC236}">
                <a16:creationId xmlns:a16="http://schemas.microsoft.com/office/drawing/2014/main" id="{E05DDB93-91CA-4BAF-9D63-E4134B435D8F}"/>
              </a:ext>
            </a:extLst>
          </p:cNvPr>
          <p:cNvSpPr>
            <a:spLocks noGrp="1"/>
          </p:cNvSpPr>
          <p:nvPr>
            <p:ph type="body" sz="quarter" idx="18" hasCustomPrompt="1"/>
          </p:nvPr>
        </p:nvSpPr>
        <p:spPr>
          <a:xfrm>
            <a:off x="6600059" y="5897889"/>
            <a:ext cx="5007742" cy="555448"/>
          </a:xfrm>
          <a:prstGeom prst="rect">
            <a:avLst/>
          </a:prstGeom>
        </p:spPr>
        <p:txBody>
          <a:bodyPr anchor="ctr">
            <a:noAutofit/>
          </a:bodyPr>
          <a:lstStyle>
            <a:lvl1pPr>
              <a:lnSpc>
                <a:spcPct val="100000"/>
              </a:lnSpc>
              <a:defRPr sz="1300"/>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Click to insert text</a:t>
            </a:r>
          </a:p>
        </p:txBody>
      </p:sp>
    </p:spTree>
    <p:extLst>
      <p:ext uri="{BB962C8B-B14F-4D97-AF65-F5344CB8AC3E}">
        <p14:creationId xmlns:p14="http://schemas.microsoft.com/office/powerpoint/2010/main" val="390871348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userDrawn="1">
  <p:cSld name="Section A – Narrow">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6114F2D5-2CF8-48B0-90A4-B54FDB49D90E}"/>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bwMode="ltGray">
          <a:xfrm>
            <a:off x="0" y="0"/>
            <a:ext cx="12192000" cy="6860032"/>
          </a:xfrm>
          <a:prstGeom prst="rect">
            <a:avLst/>
          </a:prstGeom>
        </p:spPr>
      </p:pic>
      <p:sp>
        <p:nvSpPr>
          <p:cNvPr id="20" name="Rectangle 19">
            <a:extLst>
              <a:ext uri="{FF2B5EF4-FFF2-40B4-BE49-F238E27FC236}">
                <a16:creationId xmlns:a16="http://schemas.microsoft.com/office/drawing/2014/main" id="{C883B4EA-D053-4E5C-84C3-EE72BC24E22C}"/>
              </a:ext>
            </a:extLst>
          </p:cNvPr>
          <p:cNvSpPr/>
          <p:nvPr userDrawn="1"/>
        </p:nvSpPr>
        <p:spPr bwMode="white">
          <a:xfrm>
            <a:off x="2679031" y="3215"/>
            <a:ext cx="4562277" cy="6858001"/>
          </a:xfrm>
          <a:prstGeom prst="rect">
            <a:avLst/>
          </a:prstGeom>
          <a:solidFill>
            <a:srgbClr val="27293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latin typeface="+mj-lt"/>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invGray">
          <a:xfrm>
            <a:off x="3125940" y="3287890"/>
            <a:ext cx="3641582" cy="117613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noAutofit/>
          </a:bodyPr>
          <a:lstStyle>
            <a:lvl1pPr algn="ctr">
              <a:lnSpc>
                <a:spcPct val="100000"/>
              </a:lnSpc>
              <a:defRPr lang="en-US" sz="2500" b="0" cap="all" baseline="0" dirty="0">
                <a:solidFill>
                  <a:schemeClr val="bg1"/>
                </a:solidFill>
                <a:latin typeface="Ubuntu" panose="020B0504030602030204" pitchFamily="34" charset="0"/>
              </a:defRPr>
            </a:lvl1pPr>
          </a:lstStyle>
          <a:p>
            <a:pPr marL="0" lvl="0"/>
            <a:r>
              <a:rPr lang="en-US" dirty="0"/>
              <a:t>SECTION TITLE ALL CAPS, LOREM IPSUM DOLOR AMET.</a:t>
            </a:r>
          </a:p>
        </p:txBody>
      </p:sp>
      <p:pic>
        <p:nvPicPr>
          <p:cNvPr id="6" name="Picture 5">
            <a:extLst>
              <a:ext uri="{FF2B5EF4-FFF2-40B4-BE49-F238E27FC236}">
                <a16:creationId xmlns:a16="http://schemas.microsoft.com/office/drawing/2014/main" id="{4AC2D978-8882-4AFA-86B2-EF5BC2A8530A}"/>
              </a:ext>
            </a:extLst>
          </p:cNvPr>
          <p:cNvPicPr>
            <a:picLocks noChangeAspect="1"/>
          </p:cNvPicPr>
          <p:nvPr userDrawn="1"/>
        </p:nvPicPr>
        <p:blipFill>
          <a:blip r:embed="rId3"/>
          <a:stretch>
            <a:fillRect/>
          </a:stretch>
        </p:blipFill>
        <p:spPr>
          <a:xfrm>
            <a:off x="3689968" y="-3920"/>
            <a:ext cx="573846" cy="2946314"/>
          </a:xfrm>
          <a:prstGeom prst="rect">
            <a:avLst/>
          </a:prstGeom>
        </p:spPr>
      </p:pic>
      <p:pic>
        <p:nvPicPr>
          <p:cNvPr id="8" name="Picture 7" descr="A picture containing shape&#10;&#10;Description automatically generated">
            <a:extLst>
              <a:ext uri="{FF2B5EF4-FFF2-40B4-BE49-F238E27FC236}">
                <a16:creationId xmlns:a16="http://schemas.microsoft.com/office/drawing/2014/main" id="{44EDB8CD-D570-4B36-A15F-DD1E361EF259}"/>
              </a:ext>
            </a:extLst>
          </p:cNvPr>
          <p:cNvPicPr>
            <a:picLocks noChangeAspect="1"/>
          </p:cNvPicPr>
          <p:nvPr userDrawn="1"/>
        </p:nvPicPr>
        <p:blipFill>
          <a:blip r:embed="rId4"/>
          <a:stretch>
            <a:fillRect/>
          </a:stretch>
        </p:blipFill>
        <p:spPr>
          <a:xfrm>
            <a:off x="4263814" y="1139617"/>
            <a:ext cx="1550027" cy="1808365"/>
          </a:xfrm>
          <a:prstGeom prst="rect">
            <a:avLst/>
          </a:prstGeom>
        </p:spPr>
      </p:pic>
      <p:pic>
        <p:nvPicPr>
          <p:cNvPr id="9" name="Picture 8" descr="A picture containing venn diagram&#10;&#10;Description automatically generated">
            <a:extLst>
              <a:ext uri="{FF2B5EF4-FFF2-40B4-BE49-F238E27FC236}">
                <a16:creationId xmlns:a16="http://schemas.microsoft.com/office/drawing/2014/main" id="{46D3A33D-B870-46A7-9EA1-51B5C4F42F61}"/>
              </a:ext>
            </a:extLst>
          </p:cNvPr>
          <p:cNvPicPr>
            <a:picLocks noChangeAspect="1"/>
          </p:cNvPicPr>
          <p:nvPr userDrawn="1"/>
        </p:nvPicPr>
        <p:blipFill>
          <a:blip r:embed="rId5"/>
          <a:stretch>
            <a:fillRect/>
          </a:stretch>
        </p:blipFill>
        <p:spPr>
          <a:xfrm>
            <a:off x="5814582" y="1137677"/>
            <a:ext cx="2555267" cy="6008579"/>
          </a:xfrm>
          <a:prstGeom prst="rect">
            <a:avLst/>
          </a:prstGeom>
        </p:spPr>
      </p:pic>
      <p:sp>
        <p:nvSpPr>
          <p:cNvPr id="3" name="Text Placeholder 2">
            <a:extLst>
              <a:ext uri="{FF2B5EF4-FFF2-40B4-BE49-F238E27FC236}">
                <a16:creationId xmlns:a16="http://schemas.microsoft.com/office/drawing/2014/main" id="{D19AEC72-27C4-4556-93EC-C7570CE2148B}"/>
              </a:ext>
            </a:extLst>
          </p:cNvPr>
          <p:cNvSpPr>
            <a:spLocks noGrp="1"/>
          </p:cNvSpPr>
          <p:nvPr>
            <p:ph type="body" sz="quarter" idx="10" hasCustomPrompt="1"/>
          </p:nvPr>
        </p:nvSpPr>
        <p:spPr>
          <a:xfrm>
            <a:off x="3125788" y="1600264"/>
            <a:ext cx="3641725" cy="1336675"/>
          </a:xfrm>
          <a:prstGeom prst="rect">
            <a:avLst/>
          </a:prstGeom>
        </p:spPr>
        <p:txBody>
          <a:bodyPr/>
          <a:lstStyle>
            <a:lvl1pPr marL="0" indent="0" algn="ctr">
              <a:buNone/>
              <a:defRPr sz="9600">
                <a:solidFill>
                  <a:srgbClr val="00B9E8"/>
                </a:solidFill>
                <a:latin typeface="Ubuntu" panose="020B0504030602030204" pitchFamily="34" charset="0"/>
              </a:defRPr>
            </a:lvl1pPr>
          </a:lstStyle>
          <a:p>
            <a:pPr lvl="0"/>
            <a:r>
              <a:rPr lang="en-US"/>
              <a:t>1</a:t>
            </a:r>
            <a:endParaRPr lang="en-GB"/>
          </a:p>
        </p:txBody>
      </p:sp>
      <p:grpSp>
        <p:nvGrpSpPr>
          <p:cNvPr id="13" name="Group 37">
            <a:extLst>
              <a:ext uri="{FF2B5EF4-FFF2-40B4-BE49-F238E27FC236}">
                <a16:creationId xmlns:a16="http://schemas.microsoft.com/office/drawing/2014/main" id="{66DB8712-4F4E-4114-B3E8-851145F3E59A}"/>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5" name="Freeform 320">
              <a:extLst>
                <a:ext uri="{FF2B5EF4-FFF2-40B4-BE49-F238E27FC236}">
                  <a16:creationId xmlns:a16="http://schemas.microsoft.com/office/drawing/2014/main" id="{46271D6B-FF3D-4B16-807C-A775621A0ED5}"/>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6" name="Freeform 321">
              <a:extLst>
                <a:ext uri="{FF2B5EF4-FFF2-40B4-BE49-F238E27FC236}">
                  <a16:creationId xmlns:a16="http://schemas.microsoft.com/office/drawing/2014/main" id="{19B223FC-79E0-4FBE-B983-062163C65EED}"/>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84078758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30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par>
                                <p:cTn id="8" presetID="10" presetClass="entr" presetSubtype="0" fill="hold" grpId="0" nodeType="withEffect">
                                  <p:stCondLst>
                                    <p:cond delay="1750"/>
                                  </p:stCondLst>
                                  <p:iterate type="wd">
                                    <p:tmPct val="16667"/>
                                  </p:iterate>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64" presetClass="path" presetSubtype="0" decel="100000" fill="hold" grpId="1" nodeType="withEffect">
                                  <p:stCondLst>
                                    <p:cond delay="1750"/>
                                  </p:stCondLst>
                                  <p:iterate type="wd">
                                    <p:tmPct val="16667"/>
                                  </p:iterate>
                                  <p:childTnLst>
                                    <p:animMotion origin="layout" path="M 8.33333E-7 0.02615 L 8.33333E-7 3.7037E-6 " pathEditMode="relative" rAng="0" ptsTypes="AA">
                                      <p:cBhvr>
                                        <p:cTn id="12" dur="500" fill="hold"/>
                                        <p:tgtEl>
                                          <p:spTgt spid="14"/>
                                        </p:tgtEl>
                                        <p:attrNameLst>
                                          <p:attrName>ppt_x</p:attrName>
                                          <p:attrName>ppt_y</p:attrName>
                                        </p:attrNameLst>
                                      </p:cBhvr>
                                      <p:rCtr x="0" y="-1319"/>
                                    </p:animMotion>
                                  </p:childTnLst>
                                </p:cTn>
                              </p:par>
                              <p:par>
                                <p:cTn id="13" presetID="10" presetClass="entr" presetSubtype="0" fill="hold" grpId="1" nodeType="withEffect">
                                  <p:stCondLst>
                                    <p:cond delay="1250"/>
                                  </p:stCondLst>
                                  <p:childTnLst>
                                    <p:set>
                                      <p:cBhvr>
                                        <p:cTn id="14" dur="1" fill="hold">
                                          <p:stCondLst>
                                            <p:cond delay="0"/>
                                          </p:stCondLst>
                                        </p:cTn>
                                        <p:tgtEl>
                                          <p:spTgt spid="20"/>
                                        </p:tgtEl>
                                        <p:attrNameLst>
                                          <p:attrName>style.visibility</p:attrName>
                                        </p:attrNameLst>
                                      </p:cBhvr>
                                      <p:to>
                                        <p:strVal val="visible"/>
                                      </p:to>
                                    </p:set>
                                    <p:animEffect transition="in" filter="fade">
                                      <p:cBhvr>
                                        <p:cTn id="15" dur="500"/>
                                        <p:tgtEl>
                                          <p:spTgt spid="20"/>
                                        </p:tgtEl>
                                      </p:cBhvr>
                                    </p:animEffect>
                                  </p:childTnLst>
                                </p:cTn>
                              </p:par>
                              <p:par>
                                <p:cTn id="16" presetID="63" presetClass="path" presetSubtype="0" decel="100000" fill="hold" grpId="0" nodeType="withEffect">
                                  <p:stCondLst>
                                    <p:cond delay="1250"/>
                                  </p:stCondLst>
                                  <p:childTnLst>
                                    <p:animMotion origin="layout" path="M -0.05937 0 L -8.33333E-7 0 " pathEditMode="relative" rAng="0" ptsTypes="AA">
                                      <p:cBhvr>
                                        <p:cTn id="17" dur="1100" fill="hold"/>
                                        <p:tgtEl>
                                          <p:spTgt spid="20"/>
                                        </p:tgtEl>
                                        <p:attrNameLst>
                                          <p:attrName>ppt_x</p:attrName>
                                          <p:attrName>ppt_y</p:attrName>
                                        </p:attrNameLst>
                                      </p:cBhvr>
                                      <p:rCtr x="2969" y="0"/>
                                    </p:animMotion>
                                  </p:childTnLst>
                                </p:cTn>
                              </p:par>
                              <p:par>
                                <p:cTn id="18" presetID="22" presetClass="entr" presetSubtype="4" fill="hold" nodeType="withEffect">
                                  <p:stCondLst>
                                    <p:cond delay="200"/>
                                  </p:stCondLst>
                                  <p:childTnLst>
                                    <p:set>
                                      <p:cBhvr>
                                        <p:cTn id="19" dur="1" fill="hold">
                                          <p:stCondLst>
                                            <p:cond delay="0"/>
                                          </p:stCondLst>
                                        </p:cTn>
                                        <p:tgtEl>
                                          <p:spTgt spid="9"/>
                                        </p:tgtEl>
                                        <p:attrNameLst>
                                          <p:attrName>style.visibility</p:attrName>
                                        </p:attrNameLst>
                                      </p:cBhvr>
                                      <p:to>
                                        <p:strVal val="visible"/>
                                      </p:to>
                                    </p:set>
                                    <p:animEffect transition="in" filter="wipe(down)">
                                      <p:cBhvr>
                                        <p:cTn id="20" dur="2200"/>
                                        <p:tgtEl>
                                          <p:spTgt spid="9"/>
                                        </p:tgtEl>
                                      </p:cBhvr>
                                    </p:animEffect>
                                  </p:childTnLst>
                                </p:cTn>
                              </p:par>
                              <p:par>
                                <p:cTn id="21" presetID="22" presetClass="entr" presetSubtype="2" fill="hold" nodeType="withEffect">
                                  <p:stCondLst>
                                    <p:cond delay="2100"/>
                                  </p:stCondLst>
                                  <p:childTnLst>
                                    <p:set>
                                      <p:cBhvr>
                                        <p:cTn id="22" dur="1" fill="hold">
                                          <p:stCondLst>
                                            <p:cond delay="0"/>
                                          </p:stCondLst>
                                        </p:cTn>
                                        <p:tgtEl>
                                          <p:spTgt spid="8"/>
                                        </p:tgtEl>
                                        <p:attrNameLst>
                                          <p:attrName>style.visibility</p:attrName>
                                        </p:attrNameLst>
                                      </p:cBhvr>
                                      <p:to>
                                        <p:strVal val="visible"/>
                                      </p:to>
                                    </p:set>
                                    <p:animEffect transition="in" filter="wipe(right)">
                                      <p:cBhvr>
                                        <p:cTn id="23" dur="1250"/>
                                        <p:tgtEl>
                                          <p:spTgt spid="8"/>
                                        </p:tgtEl>
                                      </p:cBhvr>
                                    </p:animEffect>
                                  </p:childTnLst>
                                </p:cTn>
                              </p:par>
                              <p:par>
                                <p:cTn id="24" presetID="22" presetClass="entr" presetSubtype="4" fill="hold" nodeType="withEffect">
                                  <p:stCondLst>
                                    <p:cond delay="3300"/>
                                  </p:stCondLst>
                                  <p:childTnLst>
                                    <p:set>
                                      <p:cBhvr>
                                        <p:cTn id="25" dur="1" fill="hold">
                                          <p:stCondLst>
                                            <p:cond delay="0"/>
                                          </p:stCondLst>
                                        </p:cTn>
                                        <p:tgtEl>
                                          <p:spTgt spid="6"/>
                                        </p:tgtEl>
                                        <p:attrNameLst>
                                          <p:attrName>style.visibility</p:attrName>
                                        </p:attrNameLst>
                                      </p:cBhvr>
                                      <p:to>
                                        <p:strVal val="visible"/>
                                      </p:to>
                                    </p:set>
                                    <p:animEffect transition="in" filter="wipe(down)">
                                      <p:cBhvr>
                                        <p:cTn id="26" dur="1100"/>
                                        <p:tgtEl>
                                          <p:spTgt spid="6"/>
                                        </p:tgtEl>
                                      </p:cBhvr>
                                    </p:animEffect>
                                  </p:childTnLst>
                                </p:cTn>
                              </p:par>
                              <p:par>
                                <p:cTn id="27" presetID="10" presetClass="entr" presetSubtype="0" fill="hold" nodeType="withEffect">
                                  <p:stCondLst>
                                    <p:cond delay="200"/>
                                  </p:stCondLst>
                                  <p:childTnLst>
                                    <p:set>
                                      <p:cBhvr>
                                        <p:cTn id="28" dur="1" fill="hold">
                                          <p:stCondLst>
                                            <p:cond delay="0"/>
                                          </p:stCondLst>
                                        </p:cTn>
                                        <p:tgtEl>
                                          <p:spTgt spid="17"/>
                                        </p:tgtEl>
                                        <p:attrNameLst>
                                          <p:attrName>style.visibility</p:attrName>
                                        </p:attrNameLst>
                                      </p:cBhvr>
                                      <p:to>
                                        <p:strVal val="visible"/>
                                      </p:to>
                                    </p:set>
                                    <p:animEffect transition="in" filter="fade">
                                      <p:cBhvr>
                                        <p:cTn id="29" dur="1150"/>
                                        <p:tgtEl>
                                          <p:spTgt spid="17"/>
                                        </p:tgtEl>
                                      </p:cBhvr>
                                    </p:animEffect>
                                  </p:childTnLst>
                                </p:cTn>
                              </p:par>
                              <p:par>
                                <p:cTn id="30" presetID="6" presetClass="emph" presetSubtype="0" fill="hold" nodeType="withEffect">
                                  <p:stCondLst>
                                    <p:cond delay="0"/>
                                  </p:stCondLst>
                                  <p:childTnLst>
                                    <p:animScale>
                                      <p:cBhvr>
                                        <p:cTn id="31" dur="150" fill="hold"/>
                                        <p:tgtEl>
                                          <p:spTgt spid="17"/>
                                        </p:tgtEl>
                                      </p:cBhvr>
                                      <p:by x="110000" y="110000"/>
                                    </p:animScale>
                                  </p:childTnLst>
                                </p:cTn>
                              </p:par>
                              <p:par>
                                <p:cTn id="32" presetID="6" presetClass="emph" presetSubtype="0" decel="100000" fill="hold" nodeType="withEffect">
                                  <p:stCondLst>
                                    <p:cond delay="200"/>
                                  </p:stCondLst>
                                  <p:childTnLst>
                                    <p:animScale>
                                      <p:cBhvr>
                                        <p:cTn id="33" dur="3450" fill="hold"/>
                                        <p:tgtEl>
                                          <p:spTgt spid="17"/>
                                        </p:tgtEl>
                                      </p:cBhvr>
                                      <p:by x="90990" y="9099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animBg="1"/>
      <p:bldP spid="20" grpId="1" animBg="1"/>
      <p:bldP spid="14" grpId="0"/>
      <p:bldP spid="14" grpId="1"/>
      <p:bldP spid="3" grpId="0">
        <p:tmplLst>
          <p:tmpl>
            <p:tnLst>
              <p:par>
                <p:cTn presetID="10" presetClass="entr" presetSubtype="0" fill="hold" nodeType="withEffect">
                  <p:stCondLst>
                    <p:cond delay="1300"/>
                  </p:stCondLst>
                  <p:childTnLst>
                    <p:set>
                      <p:cBhvr>
                        <p:cTn dur="1" fill="hold">
                          <p:stCondLst>
                            <p:cond delay="0"/>
                          </p:stCondLst>
                        </p:cTn>
                        <p:tgtEl>
                          <p:spTgt spid="3"/>
                        </p:tgtEl>
                        <p:attrNameLst>
                          <p:attrName>style.visibility</p:attrName>
                        </p:attrNameLst>
                      </p:cBhvr>
                      <p:to>
                        <p:strVal val="visible"/>
                      </p:to>
                    </p:set>
                    <p:animEffect transition="in" filter="fade">
                      <p:cBhvr>
                        <p:cTn dur="500"/>
                        <p:tgtEl>
                          <p:spTgt spid="3"/>
                        </p:tgtEl>
                      </p:cBhvr>
                    </p:animEffect>
                  </p:childTnLst>
                </p:cTn>
              </p:par>
            </p:tnLst>
          </p:tmpl>
        </p:tmplLst>
      </p:bldP>
    </p:bldLst>
  </p:timing>
</p:sldLayout>
</file>

<file path=ppt/slideLayouts/slideLayout18.xml><?xml version="1.0" encoding="utf-8"?>
<p:sldLayout xmlns:a="http://schemas.openxmlformats.org/drawingml/2006/main" xmlns:r="http://schemas.openxmlformats.org/officeDocument/2006/relationships" xmlns:p="http://schemas.openxmlformats.org/presentationml/2006/main" userDrawn="1">
  <p:cSld name="Section C – Wide">
    <p:spTree>
      <p:nvGrpSpPr>
        <p:cNvPr id="1" name=""/>
        <p:cNvGrpSpPr/>
        <p:nvPr/>
      </p:nvGrpSpPr>
      <p:grpSpPr>
        <a:xfrm>
          <a:off x="0" y="0"/>
          <a:ext cx="0" cy="0"/>
          <a:chOff x="0" y="0"/>
          <a:chExt cx="0" cy="0"/>
        </a:xfrm>
      </p:grpSpPr>
      <p:pic>
        <p:nvPicPr>
          <p:cNvPr id="16" name="Picture 6">
            <a:extLst>
              <a:ext uri="{FF2B5EF4-FFF2-40B4-BE49-F238E27FC236}">
                <a16:creationId xmlns:a16="http://schemas.microsoft.com/office/drawing/2014/main" id="{B313E9A5-8927-4424-8200-0B40A5FE0D8A}"/>
              </a:ext>
            </a:extLst>
          </p:cNvPr>
          <p:cNvPicPr>
            <a:picLocks noChangeAspect="1"/>
          </p:cNvPicPr>
          <p:nvPr userDrawn="1"/>
        </p:nvPicPr>
        <p:blipFill>
          <a:blip r:embed="rId2">
            <a:extLst>
              <a:ext uri="{28A0092B-C50C-407E-A947-70E740481C1C}">
                <a14:useLocalDpi xmlns:a14="http://schemas.microsoft.com/office/drawing/2010/main"/>
              </a:ext>
            </a:extLst>
          </a:blip>
          <a:srcRect/>
          <a:stretch/>
        </p:blipFill>
        <p:spPr bwMode="ltGray">
          <a:xfrm>
            <a:off x="0" y="-1"/>
            <a:ext cx="12192000" cy="6858000"/>
          </a:xfrm>
          <a:prstGeom prst="rect">
            <a:avLst/>
          </a:prstGeom>
        </p:spPr>
      </p:pic>
      <p:sp>
        <p:nvSpPr>
          <p:cNvPr id="13" name="Rectangle 12">
            <a:extLst>
              <a:ext uri="{FF2B5EF4-FFF2-40B4-BE49-F238E27FC236}">
                <a16:creationId xmlns:a16="http://schemas.microsoft.com/office/drawing/2014/main" id="{11AD9EEC-2F0C-454C-A5B2-F57FD7AAED4C}"/>
              </a:ext>
            </a:extLst>
          </p:cNvPr>
          <p:cNvSpPr/>
          <p:nvPr userDrawn="1"/>
        </p:nvSpPr>
        <p:spPr bwMode="white">
          <a:xfrm>
            <a:off x="2679031" y="-1"/>
            <a:ext cx="9512969" cy="6858001"/>
          </a:xfrm>
          <a:prstGeom prst="rect">
            <a:avLst/>
          </a:prstGeom>
          <a:solidFill>
            <a:srgbClr val="14596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auto">
          <a:xfrm>
            <a:off x="3359696" y="2095351"/>
            <a:ext cx="5781098" cy="397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spAutoFit/>
          </a:bodyPr>
          <a:lstStyle>
            <a:lvl1pPr algn="l">
              <a:lnSpc>
                <a:spcPts val="3100"/>
              </a:lnSpc>
              <a:defRPr lang="en-US" sz="3200" b="1" cap="all" baseline="0" dirty="0">
                <a:solidFill>
                  <a:schemeClr val="bg1"/>
                </a:solidFill>
                <a:latin typeface="Ubuntu" panose="020B0504030602030204" pitchFamily="34" charset="0"/>
              </a:defRPr>
            </a:lvl1pPr>
          </a:lstStyle>
          <a:p>
            <a:pPr marL="0" lvl="0"/>
            <a:r>
              <a:rPr lang="en-US"/>
              <a:t>SECTION TITLE ALL CAPS</a:t>
            </a:r>
          </a:p>
        </p:txBody>
      </p:sp>
      <p:sp>
        <p:nvSpPr>
          <p:cNvPr id="5" name="Text Placeholder 4">
            <a:extLst>
              <a:ext uri="{FF2B5EF4-FFF2-40B4-BE49-F238E27FC236}">
                <a16:creationId xmlns:a16="http://schemas.microsoft.com/office/drawing/2014/main" id="{2545FEED-D34C-429E-92B0-734C0A2CAA82}"/>
              </a:ext>
            </a:extLst>
          </p:cNvPr>
          <p:cNvSpPr>
            <a:spLocks noGrp="1"/>
          </p:cNvSpPr>
          <p:nvPr>
            <p:ph type="body" sz="quarter" idx="10" hasCustomPrompt="1"/>
          </p:nvPr>
        </p:nvSpPr>
        <p:spPr>
          <a:xfrm>
            <a:off x="3359696" y="3144837"/>
            <a:ext cx="5781098" cy="476845"/>
          </a:xfrm>
          <a:prstGeom prst="rect">
            <a:avLst/>
          </a:prstGeom>
        </p:spPr>
        <p:txBody>
          <a:bodyPr lIns="0" tIns="0" rIns="0" bIns="0"/>
          <a:lstStyle>
            <a:lvl1pPr marL="0" indent="0">
              <a:buNone/>
              <a:defRPr sz="2400" cap="all" baseline="0">
                <a:solidFill>
                  <a:srgbClr val="00E6E3"/>
                </a:solidFill>
                <a:latin typeface="Ubuntu" panose="020B0504030602030204" pitchFamily="34" charset="0"/>
              </a:defRPr>
            </a:lvl1pPr>
            <a:lvl5pPr>
              <a:defRPr/>
            </a:lvl5pPr>
          </a:lstStyle>
          <a:p>
            <a:pPr lvl="0"/>
            <a:r>
              <a:rPr lang="en-US" dirty="0"/>
              <a:t>SECTION SUBTITLE ALL CAPs</a:t>
            </a:r>
            <a:endParaRPr lang="en-GB" dirty="0"/>
          </a:p>
        </p:txBody>
      </p:sp>
      <p:sp>
        <p:nvSpPr>
          <p:cNvPr id="9" name="Text Placeholder 8">
            <a:extLst>
              <a:ext uri="{FF2B5EF4-FFF2-40B4-BE49-F238E27FC236}">
                <a16:creationId xmlns:a16="http://schemas.microsoft.com/office/drawing/2014/main" id="{F874BF17-775B-4C09-81B2-C8403E37CEBE}"/>
              </a:ext>
            </a:extLst>
          </p:cNvPr>
          <p:cNvSpPr>
            <a:spLocks noGrp="1"/>
          </p:cNvSpPr>
          <p:nvPr>
            <p:ph type="body" sz="quarter" idx="11" hasCustomPrompt="1"/>
          </p:nvPr>
        </p:nvSpPr>
        <p:spPr>
          <a:xfrm>
            <a:off x="3359696" y="3713163"/>
            <a:ext cx="5781098" cy="2809875"/>
          </a:xfrm>
          <a:prstGeom prst="rect">
            <a:avLst/>
          </a:prstGeom>
        </p:spPr>
        <p:txBody>
          <a:bodyPr lIns="0" tIns="0" rIns="0" bIns="0"/>
          <a:lstStyle>
            <a:lvl1pPr marL="0" indent="0">
              <a:lnSpc>
                <a:spcPct val="110000"/>
              </a:lnSpc>
              <a:buNone/>
              <a:defRPr sz="1800">
                <a:solidFill>
                  <a:schemeClr val="bg1"/>
                </a:solidFill>
                <a:latin typeface="Ubuntu" panose="020B0504030602030204" pitchFamily="34" charset="0"/>
              </a:defRPr>
            </a:lvl1pPr>
          </a:lstStyle>
          <a:p>
            <a:pPr lvl="0"/>
            <a:r>
              <a:rPr lang="en-US" dirty="0"/>
              <a:t>Short chapter description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a:t>
            </a:r>
            <a:r>
              <a:rPr lang="en-US" dirty="0"/>
              <a:t>.</a:t>
            </a:r>
            <a:endParaRPr lang="en-GB" dirty="0"/>
          </a:p>
        </p:txBody>
      </p:sp>
      <p:grpSp>
        <p:nvGrpSpPr>
          <p:cNvPr id="8" name="Group 37">
            <a:extLst>
              <a:ext uri="{FF2B5EF4-FFF2-40B4-BE49-F238E27FC236}">
                <a16:creationId xmlns:a16="http://schemas.microsoft.com/office/drawing/2014/main" id="{89B4162E-9D70-4209-8DF4-1DED4106593B}"/>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0" name="Freeform 320">
              <a:extLst>
                <a:ext uri="{FF2B5EF4-FFF2-40B4-BE49-F238E27FC236}">
                  <a16:creationId xmlns:a16="http://schemas.microsoft.com/office/drawing/2014/main" id="{0DC7C616-15E8-4116-9F0B-2B12EA97341E}"/>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1" name="Freeform 321">
              <a:extLst>
                <a:ext uri="{FF2B5EF4-FFF2-40B4-BE49-F238E27FC236}">
                  <a16:creationId xmlns:a16="http://schemas.microsoft.com/office/drawing/2014/main" id="{8CD5D6CE-DA21-4029-90DF-6FD0FE6AC0BC}"/>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7760681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75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1" nodeType="withEffect">
                                  <p:stCondLst>
                                    <p:cond delay="100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1500"/>
                                        <p:tgtEl>
                                          <p:spTgt spid="13"/>
                                        </p:tgtEl>
                                      </p:cBhvr>
                                    </p:animEffect>
                                  </p:childTnLst>
                                </p:cTn>
                              </p:par>
                              <p:par>
                                <p:cTn id="11" presetID="63" presetClass="path" presetSubtype="0" decel="100000" fill="hold" grpId="0" nodeType="withEffect">
                                  <p:stCondLst>
                                    <p:cond delay="1000"/>
                                  </p:stCondLst>
                                  <p:childTnLst>
                                    <p:animMotion origin="layout" path="M -0.05938 0 L 4.16667E-6 0 " pathEditMode="relative" rAng="0" ptsTypes="AA">
                                      <p:cBhvr>
                                        <p:cTn id="12" dur="1500" fill="hold"/>
                                        <p:tgtEl>
                                          <p:spTgt spid="13"/>
                                        </p:tgtEl>
                                        <p:attrNameLst>
                                          <p:attrName>ppt_x</p:attrName>
                                          <p:attrName>ppt_y</p:attrName>
                                        </p:attrNameLst>
                                      </p:cBhvr>
                                      <p:rCtr x="2969" y="0"/>
                                    </p:animMotion>
                                  </p:childTnLst>
                                </p:cTn>
                              </p:par>
                              <p:par>
                                <p:cTn id="13" presetID="10" presetClass="entr" presetSubtype="0" fill="hold" grpId="0" nodeType="withEffect">
                                  <p:stCondLst>
                                    <p:cond delay="2500"/>
                                  </p:stCondLst>
                                  <p:iterate type="wd">
                                    <p:tmPct val="16667"/>
                                  </p:iterate>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64" presetClass="path" presetSubtype="0" decel="100000" fill="hold" grpId="1" nodeType="withEffect">
                                  <p:stCondLst>
                                    <p:cond delay="2500"/>
                                  </p:stCondLst>
                                  <p:iterate type="wd">
                                    <p:tmPct val="16667"/>
                                  </p:iterate>
                                  <p:childTnLst>
                                    <p:animMotion origin="layout" path="M -4.16667E-6 0.02616 L -4.16667E-6 -4.81481E-6 " pathEditMode="relative" rAng="0" ptsTypes="AA">
                                      <p:cBhvr>
                                        <p:cTn id="17" dur="500" fill="hold"/>
                                        <p:tgtEl>
                                          <p:spTgt spid="5"/>
                                        </p:tgtEl>
                                        <p:attrNameLst>
                                          <p:attrName>ppt_x</p:attrName>
                                          <p:attrName>ppt_y</p:attrName>
                                        </p:attrNameLst>
                                      </p:cBhvr>
                                      <p:rCtr x="0" y="-1319"/>
                                    </p:animMotion>
                                  </p:childTnLst>
                                </p:cTn>
                              </p:par>
                              <p:par>
                                <p:cTn id="18" presetID="10" presetClass="entr" presetSubtype="0" fill="hold" grpId="0" nodeType="withEffect">
                                  <p:stCondLst>
                                    <p:cond delay="340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fade">
                                      <p:cBhvr>
                                        <p:cTn id="20" dur="750"/>
                                        <p:tgtEl>
                                          <p:spTgt spid="9">
                                            <p:txEl>
                                              <p:pRg st="0" end="0"/>
                                            </p:txEl>
                                          </p:spTgt>
                                        </p:tgtEl>
                                      </p:cBhvr>
                                    </p:animEffect>
                                  </p:childTnLst>
                                </p:cTn>
                              </p:par>
                              <p:par>
                                <p:cTn id="21" presetID="10" presetClass="entr" presetSubtype="0" fill="hold" nodeType="withEffect">
                                  <p:stCondLst>
                                    <p:cond delay="20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1150"/>
                                        <p:tgtEl>
                                          <p:spTgt spid="16"/>
                                        </p:tgtEl>
                                      </p:cBhvr>
                                    </p:animEffect>
                                  </p:childTnLst>
                                </p:cTn>
                              </p:par>
                              <p:par>
                                <p:cTn id="24" presetID="6" presetClass="emph" presetSubtype="0" fill="hold" nodeType="withEffect">
                                  <p:stCondLst>
                                    <p:cond delay="0"/>
                                  </p:stCondLst>
                                  <p:childTnLst>
                                    <p:animScale>
                                      <p:cBhvr>
                                        <p:cTn id="25" dur="150" fill="hold"/>
                                        <p:tgtEl>
                                          <p:spTgt spid="16"/>
                                        </p:tgtEl>
                                      </p:cBhvr>
                                      <p:by x="110000" y="110000"/>
                                    </p:animScale>
                                  </p:childTnLst>
                                </p:cTn>
                              </p:par>
                              <p:par>
                                <p:cTn id="26" presetID="6" presetClass="emph" presetSubtype="0" decel="100000" fill="hold" nodeType="withEffect">
                                  <p:stCondLst>
                                    <p:cond delay="200"/>
                                  </p:stCondLst>
                                  <p:childTnLst>
                                    <p:animScale>
                                      <p:cBhvr>
                                        <p:cTn id="27" dur="3450" fill="hold"/>
                                        <p:tgtEl>
                                          <p:spTgt spid="16"/>
                                        </p:tgtEl>
                                      </p:cBhvr>
                                      <p:by x="90990" y="9099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p:bldP spid="5" grpId="0">
        <p:tmplLst>
          <p:tmpl>
            <p:tnLst>
              <p:par>
                <p:cTn presetID="10" presetClass="entr" presetSubtype="0" fill="hold" nodeType="withEffect">
                  <p:stCondLst>
                    <p:cond delay="2500"/>
                  </p:stCondLst>
                  <p:iterate type="wd">
                    <p:tmPct val="16667"/>
                  </p:iterate>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5" grpId="1">
        <p:tmplLst>
          <p:tmpl>
            <p:tnLst>
              <p:par>
                <p:cTn presetID="64" presetClass="path" presetSubtype="0" decel="100000" fill="hold" nodeType="withEffect">
                  <p:stCondLst>
                    <p:cond delay="2500"/>
                  </p:stCondLst>
                  <p:iterate type="wd">
                    <p:tmPct val="16667"/>
                  </p:iterate>
                  <p:childTnLst>
                    <p:animMotion origin="layout" path="M -4.16667E-6 0.02616 L -4.16667E-6 -4.81481E-6 " pathEditMode="relative" rAng="0" ptsTypes="AA">
                      <p:cBhvr>
                        <p:cTn dur="500" fill="hold"/>
                        <p:tgtEl>
                          <p:spTgt spid="5"/>
                        </p:tgtEl>
                        <p:attrNameLst>
                          <p:attrName>ppt_x</p:attrName>
                          <p:attrName>ppt_y</p:attrName>
                        </p:attrNameLst>
                      </p:cBhvr>
                      <p:rCtr x="0" y="-1319"/>
                    </p:animMotion>
                  </p:childTnLst>
                </p:cTn>
              </p:par>
            </p:tnLst>
          </p:tmpl>
        </p:tmplLst>
      </p:bldP>
      <p:bldP spid="9" grpId="0" build="p">
        <p:tmplLst>
          <p:tmpl lvl="1">
            <p:tnLst>
              <p:par>
                <p:cTn presetID="10" presetClass="entr" presetSubtype="0" fill="hold" nodeType="withEffect">
                  <p:stCondLst>
                    <p:cond delay="3400"/>
                  </p:stCondLst>
                  <p:childTnLst>
                    <p:set>
                      <p:cBhvr>
                        <p:cTn dur="1" fill="hold">
                          <p:stCondLst>
                            <p:cond delay="0"/>
                          </p:stCondLst>
                        </p:cTn>
                        <p:tgtEl>
                          <p:spTgt spid="9"/>
                        </p:tgtEl>
                        <p:attrNameLst>
                          <p:attrName>style.visibility</p:attrName>
                        </p:attrNameLst>
                      </p:cBhvr>
                      <p:to>
                        <p:strVal val="visible"/>
                      </p:to>
                    </p:set>
                    <p:animEffect transition="in" filter="fade">
                      <p:cBhvr>
                        <p:cTn dur="750"/>
                        <p:tgtEl>
                          <p:spTgt spid="9"/>
                        </p:tgtEl>
                      </p:cBhvr>
                    </p:animEffect>
                  </p:childTnLst>
                </p:cTn>
              </p:par>
            </p:tnLst>
          </p:tmpl>
        </p:tmplLst>
      </p:bldP>
    </p:bld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
        <p:nvSpPr>
          <p:cNvPr id="4" name="Text Placeholder 3"/>
          <p:cNvSpPr>
            <a:spLocks noGrp="1"/>
          </p:cNvSpPr>
          <p:nvPr>
            <p:ph type="body" sz="quarter" idx="10"/>
          </p:nvPr>
        </p:nvSpPr>
        <p:spPr>
          <a:xfrm>
            <a:off x="404812" y="1447201"/>
            <a:ext cx="11379201" cy="5022612"/>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530251740"/>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Title, subtitle and content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
        <p:nvSpPr>
          <p:cNvPr id="4" name="Text Placeholder 3"/>
          <p:cNvSpPr>
            <a:spLocks noGrp="1"/>
          </p:cNvSpPr>
          <p:nvPr>
            <p:ph type="body" sz="quarter" idx="10"/>
          </p:nvPr>
        </p:nvSpPr>
        <p:spPr>
          <a:xfrm>
            <a:off x="404812" y="1899138"/>
            <a:ext cx="11379201" cy="4570674"/>
          </a:xfrm>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287636506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Title and sub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
        <p:nvSpPr>
          <p:cNvPr id="5" name="Espace réservé du texte 4"/>
          <p:cNvSpPr>
            <a:spLocks noGrp="1"/>
          </p:cNvSpPr>
          <p:nvPr>
            <p:ph type="body" sz="quarter" idx="11" hasCustomPrompt="1"/>
          </p:nvPr>
        </p:nvSpPr>
        <p:spPr>
          <a:xfrm>
            <a:off x="404813" y="1327150"/>
            <a:ext cx="11379200" cy="307777"/>
          </a:xfrm>
          <a:prstGeom prst="rect">
            <a:avLst/>
          </a:prstGeom>
        </p:spPr>
        <p:txBody>
          <a:bodyPr>
            <a:spAutoFit/>
          </a:bodyPr>
          <a:lstStyle>
            <a:lvl1pPr>
              <a:defRPr>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210124795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Content two column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0070AD"/>
                </a:solidFill>
                <a:latin typeface="+mn-lt"/>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998311038"/>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Content 3 columns 1">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0"/>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chemeClr val="accent1"/>
                </a:solidFill>
                <a:latin typeface="+mn-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233223966"/>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ontent 3 columns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a:p>
        </p:txBody>
      </p:sp>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dirty="0"/>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336B7D"/>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336B7D"/>
              </a:buClr>
              <a:defRPr sz="1400"/>
            </a:lvl2pPr>
            <a:lvl3pPr>
              <a:lnSpc>
                <a:spcPct val="100000"/>
              </a:lnSpc>
              <a:spcBef>
                <a:spcPts val="0"/>
              </a:spcBef>
              <a:buClr>
                <a:srgbClr val="336B7D"/>
              </a:buClr>
              <a:defRPr sz="1400"/>
            </a:lvl3pPr>
            <a:lvl4pPr>
              <a:lnSpc>
                <a:spcPct val="100000"/>
              </a:lnSpc>
              <a:spcBef>
                <a:spcPts val="0"/>
              </a:spcBef>
              <a:buClr>
                <a:srgbClr val="336B7D"/>
              </a:buClr>
              <a:defRPr sz="1400"/>
            </a:lvl4pPr>
            <a:lvl5pPr>
              <a:lnSpc>
                <a:spcPct val="100000"/>
              </a:lnSpc>
              <a:spcBef>
                <a:spcPts val="0"/>
              </a:spcBef>
              <a:buClr>
                <a:srgbClr val="336B7D"/>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a:t>Click to insert title</a:t>
            </a:r>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154301670"/>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Only 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87362813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Title and Content dark grey">
    <p:bg>
      <p:bgPr>
        <a:solidFill>
          <a:schemeClr val="accent4"/>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125886384"/>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Title and content light Grey">
    <p:bg>
      <p:bgPr>
        <a:solidFill>
          <a:schemeClr val="bg2"/>
        </a:solidFill>
        <a:effectLst/>
      </p:bgPr>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a:p>
        </p:txBody>
      </p:sp>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79524240"/>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Section Break dark">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a:t>INSERT A LABEL/ALBEIT</a:t>
            </a:r>
          </a:p>
        </p:txBody>
      </p:sp>
    </p:spTree>
    <p:extLst>
      <p:ext uri="{BB962C8B-B14F-4D97-AF65-F5344CB8AC3E}">
        <p14:creationId xmlns:p14="http://schemas.microsoft.com/office/powerpoint/2010/main" val="3957878303"/>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Content RH image 2">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4" y="1161430"/>
            <a:ext cx="6627290" cy="1115442"/>
          </a:xfrm>
        </p:spPr>
        <p:txBody>
          <a:bodyPr vert="horz" lIns="0" tIns="0" rIns="0" bIns="0" rtlCol="0" anchor="b">
            <a:noAutofit/>
          </a:bodyPr>
          <a:lstStyle>
            <a:lvl1pPr>
              <a:defRPr lang="en-GB" sz="3600">
                <a:solidFill>
                  <a:schemeClr val="tx1"/>
                </a:solidFill>
              </a:defRPr>
            </a:lvl1pPr>
          </a:lstStyle>
          <a:p>
            <a:pPr lvl="0"/>
            <a:r>
              <a:rPr lang="en-US"/>
              <a:t>Click to edit Master title style</a:t>
            </a:r>
            <a:endParaRPr lang="en-GB"/>
          </a:p>
        </p:txBody>
      </p:sp>
      <p:sp>
        <p:nvSpPr>
          <p:cNvPr id="5" name="Text Placeholder 4">
            <a:extLst>
              <a:ext uri="{FF2B5EF4-FFF2-40B4-BE49-F238E27FC236}">
                <a16:creationId xmlns:a16="http://schemas.microsoft.com/office/drawing/2014/main" id="{D410FA47-1FF8-451B-8532-F1B477524FA0}"/>
              </a:ext>
            </a:extLst>
          </p:cNvPr>
          <p:cNvSpPr>
            <a:spLocks noGrp="1"/>
          </p:cNvSpPr>
          <p:nvPr>
            <p:ph type="body" sz="quarter" idx="11"/>
          </p:nvPr>
        </p:nvSpPr>
        <p:spPr>
          <a:xfrm>
            <a:off x="404813" y="2492374"/>
            <a:ext cx="6627290" cy="2736825"/>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4" name="Picture Placeholder 13">
            <a:extLst>
              <a:ext uri="{FF2B5EF4-FFF2-40B4-BE49-F238E27FC236}">
                <a16:creationId xmlns:a16="http://schemas.microsoft.com/office/drawing/2014/main" id="{5C94FEA8-066A-4CC1-BFCC-10ED1764A21E}"/>
              </a:ext>
              <a:ext uri="{C183D7F6-B498-43B3-948B-1728B52AA6E4}">
                <adec:decorative xmlns:adec="http://schemas.microsoft.com/office/drawing/2017/decorative" val="1"/>
              </a:ext>
            </a:extLst>
          </p:cNvPr>
          <p:cNvSpPr>
            <a:spLocks noGrp="1"/>
          </p:cNvSpPr>
          <p:nvPr>
            <p:ph type="pic" sz="quarter" idx="10" hasCustomPrompt="1"/>
          </p:nvPr>
        </p:nvSpPr>
        <p:spPr>
          <a:xfrm>
            <a:off x="7223124" y="0"/>
            <a:ext cx="4968876" cy="6858000"/>
          </a:xfrm>
          <a:custGeom>
            <a:avLst/>
            <a:gdLst>
              <a:gd name="connsiteX0" fmla="*/ 4563423 w 4968876"/>
              <a:gd name="connsiteY0" fmla="*/ 205058 h 6858000"/>
              <a:gd name="connsiteX1" fmla="*/ 4339039 w 4968876"/>
              <a:gd name="connsiteY1" fmla="*/ 436971 h 6858000"/>
              <a:gd name="connsiteX2" fmla="*/ 4416767 w 4968876"/>
              <a:gd name="connsiteY2" fmla="*/ 551459 h 6858000"/>
              <a:gd name="connsiteX3" fmla="*/ 4495961 w 4968876"/>
              <a:gd name="connsiteY3" fmla="*/ 552927 h 6858000"/>
              <a:gd name="connsiteX4" fmla="*/ 4528042 w 4968876"/>
              <a:gd name="connsiteY4" fmla="*/ 536965 h 6858000"/>
              <a:gd name="connsiteX5" fmla="*/ 4554424 w 4968876"/>
              <a:gd name="connsiteY5" fmla="*/ 513474 h 6858000"/>
              <a:gd name="connsiteX6" fmla="*/ 4547380 w 4968876"/>
              <a:gd name="connsiteY6" fmla="*/ 536398 h 6858000"/>
              <a:gd name="connsiteX7" fmla="*/ 4482579 w 4968876"/>
              <a:gd name="connsiteY7" fmla="*/ 579359 h 6858000"/>
              <a:gd name="connsiteX8" fmla="*/ 4536878 w 4968876"/>
              <a:gd name="connsiteY8" fmla="*/ 594046 h 6858000"/>
              <a:gd name="connsiteX9" fmla="*/ 4666020 w 4968876"/>
              <a:gd name="connsiteY9" fmla="*/ 551453 h 6858000"/>
              <a:gd name="connsiteX10" fmla="*/ 4601449 w 4968876"/>
              <a:gd name="connsiteY10" fmla="*/ 494172 h 6858000"/>
              <a:gd name="connsiteX11" fmla="*/ 4666020 w 4968876"/>
              <a:gd name="connsiteY11" fmla="*/ 525016 h 6858000"/>
              <a:gd name="connsiteX12" fmla="*/ 4751252 w 4968876"/>
              <a:gd name="connsiteY12" fmla="*/ 467391 h 6858000"/>
              <a:gd name="connsiteX13" fmla="*/ 4758467 w 4968876"/>
              <a:gd name="connsiteY13" fmla="*/ 431058 h 6858000"/>
              <a:gd name="connsiteX14" fmla="*/ 4758475 w 4968876"/>
              <a:gd name="connsiteY14" fmla="*/ 431100 h 6858000"/>
              <a:gd name="connsiteX15" fmla="*/ 4758475 w 4968876"/>
              <a:gd name="connsiteY15" fmla="*/ 431017 h 6858000"/>
              <a:gd name="connsiteX16" fmla="*/ 4758475 w 4968876"/>
              <a:gd name="connsiteY16" fmla="*/ 428164 h 6858000"/>
              <a:gd name="connsiteX17" fmla="*/ 4686614 w 4968876"/>
              <a:gd name="connsiteY17" fmla="*/ 279916 h 6858000"/>
              <a:gd name="connsiteX18" fmla="*/ 4573689 w 4968876"/>
              <a:gd name="connsiteY18" fmla="*/ 209461 h 6858000"/>
              <a:gd name="connsiteX19" fmla="*/ 4563423 w 4968876"/>
              <a:gd name="connsiteY19" fmla="*/ 205058 h 6858000"/>
              <a:gd name="connsiteX20" fmla="*/ 0 w 4968876"/>
              <a:gd name="connsiteY20" fmla="*/ 0 h 6858000"/>
              <a:gd name="connsiteX21" fmla="*/ 4968876 w 4968876"/>
              <a:gd name="connsiteY21" fmla="*/ 0 h 6858000"/>
              <a:gd name="connsiteX22" fmla="*/ 4968876 w 4968876"/>
              <a:gd name="connsiteY22" fmla="*/ 6858000 h 6858000"/>
              <a:gd name="connsiteX23" fmla="*/ 0 w 496887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4968876" h="6858000">
                <a:moveTo>
                  <a:pt x="4563423" y="205058"/>
                </a:moveTo>
                <a:cubicBezTo>
                  <a:pt x="4513560" y="265238"/>
                  <a:pt x="4339039" y="310740"/>
                  <a:pt x="4339039" y="436971"/>
                </a:cubicBezTo>
                <a:cubicBezTo>
                  <a:pt x="4339039" y="486876"/>
                  <a:pt x="4369837" y="533846"/>
                  <a:pt x="4416767" y="551459"/>
                </a:cubicBezTo>
                <a:cubicBezTo>
                  <a:pt x="4443165" y="561734"/>
                  <a:pt x="4469563" y="561734"/>
                  <a:pt x="4495961" y="552927"/>
                </a:cubicBezTo>
                <a:cubicBezTo>
                  <a:pt x="4507694" y="549258"/>
                  <a:pt x="4518326" y="543753"/>
                  <a:pt x="4528042" y="536965"/>
                </a:cubicBezTo>
                <a:lnTo>
                  <a:pt x="4554424" y="513474"/>
                </a:lnTo>
                <a:lnTo>
                  <a:pt x="4547380" y="536398"/>
                </a:lnTo>
                <a:cubicBezTo>
                  <a:pt x="4535685" y="558154"/>
                  <a:pt x="4511196" y="574953"/>
                  <a:pt x="4482579" y="579359"/>
                </a:cubicBezTo>
                <a:cubicBezTo>
                  <a:pt x="4491384" y="588171"/>
                  <a:pt x="4511930" y="594046"/>
                  <a:pt x="4536878" y="594046"/>
                </a:cubicBezTo>
                <a:cubicBezTo>
                  <a:pt x="4582371" y="594046"/>
                  <a:pt x="4638137" y="580827"/>
                  <a:pt x="4666020" y="551453"/>
                </a:cubicBezTo>
                <a:cubicBezTo>
                  <a:pt x="4627865" y="552921"/>
                  <a:pt x="4602917" y="527953"/>
                  <a:pt x="4601449" y="494172"/>
                </a:cubicBezTo>
                <a:cubicBezTo>
                  <a:pt x="4619059" y="516203"/>
                  <a:pt x="4641072" y="525016"/>
                  <a:pt x="4666020" y="525016"/>
                </a:cubicBezTo>
                <a:cubicBezTo>
                  <a:pt x="4704543" y="525016"/>
                  <a:pt x="4737287" y="501057"/>
                  <a:pt x="4751252" y="467391"/>
                </a:cubicBezTo>
                <a:lnTo>
                  <a:pt x="4758467" y="431058"/>
                </a:lnTo>
                <a:lnTo>
                  <a:pt x="4758475" y="431100"/>
                </a:lnTo>
                <a:lnTo>
                  <a:pt x="4758475" y="431017"/>
                </a:lnTo>
                <a:lnTo>
                  <a:pt x="4758475" y="428164"/>
                </a:lnTo>
                <a:cubicBezTo>
                  <a:pt x="4758475" y="369452"/>
                  <a:pt x="4729144" y="319547"/>
                  <a:pt x="4686614" y="279916"/>
                </a:cubicBezTo>
                <a:cubicBezTo>
                  <a:pt x="4654349" y="249092"/>
                  <a:pt x="4614752" y="227075"/>
                  <a:pt x="4573689" y="209461"/>
                </a:cubicBezTo>
                <a:cubicBezTo>
                  <a:pt x="4570755" y="207994"/>
                  <a:pt x="4567822" y="206526"/>
                  <a:pt x="4563423" y="205058"/>
                </a:cubicBezTo>
                <a:close/>
                <a:moveTo>
                  <a:pt x="0" y="0"/>
                </a:moveTo>
                <a:lnTo>
                  <a:pt x="4968876" y="0"/>
                </a:lnTo>
                <a:lnTo>
                  <a:pt x="496887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dirty="0"/>
              <a:t>Click icon to add picture with alt text</a:t>
            </a:r>
            <a:endParaRPr lang="en-GB" dirty="0"/>
          </a:p>
        </p:txBody>
      </p:sp>
    </p:spTree>
    <p:extLst>
      <p:ext uri="{BB962C8B-B14F-4D97-AF65-F5344CB8AC3E}">
        <p14:creationId xmlns:p14="http://schemas.microsoft.com/office/powerpoint/2010/main" val="1043849390"/>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Large title &amp; large RH image 1">
    <p:bg>
      <p:bgPr>
        <a:solidFill>
          <a:schemeClr val="accent4"/>
        </a:solidFill>
        <a:effectLst/>
      </p:bgPr>
    </p:bg>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3" y="692696"/>
            <a:ext cx="4562476" cy="2421466"/>
          </a:xfrm>
        </p:spPr>
        <p:txBody>
          <a:bodyPr vert="horz" lIns="72000" tIns="0" rIns="0" bIns="0" rtlCol="0" anchor="b">
            <a:noAutofit/>
          </a:bodyPr>
          <a:lstStyle>
            <a:lvl1pPr>
              <a:lnSpc>
                <a:spcPct val="80000"/>
              </a:lnSpc>
              <a:defRPr lang="en-GB" sz="5400">
                <a:solidFill>
                  <a:schemeClr val="bg1"/>
                </a:solidFill>
              </a:defRPr>
            </a:lvl1pPr>
          </a:lstStyle>
          <a:p>
            <a:pPr lvl="0"/>
            <a:r>
              <a:rPr lang="en-US"/>
              <a:t>Click to edit Master title style</a:t>
            </a:r>
            <a:endParaRPr lang="en-GB"/>
          </a:p>
        </p:txBody>
      </p:sp>
      <p:sp>
        <p:nvSpPr>
          <p:cNvPr id="10" name="Espace réservé du texte 9">
            <a:extLst>
              <a:ext uri="{FF2B5EF4-FFF2-40B4-BE49-F238E27FC236}">
                <a16:creationId xmlns:a16="http://schemas.microsoft.com/office/drawing/2014/main" id="{FC6DF15B-7249-491B-BFB7-9A33784178CD}"/>
              </a:ext>
            </a:extLst>
          </p:cNvPr>
          <p:cNvSpPr>
            <a:spLocks noGrp="1"/>
          </p:cNvSpPr>
          <p:nvPr>
            <p:ph type="body" sz="quarter" idx="12"/>
          </p:nvPr>
        </p:nvSpPr>
        <p:spPr>
          <a:xfrm>
            <a:off x="404813" y="3573040"/>
            <a:ext cx="4395787" cy="2808288"/>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Picture Placeholder 12">
            <a:extLst>
              <a:ext uri="{FF2B5EF4-FFF2-40B4-BE49-F238E27FC236}">
                <a16:creationId xmlns:a16="http://schemas.microsoft.com/office/drawing/2014/main" id="{5586E72C-F96D-4BE1-996B-39A71EA977D3}"/>
              </a:ext>
              <a:ext uri="{C183D7F6-B498-43B3-948B-1728B52AA6E4}">
                <adec:decorative xmlns:adec="http://schemas.microsoft.com/office/drawing/2017/decorative" val="1"/>
              </a:ext>
            </a:extLst>
          </p:cNvPr>
          <p:cNvSpPr>
            <a:spLocks noGrp="1"/>
          </p:cNvSpPr>
          <p:nvPr>
            <p:ph type="pic" sz="quarter" idx="10" hasCustomPrompt="1"/>
          </p:nvPr>
        </p:nvSpPr>
        <p:spPr>
          <a:xfrm>
            <a:off x="5128004" y="0"/>
            <a:ext cx="7063996" cy="6858000"/>
          </a:xfrm>
          <a:custGeom>
            <a:avLst/>
            <a:gdLst>
              <a:gd name="connsiteX0" fmla="*/ 6658543 w 7063996"/>
              <a:gd name="connsiteY0" fmla="*/ 205058 h 6858000"/>
              <a:gd name="connsiteX1" fmla="*/ 6434159 w 7063996"/>
              <a:gd name="connsiteY1" fmla="*/ 436971 h 6858000"/>
              <a:gd name="connsiteX2" fmla="*/ 6511887 w 7063996"/>
              <a:gd name="connsiteY2" fmla="*/ 551459 h 6858000"/>
              <a:gd name="connsiteX3" fmla="*/ 6591081 w 7063996"/>
              <a:gd name="connsiteY3" fmla="*/ 552927 h 6858000"/>
              <a:gd name="connsiteX4" fmla="*/ 6623162 w 7063996"/>
              <a:gd name="connsiteY4" fmla="*/ 536965 h 6858000"/>
              <a:gd name="connsiteX5" fmla="*/ 6649544 w 7063996"/>
              <a:gd name="connsiteY5" fmla="*/ 513474 h 6858000"/>
              <a:gd name="connsiteX6" fmla="*/ 6642500 w 7063996"/>
              <a:gd name="connsiteY6" fmla="*/ 536398 h 6858000"/>
              <a:gd name="connsiteX7" fmla="*/ 6577699 w 7063996"/>
              <a:gd name="connsiteY7" fmla="*/ 579359 h 6858000"/>
              <a:gd name="connsiteX8" fmla="*/ 6631998 w 7063996"/>
              <a:gd name="connsiteY8" fmla="*/ 594046 h 6858000"/>
              <a:gd name="connsiteX9" fmla="*/ 6761140 w 7063996"/>
              <a:gd name="connsiteY9" fmla="*/ 551453 h 6858000"/>
              <a:gd name="connsiteX10" fmla="*/ 6696569 w 7063996"/>
              <a:gd name="connsiteY10" fmla="*/ 494172 h 6858000"/>
              <a:gd name="connsiteX11" fmla="*/ 6761140 w 7063996"/>
              <a:gd name="connsiteY11" fmla="*/ 525016 h 6858000"/>
              <a:gd name="connsiteX12" fmla="*/ 6846372 w 7063996"/>
              <a:gd name="connsiteY12" fmla="*/ 467391 h 6858000"/>
              <a:gd name="connsiteX13" fmla="*/ 6853587 w 7063996"/>
              <a:gd name="connsiteY13" fmla="*/ 431058 h 6858000"/>
              <a:gd name="connsiteX14" fmla="*/ 6853595 w 7063996"/>
              <a:gd name="connsiteY14" fmla="*/ 431100 h 6858000"/>
              <a:gd name="connsiteX15" fmla="*/ 6853595 w 7063996"/>
              <a:gd name="connsiteY15" fmla="*/ 431017 h 6858000"/>
              <a:gd name="connsiteX16" fmla="*/ 6853595 w 7063996"/>
              <a:gd name="connsiteY16" fmla="*/ 428164 h 6858000"/>
              <a:gd name="connsiteX17" fmla="*/ 6781734 w 7063996"/>
              <a:gd name="connsiteY17" fmla="*/ 279916 h 6858000"/>
              <a:gd name="connsiteX18" fmla="*/ 6668809 w 7063996"/>
              <a:gd name="connsiteY18" fmla="*/ 209461 h 6858000"/>
              <a:gd name="connsiteX19" fmla="*/ 6658543 w 7063996"/>
              <a:gd name="connsiteY19" fmla="*/ 205058 h 6858000"/>
              <a:gd name="connsiteX20" fmla="*/ 0 w 7063996"/>
              <a:gd name="connsiteY20" fmla="*/ 0 h 6858000"/>
              <a:gd name="connsiteX21" fmla="*/ 7063996 w 7063996"/>
              <a:gd name="connsiteY21" fmla="*/ 0 h 6858000"/>
              <a:gd name="connsiteX22" fmla="*/ 7063996 w 7063996"/>
              <a:gd name="connsiteY22" fmla="*/ 6858000 h 6858000"/>
              <a:gd name="connsiteX23" fmla="*/ 0 w 706399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63996" h="6858000">
                <a:moveTo>
                  <a:pt x="6658543" y="205058"/>
                </a:moveTo>
                <a:cubicBezTo>
                  <a:pt x="6608680" y="265238"/>
                  <a:pt x="6434159" y="310740"/>
                  <a:pt x="6434159" y="436971"/>
                </a:cubicBezTo>
                <a:cubicBezTo>
                  <a:pt x="6434159" y="486876"/>
                  <a:pt x="6464957" y="533846"/>
                  <a:pt x="6511887" y="551459"/>
                </a:cubicBezTo>
                <a:cubicBezTo>
                  <a:pt x="6538285" y="561734"/>
                  <a:pt x="6564683" y="561734"/>
                  <a:pt x="6591081" y="552927"/>
                </a:cubicBezTo>
                <a:cubicBezTo>
                  <a:pt x="6602814" y="549258"/>
                  <a:pt x="6613446" y="543753"/>
                  <a:pt x="6623162" y="536965"/>
                </a:cubicBezTo>
                <a:lnTo>
                  <a:pt x="6649544" y="513474"/>
                </a:lnTo>
                <a:lnTo>
                  <a:pt x="6642500" y="536398"/>
                </a:lnTo>
                <a:cubicBezTo>
                  <a:pt x="6630805" y="558154"/>
                  <a:pt x="6606316" y="574953"/>
                  <a:pt x="6577699" y="579359"/>
                </a:cubicBezTo>
                <a:cubicBezTo>
                  <a:pt x="6586504" y="588171"/>
                  <a:pt x="6607050" y="594046"/>
                  <a:pt x="6631998" y="594046"/>
                </a:cubicBezTo>
                <a:cubicBezTo>
                  <a:pt x="6677491" y="594046"/>
                  <a:pt x="6733257" y="580827"/>
                  <a:pt x="6761140" y="551453"/>
                </a:cubicBezTo>
                <a:cubicBezTo>
                  <a:pt x="6722985" y="552921"/>
                  <a:pt x="6698037" y="527953"/>
                  <a:pt x="6696569" y="494172"/>
                </a:cubicBezTo>
                <a:cubicBezTo>
                  <a:pt x="6714179" y="516203"/>
                  <a:pt x="6736192" y="525016"/>
                  <a:pt x="6761140" y="525016"/>
                </a:cubicBezTo>
                <a:cubicBezTo>
                  <a:pt x="6799663" y="525016"/>
                  <a:pt x="6832407" y="501057"/>
                  <a:pt x="6846372" y="467391"/>
                </a:cubicBezTo>
                <a:lnTo>
                  <a:pt x="6853587" y="431058"/>
                </a:lnTo>
                <a:lnTo>
                  <a:pt x="6853595" y="431100"/>
                </a:lnTo>
                <a:lnTo>
                  <a:pt x="6853595" y="431017"/>
                </a:lnTo>
                <a:lnTo>
                  <a:pt x="6853595" y="428164"/>
                </a:lnTo>
                <a:cubicBezTo>
                  <a:pt x="6853595" y="369452"/>
                  <a:pt x="6824264" y="319547"/>
                  <a:pt x="6781734" y="279916"/>
                </a:cubicBezTo>
                <a:cubicBezTo>
                  <a:pt x="6749469" y="249092"/>
                  <a:pt x="6709872" y="227075"/>
                  <a:pt x="6668809" y="209461"/>
                </a:cubicBezTo>
                <a:cubicBezTo>
                  <a:pt x="6665875" y="207994"/>
                  <a:pt x="6662942" y="206526"/>
                  <a:pt x="6658543" y="205058"/>
                </a:cubicBezTo>
                <a:close/>
                <a:moveTo>
                  <a:pt x="0" y="0"/>
                </a:moveTo>
                <a:lnTo>
                  <a:pt x="7063996" y="0"/>
                </a:lnTo>
                <a:lnTo>
                  <a:pt x="706399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dirty="0"/>
              <a:t>Click icon to add picture with alt text</a:t>
            </a:r>
            <a:endParaRPr lang="en-GB" dirty="0"/>
          </a:p>
        </p:txBody>
      </p:sp>
    </p:spTree>
    <p:extLst>
      <p:ext uri="{BB962C8B-B14F-4D97-AF65-F5344CB8AC3E}">
        <p14:creationId xmlns:p14="http://schemas.microsoft.com/office/powerpoint/2010/main" val="1950411347"/>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blank">
  <p:cSld name="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3184510588"/>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62481977"/>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Dark grey">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17020480"/>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showMasterSp="0" preserve="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1"/>
                </a:solidFill>
              </a:defRPr>
            </a:lvl1pPr>
          </a:lstStyle>
          <a:p>
            <a:r>
              <a:rPr lang="de-DE"/>
              <a:t>Insert picture, edit alt text and send </a:t>
            </a:r>
            <a:r>
              <a:rPr lang="de-DE" err="1"/>
              <a:t>to</a:t>
            </a:r>
            <a:r>
              <a:rPr lang="de-DE"/>
              <a:t> back</a:t>
            </a:r>
          </a:p>
        </p:txBody>
      </p:sp>
    </p:spTree>
    <p:extLst>
      <p:ext uri="{BB962C8B-B14F-4D97-AF65-F5344CB8AC3E}">
        <p14:creationId xmlns:p14="http://schemas.microsoft.com/office/powerpoint/2010/main" val="2962492782"/>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 uri="{C183D7F6-B498-43B3-948B-1728B52AA6E4}">
                <adec:decorative xmlns:adec="http://schemas.microsoft.com/office/drawing/2017/decorative" val="1"/>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add alt text and send </a:t>
            </a:r>
            <a:r>
              <a:rPr lang="de-DE" err="1"/>
              <a:t>to</a:t>
            </a:r>
            <a:r>
              <a:rPr lang="de-DE"/>
              <a:t> back</a:t>
            </a:r>
          </a:p>
        </p:txBody>
      </p:sp>
    </p:spTree>
    <p:extLst>
      <p:ext uri="{BB962C8B-B14F-4D97-AF65-F5344CB8AC3E}">
        <p14:creationId xmlns:p14="http://schemas.microsoft.com/office/powerpoint/2010/main" val="912985431"/>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cSld name="Large titl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57200" y="4958425"/>
            <a:ext cx="11277600" cy="822325"/>
          </a:xfrm>
        </p:spPr>
        <p:txBody>
          <a:bodyPr lIns="36000" tIns="144000">
            <a:normAutofit/>
          </a:bodyPr>
          <a:lstStyle>
            <a:lvl1pPr marL="0" indent="0" algn="l">
              <a:buNone/>
              <a:defRPr sz="2000">
                <a:solidFill>
                  <a:schemeClr val="bg1"/>
                </a:solidFill>
                <a:latin typeface="+mn-lt"/>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7" name="Text Placeholder 6">
            <a:extLst>
              <a:ext uri="{FF2B5EF4-FFF2-40B4-BE49-F238E27FC236}">
                <a16:creationId xmlns:a16="http://schemas.microsoft.com/office/drawing/2014/main" id="{79EA84EC-0E0C-41F6-8286-BC5A87DC6C7B}"/>
              </a:ext>
            </a:extLst>
          </p:cNvPr>
          <p:cNvSpPr>
            <a:spLocks noGrp="1"/>
          </p:cNvSpPr>
          <p:nvPr>
            <p:ph type="body" sz="quarter" idx="10" hasCustomPrompt="1"/>
          </p:nvPr>
        </p:nvSpPr>
        <p:spPr>
          <a:xfrm>
            <a:off x="457200" y="2135545"/>
            <a:ext cx="11277600" cy="2585323"/>
          </a:xfrm>
        </p:spPr>
        <p:txBody>
          <a:bodyPr anchor="ctr" anchorCtr="0">
            <a:spAutoFit/>
          </a:bodyPr>
          <a:lstStyle>
            <a:lvl1pPr marL="0" indent="0" algn="l">
              <a:lnSpc>
                <a:spcPct val="70000"/>
              </a:lnSpc>
              <a:spcAft>
                <a:spcPts val="0"/>
              </a:spcAft>
              <a:buFontTx/>
              <a:buNone/>
              <a:defRPr sz="8000" b="1" cap="all" baseline="0">
                <a:solidFill>
                  <a:schemeClr val="bg1"/>
                </a:solidFill>
                <a:latin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fr-FR"/>
              <a:t>Cliquez pour modifier les styles du texte du masque</a:t>
            </a:r>
          </a:p>
        </p:txBody>
      </p:sp>
      <p:pic>
        <p:nvPicPr>
          <p:cNvPr id="5" name="Image 4" descr="Capgemini">
            <a:extLst>
              <a:ext uri="{FF2B5EF4-FFF2-40B4-BE49-F238E27FC236}">
                <a16:creationId xmlns:a16="http://schemas.microsoft.com/office/drawing/2014/main" id="{D1A9B987-E149-4E99-9E1F-336980D5EC1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19672" y="260648"/>
            <a:ext cx="3024000" cy="1226177"/>
          </a:xfrm>
          <a:prstGeom prst="rect">
            <a:avLst/>
          </a:prstGeom>
        </p:spPr>
      </p:pic>
    </p:spTree>
    <p:extLst>
      <p:ext uri="{BB962C8B-B14F-4D97-AF65-F5344CB8AC3E}">
        <p14:creationId xmlns:p14="http://schemas.microsoft.com/office/powerpoint/2010/main" val="613221334"/>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3" name="Image 12" descr="Capgemini">
            <a:extLst>
              <a:ext uri="{FF2B5EF4-FFF2-40B4-BE49-F238E27FC236}">
                <a16:creationId xmlns:a16="http://schemas.microsoft.com/office/drawing/2014/main" id="{A0C8CF1B-496A-4A5B-A698-8344534684E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pic>
        <p:nvPicPr>
          <p:cNvPr id="28" name="Image 27">
            <a:extLst>
              <a:ext uri="{FF2B5EF4-FFF2-40B4-BE49-F238E27FC236}">
                <a16:creationId xmlns:a16="http://schemas.microsoft.com/office/drawing/2014/main" id="{CFD4BD67-7A96-4F02-AD8B-7157189FD651}"/>
              </a:ext>
              <a:ext uri="{C183D7F6-B498-43B3-948B-1728B52AA6E4}">
                <adec:decorative xmlns:adec="http://schemas.microsoft.com/office/drawing/2017/decorative" val="1"/>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l="6350" t="23693" r="10370" b="21576"/>
          <a:stretch/>
        </p:blipFill>
        <p:spPr>
          <a:xfrm rot="1808368" flipV="1">
            <a:off x="4403152" y="337083"/>
            <a:ext cx="8831279" cy="4103533"/>
          </a:xfrm>
          <a:prstGeom prst="rect">
            <a:avLst/>
          </a:prstGeom>
        </p:spPr>
      </p:pic>
      <p:pic>
        <p:nvPicPr>
          <p:cNvPr id="21" name="Picture 7" descr="facebook">
            <a:hlinkClick r:id="rId4"/>
          </p:cNvPr>
          <p:cNvPicPr>
            <a:picLocks noChangeAspect="1" noChangeArrowheads="1"/>
          </p:cNvPicPr>
          <p:nvPr/>
        </p:nvPicPr>
        <p:blipFill>
          <a:blip r:embed="rId5" cstate="print"/>
          <a:srcRect/>
          <a:stretch>
            <a:fillRect/>
          </a:stretch>
        </p:blipFill>
        <p:spPr bwMode="auto">
          <a:xfrm>
            <a:off x="426720" y="4968013"/>
            <a:ext cx="333195" cy="333195"/>
          </a:xfrm>
          <a:prstGeom prst="rect">
            <a:avLst/>
          </a:prstGeom>
          <a:noFill/>
        </p:spPr>
      </p:pic>
      <p:pic>
        <p:nvPicPr>
          <p:cNvPr id="17" name="Picture 2" descr="LinkedIn">
            <a:hlinkClick r:id="rId6"/>
          </p:cNvPr>
          <p:cNvPicPr>
            <a:picLocks noChangeAspect="1" noChangeArrowheads="1"/>
          </p:cNvPicPr>
          <p:nvPr/>
        </p:nvPicPr>
        <p:blipFill>
          <a:blip r:embed="rId7" cstate="print"/>
          <a:srcRect/>
          <a:stretch>
            <a:fillRect/>
          </a:stretch>
        </p:blipFill>
        <p:spPr bwMode="auto">
          <a:xfrm>
            <a:off x="810097" y="4968013"/>
            <a:ext cx="333195" cy="333195"/>
          </a:xfrm>
          <a:prstGeom prst="rect">
            <a:avLst/>
          </a:prstGeom>
          <a:noFill/>
        </p:spPr>
      </p:pic>
      <p:pic>
        <p:nvPicPr>
          <p:cNvPr id="18" name="Picture 4" descr="SlideShare">
            <a:hlinkClick r:id="rId8"/>
          </p:cNvPr>
          <p:cNvPicPr>
            <a:picLocks noChangeAspect="1" noChangeArrowheads="1"/>
          </p:cNvPicPr>
          <p:nvPr/>
        </p:nvPicPr>
        <p:blipFill>
          <a:blip r:embed="rId9" cstate="print"/>
          <a:srcRect/>
          <a:stretch>
            <a:fillRect/>
          </a:stretch>
        </p:blipFill>
        <p:spPr bwMode="auto">
          <a:xfrm>
            <a:off x="1193474" y="4968013"/>
            <a:ext cx="333195" cy="333195"/>
          </a:xfrm>
          <a:prstGeom prst="rect">
            <a:avLst/>
          </a:prstGeom>
          <a:noFill/>
        </p:spPr>
      </p:pic>
      <p:pic>
        <p:nvPicPr>
          <p:cNvPr id="19" name="Picture 5" descr="Twitter">
            <a:hlinkClick r:id="rId10"/>
          </p:cNvPr>
          <p:cNvPicPr>
            <a:picLocks noChangeAspect="1" noChangeArrowheads="1"/>
          </p:cNvPicPr>
          <p:nvPr/>
        </p:nvPicPr>
        <p:blipFill>
          <a:blip r:embed="rId11" cstate="print"/>
          <a:srcRect/>
          <a:stretch>
            <a:fillRect/>
          </a:stretch>
        </p:blipFill>
        <p:spPr bwMode="auto">
          <a:xfrm>
            <a:off x="1576851" y="4968013"/>
            <a:ext cx="333195" cy="333195"/>
          </a:xfrm>
          <a:prstGeom prst="rect">
            <a:avLst/>
          </a:prstGeom>
          <a:noFill/>
        </p:spPr>
      </p:pic>
      <p:pic>
        <p:nvPicPr>
          <p:cNvPr id="20" name="Picture 6" descr="YouTube">
            <a:hlinkClick r:id="rId12"/>
          </p:cNvPr>
          <p:cNvPicPr>
            <a:picLocks noChangeAspect="1" noChangeArrowheads="1"/>
          </p:cNvPicPr>
          <p:nvPr userDrawn="1"/>
        </p:nvPicPr>
        <p:blipFill>
          <a:blip r:embed="rId13" cstate="print"/>
          <a:srcRect/>
          <a:stretch>
            <a:fillRect/>
          </a:stretch>
        </p:blipFill>
        <p:spPr bwMode="auto">
          <a:xfrm>
            <a:off x="1960227"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Ubuntu" panose="020B0504030602030204" pitchFamily="34" charset="0"/>
                <a:cs typeface="Arial"/>
              </a:rPr>
              <a:t>Copyright © 2021 Capgemini. All rights reserved.</a:t>
            </a:r>
          </a:p>
        </p:txBody>
      </p:sp>
    </p:spTree>
    <p:extLst>
      <p:ext uri="{BB962C8B-B14F-4D97-AF65-F5344CB8AC3E}">
        <p14:creationId xmlns:p14="http://schemas.microsoft.com/office/powerpoint/2010/main" val="3884315199"/>
      </p:ext>
    </p:extLst>
  </p:cSld>
  <p:clrMapOvr>
    <a:masterClrMapping/>
  </p:clrMapOvr>
  <p:extLst>
    <p:ext uri="{DCECCB84-F9BA-43D5-87BE-67443E8EF086}">
      <p15:sldGuideLst xmlns:p15="http://schemas.microsoft.com/office/powerpoint/2012/main"/>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type="blank" preserve="1">
  <p:cSld name="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 uri="{C183D7F6-B498-43B3-948B-1728B52AA6E4}">
                <adec:decorative xmlns:adec="http://schemas.microsoft.com/office/drawing/2017/decorative" val="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pic>
        <p:nvPicPr>
          <p:cNvPr id="22" name="Picture 7" descr="facebook">
            <a:hlinkClick r:id="rId3"/>
            <a:extLst>
              <a:ext uri="{FF2B5EF4-FFF2-40B4-BE49-F238E27FC236}">
                <a16:creationId xmlns:a16="http://schemas.microsoft.com/office/drawing/2014/main" id="{BCC76D32-C587-45AA-A26C-ED5B038C867B}"/>
              </a:ext>
            </a:extLst>
          </p:cNvPr>
          <p:cNvPicPr>
            <a:picLocks noChangeAspect="1" noChangeArrowheads="1"/>
          </p:cNvPicPr>
          <p:nvPr/>
        </p:nvPicPr>
        <p:blipFill>
          <a:blip r:embed="rId4" cstate="print"/>
          <a:srcRect/>
          <a:stretch>
            <a:fillRect/>
          </a:stretch>
        </p:blipFill>
        <p:spPr bwMode="auto">
          <a:xfrm>
            <a:off x="426720" y="5328053"/>
            <a:ext cx="333195" cy="333195"/>
          </a:xfrm>
          <a:prstGeom prst="rect">
            <a:avLst/>
          </a:prstGeom>
          <a:noFill/>
        </p:spPr>
      </p:pic>
      <p:pic>
        <p:nvPicPr>
          <p:cNvPr id="17" name="Picture 2" descr="LinkedIn">
            <a:hlinkClick r:id="rId5"/>
            <a:extLst>
              <a:ext uri="{FF2B5EF4-FFF2-40B4-BE49-F238E27FC236}">
                <a16:creationId xmlns:a16="http://schemas.microsoft.com/office/drawing/2014/main" id="{F6DF1D6E-8462-43E1-AFC5-8A5C855024F4}"/>
              </a:ext>
            </a:extLst>
          </p:cNvPr>
          <p:cNvPicPr>
            <a:picLocks noChangeAspect="1" noChangeArrowheads="1"/>
          </p:cNvPicPr>
          <p:nvPr/>
        </p:nvPicPr>
        <p:blipFill>
          <a:blip r:embed="rId6" cstate="print"/>
          <a:srcRect/>
          <a:stretch>
            <a:fillRect/>
          </a:stretch>
        </p:blipFill>
        <p:spPr bwMode="auto">
          <a:xfrm>
            <a:off x="810097" y="5328053"/>
            <a:ext cx="333195" cy="333195"/>
          </a:xfrm>
          <a:prstGeom prst="rect">
            <a:avLst/>
          </a:prstGeom>
          <a:noFill/>
        </p:spPr>
      </p:pic>
      <p:pic>
        <p:nvPicPr>
          <p:cNvPr id="19" name="Picture 4" descr="SlideShare">
            <a:hlinkClick r:id="rId7"/>
            <a:extLst>
              <a:ext uri="{FF2B5EF4-FFF2-40B4-BE49-F238E27FC236}">
                <a16:creationId xmlns:a16="http://schemas.microsoft.com/office/drawing/2014/main" id="{DA74C6D2-FFE3-4CE8-B52D-0A33097AEEAF}"/>
              </a:ext>
            </a:extLst>
          </p:cNvPr>
          <p:cNvPicPr>
            <a:picLocks noChangeAspect="1" noChangeArrowheads="1"/>
          </p:cNvPicPr>
          <p:nvPr/>
        </p:nvPicPr>
        <p:blipFill>
          <a:blip r:embed="rId8" cstate="print"/>
          <a:srcRect/>
          <a:stretch>
            <a:fillRect/>
          </a:stretch>
        </p:blipFill>
        <p:spPr bwMode="auto">
          <a:xfrm>
            <a:off x="1193474" y="5328053"/>
            <a:ext cx="333195" cy="333195"/>
          </a:xfrm>
          <a:prstGeom prst="rect">
            <a:avLst/>
          </a:prstGeom>
          <a:noFill/>
        </p:spPr>
      </p:pic>
      <p:pic>
        <p:nvPicPr>
          <p:cNvPr id="20" name="Picture 5" descr="Twitter">
            <a:hlinkClick r:id="rId9"/>
            <a:extLst>
              <a:ext uri="{FF2B5EF4-FFF2-40B4-BE49-F238E27FC236}">
                <a16:creationId xmlns:a16="http://schemas.microsoft.com/office/drawing/2014/main" id="{14E10122-92A2-4535-9737-8C1BE0EE0AEC}"/>
              </a:ext>
            </a:extLst>
          </p:cNvPr>
          <p:cNvPicPr>
            <a:picLocks noChangeAspect="1" noChangeArrowheads="1"/>
          </p:cNvPicPr>
          <p:nvPr/>
        </p:nvPicPr>
        <p:blipFill>
          <a:blip r:embed="rId10" cstate="print"/>
          <a:srcRect/>
          <a:stretch>
            <a:fillRect/>
          </a:stretch>
        </p:blipFill>
        <p:spPr bwMode="auto">
          <a:xfrm>
            <a:off x="1576851" y="5328053"/>
            <a:ext cx="333195" cy="333195"/>
          </a:xfrm>
          <a:prstGeom prst="rect">
            <a:avLst/>
          </a:prstGeom>
          <a:noFill/>
        </p:spPr>
      </p:pic>
      <p:pic>
        <p:nvPicPr>
          <p:cNvPr id="21" name="Picture 6" descr="YouTube">
            <a:hlinkClick r:id="rId11"/>
            <a:extLst>
              <a:ext uri="{FF2B5EF4-FFF2-40B4-BE49-F238E27FC236}">
                <a16:creationId xmlns:a16="http://schemas.microsoft.com/office/drawing/2014/main" id="{BA6EF96A-02CA-41A1-9095-358FE7486671}"/>
              </a:ext>
            </a:extLst>
          </p:cNvPr>
          <p:cNvPicPr>
            <a:picLocks noChangeAspect="1" noChangeArrowheads="1"/>
          </p:cNvPicPr>
          <p:nvPr userDrawn="1"/>
        </p:nvPicPr>
        <p:blipFill>
          <a:blip r:embed="rId12" cstate="print"/>
          <a:srcRect/>
          <a:stretch>
            <a:fillRect/>
          </a:stretch>
        </p:blipFill>
        <p:spPr bwMode="auto">
          <a:xfrm>
            <a:off x="1960227" y="5328053"/>
            <a:ext cx="333195" cy="333195"/>
          </a:xfrm>
          <a:prstGeom prst="rect">
            <a:avLst/>
          </a:prstGeom>
          <a:noFill/>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dirty="0">
                <a:solidFill>
                  <a:schemeClr val="bg1"/>
                </a:solidFill>
                <a:latin typeface="Ubuntu" panose="020B0504030602030204" pitchFamily="34" charset="0"/>
                <a:cs typeface="Arial"/>
              </a:rPr>
              <a:t>Copyright © 2021 Capgemini. All rights reserved.</a:t>
            </a:r>
          </a:p>
        </p:txBody>
      </p:sp>
      <p:pic>
        <p:nvPicPr>
          <p:cNvPr id="24" name="Image 23" descr="Capgemini">
            <a:extLst>
              <a:ext uri="{FF2B5EF4-FFF2-40B4-BE49-F238E27FC236}">
                <a16:creationId xmlns:a16="http://schemas.microsoft.com/office/drawing/2014/main" id="{67291309-8FC0-47AE-9F48-E59E45B7FC66}"/>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1361209023"/>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cSld name="1_Diapositive de titre">
    <p:bg>
      <p:bgPr>
        <a:solidFill>
          <a:schemeClr val="tx1"/>
        </a:solidFill>
        <a:effectLst/>
      </p:bgPr>
    </p:bg>
    <p:spTree>
      <p:nvGrpSpPr>
        <p:cNvPr id="1" name=""/>
        <p:cNvGrpSpPr/>
        <p:nvPr/>
      </p:nvGrpSpPr>
      <p:grpSpPr>
        <a:xfrm>
          <a:off x="0" y="0"/>
          <a:ext cx="0" cy="0"/>
          <a:chOff x="0" y="0"/>
          <a:chExt cx="0" cy="0"/>
        </a:xfrm>
      </p:grpSpPr>
      <p:pic>
        <p:nvPicPr>
          <p:cNvPr id="7" name="Picture Placeholder 4">
            <a:extLst>
              <a:ext uri="{FF2B5EF4-FFF2-40B4-BE49-F238E27FC236}">
                <a16:creationId xmlns:a16="http://schemas.microsoft.com/office/drawing/2014/main" id="{349DB72F-553D-4D29-B2DD-B7E31325C561}"/>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t="211" r="9658" b="211"/>
          <a:stretch/>
        </p:blipFill>
        <p:spPr>
          <a:xfrm>
            <a:off x="2855640" y="0"/>
            <a:ext cx="9336360" cy="6858000"/>
          </a:xfrm>
          <a:prstGeom prst="rect">
            <a:avLst/>
          </a:prstGeom>
        </p:spPr>
      </p:pic>
      <p:sp>
        <p:nvSpPr>
          <p:cNvPr id="15" name="Graphic 13">
            <a:extLst>
              <a:ext uri="{FF2B5EF4-FFF2-40B4-BE49-F238E27FC236}">
                <a16:creationId xmlns:a16="http://schemas.microsoft.com/office/drawing/2014/main" id="{5D1B5F70-39A3-4E01-8EEB-A624F6527260}"/>
              </a:ext>
            </a:extLst>
          </p:cNvPr>
          <p:cNvSpPr>
            <a:spLocks noChangeAspect="1"/>
          </p:cNvSpPr>
          <p:nvPr userDrawn="1"/>
        </p:nvSpPr>
        <p:spPr>
          <a:xfrm>
            <a:off x="2627878" y="1969095"/>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693514" y="5065439"/>
            <a:ext cx="8282188"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695401" y="2611159"/>
            <a:ext cx="6984776" cy="2492990"/>
          </a:xfrm>
        </p:spPr>
        <p:txBody>
          <a:bodyPr wrap="square" lIns="36000" rIns="36000" bIns="0" anchor="b" anchorCtr="0">
            <a:spAutoFit/>
          </a:bodyPr>
          <a:lstStyle>
            <a:lvl1pPr algn="l">
              <a:lnSpc>
                <a:spcPct val="100000"/>
              </a:lnSpc>
              <a:defRPr sz="5400" b="1" baseline="0">
                <a:solidFill>
                  <a:schemeClr val="bg1"/>
                </a:solidFill>
                <a:latin typeface="+mn-lt"/>
              </a:defRPr>
            </a:lvl1pPr>
          </a:lstStyle>
          <a:p>
            <a:r>
              <a:rPr lang="en-US" dirty="0"/>
              <a:t>Click to edit Master title style</a:t>
            </a:r>
            <a:endParaRPr lang="en-GB" dirty="0"/>
          </a:p>
        </p:txBody>
      </p:sp>
      <p:pic>
        <p:nvPicPr>
          <p:cNvPr id="8" name="Graphic 7">
            <a:extLst>
              <a:ext uri="{FF2B5EF4-FFF2-40B4-BE49-F238E27FC236}">
                <a16:creationId xmlns:a16="http://schemas.microsoft.com/office/drawing/2014/main" id="{B5786856-BAC8-4A02-BF57-BD299BE6C58F}"/>
              </a:ext>
            </a:extLst>
          </p:cNvPr>
          <p:cNvPicPr>
            <a:picLocks noChangeAspect="1"/>
          </p:cNvPicPr>
          <p:nvPr userDrawn="1"/>
        </p:nvPicPr>
        <p:blipFill>
          <a:blip r:embed="rId3">
            <a:extLst>
              <a:ext uri="{96DAC541-7B7A-43D3-8B79-37D633B846F1}">
                <asvg:svgBlip xmlns:asvg="http://schemas.microsoft.com/office/drawing/2016/SVG/main" r:embed="rId4"/>
              </a:ext>
            </a:extLst>
          </a:blip>
          <a:stretch>
            <a:fillRect/>
          </a:stretch>
        </p:blipFill>
        <p:spPr>
          <a:xfrm>
            <a:off x="551384" y="620688"/>
            <a:ext cx="4191000" cy="962025"/>
          </a:xfrm>
          <a:prstGeom prst="rect">
            <a:avLst/>
          </a:prstGeom>
        </p:spPr>
      </p:pic>
    </p:spTree>
    <p:extLst>
      <p:ext uri="{BB962C8B-B14F-4D97-AF65-F5344CB8AC3E}">
        <p14:creationId xmlns:p14="http://schemas.microsoft.com/office/powerpoint/2010/main" val="3952776345"/>
      </p:ext>
    </p:extLst>
  </p:cSld>
  <p:clrMapOvr>
    <a:overrideClrMapping bg1="lt1" tx1="dk1" bg2="lt2" tx2="dk2" accent1="accent1" accent2="accent2" accent3="accent3" accent4="accent4" accent5="accent5" accent6="accent6" hlink="hlink" folHlink="folHlink"/>
  </p:clrMapOvr>
  <p:extLst>
    <p:ext uri="{DCECCB84-F9BA-43D5-87BE-67443E8EF086}">
      <p15:sldGuideLst xmlns:p15="http://schemas.microsoft.com/office/powerpoint/2012/main"/>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1FBB6F5A-C089-49EB-85DA-04CA2652AF6E}"/>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8027" t="2239" r="26258" b="22547"/>
          <a:stretch/>
        </p:blipFill>
        <p:spPr>
          <a:xfrm>
            <a:off x="0" y="0"/>
            <a:ext cx="4882211" cy="6858000"/>
          </a:xfrm>
          <a:prstGeom prst="rect">
            <a:avLst/>
          </a:prstGeom>
        </p:spPr>
      </p:pic>
      <p:sp>
        <p:nvSpPr>
          <p:cNvPr id="2" name="Title 1">
            <a:extLst>
              <a:ext uri="{FF2B5EF4-FFF2-40B4-BE49-F238E27FC236}">
                <a16:creationId xmlns:a16="http://schemas.microsoft.com/office/drawing/2014/main" id="{4774F36F-3194-40C1-BFCB-D2FC8CB290B2}"/>
              </a:ext>
            </a:extLst>
          </p:cNvPr>
          <p:cNvSpPr>
            <a:spLocks noGrp="1"/>
          </p:cNvSpPr>
          <p:nvPr>
            <p:ph type="title" hasCustomPrompt="1"/>
          </p:nvPr>
        </p:nvSpPr>
        <p:spPr>
          <a:xfrm>
            <a:off x="191344" y="9144"/>
            <a:ext cx="3056632" cy="827568"/>
          </a:xfrm>
          <a:prstGeom prst="rect">
            <a:avLst/>
          </a:prstGeom>
        </p:spPr>
        <p:txBody>
          <a:bodyPr/>
          <a:lstStyle>
            <a:lvl1pPr algn="l">
              <a:defRPr sz="4000">
                <a:solidFill>
                  <a:schemeClr val="bg1"/>
                </a:solidFill>
              </a:defRPr>
            </a:lvl1pPr>
          </a:lstStyle>
          <a:p>
            <a:r>
              <a:rPr lang="en-US" dirty="0"/>
              <a:t>Agenda</a:t>
            </a:r>
          </a:p>
        </p:txBody>
      </p:sp>
      <p:sp>
        <p:nvSpPr>
          <p:cNvPr id="5" name="Oval 20">
            <a:extLst>
              <a:ext uri="{FF2B5EF4-FFF2-40B4-BE49-F238E27FC236}">
                <a16:creationId xmlns:a16="http://schemas.microsoft.com/office/drawing/2014/main" id="{0B27F5C5-C656-4F2F-9EEE-B93F6E79E727}"/>
              </a:ext>
              <a:ext uri="{C183D7F6-B498-43B3-948B-1728B52AA6E4}">
                <adec:decorative xmlns:adec="http://schemas.microsoft.com/office/drawing/2017/decorative" val="1"/>
              </a:ext>
            </a:extLst>
          </p:cNvPr>
          <p:cNvSpPr/>
          <p:nvPr userDrawn="1"/>
        </p:nvSpPr>
        <p:spPr>
          <a:xfrm>
            <a:off x="5327637" y="711496"/>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811B6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2" name="Text Placeholder 4">
            <a:extLst>
              <a:ext uri="{FF2B5EF4-FFF2-40B4-BE49-F238E27FC236}">
                <a16:creationId xmlns:a16="http://schemas.microsoft.com/office/drawing/2014/main" id="{6C41C771-7ED2-45AF-884F-E0E275C6B347}"/>
              </a:ext>
            </a:extLst>
          </p:cNvPr>
          <p:cNvSpPr>
            <a:spLocks noGrp="1"/>
          </p:cNvSpPr>
          <p:nvPr>
            <p:ph type="body" sz="quarter" idx="35" hasCustomPrompt="1"/>
          </p:nvPr>
        </p:nvSpPr>
        <p:spPr>
          <a:xfrm>
            <a:off x="5498013" y="1040484"/>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dirty="0"/>
              <a:t>Nº</a:t>
            </a:r>
          </a:p>
        </p:txBody>
      </p:sp>
      <p:sp>
        <p:nvSpPr>
          <p:cNvPr id="6" name="Text Placeholder 4">
            <a:extLst>
              <a:ext uri="{FF2B5EF4-FFF2-40B4-BE49-F238E27FC236}">
                <a16:creationId xmlns:a16="http://schemas.microsoft.com/office/drawing/2014/main" id="{6A82ADF8-12C7-4D27-8457-7F3D1C93EB46}"/>
              </a:ext>
            </a:extLst>
          </p:cNvPr>
          <p:cNvSpPr>
            <a:spLocks noGrp="1"/>
          </p:cNvSpPr>
          <p:nvPr>
            <p:ph type="body" sz="quarter" idx="29" hasCustomPrompt="1"/>
          </p:nvPr>
        </p:nvSpPr>
        <p:spPr>
          <a:xfrm>
            <a:off x="6787432" y="518014"/>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dirty="0"/>
              <a:t>Click to insert title</a:t>
            </a:r>
          </a:p>
        </p:txBody>
      </p:sp>
      <p:sp>
        <p:nvSpPr>
          <p:cNvPr id="7" name="Text Placeholder 7">
            <a:extLst>
              <a:ext uri="{FF2B5EF4-FFF2-40B4-BE49-F238E27FC236}">
                <a16:creationId xmlns:a16="http://schemas.microsoft.com/office/drawing/2014/main" id="{E18CF815-87D3-425A-8169-07DAC5996151}"/>
              </a:ext>
            </a:extLst>
          </p:cNvPr>
          <p:cNvSpPr>
            <a:spLocks noGrp="1"/>
          </p:cNvSpPr>
          <p:nvPr>
            <p:ph type="body" sz="quarter" idx="30" hasCustomPrompt="1"/>
          </p:nvPr>
        </p:nvSpPr>
        <p:spPr>
          <a:xfrm>
            <a:off x="6787433" y="936969"/>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4" name="Oval 20">
            <a:extLst>
              <a:ext uri="{FF2B5EF4-FFF2-40B4-BE49-F238E27FC236}">
                <a16:creationId xmlns:a16="http://schemas.microsoft.com/office/drawing/2014/main" id="{71209714-A86B-492A-AC18-2DBD1D17EB98}"/>
              </a:ext>
              <a:ext uri="{C183D7F6-B498-43B3-948B-1728B52AA6E4}">
                <adec:decorative xmlns:adec="http://schemas.microsoft.com/office/drawing/2017/decorative" val="1"/>
              </a:ext>
            </a:extLst>
          </p:cNvPr>
          <p:cNvSpPr/>
          <p:nvPr userDrawn="1"/>
        </p:nvSpPr>
        <p:spPr>
          <a:xfrm>
            <a:off x="5327637" y="2656077"/>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590A4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3" name="Text Placeholder 4">
            <a:extLst>
              <a:ext uri="{FF2B5EF4-FFF2-40B4-BE49-F238E27FC236}">
                <a16:creationId xmlns:a16="http://schemas.microsoft.com/office/drawing/2014/main" id="{1CDF667B-1AA2-4981-B115-B40754E318E4}"/>
              </a:ext>
            </a:extLst>
          </p:cNvPr>
          <p:cNvSpPr>
            <a:spLocks noGrp="1"/>
          </p:cNvSpPr>
          <p:nvPr>
            <p:ph type="body" sz="quarter" idx="36" hasCustomPrompt="1"/>
          </p:nvPr>
        </p:nvSpPr>
        <p:spPr>
          <a:xfrm>
            <a:off x="5498013" y="299622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dirty="0"/>
              <a:t>Nº</a:t>
            </a:r>
          </a:p>
        </p:txBody>
      </p:sp>
      <p:sp>
        <p:nvSpPr>
          <p:cNvPr id="10" name="Text Placeholder 4">
            <a:extLst>
              <a:ext uri="{FF2B5EF4-FFF2-40B4-BE49-F238E27FC236}">
                <a16:creationId xmlns:a16="http://schemas.microsoft.com/office/drawing/2014/main" id="{949B542E-285C-4837-B671-696E4DC001E9}"/>
              </a:ext>
            </a:extLst>
          </p:cNvPr>
          <p:cNvSpPr>
            <a:spLocks noGrp="1"/>
          </p:cNvSpPr>
          <p:nvPr>
            <p:ph type="body" sz="quarter" idx="33" hasCustomPrompt="1"/>
          </p:nvPr>
        </p:nvSpPr>
        <p:spPr>
          <a:xfrm>
            <a:off x="6787432" y="2563381"/>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dirty="0"/>
              <a:t>Click to insert title</a:t>
            </a:r>
          </a:p>
        </p:txBody>
      </p:sp>
      <p:sp>
        <p:nvSpPr>
          <p:cNvPr id="11" name="Text Placeholder 7">
            <a:extLst>
              <a:ext uri="{FF2B5EF4-FFF2-40B4-BE49-F238E27FC236}">
                <a16:creationId xmlns:a16="http://schemas.microsoft.com/office/drawing/2014/main" id="{09A45E63-A970-497F-9E53-8D389A8457FB}"/>
              </a:ext>
            </a:extLst>
          </p:cNvPr>
          <p:cNvSpPr>
            <a:spLocks noGrp="1"/>
          </p:cNvSpPr>
          <p:nvPr>
            <p:ph type="body" sz="quarter" idx="34" hasCustomPrompt="1"/>
          </p:nvPr>
        </p:nvSpPr>
        <p:spPr>
          <a:xfrm>
            <a:off x="6787433" y="2982336"/>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
        <p:nvSpPr>
          <p:cNvPr id="3" name="Oval 20">
            <a:extLst>
              <a:ext uri="{FF2B5EF4-FFF2-40B4-BE49-F238E27FC236}">
                <a16:creationId xmlns:a16="http://schemas.microsoft.com/office/drawing/2014/main" id="{F88C0E2C-E612-44EC-9013-AD68C65B671C}"/>
              </a:ext>
              <a:ext uri="{C183D7F6-B498-43B3-948B-1728B52AA6E4}">
                <adec:decorative xmlns:adec="http://schemas.microsoft.com/office/drawing/2017/decorative" val="1"/>
              </a:ext>
            </a:extLst>
          </p:cNvPr>
          <p:cNvSpPr/>
          <p:nvPr userDrawn="1"/>
        </p:nvSpPr>
        <p:spPr>
          <a:xfrm>
            <a:off x="5327637" y="4780395"/>
            <a:ext cx="1204015" cy="1137595"/>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A6001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noProof="0" dirty="0"/>
          </a:p>
        </p:txBody>
      </p:sp>
      <p:sp>
        <p:nvSpPr>
          <p:cNvPr id="14" name="Text Placeholder 4">
            <a:extLst>
              <a:ext uri="{FF2B5EF4-FFF2-40B4-BE49-F238E27FC236}">
                <a16:creationId xmlns:a16="http://schemas.microsoft.com/office/drawing/2014/main" id="{A411BF5D-81E9-4AC1-AE6D-53DC26B2ECA6}"/>
              </a:ext>
            </a:extLst>
          </p:cNvPr>
          <p:cNvSpPr>
            <a:spLocks noGrp="1"/>
          </p:cNvSpPr>
          <p:nvPr>
            <p:ph type="body" sz="quarter" idx="37" hasCustomPrompt="1"/>
          </p:nvPr>
        </p:nvSpPr>
        <p:spPr>
          <a:xfrm>
            <a:off x="5498013" y="5107841"/>
            <a:ext cx="863263" cy="482705"/>
          </a:xfrm>
          <a:prstGeom prst="rect">
            <a:avLst/>
          </a:prstGeom>
          <a:noFill/>
        </p:spPr>
        <p:txBody>
          <a:bodyPr wrap="none" anchor="ctr">
            <a:noAutofit/>
          </a:bodyPr>
          <a:lstStyle>
            <a:lvl1pPr algn="ctr">
              <a:defRPr sz="3600" b="0">
                <a:solidFill>
                  <a:schemeClr val="bg1"/>
                </a:solidFill>
              </a:defRPr>
            </a:lvl1pPr>
            <a:lvl2pPr>
              <a:defRPr sz="1400"/>
            </a:lvl2pPr>
            <a:lvl3pPr>
              <a:defRPr sz="1200"/>
            </a:lvl3pPr>
            <a:lvl4pPr>
              <a:defRPr sz="1100"/>
            </a:lvl4pPr>
            <a:lvl5pPr>
              <a:defRPr sz="1100"/>
            </a:lvl5pPr>
          </a:lstStyle>
          <a:p>
            <a:pPr lvl="0"/>
            <a:r>
              <a:rPr lang="en-US" dirty="0"/>
              <a:t>Nº</a:t>
            </a:r>
          </a:p>
        </p:txBody>
      </p:sp>
      <p:sp>
        <p:nvSpPr>
          <p:cNvPr id="8" name="Text Placeholder 4">
            <a:extLst>
              <a:ext uri="{FF2B5EF4-FFF2-40B4-BE49-F238E27FC236}">
                <a16:creationId xmlns:a16="http://schemas.microsoft.com/office/drawing/2014/main" id="{42676D57-7318-4038-8625-151D4DD857E7}"/>
              </a:ext>
            </a:extLst>
          </p:cNvPr>
          <p:cNvSpPr>
            <a:spLocks noGrp="1"/>
          </p:cNvSpPr>
          <p:nvPr>
            <p:ph type="body" sz="quarter" idx="31" hasCustomPrompt="1"/>
          </p:nvPr>
        </p:nvSpPr>
        <p:spPr>
          <a:xfrm>
            <a:off x="6787432" y="4647262"/>
            <a:ext cx="4020458" cy="412363"/>
          </a:xfrm>
          <a:prstGeom prst="rect">
            <a:avLst/>
          </a:prstGeom>
          <a:noFill/>
        </p:spPr>
        <p:txBody>
          <a:bodyPr anchor="ctr">
            <a:noAutofit/>
          </a:bodyPr>
          <a:lstStyle>
            <a:lvl1pPr algn="l">
              <a:defRPr sz="1600" b="0">
                <a:solidFill>
                  <a:srgbClr val="0070AD"/>
                </a:solidFill>
                <a:latin typeface="+mj-lt"/>
              </a:defRPr>
            </a:lvl1pPr>
            <a:lvl2pPr>
              <a:defRPr sz="1400"/>
            </a:lvl2pPr>
            <a:lvl3pPr>
              <a:defRPr sz="1200"/>
            </a:lvl3pPr>
            <a:lvl4pPr>
              <a:defRPr sz="1100"/>
            </a:lvl4pPr>
            <a:lvl5pPr>
              <a:defRPr sz="1100"/>
            </a:lvl5pPr>
          </a:lstStyle>
          <a:p>
            <a:pPr lvl="0"/>
            <a:r>
              <a:rPr lang="en-US" dirty="0"/>
              <a:t>Click to insert title</a:t>
            </a:r>
          </a:p>
        </p:txBody>
      </p:sp>
      <p:sp>
        <p:nvSpPr>
          <p:cNvPr id="9" name="Text Placeholder 7">
            <a:extLst>
              <a:ext uri="{FF2B5EF4-FFF2-40B4-BE49-F238E27FC236}">
                <a16:creationId xmlns:a16="http://schemas.microsoft.com/office/drawing/2014/main" id="{9AB98D4C-7485-4468-A517-B5B92B48F38A}"/>
              </a:ext>
            </a:extLst>
          </p:cNvPr>
          <p:cNvSpPr>
            <a:spLocks noGrp="1"/>
          </p:cNvSpPr>
          <p:nvPr>
            <p:ph type="body" sz="quarter" idx="32" hasCustomPrompt="1"/>
          </p:nvPr>
        </p:nvSpPr>
        <p:spPr>
          <a:xfrm>
            <a:off x="6787433" y="5066217"/>
            <a:ext cx="4020458" cy="1177616"/>
          </a:xfrm>
          <a:prstGeom prst="rect">
            <a:avLst/>
          </a:prstGeom>
        </p:spPr>
        <p:txBody>
          <a:bodyPr>
            <a:noAutofit/>
          </a:bodyPr>
          <a:lstStyle>
            <a:lvl1pPr>
              <a:lnSpc>
                <a:spcPct val="100000"/>
              </a:lnSpc>
              <a:defRPr sz="1200"/>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text</a:t>
            </a:r>
          </a:p>
          <a:p>
            <a:pPr lvl="1"/>
            <a:r>
              <a:rPr lang="en-US" dirty="0"/>
              <a:t>Second level</a:t>
            </a:r>
          </a:p>
          <a:p>
            <a:pPr lvl="2"/>
            <a:r>
              <a:rPr lang="en-US" dirty="0"/>
              <a:t>Third level</a:t>
            </a:r>
          </a:p>
          <a:p>
            <a:pPr lvl="3"/>
            <a:r>
              <a:rPr lang="en-US" dirty="0"/>
              <a:t>Fourth level</a:t>
            </a:r>
          </a:p>
        </p:txBody>
      </p:sp>
    </p:spTree>
    <p:extLst>
      <p:ext uri="{BB962C8B-B14F-4D97-AF65-F5344CB8AC3E}">
        <p14:creationId xmlns:p14="http://schemas.microsoft.com/office/powerpoint/2010/main" val="561466090"/>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p:cSld name="1_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5229200"/>
            <a:ext cx="6699299"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933246"/>
            <a:ext cx="6699299" cy="2243691"/>
          </a:xfrm>
        </p:spPr>
        <p:txBody>
          <a:bodyPr wrap="square" lIns="36000" rIns="36000" bIns="0" anchor="b" anchorCtr="0">
            <a:spAutoFit/>
          </a:bodyPr>
          <a:lstStyle>
            <a:lvl1pPr algn="l">
              <a:lnSpc>
                <a:spcPct val="90000"/>
              </a:lnSpc>
              <a:defRPr sz="5400" b="1" baseline="0">
                <a:solidFill>
                  <a:schemeClr val="bg1"/>
                </a:solidFill>
                <a:latin typeface="+mn-lt"/>
              </a:defRPr>
            </a:lvl1pPr>
          </a:lstStyle>
          <a:p>
            <a:r>
              <a:rPr lang="en-US"/>
              <a:t>Click to edit Master title style</a:t>
            </a:r>
            <a:endParaRPr lang="en-GB" dirty="0"/>
          </a:p>
        </p:txBody>
      </p:sp>
      <p:pic>
        <p:nvPicPr>
          <p:cNvPr id="8" name="Graphic 7">
            <a:extLst>
              <a:ext uri="{FF2B5EF4-FFF2-40B4-BE49-F238E27FC236}">
                <a16:creationId xmlns:a16="http://schemas.microsoft.com/office/drawing/2014/main" id="{84BC735E-A9A3-4A52-8056-D6C0AF263785}"/>
              </a:ext>
            </a:extLst>
          </p:cNvPr>
          <p:cNvPicPr>
            <a:picLocks noChangeAspect="1"/>
          </p:cNvPicPr>
          <p:nvPr userDrawn="1"/>
        </p:nvPicPr>
        <p:blipFill>
          <a:blip r:embed="rId2">
            <a:extLst>
              <a:ext uri="{96DAC541-7B7A-43D3-8B79-37D633B846F1}">
                <asvg:svgBlip xmlns:asvg="http://schemas.microsoft.com/office/drawing/2016/SVG/main" r:embed="rId3"/>
              </a:ext>
            </a:extLst>
          </a:blip>
          <a:stretch>
            <a:fillRect/>
          </a:stretch>
        </p:blipFill>
        <p:spPr>
          <a:xfrm>
            <a:off x="551384" y="642523"/>
            <a:ext cx="4200525" cy="962025"/>
          </a:xfrm>
          <a:prstGeom prst="rect">
            <a:avLst/>
          </a:prstGeom>
        </p:spPr>
      </p:pic>
    </p:spTree>
    <p:extLst>
      <p:ext uri="{BB962C8B-B14F-4D97-AF65-F5344CB8AC3E}">
        <p14:creationId xmlns:p14="http://schemas.microsoft.com/office/powerpoint/2010/main" val="2833319463"/>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Section C – Wide">
    <p:spTree>
      <p:nvGrpSpPr>
        <p:cNvPr id="1" name=""/>
        <p:cNvGrpSpPr/>
        <p:nvPr/>
      </p:nvGrpSpPr>
      <p:grpSpPr>
        <a:xfrm>
          <a:off x="0" y="0"/>
          <a:ext cx="0" cy="0"/>
          <a:chOff x="0" y="0"/>
          <a:chExt cx="0" cy="0"/>
        </a:xfrm>
      </p:grpSpPr>
      <p:pic>
        <p:nvPicPr>
          <p:cNvPr id="16" name="Picture 6">
            <a:extLst>
              <a:ext uri="{FF2B5EF4-FFF2-40B4-BE49-F238E27FC236}">
                <a16:creationId xmlns:a16="http://schemas.microsoft.com/office/drawing/2014/main" id="{B313E9A5-8927-4424-8200-0B40A5FE0D8A}"/>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6079" t="6949" r="40419" b="6949"/>
          <a:stretch/>
        </p:blipFill>
        <p:spPr bwMode="ltGray">
          <a:xfrm>
            <a:off x="0" y="0"/>
            <a:ext cx="2783632" cy="6858001"/>
          </a:xfrm>
          <a:prstGeom prst="rect">
            <a:avLst/>
          </a:prstGeom>
        </p:spPr>
      </p:pic>
      <p:sp>
        <p:nvSpPr>
          <p:cNvPr id="13" name="Rectangle 12">
            <a:extLst>
              <a:ext uri="{FF2B5EF4-FFF2-40B4-BE49-F238E27FC236}">
                <a16:creationId xmlns:a16="http://schemas.microsoft.com/office/drawing/2014/main" id="{11AD9EEC-2F0C-454C-A5B2-F57FD7AAED4C}"/>
              </a:ext>
            </a:extLst>
          </p:cNvPr>
          <p:cNvSpPr/>
          <p:nvPr userDrawn="1"/>
        </p:nvSpPr>
        <p:spPr bwMode="white">
          <a:xfrm>
            <a:off x="2679031" y="-1"/>
            <a:ext cx="9512969" cy="6858001"/>
          </a:xfrm>
          <a:prstGeom prst="rect">
            <a:avLst/>
          </a:prstGeom>
          <a:solidFill>
            <a:srgbClr val="0F434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400" dirty="0">
              <a:solidFill>
                <a:schemeClr val="tx1"/>
              </a:solidFill>
            </a:endParaRPr>
          </a:p>
        </p:txBody>
      </p:sp>
      <p:sp>
        <p:nvSpPr>
          <p:cNvPr id="14" name="Title 1">
            <a:extLst>
              <a:ext uri="{FF2B5EF4-FFF2-40B4-BE49-F238E27FC236}">
                <a16:creationId xmlns:a16="http://schemas.microsoft.com/office/drawing/2014/main" id="{50A620EA-D7F6-457A-9F84-F5DC18B217C6}"/>
              </a:ext>
            </a:extLst>
          </p:cNvPr>
          <p:cNvSpPr>
            <a:spLocks noGrp="1"/>
          </p:cNvSpPr>
          <p:nvPr>
            <p:ph type="ctrTitle" hasCustomPrompt="1"/>
          </p:nvPr>
        </p:nvSpPr>
        <p:spPr bwMode="auto">
          <a:xfrm>
            <a:off x="3359696" y="2095351"/>
            <a:ext cx="5781098" cy="39754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b" anchorCtr="0">
            <a:spAutoFit/>
          </a:bodyPr>
          <a:lstStyle>
            <a:lvl1pPr algn="l">
              <a:lnSpc>
                <a:spcPts val="3100"/>
              </a:lnSpc>
              <a:defRPr lang="en-US" sz="3200" b="1" cap="all" baseline="0" dirty="0">
                <a:solidFill>
                  <a:schemeClr val="bg1"/>
                </a:solidFill>
                <a:latin typeface="Ubuntu" panose="020B0504030602030204" pitchFamily="34" charset="0"/>
              </a:defRPr>
            </a:lvl1pPr>
          </a:lstStyle>
          <a:p>
            <a:pPr marL="0" lvl="0"/>
            <a:r>
              <a:rPr lang="en-US" dirty="0"/>
              <a:t>SECTION TITLE ALL CAPS</a:t>
            </a:r>
          </a:p>
        </p:txBody>
      </p:sp>
      <p:sp>
        <p:nvSpPr>
          <p:cNvPr id="9" name="Text Placeholder 8">
            <a:extLst>
              <a:ext uri="{FF2B5EF4-FFF2-40B4-BE49-F238E27FC236}">
                <a16:creationId xmlns:a16="http://schemas.microsoft.com/office/drawing/2014/main" id="{F874BF17-775B-4C09-81B2-C8403E37CEBE}"/>
              </a:ext>
            </a:extLst>
          </p:cNvPr>
          <p:cNvSpPr>
            <a:spLocks noGrp="1"/>
          </p:cNvSpPr>
          <p:nvPr>
            <p:ph type="body" sz="quarter" idx="11" hasCustomPrompt="1"/>
          </p:nvPr>
        </p:nvSpPr>
        <p:spPr>
          <a:xfrm>
            <a:off x="3359696" y="3713163"/>
            <a:ext cx="5781098" cy="2809875"/>
          </a:xfrm>
          <a:prstGeom prst="rect">
            <a:avLst/>
          </a:prstGeom>
        </p:spPr>
        <p:txBody>
          <a:bodyPr lIns="0" tIns="0" rIns="0" bIns="0"/>
          <a:lstStyle>
            <a:lvl1pPr marL="0" indent="0">
              <a:lnSpc>
                <a:spcPct val="110000"/>
              </a:lnSpc>
              <a:buNone/>
              <a:defRPr sz="1800">
                <a:solidFill>
                  <a:schemeClr val="bg1"/>
                </a:solidFill>
                <a:latin typeface="Ubuntu" panose="020B0504030602030204" pitchFamily="34" charset="0"/>
              </a:defRPr>
            </a:lvl1pPr>
          </a:lstStyle>
          <a:p>
            <a:pPr lvl="0"/>
            <a:r>
              <a:rPr lang="en-US" dirty="0"/>
              <a:t>Short chapter description lorem ipsum dolor sit </a:t>
            </a:r>
            <a:r>
              <a:rPr lang="en-US" dirty="0" err="1"/>
              <a:t>amet</a:t>
            </a:r>
            <a:r>
              <a:rPr lang="en-US" dirty="0"/>
              <a:t>, </a:t>
            </a:r>
            <a:r>
              <a:rPr lang="en-US" dirty="0" err="1"/>
              <a:t>consectetur</a:t>
            </a:r>
            <a:r>
              <a:rPr lang="en-US" dirty="0"/>
              <a:t> </a:t>
            </a:r>
            <a:r>
              <a:rPr lang="en-US" dirty="0" err="1"/>
              <a:t>adipiscing</a:t>
            </a:r>
            <a:r>
              <a:rPr lang="en-US" dirty="0"/>
              <a:t> </a:t>
            </a:r>
            <a:r>
              <a:rPr lang="en-US" dirty="0" err="1"/>
              <a:t>elit</a:t>
            </a:r>
            <a:r>
              <a:rPr lang="en-US" dirty="0"/>
              <a:t>, sed do </a:t>
            </a:r>
            <a:r>
              <a:rPr lang="en-US" dirty="0" err="1"/>
              <a:t>eiusmod</a:t>
            </a:r>
            <a:r>
              <a:rPr lang="en-US" dirty="0"/>
              <a:t> </a:t>
            </a:r>
            <a:r>
              <a:rPr lang="en-US" dirty="0" err="1"/>
              <a:t>tempor</a:t>
            </a:r>
            <a:r>
              <a:rPr lang="en-US" dirty="0"/>
              <a:t> </a:t>
            </a:r>
            <a:r>
              <a:rPr lang="en-US" dirty="0" err="1"/>
              <a:t>incididunt</a:t>
            </a:r>
            <a:r>
              <a:rPr lang="en-US" dirty="0"/>
              <a:t> </a:t>
            </a:r>
            <a:r>
              <a:rPr lang="en-US" dirty="0" err="1"/>
              <a:t>ut</a:t>
            </a:r>
            <a:r>
              <a:rPr lang="en-US" dirty="0"/>
              <a:t> </a:t>
            </a:r>
            <a:r>
              <a:rPr lang="en-US" dirty="0" err="1"/>
              <a:t>labore</a:t>
            </a:r>
            <a:r>
              <a:rPr lang="en-US" dirty="0"/>
              <a:t> et dolore magna </a:t>
            </a:r>
            <a:r>
              <a:rPr lang="en-US" dirty="0" err="1"/>
              <a:t>aliqua</a:t>
            </a:r>
            <a:r>
              <a:rPr lang="en-US" dirty="0"/>
              <a:t>. Ut </a:t>
            </a:r>
            <a:r>
              <a:rPr lang="en-US" dirty="0" err="1"/>
              <a:t>enim</a:t>
            </a:r>
            <a:r>
              <a:rPr lang="en-US" dirty="0"/>
              <a:t> ad minim </a:t>
            </a:r>
            <a:r>
              <a:rPr lang="en-US" dirty="0" err="1"/>
              <a:t>veniam</a:t>
            </a:r>
            <a:r>
              <a:rPr lang="en-US" dirty="0"/>
              <a:t>, </a:t>
            </a:r>
            <a:r>
              <a:rPr lang="en-US" dirty="0" err="1"/>
              <a:t>quis</a:t>
            </a:r>
            <a:r>
              <a:rPr lang="en-US" dirty="0"/>
              <a:t> </a:t>
            </a:r>
            <a:r>
              <a:rPr lang="en-US" dirty="0" err="1"/>
              <a:t>nostrud</a:t>
            </a:r>
            <a:r>
              <a:rPr lang="en-US" dirty="0"/>
              <a:t> exercitation </a:t>
            </a:r>
            <a:r>
              <a:rPr lang="en-US" dirty="0" err="1"/>
              <a:t>ullamco</a:t>
            </a:r>
            <a:r>
              <a:rPr lang="en-US" dirty="0"/>
              <a:t> </a:t>
            </a:r>
            <a:r>
              <a:rPr lang="en-US" dirty="0" err="1"/>
              <a:t>laboris</a:t>
            </a:r>
            <a:r>
              <a:rPr lang="en-US" dirty="0"/>
              <a:t> nisi </a:t>
            </a:r>
            <a:r>
              <a:rPr lang="en-US" dirty="0" err="1"/>
              <a:t>ut</a:t>
            </a:r>
            <a:r>
              <a:rPr lang="en-US" dirty="0"/>
              <a:t> </a:t>
            </a:r>
            <a:r>
              <a:rPr lang="en-US" dirty="0" err="1"/>
              <a:t>aliquip</a:t>
            </a:r>
            <a:r>
              <a:rPr lang="en-US" dirty="0"/>
              <a:t> ex </a:t>
            </a:r>
            <a:r>
              <a:rPr lang="en-US" dirty="0" err="1"/>
              <a:t>ea</a:t>
            </a:r>
            <a:r>
              <a:rPr lang="en-US" dirty="0"/>
              <a:t> </a:t>
            </a:r>
            <a:r>
              <a:rPr lang="en-US" dirty="0" err="1"/>
              <a:t>commodo</a:t>
            </a:r>
            <a:r>
              <a:rPr lang="en-US" dirty="0"/>
              <a:t> </a:t>
            </a:r>
            <a:r>
              <a:rPr lang="en-US" dirty="0" err="1"/>
              <a:t>consequa</a:t>
            </a:r>
            <a:r>
              <a:rPr lang="en-US" dirty="0"/>
              <a:t>.</a:t>
            </a:r>
            <a:endParaRPr lang="en-GB" dirty="0"/>
          </a:p>
        </p:txBody>
      </p:sp>
      <p:sp>
        <p:nvSpPr>
          <p:cNvPr id="5" name="Text Placeholder 4">
            <a:extLst>
              <a:ext uri="{FF2B5EF4-FFF2-40B4-BE49-F238E27FC236}">
                <a16:creationId xmlns:a16="http://schemas.microsoft.com/office/drawing/2014/main" id="{2545FEED-D34C-429E-92B0-734C0A2CAA82}"/>
              </a:ext>
            </a:extLst>
          </p:cNvPr>
          <p:cNvSpPr>
            <a:spLocks noGrp="1"/>
          </p:cNvSpPr>
          <p:nvPr>
            <p:ph type="body" sz="quarter" idx="10" hasCustomPrompt="1"/>
          </p:nvPr>
        </p:nvSpPr>
        <p:spPr>
          <a:xfrm>
            <a:off x="3359696" y="3144837"/>
            <a:ext cx="5781098" cy="476845"/>
          </a:xfrm>
          <a:prstGeom prst="rect">
            <a:avLst/>
          </a:prstGeom>
        </p:spPr>
        <p:txBody>
          <a:bodyPr lIns="0" tIns="0" rIns="0" bIns="0"/>
          <a:lstStyle>
            <a:lvl1pPr marL="0" indent="0">
              <a:buNone/>
              <a:defRPr sz="2400" cap="all" baseline="0">
                <a:solidFill>
                  <a:srgbClr val="00E6E3"/>
                </a:solidFill>
                <a:latin typeface="Ubuntu" panose="020B0504030602030204" pitchFamily="34" charset="0"/>
              </a:defRPr>
            </a:lvl1pPr>
            <a:lvl5pPr>
              <a:defRPr/>
            </a:lvl5pPr>
          </a:lstStyle>
          <a:p>
            <a:pPr lvl="0"/>
            <a:r>
              <a:rPr lang="en-US" dirty="0"/>
              <a:t>SECTION SUBTITLE ALL CAPs</a:t>
            </a:r>
            <a:endParaRPr lang="en-GB" dirty="0"/>
          </a:p>
        </p:txBody>
      </p:sp>
      <p:grpSp>
        <p:nvGrpSpPr>
          <p:cNvPr id="8" name="Group 37">
            <a:extLst>
              <a:ext uri="{FF2B5EF4-FFF2-40B4-BE49-F238E27FC236}">
                <a16:creationId xmlns:a16="http://schemas.microsoft.com/office/drawing/2014/main" id="{A0131EFA-E3CA-4470-968C-AA4EF9936122}"/>
              </a:ext>
              <a:ext uri="{C183D7F6-B498-43B3-948B-1728B52AA6E4}">
                <adec:decorative xmlns:adec="http://schemas.microsoft.com/office/drawing/2017/decorative" val="1"/>
              </a:ext>
            </a:extLst>
          </p:cNvPr>
          <p:cNvGrpSpPr/>
          <p:nvPr userDrawn="1"/>
        </p:nvGrpSpPr>
        <p:grpSpPr>
          <a:xfrm>
            <a:off x="11559747" y="210928"/>
            <a:ext cx="413177" cy="382296"/>
            <a:chOff x="5481638" y="2859088"/>
            <a:chExt cx="1231900" cy="1139825"/>
          </a:xfrm>
          <a:solidFill>
            <a:schemeClr val="bg1"/>
          </a:solidFill>
        </p:grpSpPr>
        <p:sp>
          <p:nvSpPr>
            <p:cNvPr id="10" name="Freeform 320">
              <a:extLst>
                <a:ext uri="{FF2B5EF4-FFF2-40B4-BE49-F238E27FC236}">
                  <a16:creationId xmlns:a16="http://schemas.microsoft.com/office/drawing/2014/main" id="{FE038D48-6B7B-4F99-AD46-1A717A987A80}"/>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1" name="Freeform 321">
              <a:extLst>
                <a:ext uri="{FF2B5EF4-FFF2-40B4-BE49-F238E27FC236}">
                  <a16:creationId xmlns:a16="http://schemas.microsoft.com/office/drawing/2014/main" id="{8099682C-62AB-45A8-A317-C09E541E1A70}"/>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8797657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750"/>
                                  </p:stCondLst>
                                  <p:childTnLst>
                                    <p:set>
                                      <p:cBhvr>
                                        <p:cTn id="6" dur="1" fill="hold">
                                          <p:stCondLst>
                                            <p:cond delay="0"/>
                                          </p:stCondLst>
                                        </p:cTn>
                                        <p:tgtEl>
                                          <p:spTgt spid="14"/>
                                        </p:tgtEl>
                                        <p:attrNameLst>
                                          <p:attrName>style.visibility</p:attrName>
                                        </p:attrNameLst>
                                      </p:cBhvr>
                                      <p:to>
                                        <p:strVal val="visible"/>
                                      </p:to>
                                    </p:set>
                                    <p:animEffect transition="in" filter="fade">
                                      <p:cBhvr>
                                        <p:cTn id="7" dur="500"/>
                                        <p:tgtEl>
                                          <p:spTgt spid="14"/>
                                        </p:tgtEl>
                                      </p:cBhvr>
                                    </p:animEffect>
                                  </p:childTnLst>
                                </p:cTn>
                              </p:par>
                              <p:par>
                                <p:cTn id="8" presetID="10" presetClass="entr" presetSubtype="0" fill="hold" grpId="1" nodeType="withEffect">
                                  <p:stCondLst>
                                    <p:cond delay="100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1500"/>
                                        <p:tgtEl>
                                          <p:spTgt spid="13"/>
                                        </p:tgtEl>
                                      </p:cBhvr>
                                    </p:animEffect>
                                  </p:childTnLst>
                                </p:cTn>
                              </p:par>
                              <p:par>
                                <p:cTn id="11" presetID="63" presetClass="path" presetSubtype="0" decel="100000" fill="hold" grpId="0" nodeType="withEffect">
                                  <p:stCondLst>
                                    <p:cond delay="1000"/>
                                  </p:stCondLst>
                                  <p:childTnLst>
                                    <p:animMotion origin="layout" path="M -0.05938 0 L 4.16667E-6 0 " pathEditMode="relative" rAng="0" ptsTypes="AA">
                                      <p:cBhvr>
                                        <p:cTn id="12" dur="1500" fill="hold"/>
                                        <p:tgtEl>
                                          <p:spTgt spid="13"/>
                                        </p:tgtEl>
                                        <p:attrNameLst>
                                          <p:attrName>ppt_x</p:attrName>
                                          <p:attrName>ppt_y</p:attrName>
                                        </p:attrNameLst>
                                      </p:cBhvr>
                                      <p:rCtr x="2969" y="0"/>
                                    </p:animMotion>
                                  </p:childTnLst>
                                </p:cTn>
                              </p:par>
                              <p:par>
                                <p:cTn id="13" presetID="10" presetClass="entr" presetSubtype="0" fill="hold" grpId="0" nodeType="withEffect">
                                  <p:stCondLst>
                                    <p:cond delay="2500"/>
                                  </p:stCondLst>
                                  <p:iterate type="wd">
                                    <p:tmPct val="16667"/>
                                  </p:iterate>
                                  <p:childTnLst>
                                    <p:set>
                                      <p:cBhvr>
                                        <p:cTn id="14" dur="1" fill="hold">
                                          <p:stCondLst>
                                            <p:cond delay="0"/>
                                          </p:stCondLst>
                                        </p:cTn>
                                        <p:tgtEl>
                                          <p:spTgt spid="5"/>
                                        </p:tgtEl>
                                        <p:attrNameLst>
                                          <p:attrName>style.visibility</p:attrName>
                                        </p:attrNameLst>
                                      </p:cBhvr>
                                      <p:to>
                                        <p:strVal val="visible"/>
                                      </p:to>
                                    </p:set>
                                    <p:animEffect transition="in" filter="fade">
                                      <p:cBhvr>
                                        <p:cTn id="15" dur="500"/>
                                        <p:tgtEl>
                                          <p:spTgt spid="5"/>
                                        </p:tgtEl>
                                      </p:cBhvr>
                                    </p:animEffect>
                                  </p:childTnLst>
                                </p:cTn>
                              </p:par>
                              <p:par>
                                <p:cTn id="16" presetID="64" presetClass="path" presetSubtype="0" decel="100000" fill="hold" grpId="1" nodeType="withEffect">
                                  <p:stCondLst>
                                    <p:cond delay="2500"/>
                                  </p:stCondLst>
                                  <p:iterate type="wd">
                                    <p:tmPct val="16667"/>
                                  </p:iterate>
                                  <p:childTnLst>
                                    <p:animMotion origin="layout" path="M -4.16667E-6 0.02616 L -4.16667E-6 -4.81481E-6 " pathEditMode="relative" rAng="0" ptsTypes="AA">
                                      <p:cBhvr>
                                        <p:cTn id="17" dur="500" fill="hold"/>
                                        <p:tgtEl>
                                          <p:spTgt spid="5"/>
                                        </p:tgtEl>
                                        <p:attrNameLst>
                                          <p:attrName>ppt_x</p:attrName>
                                          <p:attrName>ppt_y</p:attrName>
                                        </p:attrNameLst>
                                      </p:cBhvr>
                                      <p:rCtr x="0" y="-1319"/>
                                    </p:animMotion>
                                  </p:childTnLst>
                                </p:cTn>
                              </p:par>
                              <p:par>
                                <p:cTn id="18" presetID="10" presetClass="entr" presetSubtype="0" fill="hold" grpId="0" nodeType="withEffect">
                                  <p:stCondLst>
                                    <p:cond delay="3400"/>
                                  </p:stCondLst>
                                  <p:childTnLst>
                                    <p:set>
                                      <p:cBhvr>
                                        <p:cTn id="19" dur="1" fill="hold">
                                          <p:stCondLst>
                                            <p:cond delay="0"/>
                                          </p:stCondLst>
                                        </p:cTn>
                                        <p:tgtEl>
                                          <p:spTgt spid="9">
                                            <p:txEl>
                                              <p:pRg st="0" end="0"/>
                                            </p:txEl>
                                          </p:spTgt>
                                        </p:tgtEl>
                                        <p:attrNameLst>
                                          <p:attrName>style.visibility</p:attrName>
                                        </p:attrNameLst>
                                      </p:cBhvr>
                                      <p:to>
                                        <p:strVal val="visible"/>
                                      </p:to>
                                    </p:set>
                                    <p:animEffect transition="in" filter="fade">
                                      <p:cBhvr>
                                        <p:cTn id="20" dur="750"/>
                                        <p:tgtEl>
                                          <p:spTgt spid="9">
                                            <p:txEl>
                                              <p:pRg st="0" end="0"/>
                                            </p:txEl>
                                          </p:spTgt>
                                        </p:tgtEl>
                                      </p:cBhvr>
                                    </p:animEffect>
                                  </p:childTnLst>
                                </p:cTn>
                              </p:par>
                              <p:par>
                                <p:cTn id="21" presetID="10" presetClass="entr" presetSubtype="0" fill="hold" nodeType="withEffect">
                                  <p:stCondLst>
                                    <p:cond delay="20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1150"/>
                                        <p:tgtEl>
                                          <p:spTgt spid="16"/>
                                        </p:tgtEl>
                                      </p:cBhvr>
                                    </p:animEffect>
                                  </p:childTnLst>
                                </p:cTn>
                              </p:par>
                              <p:par>
                                <p:cTn id="24" presetID="6" presetClass="emph" presetSubtype="0" fill="hold" nodeType="withEffect">
                                  <p:stCondLst>
                                    <p:cond delay="0"/>
                                  </p:stCondLst>
                                  <p:childTnLst>
                                    <p:animScale>
                                      <p:cBhvr>
                                        <p:cTn id="25" dur="150" fill="hold"/>
                                        <p:tgtEl>
                                          <p:spTgt spid="16"/>
                                        </p:tgtEl>
                                      </p:cBhvr>
                                      <p:by x="110000" y="110000"/>
                                    </p:animScale>
                                  </p:childTnLst>
                                </p:cTn>
                              </p:par>
                              <p:par>
                                <p:cTn id="26" presetID="6" presetClass="emph" presetSubtype="0" decel="100000" fill="hold" nodeType="withEffect">
                                  <p:stCondLst>
                                    <p:cond delay="200"/>
                                  </p:stCondLst>
                                  <p:childTnLst>
                                    <p:animScale>
                                      <p:cBhvr>
                                        <p:cTn id="27" dur="3450" fill="hold"/>
                                        <p:tgtEl>
                                          <p:spTgt spid="16"/>
                                        </p:tgtEl>
                                      </p:cBhvr>
                                      <p:by x="90990" y="90990"/>
                                    </p:animScale>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3" grpId="1" animBg="1"/>
      <p:bldP spid="14" grpId="0"/>
      <p:bldP spid="9" grpId="0" build="p">
        <p:tmplLst>
          <p:tmpl lvl="1">
            <p:tnLst>
              <p:par>
                <p:cTn presetID="10" presetClass="entr" presetSubtype="0" fill="hold" nodeType="withEffect">
                  <p:stCondLst>
                    <p:cond delay="3400"/>
                  </p:stCondLst>
                  <p:childTnLst>
                    <p:set>
                      <p:cBhvr>
                        <p:cTn dur="1" fill="hold">
                          <p:stCondLst>
                            <p:cond delay="0"/>
                          </p:stCondLst>
                        </p:cTn>
                        <p:tgtEl>
                          <p:spTgt spid="9"/>
                        </p:tgtEl>
                        <p:attrNameLst>
                          <p:attrName>style.visibility</p:attrName>
                        </p:attrNameLst>
                      </p:cBhvr>
                      <p:to>
                        <p:strVal val="visible"/>
                      </p:to>
                    </p:set>
                    <p:animEffect transition="in" filter="fade">
                      <p:cBhvr>
                        <p:cTn dur="750"/>
                        <p:tgtEl>
                          <p:spTgt spid="9"/>
                        </p:tgtEl>
                      </p:cBhvr>
                    </p:animEffect>
                  </p:childTnLst>
                </p:cTn>
              </p:par>
            </p:tnLst>
          </p:tmpl>
        </p:tmplLst>
      </p:bldP>
      <p:bldP spid="5" grpId="0">
        <p:tmplLst>
          <p:tmpl>
            <p:tnLst>
              <p:par>
                <p:cTn presetID="10" presetClass="entr" presetSubtype="0" fill="hold" nodeType="withEffect">
                  <p:stCondLst>
                    <p:cond delay="2500"/>
                  </p:stCondLst>
                  <p:iterate type="wd">
                    <p:tmPct val="16667"/>
                  </p:iterate>
                  <p:childTnLst>
                    <p:set>
                      <p:cBhvr>
                        <p:cTn dur="1" fill="hold">
                          <p:stCondLst>
                            <p:cond delay="0"/>
                          </p:stCondLst>
                        </p:cTn>
                        <p:tgtEl>
                          <p:spTgt spid="5"/>
                        </p:tgtEl>
                        <p:attrNameLst>
                          <p:attrName>style.visibility</p:attrName>
                        </p:attrNameLst>
                      </p:cBhvr>
                      <p:to>
                        <p:strVal val="visible"/>
                      </p:to>
                    </p:set>
                    <p:animEffect transition="in" filter="fade">
                      <p:cBhvr>
                        <p:cTn dur="500"/>
                        <p:tgtEl>
                          <p:spTgt spid="5"/>
                        </p:tgtEl>
                      </p:cBhvr>
                    </p:animEffect>
                  </p:childTnLst>
                </p:cTn>
              </p:par>
            </p:tnLst>
          </p:tmpl>
        </p:tmplLst>
      </p:bldP>
      <p:bldP spid="5" grpId="1">
        <p:tmplLst>
          <p:tmpl>
            <p:tnLst>
              <p:par>
                <p:cTn presetID="64" presetClass="path" presetSubtype="0" decel="100000" fill="hold" nodeType="withEffect">
                  <p:stCondLst>
                    <p:cond delay="2500"/>
                  </p:stCondLst>
                  <p:iterate type="wd">
                    <p:tmPct val="16667"/>
                  </p:iterate>
                  <p:childTnLst>
                    <p:animMotion origin="layout" path="M -4.16667E-6 0.02616 L -4.16667E-6 -4.81481E-6 " pathEditMode="relative" rAng="0" ptsTypes="AA">
                      <p:cBhvr>
                        <p:cTn dur="500" fill="hold"/>
                        <p:tgtEl>
                          <p:spTgt spid="5"/>
                        </p:tgtEl>
                        <p:attrNameLst>
                          <p:attrName>ppt_x</p:attrName>
                          <p:attrName>ppt_y</p:attrName>
                        </p:attrNameLst>
                      </p:cBhvr>
                      <p:rCtr x="0" y="-1319"/>
                    </p:animMotion>
                  </p:childTnLst>
                </p:cTn>
              </p:par>
            </p:tnLst>
          </p:tmpl>
        </p:tmplLst>
      </p:bldP>
    </p:bld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p:nvPicPr>
        <p:blipFill rotWithShape="1">
          <a:blip r:embed="rId12">
            <a:extLst>
              <a:ext uri="{28A0092B-C50C-407E-A947-70E740481C1C}">
                <a14:useLocalDpi xmlns:a14="http://schemas.microsoft.com/office/drawing/2010/main" val="0"/>
              </a:ext>
            </a:extLst>
          </a:blip>
          <a:srcRect l="6804" t="21979" r="11456" b="23098"/>
          <a:stretch/>
        </p:blipFill>
        <p:spPr>
          <a:xfrm rot="1808368" flipV="1">
            <a:off x="4394821" y="417955"/>
            <a:ext cx="8667942" cy="4117924"/>
          </a:xfrm>
          <a:prstGeom prst="rect">
            <a:avLst/>
          </a:prstGeom>
        </p:spPr>
      </p:pic>
      <p:pic>
        <p:nvPicPr>
          <p:cNvPr id="22" name="Graphic 21">
            <a:extLst>
              <a:ext uri="{FF2B5EF4-FFF2-40B4-BE49-F238E27FC236}">
                <a16:creationId xmlns:a16="http://schemas.microsoft.com/office/drawing/2014/main" id="{87C241BA-1CF8-46FC-BDFB-FE16C11962BA}"/>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551384" y="642523"/>
            <a:ext cx="4200525" cy="962025"/>
          </a:xfrm>
          <a:prstGeom prst="rect">
            <a:avLst/>
          </a:prstGeom>
        </p:spPr>
      </p:pic>
    </p:spTree>
    <p:extLst>
      <p:ext uri="{BB962C8B-B14F-4D97-AF65-F5344CB8AC3E}">
        <p14:creationId xmlns:p14="http://schemas.microsoft.com/office/powerpoint/2010/main" val="321395840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type="blank" preserve="1">
  <p:cSld name="3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dirty="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3"/>
            <a:extLst>
              <a:ext uri="{FF2B5EF4-FFF2-40B4-BE49-F238E27FC236}">
                <a16:creationId xmlns:a16="http://schemas.microsoft.com/office/drawing/2014/main" id="{F6DF1D6E-8462-43E1-AFC5-8A5C855024F4}"/>
              </a:ext>
            </a:extLst>
          </p:cNvPr>
          <p:cNvPicPr>
            <a:picLocks noChangeAspect="1" noChangeArrowheads="1"/>
          </p:cNvPicPr>
          <p:nvPr/>
        </p:nvPicPr>
        <p:blipFill>
          <a:blip r:embed="rId4"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5"/>
            <a:extLst>
              <a:ext uri="{FF2B5EF4-FFF2-40B4-BE49-F238E27FC236}">
                <a16:creationId xmlns:a16="http://schemas.microsoft.com/office/drawing/2014/main" id="{DA74C6D2-FFE3-4CE8-B52D-0A33097AEEAF}"/>
              </a:ext>
            </a:extLst>
          </p:cNvPr>
          <p:cNvPicPr>
            <a:picLocks noChangeAspect="1" noChangeArrowheads="1"/>
          </p:cNvPicPr>
          <p:nvPr/>
        </p:nvPicPr>
        <p:blipFill>
          <a:blip r:embed="rId6"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7"/>
            <a:extLst>
              <a:ext uri="{FF2B5EF4-FFF2-40B4-BE49-F238E27FC236}">
                <a16:creationId xmlns:a16="http://schemas.microsoft.com/office/drawing/2014/main" id="{14E10122-92A2-4535-9737-8C1BE0EE0AEC}"/>
              </a:ext>
            </a:extLst>
          </p:cNvPr>
          <p:cNvPicPr>
            <a:picLocks noChangeAspect="1" noChangeArrowheads="1"/>
          </p:cNvPicPr>
          <p:nvPr/>
        </p:nvPicPr>
        <p:blipFill>
          <a:blip r:embed="rId8"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9"/>
            <a:extLst>
              <a:ext uri="{FF2B5EF4-FFF2-40B4-BE49-F238E27FC236}">
                <a16:creationId xmlns:a16="http://schemas.microsoft.com/office/drawing/2014/main" id="{BA6EF96A-02CA-41A1-9095-358FE7486671}"/>
              </a:ext>
            </a:extLst>
          </p:cNvPr>
          <p:cNvPicPr>
            <a:picLocks noChangeAspect="1" noChangeArrowheads="1"/>
          </p:cNvPicPr>
          <p:nvPr userDrawn="1"/>
        </p:nvPicPr>
        <p:blipFill>
          <a:blip r:embed="rId10"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1"/>
            <a:extLst>
              <a:ext uri="{FF2B5EF4-FFF2-40B4-BE49-F238E27FC236}">
                <a16:creationId xmlns:a16="http://schemas.microsoft.com/office/drawing/2014/main" id="{BCC76D32-C587-45AA-A26C-ED5B038C867B}"/>
              </a:ext>
            </a:extLst>
          </p:cNvPr>
          <p:cNvPicPr>
            <a:picLocks noChangeAspect="1" noChangeArrowheads="1"/>
          </p:cNvPicPr>
          <p:nvPr/>
        </p:nvPicPr>
        <p:blipFill>
          <a:blip r:embed="rId12" cstate="print"/>
          <a:srcRect/>
          <a:stretch>
            <a:fillRect/>
          </a:stretch>
        </p:blipFill>
        <p:spPr bwMode="auto">
          <a:xfrm>
            <a:off x="426720" y="5328053"/>
            <a:ext cx="333195" cy="333195"/>
          </a:xfrm>
          <a:prstGeom prst="rect">
            <a:avLst/>
          </a:prstGeom>
          <a:noFill/>
        </p:spPr>
      </p:pic>
      <p:pic>
        <p:nvPicPr>
          <p:cNvPr id="25" name="Graphic 24">
            <a:extLst>
              <a:ext uri="{FF2B5EF4-FFF2-40B4-BE49-F238E27FC236}">
                <a16:creationId xmlns:a16="http://schemas.microsoft.com/office/drawing/2014/main" id="{A93746CB-8F5F-4B1D-978B-056949B18A09}"/>
              </a:ext>
            </a:extLst>
          </p:cNvPr>
          <p:cNvPicPr>
            <a:picLocks noChangeAspect="1"/>
          </p:cNvPicPr>
          <p:nvPr userDrawn="1"/>
        </p:nvPicPr>
        <p:blipFill>
          <a:blip r:embed="rId13">
            <a:extLst>
              <a:ext uri="{96DAC541-7B7A-43D3-8B79-37D633B846F1}">
                <asvg:svgBlip xmlns:asvg="http://schemas.microsoft.com/office/drawing/2016/SVG/main" r:embed="rId14"/>
              </a:ext>
            </a:extLst>
          </a:blip>
          <a:stretch>
            <a:fillRect/>
          </a:stretch>
        </p:blipFill>
        <p:spPr>
          <a:xfrm>
            <a:off x="7368083" y="5376781"/>
            <a:ext cx="4200525" cy="962025"/>
          </a:xfrm>
          <a:prstGeom prst="rect">
            <a:avLst/>
          </a:prstGeom>
        </p:spPr>
      </p:pic>
    </p:spTree>
    <p:extLst>
      <p:ext uri="{BB962C8B-B14F-4D97-AF65-F5344CB8AC3E}">
        <p14:creationId xmlns:p14="http://schemas.microsoft.com/office/powerpoint/2010/main" val="3270548734"/>
      </p:ext>
    </p:extLst>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userDrawn="1">
  <p:cSld name="2_Diapositive de titre">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43981900"/>
      </p:ext>
    </p:extLst>
  </p:cSld>
  <p:clrMapOvr>
    <a:masterClrMapping/>
  </p:clrMapOvr>
  <p:extLst>
    <p:ext uri="{DCECCB84-F9BA-43D5-87BE-67443E8EF086}">
      <p15:sldGuideLst xmlns:p15="http://schemas.microsoft.com/office/powerpoint/2012/main"/>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227348" y="1815352"/>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630430474"/>
      </p:ext>
    </p:extLst>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dirty="0"/>
              <a:t>Click to edit Master subtitle styles</a:t>
            </a:r>
          </a:p>
        </p:txBody>
      </p:sp>
    </p:spTree>
    <p:extLst>
      <p:ext uri="{BB962C8B-B14F-4D97-AF65-F5344CB8AC3E}">
        <p14:creationId xmlns:p14="http://schemas.microsoft.com/office/powerpoint/2010/main" val="4212439848"/>
      </p:ext>
    </p:extLst>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2" name="Titre 1"/>
          <p:cNvSpPr>
            <a:spLocks noGrp="1"/>
          </p:cNvSpPr>
          <p:nvPr>
            <p:ph type="title"/>
          </p:nvPr>
        </p:nvSpPr>
        <p:spPr>
          <a:xfrm>
            <a:off x="227349" y="0"/>
            <a:ext cx="11125236" cy="1104900"/>
          </a:xfrm>
        </p:spPr>
        <p:txBody>
          <a:bodyPr/>
          <a:lstStyle/>
          <a:p>
            <a:r>
              <a:rPr lang="en-US"/>
              <a:t>Click to edit Master title style</a:t>
            </a:r>
            <a:endParaRPr lang="en-US" dirty="0"/>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2406290830"/>
      </p:ext>
    </p:extLst>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dirty="0"/>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Tree>
    <p:extLst>
      <p:ext uri="{BB962C8B-B14F-4D97-AF65-F5344CB8AC3E}">
        <p14:creationId xmlns:p14="http://schemas.microsoft.com/office/powerpoint/2010/main" val="1697870684"/>
      </p:ext>
    </p:extLst>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dirty="0"/>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dirty="0"/>
              <a:t>#</a:t>
            </a:r>
            <a:endParaRPr lang="en-GB" dirty="0"/>
          </a:p>
        </p:txBody>
      </p:sp>
    </p:spTree>
    <p:extLst>
      <p:ext uri="{BB962C8B-B14F-4D97-AF65-F5344CB8AC3E}">
        <p14:creationId xmlns:p14="http://schemas.microsoft.com/office/powerpoint/2010/main" val="3115199519"/>
      </p:ext>
    </p:extLst>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3730156357"/>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3907803292"/>
      </p:ext>
    </p:extLst>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dirty="0"/>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dirty="0"/>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Insert text</a:t>
            </a:r>
          </a:p>
        </p:txBody>
      </p:sp>
      <p:sp>
        <p:nvSpPr>
          <p:cNvPr id="13" name="Oval 20">
            <a:extLst>
              <a:ext uri="{FF2B5EF4-FFF2-40B4-BE49-F238E27FC236}">
                <a16:creationId xmlns:a16="http://schemas.microsoft.com/office/drawing/2014/main" id="{1EFB3510-D39A-47CF-8191-109DDF9E53D5}"/>
              </a:ext>
            </a:extLst>
          </p:cNvPr>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4178109356"/>
      </p:ext>
    </p:extLst>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userDrawn="1">
  <p:cSld name="Title Slide 2">
    <p:spTree>
      <p:nvGrpSpPr>
        <p:cNvPr id="1" name=""/>
        <p:cNvGrpSpPr/>
        <p:nvPr/>
      </p:nvGrpSpPr>
      <p:grpSpPr>
        <a:xfrm>
          <a:off x="0" y="0"/>
          <a:ext cx="0" cy="0"/>
          <a:chOff x="0" y="0"/>
          <a:chExt cx="0" cy="0"/>
        </a:xfrm>
      </p:grpSpPr>
      <p:sp>
        <p:nvSpPr>
          <p:cNvPr id="16389" name="Freeform 5"/>
          <p:cNvSpPr>
            <a:spLocks/>
          </p:cNvSpPr>
          <p:nvPr userDrawn="1"/>
        </p:nvSpPr>
        <p:spPr bwMode="auto">
          <a:xfrm>
            <a:off x="1009650" y="0"/>
            <a:ext cx="11182350" cy="6858000"/>
          </a:xfrm>
          <a:custGeom>
            <a:avLst/>
            <a:gdLst/>
            <a:ahLst/>
            <a:cxnLst>
              <a:cxn ang="0">
                <a:pos x="0" y="0"/>
              </a:cxn>
              <a:cxn ang="0">
                <a:pos x="7044" y="0"/>
              </a:cxn>
              <a:cxn ang="0">
                <a:pos x="7044" y="4320"/>
              </a:cxn>
              <a:cxn ang="0">
                <a:pos x="7040" y="4320"/>
              </a:cxn>
              <a:cxn ang="0">
                <a:pos x="4170" y="4320"/>
              </a:cxn>
              <a:cxn ang="0">
                <a:pos x="4150" y="4318"/>
              </a:cxn>
              <a:cxn ang="0">
                <a:pos x="4132" y="4308"/>
              </a:cxn>
              <a:cxn ang="0">
                <a:pos x="3522" y="3806"/>
              </a:cxn>
              <a:cxn ang="0">
                <a:pos x="3468" y="3760"/>
              </a:cxn>
              <a:cxn ang="0">
                <a:pos x="3416" y="3714"/>
              </a:cxn>
              <a:cxn ang="0">
                <a:pos x="3492" y="3568"/>
              </a:cxn>
              <a:cxn ang="0">
                <a:pos x="3522" y="3504"/>
              </a:cxn>
              <a:cxn ang="0">
                <a:pos x="3578" y="3378"/>
              </a:cxn>
              <a:cxn ang="0">
                <a:pos x="3622" y="3248"/>
              </a:cxn>
              <a:cxn ang="0">
                <a:pos x="3652" y="3116"/>
              </a:cxn>
              <a:cxn ang="0">
                <a:pos x="3664" y="3046"/>
              </a:cxn>
              <a:cxn ang="0">
                <a:pos x="3670" y="2964"/>
              </a:cxn>
              <a:cxn ang="0">
                <a:pos x="3670" y="2884"/>
              </a:cxn>
              <a:cxn ang="0">
                <a:pos x="3662" y="2802"/>
              </a:cxn>
              <a:cxn ang="0">
                <a:pos x="3648" y="2722"/>
              </a:cxn>
              <a:cxn ang="0">
                <a:pos x="3632" y="2666"/>
              </a:cxn>
              <a:cxn ang="0">
                <a:pos x="3590" y="2560"/>
              </a:cxn>
              <a:cxn ang="0">
                <a:pos x="3536" y="2460"/>
              </a:cxn>
              <a:cxn ang="0">
                <a:pos x="3470" y="2366"/>
              </a:cxn>
              <a:cxn ang="0">
                <a:pos x="3434" y="2322"/>
              </a:cxn>
              <a:cxn ang="0">
                <a:pos x="3338" y="2220"/>
              </a:cxn>
              <a:cxn ang="0">
                <a:pos x="3236" y="2130"/>
              </a:cxn>
              <a:cxn ang="0">
                <a:pos x="3126" y="2046"/>
              </a:cxn>
              <a:cxn ang="0">
                <a:pos x="3012" y="1966"/>
              </a:cxn>
              <a:cxn ang="0">
                <a:pos x="2932" y="1916"/>
              </a:cxn>
              <a:cxn ang="0">
                <a:pos x="2766" y="1818"/>
              </a:cxn>
              <a:cxn ang="0">
                <a:pos x="2598" y="1728"/>
              </a:cxn>
              <a:cxn ang="0">
                <a:pos x="2340" y="1602"/>
              </a:cxn>
              <a:cxn ang="0">
                <a:pos x="2198" y="1536"/>
              </a:cxn>
              <a:cxn ang="0">
                <a:pos x="1772" y="1348"/>
              </a:cxn>
              <a:cxn ang="0">
                <a:pos x="1200" y="1106"/>
              </a:cxn>
              <a:cxn ang="0">
                <a:pos x="1118" y="1070"/>
              </a:cxn>
              <a:cxn ang="0">
                <a:pos x="954" y="994"/>
              </a:cxn>
              <a:cxn ang="0">
                <a:pos x="798" y="908"/>
              </a:cxn>
              <a:cxn ang="0">
                <a:pos x="646" y="814"/>
              </a:cxn>
              <a:cxn ang="0">
                <a:pos x="572" y="760"/>
              </a:cxn>
              <a:cxn ang="0">
                <a:pos x="448" y="658"/>
              </a:cxn>
              <a:cxn ang="0">
                <a:pos x="332" y="548"/>
              </a:cxn>
              <a:cxn ang="0">
                <a:pos x="228" y="426"/>
              </a:cxn>
              <a:cxn ang="0">
                <a:pos x="136" y="292"/>
              </a:cxn>
              <a:cxn ang="0">
                <a:pos x="94" y="222"/>
              </a:cxn>
              <a:cxn ang="0">
                <a:pos x="58" y="150"/>
              </a:cxn>
              <a:cxn ang="0">
                <a:pos x="28" y="76"/>
              </a:cxn>
              <a:cxn ang="0">
                <a:pos x="0" y="0"/>
              </a:cxn>
            </a:cxnLst>
            <a:rect l="0" t="0" r="r" b="b"/>
            <a:pathLst>
              <a:path w="7044" h="4320">
                <a:moveTo>
                  <a:pt x="0" y="0"/>
                </a:moveTo>
                <a:lnTo>
                  <a:pt x="0" y="0"/>
                </a:lnTo>
                <a:lnTo>
                  <a:pt x="7044" y="0"/>
                </a:lnTo>
                <a:lnTo>
                  <a:pt x="7044" y="0"/>
                </a:lnTo>
                <a:lnTo>
                  <a:pt x="7044" y="4320"/>
                </a:lnTo>
                <a:lnTo>
                  <a:pt x="7044" y="4320"/>
                </a:lnTo>
                <a:lnTo>
                  <a:pt x="7040" y="4320"/>
                </a:lnTo>
                <a:lnTo>
                  <a:pt x="7040" y="4320"/>
                </a:lnTo>
                <a:lnTo>
                  <a:pt x="4170" y="4320"/>
                </a:lnTo>
                <a:lnTo>
                  <a:pt x="4170" y="4320"/>
                </a:lnTo>
                <a:lnTo>
                  <a:pt x="4160" y="4320"/>
                </a:lnTo>
                <a:lnTo>
                  <a:pt x="4150" y="4318"/>
                </a:lnTo>
                <a:lnTo>
                  <a:pt x="4140" y="4314"/>
                </a:lnTo>
                <a:lnTo>
                  <a:pt x="4132" y="4308"/>
                </a:lnTo>
                <a:lnTo>
                  <a:pt x="4132" y="4308"/>
                </a:lnTo>
                <a:lnTo>
                  <a:pt x="3522" y="3806"/>
                </a:lnTo>
                <a:lnTo>
                  <a:pt x="3522" y="3806"/>
                </a:lnTo>
                <a:lnTo>
                  <a:pt x="3468" y="3760"/>
                </a:lnTo>
                <a:lnTo>
                  <a:pt x="3416" y="3714"/>
                </a:lnTo>
                <a:lnTo>
                  <a:pt x="3416" y="3714"/>
                </a:lnTo>
                <a:lnTo>
                  <a:pt x="3454" y="3640"/>
                </a:lnTo>
                <a:lnTo>
                  <a:pt x="3492" y="3568"/>
                </a:lnTo>
                <a:lnTo>
                  <a:pt x="3492" y="3568"/>
                </a:lnTo>
                <a:lnTo>
                  <a:pt x="3522" y="3504"/>
                </a:lnTo>
                <a:lnTo>
                  <a:pt x="3552" y="3442"/>
                </a:lnTo>
                <a:lnTo>
                  <a:pt x="3578" y="3378"/>
                </a:lnTo>
                <a:lnTo>
                  <a:pt x="3600" y="3314"/>
                </a:lnTo>
                <a:lnTo>
                  <a:pt x="3622" y="3248"/>
                </a:lnTo>
                <a:lnTo>
                  <a:pt x="3638" y="3182"/>
                </a:lnTo>
                <a:lnTo>
                  <a:pt x="3652" y="3116"/>
                </a:lnTo>
                <a:lnTo>
                  <a:pt x="3664" y="3046"/>
                </a:lnTo>
                <a:lnTo>
                  <a:pt x="3664" y="3046"/>
                </a:lnTo>
                <a:lnTo>
                  <a:pt x="3668" y="3006"/>
                </a:lnTo>
                <a:lnTo>
                  <a:pt x="3670" y="2964"/>
                </a:lnTo>
                <a:lnTo>
                  <a:pt x="3670" y="2924"/>
                </a:lnTo>
                <a:lnTo>
                  <a:pt x="3670" y="2884"/>
                </a:lnTo>
                <a:lnTo>
                  <a:pt x="3666" y="2844"/>
                </a:lnTo>
                <a:lnTo>
                  <a:pt x="3662" y="2802"/>
                </a:lnTo>
                <a:lnTo>
                  <a:pt x="3656" y="2762"/>
                </a:lnTo>
                <a:lnTo>
                  <a:pt x="3648" y="2722"/>
                </a:lnTo>
                <a:lnTo>
                  <a:pt x="3648" y="2722"/>
                </a:lnTo>
                <a:lnTo>
                  <a:pt x="3632" y="2666"/>
                </a:lnTo>
                <a:lnTo>
                  <a:pt x="3612" y="2612"/>
                </a:lnTo>
                <a:lnTo>
                  <a:pt x="3590" y="2560"/>
                </a:lnTo>
                <a:lnTo>
                  <a:pt x="3564" y="2508"/>
                </a:lnTo>
                <a:lnTo>
                  <a:pt x="3536" y="2460"/>
                </a:lnTo>
                <a:lnTo>
                  <a:pt x="3504" y="2412"/>
                </a:lnTo>
                <a:lnTo>
                  <a:pt x="3470" y="2366"/>
                </a:lnTo>
                <a:lnTo>
                  <a:pt x="3434" y="2322"/>
                </a:lnTo>
                <a:lnTo>
                  <a:pt x="3434" y="2322"/>
                </a:lnTo>
                <a:lnTo>
                  <a:pt x="3388" y="2270"/>
                </a:lnTo>
                <a:lnTo>
                  <a:pt x="3338" y="2220"/>
                </a:lnTo>
                <a:lnTo>
                  <a:pt x="3288" y="2174"/>
                </a:lnTo>
                <a:lnTo>
                  <a:pt x="3236" y="2130"/>
                </a:lnTo>
                <a:lnTo>
                  <a:pt x="3182" y="2086"/>
                </a:lnTo>
                <a:lnTo>
                  <a:pt x="3126" y="2046"/>
                </a:lnTo>
                <a:lnTo>
                  <a:pt x="3070" y="2006"/>
                </a:lnTo>
                <a:lnTo>
                  <a:pt x="3012" y="1966"/>
                </a:lnTo>
                <a:lnTo>
                  <a:pt x="3012" y="1966"/>
                </a:lnTo>
                <a:lnTo>
                  <a:pt x="2932" y="1916"/>
                </a:lnTo>
                <a:lnTo>
                  <a:pt x="2850" y="1866"/>
                </a:lnTo>
                <a:lnTo>
                  <a:pt x="2766" y="1818"/>
                </a:lnTo>
                <a:lnTo>
                  <a:pt x="2682" y="1772"/>
                </a:lnTo>
                <a:lnTo>
                  <a:pt x="2598" y="1728"/>
                </a:lnTo>
                <a:lnTo>
                  <a:pt x="2512" y="1686"/>
                </a:lnTo>
                <a:lnTo>
                  <a:pt x="2340" y="1602"/>
                </a:lnTo>
                <a:lnTo>
                  <a:pt x="2340" y="1602"/>
                </a:lnTo>
                <a:lnTo>
                  <a:pt x="2198" y="1536"/>
                </a:lnTo>
                <a:lnTo>
                  <a:pt x="2056" y="1472"/>
                </a:lnTo>
                <a:lnTo>
                  <a:pt x="1772" y="1348"/>
                </a:lnTo>
                <a:lnTo>
                  <a:pt x="1486" y="1226"/>
                </a:lnTo>
                <a:lnTo>
                  <a:pt x="1200" y="1106"/>
                </a:lnTo>
                <a:lnTo>
                  <a:pt x="1200" y="1106"/>
                </a:lnTo>
                <a:lnTo>
                  <a:pt x="1118" y="1070"/>
                </a:lnTo>
                <a:lnTo>
                  <a:pt x="1036" y="1034"/>
                </a:lnTo>
                <a:lnTo>
                  <a:pt x="954" y="994"/>
                </a:lnTo>
                <a:lnTo>
                  <a:pt x="876" y="952"/>
                </a:lnTo>
                <a:lnTo>
                  <a:pt x="798" y="908"/>
                </a:lnTo>
                <a:lnTo>
                  <a:pt x="720" y="862"/>
                </a:lnTo>
                <a:lnTo>
                  <a:pt x="646" y="814"/>
                </a:lnTo>
                <a:lnTo>
                  <a:pt x="572" y="760"/>
                </a:lnTo>
                <a:lnTo>
                  <a:pt x="572" y="760"/>
                </a:lnTo>
                <a:lnTo>
                  <a:pt x="508" y="710"/>
                </a:lnTo>
                <a:lnTo>
                  <a:pt x="448" y="658"/>
                </a:lnTo>
                <a:lnTo>
                  <a:pt x="388" y="604"/>
                </a:lnTo>
                <a:lnTo>
                  <a:pt x="332" y="548"/>
                </a:lnTo>
                <a:lnTo>
                  <a:pt x="278" y="488"/>
                </a:lnTo>
                <a:lnTo>
                  <a:pt x="228" y="426"/>
                </a:lnTo>
                <a:lnTo>
                  <a:pt x="180" y="360"/>
                </a:lnTo>
                <a:lnTo>
                  <a:pt x="136" y="292"/>
                </a:lnTo>
                <a:lnTo>
                  <a:pt x="136" y="292"/>
                </a:lnTo>
                <a:lnTo>
                  <a:pt x="94" y="222"/>
                </a:lnTo>
                <a:lnTo>
                  <a:pt x="76" y="186"/>
                </a:lnTo>
                <a:lnTo>
                  <a:pt x="58" y="150"/>
                </a:lnTo>
                <a:lnTo>
                  <a:pt x="42" y="114"/>
                </a:lnTo>
                <a:lnTo>
                  <a:pt x="28" y="76"/>
                </a:lnTo>
                <a:lnTo>
                  <a:pt x="14" y="38"/>
                </a:lnTo>
                <a:lnTo>
                  <a:pt x="0" y="0"/>
                </a:lnTo>
                <a:lnTo>
                  <a:pt x="0" y="0"/>
                </a:lnTo>
                <a:close/>
              </a:path>
            </a:pathLst>
          </a:custGeom>
          <a:solidFill>
            <a:schemeClr val="tx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9" name="Object 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5" name="Group 14"/>
          <p:cNvGrpSpPr>
            <a:grpSpLocks noChangeAspect="1"/>
          </p:cNvGrpSpPr>
          <p:nvPr userDrawn="1"/>
        </p:nvGrpSpPr>
        <p:grpSpPr>
          <a:xfrm>
            <a:off x="6384032" y="843779"/>
            <a:ext cx="5040000" cy="1123654"/>
            <a:chOff x="728663" y="4465638"/>
            <a:chExt cx="5354637" cy="1193801"/>
          </a:xfrm>
        </p:grpSpPr>
        <p:sp>
          <p:nvSpPr>
            <p:cNvPr id="16" name="Freeform 11"/>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7" name="Freeform 12"/>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8" name="Freeform 13"/>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9" name="Freeform 14"/>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0" name="Freeform 15"/>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22" name="Subtitle 2"/>
          <p:cNvSpPr>
            <a:spLocks noGrp="1"/>
          </p:cNvSpPr>
          <p:nvPr>
            <p:ph type="subTitle" idx="1" hasCustomPrompt="1"/>
          </p:nvPr>
        </p:nvSpPr>
        <p:spPr>
          <a:xfrm>
            <a:off x="7374783" y="5003254"/>
            <a:ext cx="4049250"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marL="0" marR="0" indent="0" algn="l" defTabSz="914400" rtl="0" eaLnBrk="1" fontAlgn="auto" latinLnBrk="0" hangingPunct="1">
              <a:lnSpc>
                <a:spcPts val="1800"/>
              </a:lnSpc>
              <a:spcBef>
                <a:spcPts val="0"/>
              </a:spcBef>
              <a:spcAft>
                <a:spcPts val="0"/>
              </a:spcAft>
              <a:buClrTx/>
              <a:buSzTx/>
              <a:buFont typeface="Arial" panose="020B0604020202020204" pitchFamily="34" charset="0"/>
              <a:buNone/>
              <a:tabLst/>
              <a:defRPr lang="en-US" sz="1600" dirty="0">
                <a:solidFill>
                  <a:schemeClr val="bg1"/>
                </a:solidFill>
              </a:defRPr>
            </a:lvl1pPr>
          </a:lstStyle>
          <a:p>
            <a:pPr marL="0" lvl="0"/>
            <a:r>
              <a:rPr lang="en-US" dirty="0"/>
              <a:t>Click to insert presenter, location, and date</a:t>
            </a:r>
          </a:p>
        </p:txBody>
      </p:sp>
      <p:sp>
        <p:nvSpPr>
          <p:cNvPr id="2" name="Titre 1"/>
          <p:cNvSpPr>
            <a:spLocks noGrp="1"/>
          </p:cNvSpPr>
          <p:nvPr>
            <p:ph type="title" hasCustomPrompt="1"/>
          </p:nvPr>
        </p:nvSpPr>
        <p:spPr>
          <a:xfrm>
            <a:off x="7356141" y="3934866"/>
            <a:ext cx="4067892" cy="1068388"/>
          </a:xfrm>
          <a:prstGeom prst="rect">
            <a:avLst/>
          </a:prstGeom>
        </p:spPr>
        <p:txBody>
          <a:bodyPr lIns="0" anchor="b"/>
          <a:lstStyle>
            <a:lvl1pPr>
              <a:defRPr sz="2600">
                <a:solidFill>
                  <a:schemeClr val="bg1"/>
                </a:solidFill>
              </a:defRPr>
            </a:lvl1pPr>
          </a:lstStyle>
          <a:p>
            <a:r>
              <a:rPr lang="en-US" dirty="0"/>
              <a:t>Click to insert title</a:t>
            </a:r>
          </a:p>
        </p:txBody>
      </p:sp>
    </p:spTree>
    <p:extLst>
      <p:ext uri="{BB962C8B-B14F-4D97-AF65-F5344CB8AC3E}">
        <p14:creationId xmlns:p14="http://schemas.microsoft.com/office/powerpoint/2010/main" val="2384611879"/>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userDrawn="1">
  <p:cSld name="Section break 3">
    <p:spTree>
      <p:nvGrpSpPr>
        <p:cNvPr id="1" name=""/>
        <p:cNvGrpSpPr/>
        <p:nvPr/>
      </p:nvGrpSpPr>
      <p:grpSpPr>
        <a:xfrm>
          <a:off x="0" y="0"/>
          <a:ext cx="0" cy="0"/>
          <a:chOff x="0" y="0"/>
          <a:chExt cx="0" cy="0"/>
        </a:xfrm>
      </p:grpSpPr>
      <p:graphicFrame>
        <p:nvGraphicFramePr>
          <p:cNvPr id="10" name="Object 9"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0" name="Object 9"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366" name="Freeform 6"/>
          <p:cNvSpPr>
            <a:spLocks/>
          </p:cNvSpPr>
          <p:nvPr userDrawn="1"/>
        </p:nvSpPr>
        <p:spPr bwMode="auto">
          <a:xfrm>
            <a:off x="0" y="0"/>
            <a:ext cx="7651750" cy="6858000"/>
          </a:xfrm>
          <a:custGeom>
            <a:avLst/>
            <a:gdLst/>
            <a:ahLst/>
            <a:cxnLst>
              <a:cxn ang="0">
                <a:pos x="0" y="4320"/>
              </a:cxn>
              <a:cxn ang="0">
                <a:pos x="0" y="18"/>
              </a:cxn>
              <a:cxn ang="0">
                <a:pos x="2" y="4"/>
              </a:cxn>
              <a:cxn ang="0">
                <a:pos x="18" y="0"/>
              </a:cxn>
              <a:cxn ang="0">
                <a:pos x="4802" y="0"/>
              </a:cxn>
              <a:cxn ang="0">
                <a:pos x="4812" y="0"/>
              </a:cxn>
              <a:cxn ang="0">
                <a:pos x="4820" y="8"/>
              </a:cxn>
              <a:cxn ang="0">
                <a:pos x="4820" y="18"/>
              </a:cxn>
              <a:cxn ang="0">
                <a:pos x="4820" y="50"/>
              </a:cxn>
              <a:cxn ang="0">
                <a:pos x="4816" y="52"/>
              </a:cxn>
              <a:cxn ang="0">
                <a:pos x="4816" y="64"/>
              </a:cxn>
              <a:cxn ang="0">
                <a:pos x="4808" y="138"/>
              </a:cxn>
              <a:cxn ang="0">
                <a:pos x="4800" y="200"/>
              </a:cxn>
              <a:cxn ang="0">
                <a:pos x="4776" y="318"/>
              </a:cxn>
              <a:cxn ang="0">
                <a:pos x="4744" y="434"/>
              </a:cxn>
              <a:cxn ang="0">
                <a:pos x="4704" y="544"/>
              </a:cxn>
              <a:cxn ang="0">
                <a:pos x="4654" y="652"/>
              </a:cxn>
              <a:cxn ang="0">
                <a:pos x="4594" y="754"/>
              </a:cxn>
              <a:cxn ang="0">
                <a:pos x="4528" y="852"/>
              </a:cxn>
              <a:cxn ang="0">
                <a:pos x="4452" y="948"/>
              </a:cxn>
              <a:cxn ang="0">
                <a:pos x="4410" y="994"/>
              </a:cxn>
              <a:cxn ang="0">
                <a:pos x="4342" y="1064"/>
              </a:cxn>
              <a:cxn ang="0">
                <a:pos x="4270" y="1130"/>
              </a:cxn>
              <a:cxn ang="0">
                <a:pos x="4118" y="1252"/>
              </a:cxn>
              <a:cxn ang="0">
                <a:pos x="3956" y="1360"/>
              </a:cxn>
              <a:cxn ang="0">
                <a:pos x="3786" y="1458"/>
              </a:cxn>
              <a:cxn ang="0">
                <a:pos x="3724" y="1488"/>
              </a:cxn>
              <a:cxn ang="0">
                <a:pos x="3542" y="1574"/>
              </a:cxn>
              <a:cxn ang="0">
                <a:pos x="3294" y="1678"/>
              </a:cxn>
              <a:cxn ang="0">
                <a:pos x="3028" y="1790"/>
              </a:cxn>
              <a:cxn ang="0">
                <a:pos x="2498" y="2020"/>
              </a:cxn>
              <a:cxn ang="0">
                <a:pos x="2238" y="2142"/>
              </a:cxn>
              <a:cxn ang="0">
                <a:pos x="2054" y="2232"/>
              </a:cxn>
              <a:cxn ang="0">
                <a:pos x="1872" y="2326"/>
              </a:cxn>
              <a:cxn ang="0">
                <a:pos x="1696" y="2428"/>
              </a:cxn>
              <a:cxn ang="0">
                <a:pos x="1522" y="2538"/>
              </a:cxn>
              <a:cxn ang="0">
                <a:pos x="1464" y="2578"/>
              </a:cxn>
              <a:cxn ang="0">
                <a:pos x="1350" y="2664"/>
              </a:cxn>
              <a:cxn ang="0">
                <a:pos x="1242" y="2758"/>
              </a:cxn>
              <a:cxn ang="0">
                <a:pos x="1142" y="2860"/>
              </a:cxn>
              <a:cxn ang="0">
                <a:pos x="1096" y="2916"/>
              </a:cxn>
              <a:cxn ang="0">
                <a:pos x="1030" y="3008"/>
              </a:cxn>
              <a:cxn ang="0">
                <a:pos x="976" y="3102"/>
              </a:cxn>
              <a:cxn ang="0">
                <a:pos x="934" y="3200"/>
              </a:cxn>
              <a:cxn ang="0">
                <a:pos x="904" y="3302"/>
              </a:cxn>
              <a:cxn ang="0">
                <a:pos x="884" y="3404"/>
              </a:cxn>
              <a:cxn ang="0">
                <a:pos x="878" y="3512"/>
              </a:cxn>
              <a:cxn ang="0">
                <a:pos x="884" y="3620"/>
              </a:cxn>
              <a:cxn ang="0">
                <a:pos x="900" y="3732"/>
              </a:cxn>
              <a:cxn ang="0">
                <a:pos x="914" y="3788"/>
              </a:cxn>
              <a:cxn ang="0">
                <a:pos x="944" y="3898"/>
              </a:cxn>
              <a:cxn ang="0">
                <a:pos x="982" y="4004"/>
              </a:cxn>
              <a:cxn ang="0">
                <a:pos x="1028" y="4108"/>
              </a:cxn>
              <a:cxn ang="0">
                <a:pos x="1052" y="4160"/>
              </a:cxn>
              <a:cxn ang="0">
                <a:pos x="1126" y="4302"/>
              </a:cxn>
              <a:cxn ang="0">
                <a:pos x="1130" y="4312"/>
              </a:cxn>
              <a:cxn ang="0">
                <a:pos x="1130" y="4318"/>
              </a:cxn>
              <a:cxn ang="0">
                <a:pos x="1116" y="4320"/>
              </a:cxn>
              <a:cxn ang="0">
                <a:pos x="1100" y="4320"/>
              </a:cxn>
              <a:cxn ang="0">
                <a:pos x="0" y="4320"/>
              </a:cxn>
            </a:cxnLst>
            <a:rect l="0" t="0" r="r" b="b"/>
            <a:pathLst>
              <a:path w="4820" h="4320">
                <a:moveTo>
                  <a:pt x="0" y="4320"/>
                </a:moveTo>
                <a:lnTo>
                  <a:pt x="0" y="4320"/>
                </a:lnTo>
                <a:lnTo>
                  <a:pt x="0" y="18"/>
                </a:lnTo>
                <a:lnTo>
                  <a:pt x="0" y="18"/>
                </a:lnTo>
                <a:lnTo>
                  <a:pt x="0" y="8"/>
                </a:lnTo>
                <a:lnTo>
                  <a:pt x="2" y="4"/>
                </a:lnTo>
                <a:lnTo>
                  <a:pt x="8" y="0"/>
                </a:lnTo>
                <a:lnTo>
                  <a:pt x="18" y="0"/>
                </a:lnTo>
                <a:lnTo>
                  <a:pt x="18" y="0"/>
                </a:lnTo>
                <a:lnTo>
                  <a:pt x="4802" y="0"/>
                </a:lnTo>
                <a:lnTo>
                  <a:pt x="4802" y="0"/>
                </a:lnTo>
                <a:lnTo>
                  <a:pt x="4812" y="0"/>
                </a:lnTo>
                <a:lnTo>
                  <a:pt x="4818" y="4"/>
                </a:lnTo>
                <a:lnTo>
                  <a:pt x="4820" y="8"/>
                </a:lnTo>
                <a:lnTo>
                  <a:pt x="4820" y="18"/>
                </a:lnTo>
                <a:lnTo>
                  <a:pt x="4820" y="18"/>
                </a:lnTo>
                <a:lnTo>
                  <a:pt x="4820" y="34"/>
                </a:lnTo>
                <a:lnTo>
                  <a:pt x="4820" y="50"/>
                </a:lnTo>
                <a:lnTo>
                  <a:pt x="4820" y="50"/>
                </a:lnTo>
                <a:lnTo>
                  <a:pt x="4816" y="52"/>
                </a:lnTo>
                <a:lnTo>
                  <a:pt x="4816" y="56"/>
                </a:lnTo>
                <a:lnTo>
                  <a:pt x="4816" y="64"/>
                </a:lnTo>
                <a:lnTo>
                  <a:pt x="4816" y="64"/>
                </a:lnTo>
                <a:lnTo>
                  <a:pt x="4808" y="138"/>
                </a:lnTo>
                <a:lnTo>
                  <a:pt x="4808" y="138"/>
                </a:lnTo>
                <a:lnTo>
                  <a:pt x="4800" y="200"/>
                </a:lnTo>
                <a:lnTo>
                  <a:pt x="4790" y="260"/>
                </a:lnTo>
                <a:lnTo>
                  <a:pt x="4776" y="318"/>
                </a:lnTo>
                <a:lnTo>
                  <a:pt x="4762" y="376"/>
                </a:lnTo>
                <a:lnTo>
                  <a:pt x="4744" y="434"/>
                </a:lnTo>
                <a:lnTo>
                  <a:pt x="4726" y="490"/>
                </a:lnTo>
                <a:lnTo>
                  <a:pt x="4704" y="544"/>
                </a:lnTo>
                <a:lnTo>
                  <a:pt x="4680" y="598"/>
                </a:lnTo>
                <a:lnTo>
                  <a:pt x="4654" y="652"/>
                </a:lnTo>
                <a:lnTo>
                  <a:pt x="4626" y="704"/>
                </a:lnTo>
                <a:lnTo>
                  <a:pt x="4594" y="754"/>
                </a:lnTo>
                <a:lnTo>
                  <a:pt x="4562" y="804"/>
                </a:lnTo>
                <a:lnTo>
                  <a:pt x="4528" y="852"/>
                </a:lnTo>
                <a:lnTo>
                  <a:pt x="4490" y="900"/>
                </a:lnTo>
                <a:lnTo>
                  <a:pt x="4452" y="948"/>
                </a:lnTo>
                <a:lnTo>
                  <a:pt x="4410" y="994"/>
                </a:lnTo>
                <a:lnTo>
                  <a:pt x="4410" y="994"/>
                </a:lnTo>
                <a:lnTo>
                  <a:pt x="4376" y="1030"/>
                </a:lnTo>
                <a:lnTo>
                  <a:pt x="4342" y="1064"/>
                </a:lnTo>
                <a:lnTo>
                  <a:pt x="4306" y="1098"/>
                </a:lnTo>
                <a:lnTo>
                  <a:pt x="4270" y="1130"/>
                </a:lnTo>
                <a:lnTo>
                  <a:pt x="4196" y="1194"/>
                </a:lnTo>
                <a:lnTo>
                  <a:pt x="4118" y="1252"/>
                </a:lnTo>
                <a:lnTo>
                  <a:pt x="4038" y="1308"/>
                </a:lnTo>
                <a:lnTo>
                  <a:pt x="3956" y="1360"/>
                </a:lnTo>
                <a:lnTo>
                  <a:pt x="3872" y="1410"/>
                </a:lnTo>
                <a:lnTo>
                  <a:pt x="3786" y="1458"/>
                </a:lnTo>
                <a:lnTo>
                  <a:pt x="3786" y="1458"/>
                </a:lnTo>
                <a:lnTo>
                  <a:pt x="3724" y="1488"/>
                </a:lnTo>
                <a:lnTo>
                  <a:pt x="3664" y="1518"/>
                </a:lnTo>
                <a:lnTo>
                  <a:pt x="3542" y="1574"/>
                </a:lnTo>
                <a:lnTo>
                  <a:pt x="3418" y="1626"/>
                </a:lnTo>
                <a:lnTo>
                  <a:pt x="3294" y="1678"/>
                </a:lnTo>
                <a:lnTo>
                  <a:pt x="3294" y="1678"/>
                </a:lnTo>
                <a:lnTo>
                  <a:pt x="3028" y="1790"/>
                </a:lnTo>
                <a:lnTo>
                  <a:pt x="2762" y="1904"/>
                </a:lnTo>
                <a:lnTo>
                  <a:pt x="2498" y="2020"/>
                </a:lnTo>
                <a:lnTo>
                  <a:pt x="2368" y="2080"/>
                </a:lnTo>
                <a:lnTo>
                  <a:pt x="2238" y="2142"/>
                </a:lnTo>
                <a:lnTo>
                  <a:pt x="2238" y="2142"/>
                </a:lnTo>
                <a:lnTo>
                  <a:pt x="2054" y="2232"/>
                </a:lnTo>
                <a:lnTo>
                  <a:pt x="1962" y="2278"/>
                </a:lnTo>
                <a:lnTo>
                  <a:pt x="1872" y="2326"/>
                </a:lnTo>
                <a:lnTo>
                  <a:pt x="1784" y="2376"/>
                </a:lnTo>
                <a:lnTo>
                  <a:pt x="1696" y="2428"/>
                </a:lnTo>
                <a:lnTo>
                  <a:pt x="1608" y="2482"/>
                </a:lnTo>
                <a:lnTo>
                  <a:pt x="1522" y="2538"/>
                </a:lnTo>
                <a:lnTo>
                  <a:pt x="1522" y="2538"/>
                </a:lnTo>
                <a:lnTo>
                  <a:pt x="1464" y="2578"/>
                </a:lnTo>
                <a:lnTo>
                  <a:pt x="1406" y="2620"/>
                </a:lnTo>
                <a:lnTo>
                  <a:pt x="1350" y="2664"/>
                </a:lnTo>
                <a:lnTo>
                  <a:pt x="1296" y="2710"/>
                </a:lnTo>
                <a:lnTo>
                  <a:pt x="1242" y="2758"/>
                </a:lnTo>
                <a:lnTo>
                  <a:pt x="1192" y="2808"/>
                </a:lnTo>
                <a:lnTo>
                  <a:pt x="1142" y="2860"/>
                </a:lnTo>
                <a:lnTo>
                  <a:pt x="1096" y="2916"/>
                </a:lnTo>
                <a:lnTo>
                  <a:pt x="1096" y="2916"/>
                </a:lnTo>
                <a:lnTo>
                  <a:pt x="1062" y="2962"/>
                </a:lnTo>
                <a:lnTo>
                  <a:pt x="1030" y="3008"/>
                </a:lnTo>
                <a:lnTo>
                  <a:pt x="1002" y="3054"/>
                </a:lnTo>
                <a:lnTo>
                  <a:pt x="976" y="3102"/>
                </a:lnTo>
                <a:lnTo>
                  <a:pt x="952" y="3152"/>
                </a:lnTo>
                <a:lnTo>
                  <a:pt x="934" y="3200"/>
                </a:lnTo>
                <a:lnTo>
                  <a:pt x="916" y="3250"/>
                </a:lnTo>
                <a:lnTo>
                  <a:pt x="904" y="3302"/>
                </a:lnTo>
                <a:lnTo>
                  <a:pt x="892" y="3352"/>
                </a:lnTo>
                <a:lnTo>
                  <a:pt x="884" y="3404"/>
                </a:lnTo>
                <a:lnTo>
                  <a:pt x="880" y="3458"/>
                </a:lnTo>
                <a:lnTo>
                  <a:pt x="878" y="3512"/>
                </a:lnTo>
                <a:lnTo>
                  <a:pt x="880" y="3566"/>
                </a:lnTo>
                <a:lnTo>
                  <a:pt x="884" y="3620"/>
                </a:lnTo>
                <a:lnTo>
                  <a:pt x="890" y="3676"/>
                </a:lnTo>
                <a:lnTo>
                  <a:pt x="900" y="3732"/>
                </a:lnTo>
                <a:lnTo>
                  <a:pt x="900" y="3732"/>
                </a:lnTo>
                <a:lnTo>
                  <a:pt x="914" y="3788"/>
                </a:lnTo>
                <a:lnTo>
                  <a:pt x="928" y="3844"/>
                </a:lnTo>
                <a:lnTo>
                  <a:pt x="944" y="3898"/>
                </a:lnTo>
                <a:lnTo>
                  <a:pt x="962" y="3952"/>
                </a:lnTo>
                <a:lnTo>
                  <a:pt x="982" y="4004"/>
                </a:lnTo>
                <a:lnTo>
                  <a:pt x="1004" y="4056"/>
                </a:lnTo>
                <a:lnTo>
                  <a:pt x="1028" y="4108"/>
                </a:lnTo>
                <a:lnTo>
                  <a:pt x="1052" y="4160"/>
                </a:lnTo>
                <a:lnTo>
                  <a:pt x="1052" y="4160"/>
                </a:lnTo>
                <a:lnTo>
                  <a:pt x="1088" y="4232"/>
                </a:lnTo>
                <a:lnTo>
                  <a:pt x="1126" y="4302"/>
                </a:lnTo>
                <a:lnTo>
                  <a:pt x="1126" y="4302"/>
                </a:lnTo>
                <a:lnTo>
                  <a:pt x="1130" y="4312"/>
                </a:lnTo>
                <a:lnTo>
                  <a:pt x="1132" y="4316"/>
                </a:lnTo>
                <a:lnTo>
                  <a:pt x="1130" y="4318"/>
                </a:lnTo>
                <a:lnTo>
                  <a:pt x="1126" y="4320"/>
                </a:lnTo>
                <a:lnTo>
                  <a:pt x="1116" y="4320"/>
                </a:lnTo>
                <a:lnTo>
                  <a:pt x="1116" y="4320"/>
                </a:lnTo>
                <a:lnTo>
                  <a:pt x="1100" y="4320"/>
                </a:lnTo>
                <a:lnTo>
                  <a:pt x="1100" y="4320"/>
                </a:lnTo>
                <a:lnTo>
                  <a:pt x="0" y="4320"/>
                </a:lnTo>
                <a:lnTo>
                  <a:pt x="0" y="4320"/>
                </a:lnTo>
                <a:close/>
              </a:path>
            </a:pathLst>
          </a:custGeom>
          <a:solidFill>
            <a:srgbClr val="12AADA"/>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8" name="Picture Placeholder 11">
            <a:extLst>
              <a:ext uri="{FF2B5EF4-FFF2-40B4-BE49-F238E27FC236}">
                <a16:creationId xmlns:a16="http://schemas.microsoft.com/office/drawing/2014/main" id="{D4E263B9-5E55-409E-9F7C-2F67A89E06AA}"/>
              </a:ext>
            </a:extLst>
          </p:cNvPr>
          <p:cNvSpPr>
            <a:spLocks noGrp="1"/>
          </p:cNvSpPr>
          <p:nvPr>
            <p:ph type="pic" sz="quarter" idx="10"/>
          </p:nvPr>
        </p:nvSpPr>
        <p:spPr>
          <a:xfrm>
            <a:off x="2273300" y="0"/>
            <a:ext cx="9918700" cy="6859588"/>
          </a:xfrm>
          <a:prstGeom prst="rect">
            <a:avLst/>
          </a:prstGeom>
        </p:spPr>
        <p:txBody>
          <a:bodyPr anchor="ctr"/>
          <a:lstStyle>
            <a:lvl1pPr marL="0" indent="0" algn="ctr">
              <a:buNone/>
              <a:defRPr/>
            </a:lvl1pPr>
          </a:lstStyle>
          <a:p>
            <a:r>
              <a:rPr lang="fr-FR" dirty="0"/>
              <a:t>Cliquez sur l'icône pour ajouter une image</a:t>
            </a:r>
            <a:endParaRPr lang="pt-PT"/>
          </a:p>
        </p:txBody>
      </p:sp>
      <p:sp>
        <p:nvSpPr>
          <p:cNvPr id="7" name="Text Placeholder 13">
            <a:extLst>
              <a:ext uri="{FF2B5EF4-FFF2-40B4-BE49-F238E27FC236}">
                <a16:creationId xmlns:a16="http://schemas.microsoft.com/office/drawing/2014/main" id="{5C674D03-4995-4743-8CE4-61CF32CFBDDE}"/>
              </a:ext>
            </a:extLst>
          </p:cNvPr>
          <p:cNvSpPr>
            <a:spLocks noGrp="1"/>
          </p:cNvSpPr>
          <p:nvPr>
            <p:ph type="body" sz="quarter" idx="11" hasCustomPrompt="1"/>
          </p:nvPr>
        </p:nvSpPr>
        <p:spPr>
          <a:xfrm>
            <a:off x="460708" y="434513"/>
            <a:ext cx="5419268" cy="1902287"/>
          </a:xfrm>
          <a:prstGeom prst="rect">
            <a:avLst/>
          </a:prstGeom>
        </p:spPr>
        <p:txBody>
          <a:bodyPr>
            <a:noAutofit/>
          </a:bodyPr>
          <a:lstStyle>
            <a:lvl1pPr marL="0" indent="0">
              <a:buNone/>
              <a:defRPr sz="3600">
                <a:solidFill>
                  <a:schemeClr val="bg1"/>
                </a:solidFill>
              </a:defRPr>
            </a:lvl1pPr>
            <a:lvl2pPr marL="457200" indent="0">
              <a:buNone/>
              <a:defRPr sz="6000">
                <a:solidFill>
                  <a:schemeClr val="bg1"/>
                </a:solidFill>
              </a:defRPr>
            </a:lvl2pPr>
          </a:lstStyle>
          <a:p>
            <a:pPr lvl="0"/>
            <a:r>
              <a:rPr lang="en-US" dirty="0"/>
              <a:t>Click to insert section title</a:t>
            </a:r>
            <a:endParaRPr lang="pt-PT" dirty="0"/>
          </a:p>
        </p:txBody>
      </p:sp>
    </p:spTree>
    <p:extLst>
      <p:ext uri="{BB962C8B-B14F-4D97-AF65-F5344CB8AC3E}">
        <p14:creationId xmlns:p14="http://schemas.microsoft.com/office/powerpoint/2010/main" val="2608174571"/>
      </p:ext>
    </p:extLst>
  </p:cSld>
  <p:clrMapOvr>
    <a:masterClrMapping/>
  </p:clrMapOvr>
  <p:extLst>
    <p:ext uri="{DCECCB84-F9BA-43D5-87BE-67443E8EF086}">
      <p15:sldGuideLst xmlns:p15="http://schemas.microsoft.com/office/powerpoint/2012/main">
        <p15:guide id="1" pos="279">
          <p15:clr>
            <a:srgbClr val="FBAE4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US" dirty="0"/>
          </a:p>
        </p:txBody>
      </p:sp>
    </p:spTree>
    <p:extLst>
      <p:ext uri="{BB962C8B-B14F-4D97-AF65-F5344CB8AC3E}">
        <p14:creationId xmlns:p14="http://schemas.microsoft.com/office/powerpoint/2010/main" val="2859855287"/>
      </p:ext>
    </p:extLst>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type="titleOnly">
  <p:cSld name="1_Title Only">
    <p:bg>
      <p:bgPr>
        <a:gradFill flip="none" rotWithShape="1">
          <a:gsLst>
            <a:gs pos="0">
              <a:schemeClr val="bg1">
                <a:lumMod val="95000"/>
              </a:schemeClr>
            </a:gs>
            <a:gs pos="100000">
              <a:schemeClr val="bg1">
                <a:lumMod val="75000"/>
              </a:schemeClr>
            </a:gs>
          </a:gsLst>
          <a:path path="circle">
            <a:fillToRect l="50000" t="50000" r="50000" b="50000"/>
          </a:path>
          <a:tileRect/>
        </a:gra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p>
        </p:txBody>
      </p:sp>
    </p:spTree>
    <p:extLst>
      <p:ext uri="{BB962C8B-B14F-4D97-AF65-F5344CB8AC3E}">
        <p14:creationId xmlns:p14="http://schemas.microsoft.com/office/powerpoint/2010/main" val="3708770746"/>
      </p:ext>
    </p:extLst>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86300-ED23-442D-BC2F-9599A9D99008}"/>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601637769"/>
      </p:ext>
    </p:extLst>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userDrawn="1">
  <p:cSld name="Empty grey">
    <p:spTree>
      <p:nvGrpSpPr>
        <p:cNvPr id="1" name=""/>
        <p:cNvGrpSpPr/>
        <p:nvPr/>
      </p:nvGrpSpPr>
      <p:grpSpPr>
        <a:xfrm>
          <a:off x="0" y="0"/>
          <a:ext cx="0" cy="0"/>
          <a:chOff x="0" y="0"/>
          <a:chExt cx="0" cy="0"/>
        </a:xfrm>
      </p:grpSpPr>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0" name="Freeform 321">
              <a:extLst>
                <a:ext uri="{FF2B5EF4-FFF2-40B4-BE49-F238E27FC236}">
                  <a16:creationId xmlns:a16="http://schemas.microsoft.com/office/drawing/2014/main" id="{DF832F2C-D3A7-4DE5-96EA-08ADD488B23C}"/>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3" name="Date Placeholder 2">
            <a:extLst>
              <a:ext uri="{FF2B5EF4-FFF2-40B4-BE49-F238E27FC236}">
                <a16:creationId xmlns:a16="http://schemas.microsoft.com/office/drawing/2014/main" id="{793789B1-45FE-41D7-AB00-BF9FA7CBE232}"/>
              </a:ext>
            </a:extLst>
          </p:cNvPr>
          <p:cNvSpPr>
            <a:spLocks noGrp="1"/>
          </p:cNvSpPr>
          <p:nvPr>
            <p:ph type="dt" sz="half" idx="10"/>
          </p:nvPr>
        </p:nvSpPr>
        <p:spPr>
          <a:xfrm>
            <a:off x="9192344" y="6650661"/>
            <a:ext cx="2119242" cy="123111"/>
          </a:xfrm>
          <a:prstGeom prst="rect">
            <a:avLst/>
          </a:prstGeom>
        </p:spPr>
        <p:txBody>
          <a:bodyPr/>
          <a:lstStyle/>
          <a:p>
            <a:pPr algn="r">
              <a:spcBef>
                <a:spcPts val="1000"/>
              </a:spcBef>
              <a:buFont typeface="Arial" panose="020B0604020202020204" pitchFamily="34" charset="0"/>
              <a:buNone/>
            </a:pPr>
            <a:endParaRPr lang="en-US" dirty="0"/>
          </a:p>
        </p:txBody>
      </p:sp>
      <p:sp>
        <p:nvSpPr>
          <p:cNvPr id="6" name="Slide Number Placeholder 5">
            <a:extLst>
              <a:ext uri="{FF2B5EF4-FFF2-40B4-BE49-F238E27FC236}">
                <a16:creationId xmlns:a16="http://schemas.microsoft.com/office/drawing/2014/main" id="{A01F3CCC-A7A2-43F4-B41C-6E884F53F29B}"/>
              </a:ext>
            </a:extLst>
          </p:cNvPr>
          <p:cNvSpPr>
            <a:spLocks noGrp="1"/>
          </p:cNvSpPr>
          <p:nvPr>
            <p:ph type="sldNum" sz="quarter" idx="12"/>
          </p:nvPr>
        </p:nvSpPr>
        <p:spPr>
          <a:xfrm>
            <a:off x="11407951" y="6650661"/>
            <a:ext cx="232665" cy="123111"/>
          </a:xfrm>
          <a:prstGeom prst="rect">
            <a:avLst/>
          </a:prstGeom>
        </p:spPr>
        <p:txBody>
          <a:bodyPr/>
          <a:lstStyle/>
          <a:p>
            <a:pPr algn="r"/>
            <a:fld id="{5D9A5160-6218-4E5A-B9E6-B93E3DAE377C}" type="slidenum">
              <a:rPr lang="en-US" smtClean="0"/>
              <a:pPr algn="r"/>
              <a:t>‹#›</a:t>
            </a:fld>
            <a:endParaRPr lang="en-US" dirty="0"/>
          </a:p>
        </p:txBody>
      </p:sp>
      <p:grpSp>
        <p:nvGrpSpPr>
          <p:cNvPr id="11" name="Groupe 1">
            <a:extLst>
              <a:ext uri="{FF2B5EF4-FFF2-40B4-BE49-F238E27FC236}">
                <a16:creationId xmlns:a16="http://schemas.microsoft.com/office/drawing/2014/main" id="{7F4F92E5-7A6A-48E3-8B3E-B2136A583F4E}"/>
              </a:ext>
            </a:extLst>
          </p:cNvPr>
          <p:cNvGrpSpPr/>
          <p:nvPr userDrawn="1"/>
        </p:nvGrpSpPr>
        <p:grpSpPr>
          <a:xfrm>
            <a:off x="11501102" y="171573"/>
            <a:ext cx="419436" cy="388988"/>
            <a:chOff x="11501102" y="171573"/>
            <a:chExt cx="419436" cy="388988"/>
          </a:xfrm>
        </p:grpSpPr>
        <p:sp>
          <p:nvSpPr>
            <p:cNvPr id="12" name="Freeform 13">
              <a:extLst>
                <a:ext uri="{FF2B5EF4-FFF2-40B4-BE49-F238E27FC236}">
                  <a16:creationId xmlns:a16="http://schemas.microsoft.com/office/drawing/2014/main" id="{6D5BF8DF-8C5C-49AB-A424-4ADD6C20FDB6}"/>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3" name="Freeform 14">
              <a:extLst>
                <a:ext uri="{FF2B5EF4-FFF2-40B4-BE49-F238E27FC236}">
                  <a16:creationId xmlns:a16="http://schemas.microsoft.com/office/drawing/2014/main" id="{7324754F-804C-49FE-9E5D-89870A54E063}"/>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4" name="Footer Placeholder 3">
            <a:extLst>
              <a:ext uri="{FF2B5EF4-FFF2-40B4-BE49-F238E27FC236}">
                <a16:creationId xmlns:a16="http://schemas.microsoft.com/office/drawing/2014/main" id="{E2C3B471-E4AD-4C4F-9E65-D3218FBC84DD}"/>
              </a:ext>
            </a:extLst>
          </p:cNvPr>
          <p:cNvSpPr>
            <a:spLocks noGrp="1"/>
          </p:cNvSpPr>
          <p:nvPr>
            <p:ph type="ftr" sz="quarter" idx="13"/>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dirty="0"/>
          </a:p>
        </p:txBody>
      </p:sp>
    </p:spTree>
    <p:extLst>
      <p:ext uri="{BB962C8B-B14F-4D97-AF65-F5344CB8AC3E}">
        <p14:creationId xmlns:p14="http://schemas.microsoft.com/office/powerpoint/2010/main" val="4169449337"/>
      </p:ext>
    </p:extLst>
  </p:cSld>
  <p:clrMapOvr>
    <a:masterClrMapping/>
  </p:clrMapOvr>
</p:sldLayout>
</file>

<file path=ppt/slideLayouts/slideLayout60.xml><?xml version="1.0" encoding="utf-8"?>
<p:sldLayout xmlns:a="http://schemas.openxmlformats.org/drawingml/2006/main" xmlns:r="http://schemas.openxmlformats.org/officeDocument/2006/relationships" xmlns:p="http://schemas.openxmlformats.org/presentationml/2006/main"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809750469"/>
      </p:ext>
    </p:extLst>
  </p:cSld>
  <p:clrMapOvr>
    <a:masterClrMapping/>
  </p:clrMapOvr>
</p:sldLayout>
</file>

<file path=ppt/slideLayouts/slideLayout61.xml><?xml version="1.0" encoding="utf-8"?>
<p:sldLayout xmlns:a="http://schemas.openxmlformats.org/drawingml/2006/main" xmlns:r="http://schemas.openxmlformats.org/officeDocument/2006/relationships" xmlns:p="http://schemas.openxmlformats.org/presentationml/2006/main" userDrawn="1">
  <p:cSld name="1">
    <p:spTree>
      <p:nvGrpSpPr>
        <p:cNvPr id="1" name=""/>
        <p:cNvGrpSpPr/>
        <p:nvPr/>
      </p:nvGrpSpPr>
      <p:grpSpPr>
        <a:xfrm>
          <a:off x="0" y="0"/>
          <a:ext cx="0" cy="0"/>
          <a:chOff x="0" y="0"/>
          <a:chExt cx="0" cy="0"/>
        </a:xfrm>
      </p:grpSpPr>
      <p:sp>
        <p:nvSpPr>
          <p:cNvPr id="21" name="Title Placeholder 3"/>
          <p:cNvSpPr>
            <a:spLocks noGrp="1"/>
          </p:cNvSpPr>
          <p:nvPr>
            <p:ph type="title"/>
          </p:nvPr>
        </p:nvSpPr>
        <p:spPr>
          <a:xfrm>
            <a:off x="0" y="-2178"/>
            <a:ext cx="8551867" cy="864191"/>
          </a:xfrm>
          <a:prstGeom prst="rect">
            <a:avLst/>
          </a:prstGeom>
        </p:spPr>
        <p:txBody>
          <a:bodyPr vert="horz" lIns="182880" tIns="91440" rIns="91440" bIns="91440" rtlCol="0" anchor="ctr">
            <a:noAutofit/>
          </a:bodyPr>
          <a:lstStyle>
            <a:lvl1pPr>
              <a:lnSpc>
                <a:spcPct val="100000"/>
              </a:lnSpc>
              <a:defRPr sz="1800">
                <a:solidFill>
                  <a:schemeClr val="tx1"/>
                </a:solidFill>
              </a:defRPr>
            </a:lvl1pPr>
          </a:lstStyle>
          <a:p>
            <a:endParaRPr lang="en-GB" dirty="0"/>
          </a:p>
        </p:txBody>
      </p:sp>
    </p:spTree>
    <p:extLst>
      <p:ext uri="{BB962C8B-B14F-4D97-AF65-F5344CB8AC3E}">
        <p14:creationId xmlns:p14="http://schemas.microsoft.com/office/powerpoint/2010/main" val="255936122"/>
      </p:ext>
    </p:extLst>
  </p:cSld>
  <p:clrMapOvr>
    <a:masterClrMapping/>
  </p:clrMapOvr>
</p:sldLayout>
</file>

<file path=ppt/slideLayouts/slideLayout62.xml><?xml version="1.0" encoding="utf-8"?>
<p:sldLayout xmlns:a="http://schemas.openxmlformats.org/drawingml/2006/main" xmlns:r="http://schemas.openxmlformats.org/officeDocument/2006/relationships" xmlns:p="http://schemas.openxmlformats.org/presentationml/2006/main"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sz="2000">
                <a:solidFill>
                  <a:schemeClr val="accent2"/>
                </a:solidFill>
              </a:defRPr>
            </a:lvl1pPr>
          </a:lstStyle>
          <a:p>
            <a:pPr lvl="0"/>
            <a:r>
              <a:rPr lang="en-US" dirty="0"/>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701420662"/>
      </p:ext>
    </p:extLst>
  </p:cSld>
  <p:clrMapOvr>
    <a:masterClrMapping/>
  </p:clrMapOvr>
</p:sldLayout>
</file>

<file path=ppt/slideLayouts/slideLayout63.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Picture 7">
            <a:extLst>
              <a:ext uri="{FF2B5EF4-FFF2-40B4-BE49-F238E27FC236}">
                <a16:creationId xmlns:a16="http://schemas.microsoft.com/office/drawing/2014/main" id="{998876DF-E006-4593-BB8F-D9ED68F0F3AB}"/>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8189189" y="260648"/>
            <a:ext cx="2631211" cy="1212215"/>
          </a:xfrm>
          <a:prstGeom prst="rect">
            <a:avLst/>
          </a:prstGeom>
        </p:spPr>
      </p:pic>
    </p:spTree>
    <p:extLst>
      <p:ext uri="{BB962C8B-B14F-4D97-AF65-F5344CB8AC3E}">
        <p14:creationId xmlns:p14="http://schemas.microsoft.com/office/powerpoint/2010/main" val="3103908557"/>
      </p:ext>
    </p:extLst>
  </p:cSld>
  <p:clrMapOvr>
    <a:masterClrMapping/>
  </p:clrMapOvr>
  <p:extLst>
    <p:ext uri="{DCECCB84-F9BA-43D5-87BE-67443E8EF086}">
      <p15:sldGuideLst xmlns:p15="http://schemas.microsoft.com/office/powerpoint/2012/main"/>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pic>
        <p:nvPicPr>
          <p:cNvPr id="6" name="Picture 7">
            <a:extLst>
              <a:ext uri="{FF2B5EF4-FFF2-40B4-BE49-F238E27FC236}">
                <a16:creationId xmlns:a16="http://schemas.microsoft.com/office/drawing/2014/main" id="{38E54E64-0C53-4C58-9CCF-1BDC66BC5F18}"/>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a:stretch/>
        </p:blipFill>
        <p:spPr>
          <a:xfrm>
            <a:off x="147688" y="260032"/>
            <a:ext cx="2671712" cy="1212215"/>
          </a:xfrm>
          <a:prstGeom prst="rect">
            <a:avLst/>
          </a:prstGeom>
        </p:spPr>
      </p:pic>
    </p:spTree>
    <p:extLst>
      <p:ext uri="{BB962C8B-B14F-4D97-AF65-F5344CB8AC3E}">
        <p14:creationId xmlns:p14="http://schemas.microsoft.com/office/powerpoint/2010/main" val="500124104"/>
      </p:ext>
    </p:extLst>
  </p:cSld>
  <p:clrMapOvr>
    <a:masterClrMapping/>
  </p:clrMapOvr>
  <p:extLst>
    <p:ext uri="{DCECCB84-F9BA-43D5-87BE-67443E8EF086}">
      <p15:sldGuideLst xmlns:p15="http://schemas.microsoft.com/office/powerpoint/2012/main"/>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nchor="t"/>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1596244565"/>
      </p:ext>
    </p:extLst>
  </p:cSld>
  <p:clrMapOvr>
    <a:masterClrMapping/>
  </p:clrMapOvr>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email">
            <a:extLst>
              <a:ext uri="{28A0092B-C50C-407E-A947-70E740481C1C}">
                <a14:useLocalDpi xmlns:a14="http://schemas.microsoft.com/office/drawing/2010/main"/>
              </a:ext>
            </a:extLst>
          </a:blip>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email">
            <a:extLst>
              <a:ext uri="{28A0092B-C50C-407E-A947-70E740481C1C}">
                <a14:useLocalDpi xmlns:a14="http://schemas.microsoft.com/office/drawing/2010/main"/>
              </a:ext>
            </a:extLst>
          </a:blip>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email">
            <a:extLst>
              <a:ext uri="{28A0092B-C50C-407E-A947-70E740481C1C}">
                <a14:useLocalDpi xmlns:a14="http://schemas.microsoft.com/office/drawing/2010/main"/>
              </a:ext>
            </a:extLst>
          </a:blip>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email">
            <a:extLst>
              <a:ext uri="{28A0092B-C50C-407E-A947-70E740481C1C}">
                <a14:useLocalDpi xmlns:a14="http://schemas.microsoft.com/office/drawing/2010/main"/>
              </a:ext>
            </a:extLst>
          </a:blip>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email">
            <a:extLst>
              <a:ext uri="{28A0092B-C50C-407E-A947-70E740481C1C}">
                <a14:useLocalDpi xmlns:a14="http://schemas.microsoft.com/office/drawing/2010/main"/>
              </a:ext>
            </a:extLst>
          </a:blip>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cstate="email">
            <a:extLst>
              <a:ext uri="{28A0092B-C50C-407E-A947-70E740481C1C}">
                <a14:useLocalDpi xmlns:a14="http://schemas.microsoft.com/office/drawing/2010/main"/>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2920221"/>
            <a:ext cx="460037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US" sz="1200" b="0" i="0" kern="1200" dirty="0">
                <a:solidFill>
                  <a:schemeClr val="lt1"/>
                </a:solidFill>
                <a:effectLst/>
                <a:latin typeface="+mn-lt"/>
                <a:ea typeface="+mn-ea"/>
                <a:cs typeface="+mn-cs"/>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2020 global revenues of €16 billion.</a:t>
            </a:r>
            <a:endParaRPr lang="en-US" sz="600" kern="1200" dirty="0">
              <a:solidFill>
                <a:schemeClr val="lt1"/>
              </a:solidFill>
              <a:effectLst/>
              <a:latin typeface="+mn-lt"/>
              <a:ea typeface="+mn-ea"/>
              <a:cs typeface="+mn-cs"/>
            </a:endParaRPr>
          </a:p>
        </p:txBody>
      </p:sp>
      <p:sp>
        <p:nvSpPr>
          <p:cNvPr id="15" name="Rectangle 14"/>
          <p:cNvSpPr/>
          <p:nvPr/>
        </p:nvSpPr>
        <p:spPr>
          <a:xfrm>
            <a:off x="6536184" y="2540957"/>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bg1"/>
                </a:solidFill>
                <a:latin typeface="Ubuntu" panose="020B0504030602030204" pitchFamily="34" charset="0"/>
              </a:rPr>
              <a:t>About Capgemini</a:t>
            </a:r>
          </a:p>
        </p:txBody>
      </p:sp>
      <p:sp>
        <p:nvSpPr>
          <p:cNvPr id="16" name="Rectangle 15"/>
          <p:cNvSpPr/>
          <p:nvPr/>
        </p:nvSpPr>
        <p:spPr>
          <a:xfrm>
            <a:off x="6536184" y="530120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bg1"/>
                </a:solidFill>
                <a:effectLst/>
                <a:latin typeface="Ubuntu" panose="020B0504030602030204" pitchFamily="34" charset="0"/>
              </a:rPr>
              <a:t>Get the Future You Want </a:t>
            </a:r>
            <a:r>
              <a:rPr lang="en-US" sz="900" dirty="0">
                <a:solidFill>
                  <a:schemeClr val="bg1"/>
                </a:solidFill>
                <a:effectLst/>
                <a:latin typeface="Ubuntu" panose="020B0504030602030204" pitchFamily="34" charset="0"/>
              </a:rPr>
              <a:t>|</a:t>
            </a:r>
            <a:r>
              <a:rPr lang="en-GB" sz="900" dirty="0">
                <a:solidFill>
                  <a:schemeClr val="bg1"/>
                </a:solidFill>
                <a:effectLst/>
                <a:latin typeface="Ubuntu" panose="020B0504030602030204" pitchFamily="34" charset="0"/>
              </a:rPr>
              <a:t> </a:t>
            </a:r>
            <a:r>
              <a:rPr lang="en-US" sz="1050" dirty="0">
                <a:solidFill>
                  <a:schemeClr val="accent2"/>
                </a:solidFill>
                <a:latin typeface="Ubuntu" panose="020B0504030602030204" pitchFamily="34" charset="0"/>
              </a:rPr>
              <a:t>www.capgemini.com</a:t>
            </a:r>
          </a:p>
        </p:txBody>
      </p:sp>
      <p:pic>
        <p:nvPicPr>
          <p:cNvPr id="24" name="Picture 7">
            <a:extLst>
              <a:ext uri="{FF2B5EF4-FFF2-40B4-BE49-F238E27FC236}">
                <a16:creationId xmlns:a16="http://schemas.microsoft.com/office/drawing/2014/main" id="{BB498C0F-FAFC-4825-99EB-4EF87A80B78E}"/>
              </a:ext>
            </a:extLst>
          </p:cNvPr>
          <p:cNvPicPr>
            <a:picLocks noChangeAspect="1"/>
          </p:cNvPicPr>
          <p:nvPr userDrawn="1"/>
        </p:nvPicPr>
        <p:blipFill rotWithShape="1">
          <a:blip r:embed="rId13" cstate="screen">
            <a:extLst>
              <a:ext uri="{28A0092B-C50C-407E-A947-70E740481C1C}">
                <a14:useLocalDpi xmlns:a14="http://schemas.microsoft.com/office/drawing/2010/main"/>
              </a:ext>
            </a:extLst>
          </a:blip>
          <a:srcRect/>
          <a:stretch/>
        </p:blipFill>
        <p:spPr>
          <a:xfrm>
            <a:off x="190813" y="344577"/>
            <a:ext cx="2671712" cy="1212215"/>
          </a:xfrm>
          <a:prstGeom prst="rect">
            <a:avLst/>
          </a:prstGeom>
        </p:spPr>
      </p:pic>
    </p:spTree>
    <p:extLst>
      <p:ext uri="{BB962C8B-B14F-4D97-AF65-F5344CB8AC3E}">
        <p14:creationId xmlns:p14="http://schemas.microsoft.com/office/powerpoint/2010/main" val="3618033439"/>
      </p:ext>
    </p:extLst>
  </p:cSld>
  <p:clrMapOvr>
    <a:masterClrMapping/>
  </p:clrMapOvr>
  <p:extLst>
    <p:ext uri="{DCECCB84-F9BA-43D5-87BE-67443E8EF086}">
      <p15:sldGuideLst xmlns:p15="http://schemas.microsoft.com/office/powerpoint/2012/main"/>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userDrawn="1">
  <p:cSld name="1_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prstGeom prst="rect">
            <a:avLst/>
          </a:prstGeom>
          <a:solidFill>
            <a:schemeClr val="bg2">
              <a:lumMod val="90000"/>
            </a:schemeClr>
          </a:solidFill>
        </p:spPr>
        <p:txBody>
          <a:bodyPr/>
          <a:lstStyle>
            <a:lvl1pPr>
              <a:defRPr>
                <a:solidFill>
                  <a:schemeClr val="tx1">
                    <a:lumMod val="50000"/>
                    <a:lumOff val="50000"/>
                  </a:schemeClr>
                </a:solidFill>
              </a:defRPr>
            </a:lvl1pPr>
          </a:lstStyle>
          <a:p>
            <a:r>
              <a:rPr lang="de-DE"/>
              <a:t>Insert Picture and send </a:t>
            </a:r>
            <a:r>
              <a:rPr lang="de-DE" err="1"/>
              <a:t>to</a:t>
            </a:r>
            <a:r>
              <a:rPr lang="de-DE"/>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724400"/>
            <a:ext cx="11386134" cy="307777"/>
          </a:xfrm>
          <a:prstGeom prst="rect">
            <a:avLst/>
          </a:prstGeo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a:prstGeom prst="rect">
            <a:avLst/>
          </a:prstGeo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a:p>
        </p:txBody>
      </p:sp>
      <p:sp>
        <p:nvSpPr>
          <p:cNvPr id="11" name="Graphic 6">
            <a:extLst>
              <a:ext uri="{FF2B5EF4-FFF2-40B4-BE49-F238E27FC236}">
                <a16:creationId xmlns:a16="http://schemas.microsoft.com/office/drawing/2014/main" id="{56ADEB97-40C2-48BD-B173-61FCA0EAB1EF}"/>
              </a:ext>
            </a:extLst>
          </p:cNvPr>
          <p:cNvSpPr>
            <a:spLocks/>
          </p:cNvSpPr>
          <p:nvPr userDrawn="1"/>
        </p:nvSpPr>
        <p:spPr>
          <a:xfrm rot="14203607">
            <a:off x="2834726" y="886508"/>
            <a:ext cx="12519514" cy="6871588"/>
          </a:xfrm>
          <a:custGeom>
            <a:avLst/>
            <a:gdLst>
              <a:gd name="connsiteX0" fmla="*/ 359093 w 8112442"/>
              <a:gd name="connsiteY0" fmla="*/ 4061460 h 4061459"/>
              <a:gd name="connsiteX1" fmla="*/ 0 w 8112442"/>
              <a:gd name="connsiteY1" fmla="*/ 4050983 h 4061459"/>
              <a:gd name="connsiteX2" fmla="*/ 1905 w 8112442"/>
              <a:gd name="connsiteY2" fmla="*/ 4012883 h 4061459"/>
              <a:gd name="connsiteX3" fmla="*/ 3440430 w 8112442"/>
              <a:gd name="connsiteY3" fmla="*/ 1951673 h 4061459"/>
              <a:gd name="connsiteX4" fmla="*/ 3753803 w 8112442"/>
              <a:gd name="connsiteY4" fmla="*/ 1336358 h 4061459"/>
              <a:gd name="connsiteX5" fmla="*/ 4995863 w 8112442"/>
              <a:gd name="connsiteY5" fmla="*/ 397193 h 4061459"/>
              <a:gd name="connsiteX6" fmla="*/ 5687378 w 8112442"/>
              <a:gd name="connsiteY6" fmla="*/ 307658 h 4061459"/>
              <a:gd name="connsiteX7" fmla="*/ 5698808 w 8112442"/>
              <a:gd name="connsiteY7" fmla="*/ 308610 h 4061459"/>
              <a:gd name="connsiteX8" fmla="*/ 5703570 w 8112442"/>
              <a:gd name="connsiteY8" fmla="*/ 319088 h 4061459"/>
              <a:gd name="connsiteX9" fmla="*/ 6342698 w 8112442"/>
              <a:gd name="connsiteY9" fmla="*/ 802958 h 4061459"/>
              <a:gd name="connsiteX10" fmla="*/ 7061835 w 8112442"/>
              <a:gd name="connsiteY10" fmla="*/ 707708 h 4061459"/>
              <a:gd name="connsiteX11" fmla="*/ 8086725 w 8112442"/>
              <a:gd name="connsiteY11" fmla="*/ 0 h 4061459"/>
              <a:gd name="connsiteX12" fmla="*/ 8112443 w 8112442"/>
              <a:gd name="connsiteY12" fmla="*/ 27623 h 4061459"/>
              <a:gd name="connsiteX13" fmla="*/ 7074218 w 8112442"/>
              <a:gd name="connsiteY13" fmla="*/ 742950 h 4061459"/>
              <a:gd name="connsiteX14" fmla="*/ 6334125 w 8112442"/>
              <a:gd name="connsiteY14" fmla="*/ 840105 h 4061459"/>
              <a:gd name="connsiteX15" fmla="*/ 5673090 w 8112442"/>
              <a:gd name="connsiteY15" fmla="*/ 344805 h 4061459"/>
              <a:gd name="connsiteX16" fmla="*/ 5005388 w 8112442"/>
              <a:gd name="connsiteY16" fmla="*/ 433388 h 4061459"/>
              <a:gd name="connsiteX17" fmla="*/ 3786188 w 8112442"/>
              <a:gd name="connsiteY17" fmla="*/ 1356360 h 4061459"/>
              <a:gd name="connsiteX18" fmla="*/ 3475673 w 8112442"/>
              <a:gd name="connsiteY18" fmla="*/ 1966913 h 4061459"/>
              <a:gd name="connsiteX19" fmla="*/ 2500313 w 8112442"/>
              <a:gd name="connsiteY19" fmla="*/ 3420428 h 4061459"/>
              <a:gd name="connsiteX20" fmla="*/ 359093 w 8112442"/>
              <a:gd name="connsiteY20" fmla="*/ 4061460 h 4061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8112442" h="4061459">
                <a:moveTo>
                  <a:pt x="359093" y="4061460"/>
                </a:moveTo>
                <a:cubicBezTo>
                  <a:pt x="242888" y="4061460"/>
                  <a:pt x="122873" y="4057650"/>
                  <a:pt x="0" y="4050983"/>
                </a:cubicBezTo>
                <a:lnTo>
                  <a:pt x="1905" y="4012883"/>
                </a:lnTo>
                <a:cubicBezTo>
                  <a:pt x="2445068" y="4147185"/>
                  <a:pt x="2996565" y="2929890"/>
                  <a:pt x="3440430" y="1951673"/>
                </a:cubicBezTo>
                <a:cubicBezTo>
                  <a:pt x="3543300" y="1724978"/>
                  <a:pt x="3640455" y="1510665"/>
                  <a:pt x="3753803" y="1336358"/>
                </a:cubicBezTo>
                <a:cubicBezTo>
                  <a:pt x="4133850" y="750570"/>
                  <a:pt x="4638675" y="501968"/>
                  <a:pt x="4995863" y="397193"/>
                </a:cubicBezTo>
                <a:cubicBezTo>
                  <a:pt x="5382578" y="282893"/>
                  <a:pt x="5684520" y="307658"/>
                  <a:pt x="5687378" y="307658"/>
                </a:cubicBezTo>
                <a:lnTo>
                  <a:pt x="5698808" y="308610"/>
                </a:lnTo>
                <a:lnTo>
                  <a:pt x="5703570" y="319088"/>
                </a:lnTo>
                <a:cubicBezTo>
                  <a:pt x="5771198" y="465773"/>
                  <a:pt x="5980748" y="732473"/>
                  <a:pt x="6342698" y="802958"/>
                </a:cubicBezTo>
                <a:cubicBezTo>
                  <a:pt x="6558915" y="845820"/>
                  <a:pt x="6800850" y="813435"/>
                  <a:pt x="7061835" y="707708"/>
                </a:cubicBezTo>
                <a:cubicBezTo>
                  <a:pt x="7376160" y="579120"/>
                  <a:pt x="7721918" y="340995"/>
                  <a:pt x="8086725" y="0"/>
                </a:cubicBezTo>
                <a:lnTo>
                  <a:pt x="8112443" y="27623"/>
                </a:lnTo>
                <a:cubicBezTo>
                  <a:pt x="7744778" y="372428"/>
                  <a:pt x="7395210" y="612458"/>
                  <a:pt x="7074218" y="742950"/>
                </a:cubicBezTo>
                <a:cubicBezTo>
                  <a:pt x="6806565" y="851535"/>
                  <a:pt x="6557963" y="883920"/>
                  <a:pt x="6334125" y="840105"/>
                </a:cubicBezTo>
                <a:cubicBezTo>
                  <a:pt x="5966460" y="767715"/>
                  <a:pt x="5748338" y="499110"/>
                  <a:pt x="5673090" y="344805"/>
                </a:cubicBezTo>
                <a:cubicBezTo>
                  <a:pt x="5616893" y="341948"/>
                  <a:pt x="5344478" y="333375"/>
                  <a:pt x="5005388" y="433388"/>
                </a:cubicBezTo>
                <a:cubicBezTo>
                  <a:pt x="4654868" y="537210"/>
                  <a:pt x="4159568" y="781050"/>
                  <a:pt x="3786188" y="1356360"/>
                </a:cubicBezTo>
                <a:cubicBezTo>
                  <a:pt x="3674745" y="1528763"/>
                  <a:pt x="3578543" y="1741170"/>
                  <a:pt x="3475673" y="1966913"/>
                </a:cubicBezTo>
                <a:cubicBezTo>
                  <a:pt x="3255645" y="2452688"/>
                  <a:pt x="3006090" y="3002280"/>
                  <a:pt x="2500313" y="3420428"/>
                </a:cubicBezTo>
                <a:cubicBezTo>
                  <a:pt x="1979295" y="3850958"/>
                  <a:pt x="1276350" y="4061460"/>
                  <a:pt x="359093" y="4061460"/>
                </a:cubicBezTo>
                <a:close/>
              </a:path>
            </a:pathLst>
          </a:custGeom>
          <a:gradFill>
            <a:gsLst>
              <a:gs pos="92000">
                <a:schemeClr val="accent2">
                  <a:alpha val="0"/>
                </a:schemeClr>
              </a:gs>
              <a:gs pos="32000">
                <a:srgbClr val="12ABDB">
                  <a:alpha val="17000"/>
                </a:srgbClr>
              </a:gs>
              <a:gs pos="17000">
                <a:schemeClr val="accent2">
                  <a:alpha val="0"/>
                </a:schemeClr>
              </a:gs>
              <a:gs pos="49000">
                <a:srgbClr val="12ABDB"/>
              </a:gs>
              <a:gs pos="70000">
                <a:schemeClr val="accent2"/>
              </a:gs>
            </a:gsLst>
            <a:lin ang="540000" scaled="0"/>
          </a:gradFill>
          <a:ln w="9525" cap="flat">
            <a:noFill/>
            <a:prstDash val="solid"/>
            <a:miter/>
          </a:ln>
        </p:spPr>
        <p:txBody>
          <a:bodyPr rtlCol="0" anchor="ctr"/>
          <a:lstStyle/>
          <a:p>
            <a:endParaRPr lang="en-GB" dirty="0"/>
          </a:p>
        </p:txBody>
      </p:sp>
      <p:grpSp>
        <p:nvGrpSpPr>
          <p:cNvPr id="15" name="Group 14">
            <a:extLst>
              <a:ext uri="{FF2B5EF4-FFF2-40B4-BE49-F238E27FC236}">
                <a16:creationId xmlns:a16="http://schemas.microsoft.com/office/drawing/2014/main" id="{D594A502-AA2A-4D3F-B357-556ACC0D3329}"/>
              </a:ext>
            </a:extLst>
          </p:cNvPr>
          <p:cNvGrpSpPr>
            <a:grpSpLocks noChangeAspect="1"/>
          </p:cNvGrpSpPr>
          <p:nvPr userDrawn="1"/>
        </p:nvGrpSpPr>
        <p:grpSpPr>
          <a:xfrm>
            <a:off x="395669" y="545829"/>
            <a:ext cx="2287629" cy="510020"/>
            <a:chOff x="728663" y="4465638"/>
            <a:chExt cx="5354637" cy="1193801"/>
          </a:xfrm>
        </p:grpSpPr>
        <p:sp>
          <p:nvSpPr>
            <p:cNvPr id="16" name="Freeform 11">
              <a:extLst>
                <a:ext uri="{FF2B5EF4-FFF2-40B4-BE49-F238E27FC236}">
                  <a16:creationId xmlns:a16="http://schemas.microsoft.com/office/drawing/2014/main" id="{CF2AFBB3-CDF8-4187-9356-09F1124EA920}"/>
                </a:ext>
              </a:extLst>
            </p:cNvPr>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7" name="Freeform 12">
              <a:extLst>
                <a:ext uri="{FF2B5EF4-FFF2-40B4-BE49-F238E27FC236}">
                  <a16:creationId xmlns:a16="http://schemas.microsoft.com/office/drawing/2014/main" id="{EAE43687-B248-454A-BDDB-4D3A5876EF26}"/>
                </a:ext>
              </a:extLst>
            </p:cNvPr>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8" name="Freeform 13">
              <a:extLst>
                <a:ext uri="{FF2B5EF4-FFF2-40B4-BE49-F238E27FC236}">
                  <a16:creationId xmlns:a16="http://schemas.microsoft.com/office/drawing/2014/main" id="{4DC80BF3-CA2E-4572-B520-321535879EBF}"/>
                </a:ext>
              </a:extLst>
            </p:cNvPr>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9" name="Freeform 14">
              <a:extLst>
                <a:ext uri="{FF2B5EF4-FFF2-40B4-BE49-F238E27FC236}">
                  <a16:creationId xmlns:a16="http://schemas.microsoft.com/office/drawing/2014/main" id="{E25FC3E5-0440-4808-A988-14D1FF0E0C2F}"/>
                </a:ext>
              </a:extLst>
            </p:cNvPr>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0" name="Freeform 15">
              <a:extLst>
                <a:ext uri="{FF2B5EF4-FFF2-40B4-BE49-F238E27FC236}">
                  <a16:creationId xmlns:a16="http://schemas.microsoft.com/office/drawing/2014/main" id="{4BD54193-3069-4D00-BF7A-8BCC7D112CB1}"/>
                </a:ext>
              </a:extLst>
            </p:cNvPr>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2928328163"/>
      </p:ext>
    </p:extLst>
  </p:cSld>
  <p:clrMapOvr>
    <a:masterClrMapping/>
  </p:clrMapOvr>
  <p:extLst>
    <p:ext uri="{DCECCB84-F9BA-43D5-87BE-67443E8EF086}">
      <p15:sldGuideLst xmlns:p15="http://schemas.microsoft.com/office/powerpoint/2012/main"/>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userDrawn="1">
  <p:cSld name="6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3675562553"/>
      </p:ext>
    </p:extLst>
  </p:cSld>
  <p:clrMapOvr>
    <a:masterClrMapping/>
  </p:clrMapOvr>
</p:sldLayout>
</file>

<file path=ppt/slideLayouts/slideLayout69.xml><?xml version="1.0" encoding="utf-8"?>
<p:sldLayout xmlns:a="http://schemas.openxmlformats.org/drawingml/2006/main" xmlns:r="http://schemas.openxmlformats.org/officeDocument/2006/relationships" xmlns:p="http://schemas.openxmlformats.org/presentationml/2006/main" userDrawn="1">
  <p:cSld name="Large title &amp; large RH image 1">
    <p:bg>
      <p:bgPr>
        <a:solidFill>
          <a:schemeClr val="accent4"/>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5586E72C-F96D-4BE1-996B-39A71EA977D3}"/>
              </a:ext>
            </a:extLst>
          </p:cNvPr>
          <p:cNvSpPr>
            <a:spLocks noGrp="1"/>
          </p:cNvSpPr>
          <p:nvPr>
            <p:ph type="pic" sz="quarter" idx="10"/>
          </p:nvPr>
        </p:nvSpPr>
        <p:spPr>
          <a:xfrm>
            <a:off x="5128004" y="0"/>
            <a:ext cx="7063996" cy="6858000"/>
          </a:xfrm>
          <a:custGeom>
            <a:avLst/>
            <a:gdLst>
              <a:gd name="connsiteX0" fmla="*/ 6658543 w 7063996"/>
              <a:gd name="connsiteY0" fmla="*/ 205058 h 6858000"/>
              <a:gd name="connsiteX1" fmla="*/ 6434159 w 7063996"/>
              <a:gd name="connsiteY1" fmla="*/ 436971 h 6858000"/>
              <a:gd name="connsiteX2" fmla="*/ 6511887 w 7063996"/>
              <a:gd name="connsiteY2" fmla="*/ 551459 h 6858000"/>
              <a:gd name="connsiteX3" fmla="*/ 6591081 w 7063996"/>
              <a:gd name="connsiteY3" fmla="*/ 552927 h 6858000"/>
              <a:gd name="connsiteX4" fmla="*/ 6623162 w 7063996"/>
              <a:gd name="connsiteY4" fmla="*/ 536965 h 6858000"/>
              <a:gd name="connsiteX5" fmla="*/ 6649544 w 7063996"/>
              <a:gd name="connsiteY5" fmla="*/ 513474 h 6858000"/>
              <a:gd name="connsiteX6" fmla="*/ 6642500 w 7063996"/>
              <a:gd name="connsiteY6" fmla="*/ 536398 h 6858000"/>
              <a:gd name="connsiteX7" fmla="*/ 6577699 w 7063996"/>
              <a:gd name="connsiteY7" fmla="*/ 579359 h 6858000"/>
              <a:gd name="connsiteX8" fmla="*/ 6631998 w 7063996"/>
              <a:gd name="connsiteY8" fmla="*/ 594046 h 6858000"/>
              <a:gd name="connsiteX9" fmla="*/ 6761140 w 7063996"/>
              <a:gd name="connsiteY9" fmla="*/ 551453 h 6858000"/>
              <a:gd name="connsiteX10" fmla="*/ 6696569 w 7063996"/>
              <a:gd name="connsiteY10" fmla="*/ 494172 h 6858000"/>
              <a:gd name="connsiteX11" fmla="*/ 6761140 w 7063996"/>
              <a:gd name="connsiteY11" fmla="*/ 525016 h 6858000"/>
              <a:gd name="connsiteX12" fmla="*/ 6846372 w 7063996"/>
              <a:gd name="connsiteY12" fmla="*/ 467391 h 6858000"/>
              <a:gd name="connsiteX13" fmla="*/ 6853587 w 7063996"/>
              <a:gd name="connsiteY13" fmla="*/ 431058 h 6858000"/>
              <a:gd name="connsiteX14" fmla="*/ 6853595 w 7063996"/>
              <a:gd name="connsiteY14" fmla="*/ 431100 h 6858000"/>
              <a:gd name="connsiteX15" fmla="*/ 6853595 w 7063996"/>
              <a:gd name="connsiteY15" fmla="*/ 431017 h 6858000"/>
              <a:gd name="connsiteX16" fmla="*/ 6853595 w 7063996"/>
              <a:gd name="connsiteY16" fmla="*/ 428164 h 6858000"/>
              <a:gd name="connsiteX17" fmla="*/ 6781734 w 7063996"/>
              <a:gd name="connsiteY17" fmla="*/ 279916 h 6858000"/>
              <a:gd name="connsiteX18" fmla="*/ 6668809 w 7063996"/>
              <a:gd name="connsiteY18" fmla="*/ 209461 h 6858000"/>
              <a:gd name="connsiteX19" fmla="*/ 6658543 w 7063996"/>
              <a:gd name="connsiteY19" fmla="*/ 205058 h 6858000"/>
              <a:gd name="connsiteX20" fmla="*/ 0 w 7063996"/>
              <a:gd name="connsiteY20" fmla="*/ 0 h 6858000"/>
              <a:gd name="connsiteX21" fmla="*/ 7063996 w 7063996"/>
              <a:gd name="connsiteY21" fmla="*/ 0 h 6858000"/>
              <a:gd name="connsiteX22" fmla="*/ 7063996 w 7063996"/>
              <a:gd name="connsiteY22" fmla="*/ 6858000 h 6858000"/>
              <a:gd name="connsiteX23" fmla="*/ 0 w 706399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63996" h="6858000">
                <a:moveTo>
                  <a:pt x="6658543" y="205058"/>
                </a:moveTo>
                <a:cubicBezTo>
                  <a:pt x="6608680" y="265238"/>
                  <a:pt x="6434159" y="310740"/>
                  <a:pt x="6434159" y="436971"/>
                </a:cubicBezTo>
                <a:cubicBezTo>
                  <a:pt x="6434159" y="486876"/>
                  <a:pt x="6464957" y="533846"/>
                  <a:pt x="6511887" y="551459"/>
                </a:cubicBezTo>
                <a:cubicBezTo>
                  <a:pt x="6538285" y="561734"/>
                  <a:pt x="6564683" y="561734"/>
                  <a:pt x="6591081" y="552927"/>
                </a:cubicBezTo>
                <a:cubicBezTo>
                  <a:pt x="6602814" y="549258"/>
                  <a:pt x="6613446" y="543753"/>
                  <a:pt x="6623162" y="536965"/>
                </a:cubicBezTo>
                <a:lnTo>
                  <a:pt x="6649544" y="513474"/>
                </a:lnTo>
                <a:lnTo>
                  <a:pt x="6642500" y="536398"/>
                </a:lnTo>
                <a:cubicBezTo>
                  <a:pt x="6630805" y="558154"/>
                  <a:pt x="6606316" y="574953"/>
                  <a:pt x="6577699" y="579359"/>
                </a:cubicBezTo>
                <a:cubicBezTo>
                  <a:pt x="6586504" y="588171"/>
                  <a:pt x="6607050" y="594046"/>
                  <a:pt x="6631998" y="594046"/>
                </a:cubicBezTo>
                <a:cubicBezTo>
                  <a:pt x="6677491" y="594046"/>
                  <a:pt x="6733257" y="580827"/>
                  <a:pt x="6761140" y="551453"/>
                </a:cubicBezTo>
                <a:cubicBezTo>
                  <a:pt x="6722985" y="552921"/>
                  <a:pt x="6698037" y="527953"/>
                  <a:pt x="6696569" y="494172"/>
                </a:cubicBezTo>
                <a:cubicBezTo>
                  <a:pt x="6714179" y="516203"/>
                  <a:pt x="6736192" y="525016"/>
                  <a:pt x="6761140" y="525016"/>
                </a:cubicBezTo>
                <a:cubicBezTo>
                  <a:pt x="6799663" y="525016"/>
                  <a:pt x="6832407" y="501057"/>
                  <a:pt x="6846372" y="467391"/>
                </a:cubicBezTo>
                <a:lnTo>
                  <a:pt x="6853587" y="431058"/>
                </a:lnTo>
                <a:lnTo>
                  <a:pt x="6853595" y="431100"/>
                </a:lnTo>
                <a:lnTo>
                  <a:pt x="6853595" y="431017"/>
                </a:lnTo>
                <a:lnTo>
                  <a:pt x="6853595" y="428164"/>
                </a:lnTo>
                <a:cubicBezTo>
                  <a:pt x="6853595" y="369452"/>
                  <a:pt x="6824264" y="319547"/>
                  <a:pt x="6781734" y="279916"/>
                </a:cubicBezTo>
                <a:cubicBezTo>
                  <a:pt x="6749469" y="249092"/>
                  <a:pt x="6709872" y="227075"/>
                  <a:pt x="6668809" y="209461"/>
                </a:cubicBezTo>
                <a:cubicBezTo>
                  <a:pt x="6665875" y="207994"/>
                  <a:pt x="6662942" y="206526"/>
                  <a:pt x="6658543" y="205058"/>
                </a:cubicBezTo>
                <a:close/>
                <a:moveTo>
                  <a:pt x="0" y="0"/>
                </a:moveTo>
                <a:lnTo>
                  <a:pt x="7063996" y="0"/>
                </a:lnTo>
                <a:lnTo>
                  <a:pt x="706399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dirty="0"/>
              <a:t>Click icon to add picture</a:t>
            </a:r>
            <a:endParaRPr lang="en-GB" dirty="0"/>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3" y="2218267"/>
            <a:ext cx="4562476" cy="2421466"/>
          </a:xfrm>
        </p:spPr>
        <p:txBody>
          <a:bodyPr vert="horz" lIns="72000" tIns="0" rIns="0" bIns="0" rtlCol="0" anchor="ctr">
            <a:noAutofit/>
          </a:bodyPr>
          <a:lstStyle>
            <a:lvl1pPr>
              <a:lnSpc>
                <a:spcPct val="80000"/>
              </a:lnSpc>
              <a:defRPr lang="en-GB" sz="5400">
                <a:solidFill>
                  <a:schemeClr val="bg1"/>
                </a:solidFill>
              </a:defRPr>
            </a:lvl1pPr>
          </a:lstStyle>
          <a:p>
            <a:pPr lvl="0"/>
            <a:r>
              <a:rPr lang="en-US"/>
              <a:t>Click to edit Master title style</a:t>
            </a:r>
            <a:endParaRPr lang="en-GB"/>
          </a:p>
        </p:txBody>
      </p:sp>
    </p:spTree>
    <p:extLst>
      <p:ext uri="{BB962C8B-B14F-4D97-AF65-F5344CB8AC3E}">
        <p14:creationId xmlns:p14="http://schemas.microsoft.com/office/powerpoint/2010/main" val="1885337355"/>
      </p:ext>
    </p:extLst>
  </p:cSld>
  <p:clrMapOvr>
    <a:masterClrMapping/>
  </p:clrMapOvr>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Titre 2"/>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62724561"/>
      </p:ext>
    </p:extLst>
  </p:cSld>
  <p:clrMapOvr>
    <a:masterClrMapping/>
  </p:clrMapOvr>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_Title and Content">
    <p:spTree>
      <p:nvGrpSpPr>
        <p:cNvPr id="1" name=""/>
        <p:cNvGrpSpPr/>
        <p:nvPr/>
      </p:nvGrpSpPr>
      <p:grpSpPr>
        <a:xfrm>
          <a:off x="0" y="0"/>
          <a:ext cx="0" cy="0"/>
          <a:chOff x="0" y="0"/>
          <a:chExt cx="0" cy="0"/>
        </a:xfrm>
      </p:grpSpPr>
    </p:spTree>
    <p:extLst>
      <p:ext uri="{BB962C8B-B14F-4D97-AF65-F5344CB8AC3E}">
        <p14:creationId xmlns:p14="http://schemas.microsoft.com/office/powerpoint/2010/main" val="2561943785"/>
      </p:ext>
    </p:extLst>
  </p:cSld>
  <p:clrMapOvr>
    <a:masterClrMapping/>
  </p:clrMapOvr>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227349" y="0"/>
            <a:ext cx="11125236"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8" y="1815351"/>
            <a:ext cx="11700000" cy="44662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227349" y="1148607"/>
            <a:ext cx="11700000" cy="504056"/>
          </a:xfrm>
          <a:prstGeom prst="rect">
            <a:avLst/>
          </a:prstGeom>
        </p:spPr>
        <p:txBody>
          <a:bodyPr/>
          <a:lstStyle>
            <a:lvl1pPr>
              <a:defRPr>
                <a:solidFill>
                  <a:schemeClr val="accent2"/>
                </a:solidFill>
              </a:defRPr>
            </a:lvl1pPr>
          </a:lstStyle>
          <a:p>
            <a:pPr lvl="0"/>
            <a:r>
              <a:rPr lang="en-US"/>
              <a:t>Click to edit Master subtitle styles</a:t>
            </a:r>
          </a:p>
        </p:txBody>
      </p:sp>
    </p:spTree>
    <p:extLst>
      <p:ext uri="{BB962C8B-B14F-4D97-AF65-F5344CB8AC3E}">
        <p14:creationId xmlns:p14="http://schemas.microsoft.com/office/powerpoint/2010/main" val="3943897979"/>
      </p:ext>
    </p:extLst>
  </p:cSld>
  <p:clrMapOvr>
    <a:masterClrMapping/>
  </p:clrMapOvr>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49"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49"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474016" y="1420989"/>
            <a:ext cx="5400000" cy="743987"/>
          </a:xfrm>
          <a:prstGeom prst="rect">
            <a:avLst/>
          </a:prstGeom>
        </p:spPr>
        <p:txBody>
          <a:bodyPr anchor="ctr" anchorCtr="0">
            <a:noAutofit/>
          </a:bodyPr>
          <a:lstStyle>
            <a:lvl1pPr>
              <a:lnSpc>
                <a:spcPct val="100000"/>
              </a:lnSpc>
              <a:defRPr sz="1800" b="1">
                <a:solidFill>
                  <a:srgbClr val="12ABDB"/>
                </a:solidFill>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a:t>Click to insert title</a:t>
            </a:r>
          </a:p>
        </p:txBody>
      </p:sp>
      <p:pic>
        <p:nvPicPr>
          <p:cNvPr id="10" name="Graphic 9">
            <a:extLst>
              <a:ext uri="{FF2B5EF4-FFF2-40B4-BE49-F238E27FC236}">
                <a16:creationId xmlns:a16="http://schemas.microsoft.com/office/drawing/2014/main" id="{DDCA2B41-0A1F-45C2-A74A-EB99E41096F1}"/>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836" t="-4713" b="16530"/>
          <a:stretch/>
        </p:blipFill>
        <p:spPr>
          <a:xfrm>
            <a:off x="11491419" y="164829"/>
            <a:ext cx="424356" cy="459624"/>
          </a:xfrm>
          <a:prstGeom prst="rect">
            <a:avLst/>
          </a:prstGeom>
        </p:spPr>
      </p:pic>
      <p:sp>
        <p:nvSpPr>
          <p:cNvPr id="2" name="Titre 1"/>
          <p:cNvSpPr>
            <a:spLocks noGrp="1"/>
          </p:cNvSpPr>
          <p:nvPr>
            <p:ph type="title"/>
          </p:nvPr>
        </p:nvSpPr>
        <p:spPr>
          <a:xfrm>
            <a:off x="227349" y="0"/>
            <a:ext cx="11125236" cy="1104900"/>
          </a:xfrm>
        </p:spPr>
        <p:txBody>
          <a:bodyPr/>
          <a:lstStyle/>
          <a:p>
            <a:r>
              <a:rPr lang="en-US"/>
              <a:t>Click to edit Master title style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474016" y="2205319"/>
            <a:ext cx="5400000" cy="4076234"/>
          </a:xfrm>
          <a:prstGeom prst="rect">
            <a:avLst/>
          </a:prstGeom>
        </p:spPr>
        <p:txBody>
          <a:bodyPr>
            <a:noAutofit/>
          </a:bodyPr>
          <a:lstStyle>
            <a:lvl1pPr>
              <a:lnSpc>
                <a:spcPct val="100000"/>
              </a:lnSpc>
              <a:spcBef>
                <a:spcPts val="0"/>
              </a:spcBef>
              <a:defRPr sz="1600"/>
            </a:lvl1pPr>
            <a:lvl2pPr>
              <a:lnSpc>
                <a:spcPct val="100000"/>
              </a:lnSpc>
              <a:spcBef>
                <a:spcPts val="0"/>
              </a:spcBef>
              <a:defRPr sz="1600"/>
            </a:lvl2pPr>
            <a:lvl3pPr>
              <a:lnSpc>
                <a:spcPct val="100000"/>
              </a:lnSpc>
              <a:spcBef>
                <a:spcPts val="0"/>
              </a:spcBef>
              <a:defRPr sz="1600"/>
            </a:lvl3pPr>
            <a:lvl4pPr>
              <a:lnSpc>
                <a:spcPct val="100000"/>
              </a:lnSpc>
              <a:spcBef>
                <a:spcPts val="0"/>
              </a:spcBef>
              <a:defRPr sz="1600"/>
            </a:lvl4pPr>
            <a:lvl5pPr>
              <a:lnSpc>
                <a:spcPct val="100000"/>
              </a:lnSpc>
              <a:spcBef>
                <a:spcPts val="0"/>
              </a:spcBef>
              <a:defRPr sz="16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2228573012"/>
      </p:ext>
    </p:extLst>
  </p:cSld>
  <p:clrMapOvr>
    <a:masterClrMapping/>
  </p:clrMapOvr>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227350"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227350"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13358"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13358"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84125" y="2205319"/>
            <a:ext cx="3537827"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84125" y="1420989"/>
            <a:ext cx="3537827" cy="743987"/>
          </a:xfrm>
          <a:prstGeom prst="rect">
            <a:avLst/>
          </a:prstGeom>
        </p:spPr>
        <p:txBody>
          <a:bodyPr vert="horz" lIns="0" tIns="0" rIns="0" bIns="0" rtlCol="0" anchor="ctr" anchorCtr="0">
            <a:noAutofit/>
          </a:bodyPr>
          <a:lstStyle>
            <a:lvl1pPr algn="ctr">
              <a:lnSpc>
                <a:spcPct val="100000"/>
              </a:lnSpc>
              <a:defRPr lang="en-US" sz="1600" b="1" kern="1200" dirty="0">
                <a:solidFill>
                  <a:srgbClr val="12ABDB"/>
                </a:solidFill>
                <a:latin typeface="+mj-lt"/>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a:t>Click to insert title</a:t>
            </a:r>
          </a:p>
        </p:txBody>
      </p:sp>
    </p:spTree>
    <p:extLst>
      <p:ext uri="{BB962C8B-B14F-4D97-AF65-F5344CB8AC3E}">
        <p14:creationId xmlns:p14="http://schemas.microsoft.com/office/powerpoint/2010/main" val="1028665249"/>
      </p:ext>
    </p:extLst>
  </p:cSld>
  <p:clrMapOvr>
    <a:masterClrMapping/>
  </p:clrMapOvr>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with numbering,  subtitle and content">
    <p:spTree>
      <p:nvGrpSpPr>
        <p:cNvPr id="1" name=""/>
        <p:cNvGrpSpPr/>
        <p:nvPr/>
      </p:nvGrpSpPr>
      <p:grpSpPr>
        <a:xfrm>
          <a:off x="0" y="0"/>
          <a:ext cx="0" cy="0"/>
          <a:chOff x="0" y="0"/>
          <a:chExt cx="0" cy="0"/>
        </a:xfrm>
      </p:grpSpPr>
      <p:graphicFrame>
        <p:nvGraphicFramePr>
          <p:cNvPr id="15" name="Object 1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5" name="Object 1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 name="Rectangle 17"/>
          <p:cNvSpPr/>
          <p:nvPr userDrawn="1"/>
        </p:nvSpPr>
        <p:spPr>
          <a:xfrm>
            <a:off x="0" y="0"/>
            <a:ext cx="919998" cy="428625"/>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1510" name="Freeform 6"/>
          <p:cNvSpPr>
            <a:spLocks/>
          </p:cNvSpPr>
          <p:nvPr userDrawn="1"/>
        </p:nvSpPr>
        <p:spPr bwMode="auto">
          <a:xfrm>
            <a:off x="0" y="0"/>
            <a:ext cx="919998" cy="1146174"/>
          </a:xfrm>
          <a:custGeom>
            <a:avLst/>
            <a:gdLst/>
            <a:ahLst/>
            <a:cxnLst>
              <a:cxn ang="0">
                <a:pos x="1681" y="25"/>
              </a:cxn>
              <a:cxn ang="0">
                <a:pos x="1655" y="0"/>
              </a:cxn>
              <a:cxn ang="0">
                <a:pos x="22" y="0"/>
              </a:cxn>
              <a:cxn ang="0">
                <a:pos x="0" y="23"/>
              </a:cxn>
              <a:cxn ang="0">
                <a:pos x="0" y="2095"/>
              </a:cxn>
              <a:cxn ang="0">
                <a:pos x="336" y="2085"/>
              </a:cxn>
              <a:cxn ang="0">
                <a:pos x="682" y="2056"/>
              </a:cxn>
              <a:cxn ang="0">
                <a:pos x="897" y="2032"/>
              </a:cxn>
              <a:cxn ang="0">
                <a:pos x="1082" y="2005"/>
              </a:cxn>
              <a:cxn ang="0">
                <a:pos x="1332" y="1960"/>
              </a:cxn>
              <a:cxn ang="0">
                <a:pos x="1567" y="1911"/>
              </a:cxn>
              <a:cxn ang="0">
                <a:pos x="1680" y="1883"/>
              </a:cxn>
              <a:cxn ang="0">
                <a:pos x="1681" y="25"/>
              </a:cxn>
            </a:cxnLst>
            <a:rect l="0" t="0" r="r" b="b"/>
            <a:pathLst>
              <a:path w="1681" h="2095">
                <a:moveTo>
                  <a:pt x="1681" y="25"/>
                </a:moveTo>
                <a:cubicBezTo>
                  <a:pt x="1681" y="3"/>
                  <a:pt x="1675" y="0"/>
                  <a:pt x="1655" y="0"/>
                </a:cubicBezTo>
                <a:cubicBezTo>
                  <a:pt x="1111" y="1"/>
                  <a:pt x="567" y="1"/>
                  <a:pt x="22" y="0"/>
                </a:cubicBezTo>
                <a:cubicBezTo>
                  <a:pt x="5" y="0"/>
                  <a:pt x="0" y="3"/>
                  <a:pt x="0" y="23"/>
                </a:cubicBezTo>
                <a:cubicBezTo>
                  <a:pt x="0" y="713"/>
                  <a:pt x="0" y="1404"/>
                  <a:pt x="0" y="2095"/>
                </a:cubicBezTo>
                <a:cubicBezTo>
                  <a:pt x="112" y="2091"/>
                  <a:pt x="224" y="2088"/>
                  <a:pt x="336" y="2085"/>
                </a:cubicBezTo>
                <a:cubicBezTo>
                  <a:pt x="452" y="2081"/>
                  <a:pt x="567" y="2068"/>
                  <a:pt x="682" y="2056"/>
                </a:cubicBezTo>
                <a:cubicBezTo>
                  <a:pt x="754" y="2049"/>
                  <a:pt x="826" y="2045"/>
                  <a:pt x="897" y="2032"/>
                </a:cubicBezTo>
                <a:cubicBezTo>
                  <a:pt x="958" y="2020"/>
                  <a:pt x="1021" y="2018"/>
                  <a:pt x="1082" y="2005"/>
                </a:cubicBezTo>
                <a:cubicBezTo>
                  <a:pt x="1165" y="1989"/>
                  <a:pt x="1249" y="1977"/>
                  <a:pt x="1332" y="1960"/>
                </a:cubicBezTo>
                <a:cubicBezTo>
                  <a:pt x="1410" y="1945"/>
                  <a:pt x="1489" y="1928"/>
                  <a:pt x="1567" y="1911"/>
                </a:cubicBezTo>
                <a:cubicBezTo>
                  <a:pt x="1605" y="1904"/>
                  <a:pt x="1643" y="1895"/>
                  <a:pt x="1680" y="1883"/>
                </a:cubicBezTo>
                <a:cubicBezTo>
                  <a:pt x="1680" y="1263"/>
                  <a:pt x="1680" y="644"/>
                  <a:pt x="1681" y="25"/>
                </a:cubicBezTo>
                <a:close/>
              </a:path>
            </a:pathLst>
          </a:custGeom>
          <a:solidFill>
            <a:schemeClr val="accent2"/>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2" name="Title 1"/>
          <p:cNvSpPr>
            <a:spLocks noGrp="1"/>
          </p:cNvSpPr>
          <p:nvPr>
            <p:ph type="title"/>
          </p:nvPr>
        </p:nvSpPr>
        <p:spPr>
          <a:xfrm>
            <a:off x="974872" y="0"/>
            <a:ext cx="10377711" cy="1104900"/>
          </a:xfrm>
        </p:spPr>
        <p:txBody>
          <a:bodyPr/>
          <a:lstStyle/>
          <a:p>
            <a:r>
              <a:rPr lang="en-US"/>
              <a:t>Click to edit Master title style</a:t>
            </a:r>
            <a:endParaRPr lang="en-GB"/>
          </a:p>
        </p:txBody>
      </p:sp>
      <p:sp>
        <p:nvSpPr>
          <p:cNvPr id="4" name="Text Placeholder 3"/>
          <p:cNvSpPr>
            <a:spLocks noGrp="1"/>
          </p:cNvSpPr>
          <p:nvPr>
            <p:ph type="body" sz="quarter" idx="10"/>
          </p:nvPr>
        </p:nvSpPr>
        <p:spPr>
          <a:xfrm>
            <a:off x="227347" y="1815351"/>
            <a:ext cx="11700000" cy="4467600"/>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Espace réservé du texte 4"/>
          <p:cNvSpPr>
            <a:spLocks noGrp="1"/>
          </p:cNvSpPr>
          <p:nvPr>
            <p:ph type="body" sz="quarter" idx="11" hasCustomPrompt="1"/>
          </p:nvPr>
        </p:nvSpPr>
        <p:spPr>
          <a:xfrm>
            <a:off x="974872" y="1148607"/>
            <a:ext cx="10940903" cy="504056"/>
          </a:xfrm>
          <a:prstGeom prst="rect">
            <a:avLst/>
          </a:prstGeom>
        </p:spPr>
        <p:txBody>
          <a:bodyPr/>
          <a:lstStyle>
            <a:lvl1pPr>
              <a:defRPr>
                <a:solidFill>
                  <a:schemeClr val="accent2"/>
                </a:solidFill>
              </a:defRPr>
            </a:lvl1pPr>
          </a:lstStyle>
          <a:p>
            <a:pPr lvl="0"/>
            <a:r>
              <a:rPr lang="en-US"/>
              <a:t>Click to edit Master subtitle styles</a:t>
            </a:r>
          </a:p>
        </p:txBody>
      </p:sp>
      <p:sp>
        <p:nvSpPr>
          <p:cNvPr id="17" name="Text Placeholder 16"/>
          <p:cNvSpPr>
            <a:spLocks noGrp="1"/>
          </p:cNvSpPr>
          <p:nvPr>
            <p:ph type="body" sz="quarter" idx="12" hasCustomPrompt="1"/>
          </p:nvPr>
        </p:nvSpPr>
        <p:spPr>
          <a:xfrm>
            <a:off x="0" y="48742"/>
            <a:ext cx="914400" cy="914400"/>
          </a:xfrm>
        </p:spPr>
        <p:txBody>
          <a:bodyPr anchor="ctr">
            <a:normAutofit/>
          </a:bodyPr>
          <a:lstStyle>
            <a:lvl1pPr marL="0" indent="0" algn="ctr" defTabSz="914400" rtl="0" eaLnBrk="1" latinLnBrk="0" hangingPunct="1">
              <a:lnSpc>
                <a:spcPct val="90000"/>
              </a:lnSpc>
              <a:spcBef>
                <a:spcPts val="1000"/>
              </a:spcBef>
              <a:buFont typeface="Arial" panose="020B0604020202020204" pitchFamily="34" charset="0"/>
              <a:buNone/>
              <a:defRPr lang="en-GB" sz="4000" kern="1200" dirty="0">
                <a:solidFill>
                  <a:schemeClr val="bg1"/>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a:t>#</a:t>
            </a:r>
            <a:endParaRPr lang="en-GB"/>
          </a:p>
        </p:txBody>
      </p:sp>
    </p:spTree>
    <p:extLst>
      <p:ext uri="{BB962C8B-B14F-4D97-AF65-F5344CB8AC3E}">
        <p14:creationId xmlns:p14="http://schemas.microsoft.com/office/powerpoint/2010/main" val="3646033746"/>
      </p:ext>
    </p:extLst>
  </p:cSld>
  <p:clrMapOvr>
    <a:masterClrMapping/>
  </p:clrMapOvr>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1120949206"/>
      </p:ext>
    </p:extLst>
  </p:cSld>
  <p:clrMapOvr>
    <a:masterClrMapping/>
  </p:clrMapOvr>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Content-Single Profile">
    <p:spTree>
      <p:nvGrpSpPr>
        <p:cNvPr id="1" name=""/>
        <p:cNvGrpSpPr/>
        <p:nvPr/>
      </p:nvGrpSpPr>
      <p:grpSpPr>
        <a:xfrm>
          <a:off x="0" y="0"/>
          <a:ext cx="0" cy="0"/>
          <a:chOff x="0" y="0"/>
          <a:chExt cx="0" cy="0"/>
        </a:xfrm>
      </p:grpSpPr>
      <p:sp>
        <p:nvSpPr>
          <p:cNvPr id="12" name="Freeform: Shape 11">
            <a:extLst>
              <a:ext uri="{FF2B5EF4-FFF2-40B4-BE49-F238E27FC236}">
                <a16:creationId xmlns:a16="http://schemas.microsoft.com/office/drawing/2014/main" id="{F5F5AEA1-6A77-4676-B8B3-EF658F5F8430}"/>
              </a:ext>
            </a:extLst>
          </p:cNvPr>
          <p:cNvSpPr/>
          <p:nvPr userDrawn="1"/>
        </p:nvSpPr>
        <p:spPr>
          <a:xfrm flipV="1">
            <a:off x="1" y="0"/>
            <a:ext cx="5204012" cy="3119718"/>
          </a:xfrm>
          <a:custGeom>
            <a:avLst/>
            <a:gdLst>
              <a:gd name="connsiteX0" fmla="*/ 2836724 w 6262141"/>
              <a:gd name="connsiteY0" fmla="*/ 775 h 4159686"/>
              <a:gd name="connsiteX1" fmla="*/ 3822188 w 6262141"/>
              <a:gd name="connsiteY1" fmla="*/ 22965 h 4159686"/>
              <a:gd name="connsiteX2" fmla="*/ 5982756 w 6262141"/>
              <a:gd name="connsiteY2" fmla="*/ 3706589 h 4159686"/>
              <a:gd name="connsiteX3" fmla="*/ 6262141 w 6262141"/>
              <a:gd name="connsiteY3" fmla="*/ 4159686 h 4159686"/>
              <a:gd name="connsiteX4" fmla="*/ 0 w 6262141"/>
              <a:gd name="connsiteY4" fmla="*/ 4159686 h 4159686"/>
              <a:gd name="connsiteX5" fmla="*/ 0 w 6262141"/>
              <a:gd name="connsiteY5" fmla="*/ 3700458 h 4159686"/>
              <a:gd name="connsiteX6" fmla="*/ 0 w 6262141"/>
              <a:gd name="connsiteY6" fmla="*/ 3329154 h 4159686"/>
              <a:gd name="connsiteX7" fmla="*/ 0 w 6262141"/>
              <a:gd name="connsiteY7" fmla="*/ 2944589 h 4159686"/>
              <a:gd name="connsiteX8" fmla="*/ 0 w 6262141"/>
              <a:gd name="connsiteY8" fmla="*/ 2546533 h 4159686"/>
              <a:gd name="connsiteX9" fmla="*/ 0 w 6262141"/>
              <a:gd name="connsiteY9" fmla="*/ 2134752 h 4159686"/>
              <a:gd name="connsiteX10" fmla="*/ 0 w 6262141"/>
              <a:gd name="connsiteY10" fmla="*/ 1709014 h 4159686"/>
              <a:gd name="connsiteX11" fmla="*/ 0 w 6262141"/>
              <a:gd name="connsiteY11" fmla="*/ 1269085 h 4159686"/>
              <a:gd name="connsiteX12" fmla="*/ 0 w 6262141"/>
              <a:gd name="connsiteY12" fmla="*/ 814735 h 4159686"/>
              <a:gd name="connsiteX13" fmla="*/ 0 w 6262141"/>
              <a:gd name="connsiteY13" fmla="*/ 345728 h 4159686"/>
              <a:gd name="connsiteX14" fmla="*/ 2836724 w 6262141"/>
              <a:gd name="connsiteY14" fmla="*/ 775 h 4159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62141" h="4159686">
                <a:moveTo>
                  <a:pt x="2836724" y="775"/>
                </a:moveTo>
                <a:cubicBezTo>
                  <a:pt x="3163345" y="-2587"/>
                  <a:pt x="3492318" y="5034"/>
                  <a:pt x="3822188" y="22965"/>
                </a:cubicBezTo>
                <a:cubicBezTo>
                  <a:pt x="4104550" y="1058496"/>
                  <a:pt x="5095168" y="2317803"/>
                  <a:pt x="5982756" y="3706589"/>
                </a:cubicBezTo>
                <a:lnTo>
                  <a:pt x="6262141" y="4159686"/>
                </a:lnTo>
                <a:lnTo>
                  <a:pt x="0" y="4159686"/>
                </a:lnTo>
                <a:lnTo>
                  <a:pt x="0" y="3700458"/>
                </a:lnTo>
                <a:lnTo>
                  <a:pt x="0" y="3329154"/>
                </a:lnTo>
                <a:lnTo>
                  <a:pt x="0" y="2944589"/>
                </a:lnTo>
                <a:lnTo>
                  <a:pt x="0" y="2546533"/>
                </a:lnTo>
                <a:lnTo>
                  <a:pt x="0" y="2134752"/>
                </a:lnTo>
                <a:lnTo>
                  <a:pt x="0" y="1709014"/>
                </a:lnTo>
                <a:lnTo>
                  <a:pt x="0" y="1269085"/>
                </a:lnTo>
                <a:lnTo>
                  <a:pt x="0" y="814735"/>
                </a:lnTo>
                <a:lnTo>
                  <a:pt x="0" y="345728"/>
                </a:lnTo>
                <a:cubicBezTo>
                  <a:pt x="898178" y="119794"/>
                  <a:pt x="1856863" y="10862"/>
                  <a:pt x="2836724" y="775"/>
                </a:cubicBezTo>
                <a:close/>
              </a:path>
            </a:pathLst>
          </a:custGeom>
          <a:solidFill>
            <a:srgbClr val="12ABD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26" name="Text Placeholder 4">
            <a:extLst>
              <a:ext uri="{FF2B5EF4-FFF2-40B4-BE49-F238E27FC236}">
                <a16:creationId xmlns:a16="http://schemas.microsoft.com/office/drawing/2014/main" id="{7E551D69-F21D-4601-B4BD-97ECB52F39D6}"/>
              </a:ext>
            </a:extLst>
          </p:cNvPr>
          <p:cNvSpPr>
            <a:spLocks noGrp="1"/>
          </p:cNvSpPr>
          <p:nvPr>
            <p:ph type="body" sz="quarter" idx="14" hasCustomPrompt="1"/>
          </p:nvPr>
        </p:nvSpPr>
        <p:spPr>
          <a:xfrm>
            <a:off x="783129" y="5278426"/>
            <a:ext cx="3296647" cy="331986"/>
          </a:xfrm>
          <a:prstGeom prst="rect">
            <a:avLst/>
          </a:prstGeom>
          <a:noFill/>
        </p:spPr>
        <p:txBody>
          <a:bodyPr anchor="ctr">
            <a:noAutofit/>
          </a:bodyPr>
          <a:lstStyle>
            <a:lvl1pPr algn="l">
              <a:defRPr sz="1600" b="1">
                <a:solidFill>
                  <a:schemeClr val="accent2"/>
                </a:solidFill>
              </a:defRPr>
            </a:lvl1pPr>
            <a:lvl2pPr>
              <a:defRPr sz="1400"/>
            </a:lvl2pPr>
            <a:lvl3pPr>
              <a:defRPr sz="1200"/>
            </a:lvl3pPr>
            <a:lvl4pPr>
              <a:defRPr sz="1100"/>
            </a:lvl4pPr>
            <a:lvl5pPr>
              <a:defRPr sz="1100"/>
            </a:lvl5pPr>
          </a:lstStyle>
          <a:p>
            <a:pPr lvl="0"/>
            <a:r>
              <a:rPr lang="en-US"/>
              <a:t>Insert education </a:t>
            </a:r>
          </a:p>
        </p:txBody>
      </p:sp>
      <p:sp>
        <p:nvSpPr>
          <p:cNvPr id="23" name="Text Placeholder 4">
            <a:extLst>
              <a:ext uri="{FF2B5EF4-FFF2-40B4-BE49-F238E27FC236}">
                <a16:creationId xmlns:a16="http://schemas.microsoft.com/office/drawing/2014/main" id="{BC359575-5CC3-4B2F-91E7-19D6A150BE7B}"/>
              </a:ext>
            </a:extLst>
          </p:cNvPr>
          <p:cNvSpPr>
            <a:spLocks noGrp="1"/>
          </p:cNvSpPr>
          <p:nvPr>
            <p:ph type="body" sz="quarter" idx="13" hasCustomPrompt="1"/>
          </p:nvPr>
        </p:nvSpPr>
        <p:spPr>
          <a:xfrm>
            <a:off x="783129" y="3916350"/>
            <a:ext cx="3296647" cy="412363"/>
          </a:xfrm>
          <a:prstGeom prst="rect">
            <a:avLst/>
          </a:prstGeom>
          <a:noFill/>
        </p:spPr>
        <p:txBody>
          <a:bodyPr anchor="ctr">
            <a:noAutofit/>
          </a:bodyPr>
          <a:lstStyle>
            <a:lvl1pPr algn="l">
              <a:defRPr sz="2000" b="1">
                <a:solidFill>
                  <a:schemeClr val="accent2"/>
                </a:solidFill>
              </a:defRPr>
            </a:lvl1pPr>
            <a:lvl2pPr>
              <a:defRPr sz="1400"/>
            </a:lvl2pPr>
            <a:lvl3pPr>
              <a:defRPr sz="1200"/>
            </a:lvl3pPr>
            <a:lvl4pPr>
              <a:defRPr sz="1100"/>
            </a:lvl4pPr>
            <a:lvl5pPr>
              <a:defRPr sz="1100"/>
            </a:lvl5pPr>
          </a:lstStyle>
          <a:p>
            <a:pPr lvl="0"/>
            <a:r>
              <a:rPr lang="en-US"/>
              <a:t>Insert Name</a:t>
            </a:r>
          </a:p>
        </p:txBody>
      </p:sp>
      <p:sp>
        <p:nvSpPr>
          <p:cNvPr id="24" name="Text Placeholder 7">
            <a:extLst>
              <a:ext uri="{FF2B5EF4-FFF2-40B4-BE49-F238E27FC236}">
                <a16:creationId xmlns:a16="http://schemas.microsoft.com/office/drawing/2014/main" id="{53745724-67BB-4475-9660-FEEE12268615}"/>
              </a:ext>
            </a:extLst>
          </p:cNvPr>
          <p:cNvSpPr>
            <a:spLocks noGrp="1"/>
          </p:cNvSpPr>
          <p:nvPr>
            <p:ph type="body" sz="quarter" idx="10" hasCustomPrompt="1"/>
          </p:nvPr>
        </p:nvSpPr>
        <p:spPr>
          <a:xfrm>
            <a:off x="782081" y="4344097"/>
            <a:ext cx="3304144" cy="894840"/>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27" name="Text Placeholder 7">
            <a:extLst>
              <a:ext uri="{FF2B5EF4-FFF2-40B4-BE49-F238E27FC236}">
                <a16:creationId xmlns:a16="http://schemas.microsoft.com/office/drawing/2014/main" id="{C78431F2-3F85-4748-A6BC-A08250A6D354}"/>
              </a:ext>
            </a:extLst>
          </p:cNvPr>
          <p:cNvSpPr>
            <a:spLocks noGrp="1"/>
          </p:cNvSpPr>
          <p:nvPr>
            <p:ph type="body" sz="quarter" idx="15" hasCustomPrompt="1"/>
          </p:nvPr>
        </p:nvSpPr>
        <p:spPr>
          <a:xfrm>
            <a:off x="782081" y="5601397"/>
            <a:ext cx="3297695" cy="713864"/>
          </a:xfrm>
          <a:prstGeom prst="rect">
            <a:avLst/>
          </a:prstGeom>
        </p:spPr>
        <p:txBody>
          <a:bodyPr>
            <a:noAutofit/>
          </a:bodyPr>
          <a:lstStyle>
            <a:lvl1pPr>
              <a:lnSpc>
                <a:spcPct val="100000"/>
              </a:lnSpc>
              <a:defRPr sz="1400">
                <a:solidFill>
                  <a:schemeClr val="tx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a:t>Insert text</a:t>
            </a:r>
          </a:p>
        </p:txBody>
      </p:sp>
      <p:sp>
        <p:nvSpPr>
          <p:cNvPr id="13" name="Oval 20">
            <a:extLst>
              <a:ext uri="{FF2B5EF4-FFF2-40B4-BE49-F238E27FC236}">
                <a16:creationId xmlns:a16="http://schemas.microsoft.com/office/drawing/2014/main" id="{1EFB3510-D39A-47CF-8191-109DDF9E53D5}"/>
              </a:ext>
            </a:extLst>
          </p:cNvPr>
          <p:cNvSpPr/>
          <p:nvPr userDrawn="1"/>
        </p:nvSpPr>
        <p:spPr>
          <a:xfrm>
            <a:off x="1381192" y="1147034"/>
            <a:ext cx="2609222" cy="2465696"/>
          </a:xfrm>
          <a:custGeom>
            <a:avLst/>
            <a:gdLst>
              <a:gd name="connsiteX0" fmla="*/ 0 w 3314251"/>
              <a:gd name="connsiteY0" fmla="*/ 1564410 h 3128820"/>
              <a:gd name="connsiteX1" fmla="*/ 1657126 w 3314251"/>
              <a:gd name="connsiteY1" fmla="*/ 0 h 3128820"/>
              <a:gd name="connsiteX2" fmla="*/ 3314252 w 3314251"/>
              <a:gd name="connsiteY2" fmla="*/ 1564410 h 3128820"/>
              <a:gd name="connsiteX3" fmla="*/ 1657126 w 3314251"/>
              <a:gd name="connsiteY3" fmla="*/ 3128820 h 3128820"/>
              <a:gd name="connsiteX4" fmla="*/ 0 w 3314251"/>
              <a:gd name="connsiteY4" fmla="*/ 1564410 h 3128820"/>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5821 h 3130231"/>
              <a:gd name="connsiteX1" fmla="*/ 1657126 w 3314252"/>
              <a:gd name="connsiteY1" fmla="*/ 1411 h 3130231"/>
              <a:gd name="connsiteX2" fmla="*/ 3314252 w 3314252"/>
              <a:gd name="connsiteY2" fmla="*/ 1565821 h 3130231"/>
              <a:gd name="connsiteX3" fmla="*/ 1657126 w 3314252"/>
              <a:gd name="connsiteY3" fmla="*/ 3130231 h 3130231"/>
              <a:gd name="connsiteX4" fmla="*/ 0 w 3314252"/>
              <a:gd name="connsiteY4" fmla="*/ 1565821 h 3130231"/>
              <a:gd name="connsiteX0" fmla="*/ 0 w 3314252"/>
              <a:gd name="connsiteY0" fmla="*/ 1567937 h 3132347"/>
              <a:gd name="connsiteX1" fmla="*/ 1657126 w 3314252"/>
              <a:gd name="connsiteY1" fmla="*/ 3527 h 3132347"/>
              <a:gd name="connsiteX2" fmla="*/ 3314252 w 3314252"/>
              <a:gd name="connsiteY2" fmla="*/ 1567937 h 3132347"/>
              <a:gd name="connsiteX3" fmla="*/ 1657126 w 3314252"/>
              <a:gd name="connsiteY3" fmla="*/ 3132347 h 3132347"/>
              <a:gd name="connsiteX4" fmla="*/ 0 w 3314252"/>
              <a:gd name="connsiteY4" fmla="*/ 1567937 h 3132347"/>
              <a:gd name="connsiteX0" fmla="*/ 0 w 3314252"/>
              <a:gd name="connsiteY0" fmla="*/ 1564505 h 3128915"/>
              <a:gd name="connsiteX1" fmla="*/ 1657126 w 3314252"/>
              <a:gd name="connsiteY1" fmla="*/ 95 h 3128915"/>
              <a:gd name="connsiteX2" fmla="*/ 3314252 w 3314252"/>
              <a:gd name="connsiteY2" fmla="*/ 1564505 h 3128915"/>
              <a:gd name="connsiteX3" fmla="*/ 1657126 w 3314252"/>
              <a:gd name="connsiteY3" fmla="*/ 3128915 h 3128915"/>
              <a:gd name="connsiteX4" fmla="*/ 0 w 3314252"/>
              <a:gd name="connsiteY4" fmla="*/ 1564505 h 3128915"/>
              <a:gd name="connsiteX0" fmla="*/ 0 w 3314252"/>
              <a:gd name="connsiteY0" fmla="*/ 1565503 h 3129913"/>
              <a:gd name="connsiteX1" fmla="*/ 1657126 w 3314252"/>
              <a:gd name="connsiteY1" fmla="*/ 1093 h 3129913"/>
              <a:gd name="connsiteX2" fmla="*/ 3314252 w 3314252"/>
              <a:gd name="connsiteY2" fmla="*/ 1565503 h 3129913"/>
              <a:gd name="connsiteX3" fmla="*/ 1657126 w 3314252"/>
              <a:gd name="connsiteY3" fmla="*/ 3129913 h 3129913"/>
              <a:gd name="connsiteX4" fmla="*/ 0 w 3314252"/>
              <a:gd name="connsiteY4" fmla="*/ 1565503 h 3129913"/>
              <a:gd name="connsiteX0" fmla="*/ 0 w 3314252"/>
              <a:gd name="connsiteY0" fmla="*/ 1564410 h 3128820"/>
              <a:gd name="connsiteX1" fmla="*/ 1657126 w 3314252"/>
              <a:gd name="connsiteY1" fmla="*/ 0 h 3128820"/>
              <a:gd name="connsiteX2" fmla="*/ 3314252 w 3314252"/>
              <a:gd name="connsiteY2" fmla="*/ 1564410 h 3128820"/>
              <a:gd name="connsiteX3" fmla="*/ 1657126 w 3314252"/>
              <a:gd name="connsiteY3" fmla="*/ 3128820 h 3128820"/>
              <a:gd name="connsiteX4" fmla="*/ 0 w 3314252"/>
              <a:gd name="connsiteY4" fmla="*/ 1564410 h 3128820"/>
              <a:gd name="connsiteX0" fmla="*/ 0 w 3314252"/>
              <a:gd name="connsiteY0" fmla="*/ 1564433 h 3128843"/>
              <a:gd name="connsiteX1" fmla="*/ 1657126 w 3314252"/>
              <a:gd name="connsiteY1" fmla="*/ 23 h 3128843"/>
              <a:gd name="connsiteX2" fmla="*/ 3314252 w 3314252"/>
              <a:gd name="connsiteY2" fmla="*/ 1564433 h 3128843"/>
              <a:gd name="connsiteX3" fmla="*/ 1657126 w 3314252"/>
              <a:gd name="connsiteY3" fmla="*/ 3128843 h 3128843"/>
              <a:gd name="connsiteX4" fmla="*/ 0 w 3314252"/>
              <a:gd name="connsiteY4" fmla="*/ 1564433 h 3128843"/>
              <a:gd name="connsiteX0" fmla="*/ 0 w 3314252"/>
              <a:gd name="connsiteY0" fmla="*/ 1564433 h 3129053"/>
              <a:gd name="connsiteX1" fmla="*/ 1657126 w 3314252"/>
              <a:gd name="connsiteY1" fmla="*/ 23 h 3129053"/>
              <a:gd name="connsiteX2" fmla="*/ 3314252 w 3314252"/>
              <a:gd name="connsiteY2" fmla="*/ 1564433 h 3129053"/>
              <a:gd name="connsiteX3" fmla="*/ 1657126 w 3314252"/>
              <a:gd name="connsiteY3" fmla="*/ 3128843 h 3129053"/>
              <a:gd name="connsiteX4" fmla="*/ 0 w 3314252"/>
              <a:gd name="connsiteY4" fmla="*/ 1564433 h 3129053"/>
              <a:gd name="connsiteX0" fmla="*/ 0 w 3314252"/>
              <a:gd name="connsiteY0" fmla="*/ 1564433 h 3131880"/>
              <a:gd name="connsiteX1" fmla="*/ 1657126 w 3314252"/>
              <a:gd name="connsiteY1" fmla="*/ 23 h 3131880"/>
              <a:gd name="connsiteX2" fmla="*/ 3314252 w 3314252"/>
              <a:gd name="connsiteY2" fmla="*/ 1564433 h 3131880"/>
              <a:gd name="connsiteX3" fmla="*/ 1657126 w 3314252"/>
              <a:gd name="connsiteY3" fmla="*/ 3128843 h 3131880"/>
              <a:gd name="connsiteX4" fmla="*/ 0 w 3314252"/>
              <a:gd name="connsiteY4" fmla="*/ 1564433 h 3131880"/>
              <a:gd name="connsiteX0" fmla="*/ 0 w 3314252"/>
              <a:gd name="connsiteY0" fmla="*/ 1564433 h 3131423"/>
              <a:gd name="connsiteX1" fmla="*/ 1657126 w 3314252"/>
              <a:gd name="connsiteY1" fmla="*/ 23 h 3131423"/>
              <a:gd name="connsiteX2" fmla="*/ 3314252 w 3314252"/>
              <a:gd name="connsiteY2" fmla="*/ 1564433 h 3131423"/>
              <a:gd name="connsiteX3" fmla="*/ 1657126 w 3314252"/>
              <a:gd name="connsiteY3" fmla="*/ 3128843 h 3131423"/>
              <a:gd name="connsiteX4" fmla="*/ 0 w 3314252"/>
              <a:gd name="connsiteY4" fmla="*/ 1564433 h 313142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314252" h="3131423">
                <a:moveTo>
                  <a:pt x="0" y="1564433"/>
                </a:moveTo>
                <a:cubicBezTo>
                  <a:pt x="0" y="700433"/>
                  <a:pt x="775256" y="19074"/>
                  <a:pt x="1657126" y="23"/>
                </a:cubicBezTo>
                <a:cubicBezTo>
                  <a:pt x="2639009" y="-4740"/>
                  <a:pt x="3314252" y="700433"/>
                  <a:pt x="3314252" y="1564433"/>
                </a:cubicBezTo>
                <a:cubicBezTo>
                  <a:pt x="3314252" y="2428433"/>
                  <a:pt x="2367543" y="3071694"/>
                  <a:pt x="1657126" y="3128843"/>
                </a:cubicBezTo>
                <a:cubicBezTo>
                  <a:pt x="665721" y="3181230"/>
                  <a:pt x="0" y="2428433"/>
                  <a:pt x="0" y="1564433"/>
                </a:cubicBezTo>
                <a:close/>
              </a:path>
            </a:pathLst>
          </a:custGeom>
          <a:solidFill>
            <a:srgbClr val="95E61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Tree>
    <p:extLst>
      <p:ext uri="{BB962C8B-B14F-4D97-AF65-F5344CB8AC3E}">
        <p14:creationId xmlns:p14="http://schemas.microsoft.com/office/powerpoint/2010/main" val="2684412831"/>
      </p:ext>
    </p:extLst>
  </p:cSld>
  <p:clrMapOvr>
    <a:masterClrMapping/>
  </p:clrMapOvr>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6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2364619308"/>
      </p:ext>
    </p:extLst>
  </p:cSld>
  <p:clrMapOvr>
    <a:masterClrMapping/>
  </p:clrMapOvr>
</p:sldLayout>
</file>

<file path=ppt/slideLayouts/slideLayout79.xml><?xml version="1.0" encoding="utf-8"?>
<p:sldLayout xmlns:a="http://schemas.openxmlformats.org/drawingml/2006/main" xmlns:r="http://schemas.openxmlformats.org/officeDocument/2006/relationships" xmlns:p="http://schemas.openxmlformats.org/presentationml/2006/main" userDrawn="1">
  <p:cSld name="1_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3"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2"/>
            </p:custDataLst>
          </p:nvPr>
        </p:nvSpPr>
        <p:spPr/>
        <p:txBody>
          <a:bodyPr/>
          <a:lstStyle>
            <a:lvl1pPr>
              <a:defRPr/>
            </a:lvl1pPr>
          </a:lstStyle>
          <a:p>
            <a:pPr lvl="0"/>
            <a:r>
              <a:rPr lang="en-US" noProof="0"/>
              <a:t>Click to edit Master title style</a:t>
            </a:r>
          </a:p>
        </p:txBody>
      </p:sp>
    </p:spTree>
    <p:extLst>
      <p:ext uri="{BB962C8B-B14F-4D97-AF65-F5344CB8AC3E}">
        <p14:creationId xmlns:p14="http://schemas.microsoft.com/office/powerpoint/2010/main" val="355253498"/>
      </p:ext>
    </p:extLst>
  </p:cSld>
  <p:clrMapOvr>
    <a:masterClrMapping/>
  </p:clrMapOvr>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0" y="0"/>
          <a:ext cx="195385" cy="158750"/>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3" name="Object 2"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0" y="0"/>
                        <a:ext cx="195385" cy="15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63648839"/>
      </p:ext>
    </p:extLst>
  </p:cSld>
  <p:clrMapOvr>
    <a:masterClrMapping/>
  </p:clrMapOvr>
</p:sldLayout>
</file>

<file path=ppt/slideLayouts/slideLayout81.xml><?xml version="1.0" encoding="utf-8"?>
<p:sldLayout xmlns:a="http://schemas.openxmlformats.org/drawingml/2006/main" xmlns:r="http://schemas.openxmlformats.org/officeDocument/2006/relationships" xmlns:p="http://schemas.openxmlformats.org/presentationml/2006/main" userDrawn="1">
  <p:cSld name="3_Content Master">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p:custDataLst>
              <p:tags r:id="rId1"/>
            </p:custDataLst>
          </p:nvPr>
        </p:nvGraphicFramePr>
        <p:xfrm>
          <a:off x="1" y="1"/>
          <a:ext cx="180999" cy="143985"/>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4" name="Object 3"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1"/>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hasCustomPrompt="1"/>
            <p:custDataLst>
              <p:tags r:id="rId2"/>
            </p:custDataLst>
          </p:nvPr>
        </p:nvSpPr>
        <p:spPr/>
        <p:txBody>
          <a:bodyPr/>
          <a:lstStyle>
            <a:lvl1pPr>
              <a:defRPr sz="2400"/>
            </a:lvl1pPr>
          </a:lstStyle>
          <a:p>
            <a:r>
              <a:rPr lang="en-US" noProof="0"/>
              <a:t>Click to edit Master title style</a:t>
            </a:r>
            <a:endParaRPr lang="en-US"/>
          </a:p>
        </p:txBody>
      </p:sp>
    </p:spTree>
    <p:extLst>
      <p:ext uri="{BB962C8B-B14F-4D97-AF65-F5344CB8AC3E}">
        <p14:creationId xmlns:p14="http://schemas.microsoft.com/office/powerpoint/2010/main" val="3717101247"/>
      </p:ext>
    </p:extLst>
  </p:cSld>
  <p:clrMapOvr>
    <a:masterClrMapping/>
  </p:clrMapOvr>
  <p:extLst>
    <p:ext uri="{DCECCB84-F9BA-43D5-87BE-67443E8EF086}">
      <p15:sldGuideLst xmlns:p15="http://schemas.microsoft.com/office/powerpoint/2012/main">
        <p15:guide id="1" pos="2880">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cSld name="8_Custom Layout">
    <p:spTree>
      <p:nvGrpSpPr>
        <p:cNvPr id="1" name=""/>
        <p:cNvGrpSpPr/>
        <p:nvPr/>
      </p:nvGrpSpPr>
      <p:grpSpPr>
        <a:xfrm>
          <a:off x="0" y="0"/>
          <a:ext cx="0" cy="0"/>
          <a:chOff x="0" y="0"/>
          <a:chExt cx="0" cy="0"/>
        </a:xfrm>
      </p:grpSpPr>
      <p:sp>
        <p:nvSpPr>
          <p:cNvPr id="2" name="Title 1"/>
          <p:cNvSpPr>
            <a:spLocks noGrp="1"/>
          </p:cNvSpPr>
          <p:nvPr>
            <p:ph type="title"/>
          </p:nvPr>
        </p:nvSpPr>
        <p:spPr>
          <a:xfrm>
            <a:off x="9093" y="17244"/>
            <a:ext cx="10236201" cy="965200"/>
          </a:xfrm>
          <a:prstGeom prst="rect">
            <a:avLst/>
          </a:prstGeom>
        </p:spPr>
        <p:txBody>
          <a:bodyPr/>
          <a:lstStyle/>
          <a:p>
            <a:r>
              <a:rPr lang="en-US"/>
              <a:t>Click to edit Master title style</a:t>
            </a:r>
          </a:p>
        </p:txBody>
      </p:sp>
      <p:grpSp>
        <p:nvGrpSpPr>
          <p:cNvPr id="4" name="Group 3"/>
          <p:cNvGrpSpPr/>
          <p:nvPr userDrawn="1"/>
        </p:nvGrpSpPr>
        <p:grpSpPr>
          <a:xfrm>
            <a:off x="141924" y="6431758"/>
            <a:ext cx="12196235" cy="201207"/>
            <a:chOff x="0" y="4802262"/>
            <a:chExt cx="9147176" cy="150905"/>
          </a:xfrm>
        </p:grpSpPr>
        <p:cxnSp>
          <p:nvCxnSpPr>
            <p:cNvPr id="5" name="Straight Connector 4"/>
            <p:cNvCxnSpPr/>
            <p:nvPr/>
          </p:nvCxnSpPr>
          <p:spPr>
            <a:xfrm>
              <a:off x="8609179" y="4803577"/>
              <a:ext cx="0" cy="149590"/>
            </a:xfrm>
            <a:prstGeom prst="line">
              <a:avLst/>
            </a:prstGeom>
            <a:ln w="3175" cmpd="sng">
              <a:solidFill>
                <a:schemeClr val="bg1">
                  <a:lumMod val="65000"/>
                </a:schemeClr>
              </a:solidFill>
            </a:ln>
          </p:spPr>
          <p:style>
            <a:lnRef idx="1">
              <a:schemeClr val="dk1"/>
            </a:lnRef>
            <a:fillRef idx="0">
              <a:schemeClr val="dk1"/>
            </a:fillRef>
            <a:effectRef idx="0">
              <a:schemeClr val="dk1"/>
            </a:effectRef>
            <a:fontRef idx="minor">
              <a:schemeClr val="tx1"/>
            </a:fontRef>
          </p:style>
        </p:cxnSp>
        <p:cxnSp>
          <p:nvCxnSpPr>
            <p:cNvPr id="7" name="Straight Connector 6"/>
            <p:cNvCxnSpPr/>
            <p:nvPr/>
          </p:nvCxnSpPr>
          <p:spPr>
            <a:xfrm>
              <a:off x="0" y="4802262"/>
              <a:ext cx="9147176" cy="0"/>
            </a:xfrm>
            <a:prstGeom prst="line">
              <a:avLst/>
            </a:prstGeom>
            <a:ln w="3175" cmpd="sng">
              <a:solidFill>
                <a:schemeClr val="bg1">
                  <a:lumMod val="65000"/>
                </a:schemeClr>
              </a:solidFill>
            </a:ln>
          </p:spPr>
          <p:style>
            <a:lnRef idx="1">
              <a:schemeClr val="dk1"/>
            </a:lnRef>
            <a:fillRef idx="0">
              <a:schemeClr val="dk1"/>
            </a:fillRef>
            <a:effectRef idx="0">
              <a:schemeClr val="dk1"/>
            </a:effectRef>
            <a:fontRef idx="minor">
              <a:schemeClr val="tx1"/>
            </a:fontRef>
          </p:style>
        </p:cxnSp>
      </p:grpSp>
      <p:sp>
        <p:nvSpPr>
          <p:cNvPr id="10" name="TextBox 9"/>
          <p:cNvSpPr txBox="1"/>
          <p:nvPr userDrawn="1"/>
        </p:nvSpPr>
        <p:spPr>
          <a:xfrm>
            <a:off x="11673050" y="6485643"/>
            <a:ext cx="377026" cy="256545"/>
          </a:xfrm>
          <a:prstGeom prst="rect">
            <a:avLst/>
          </a:prstGeom>
          <a:noFill/>
        </p:spPr>
        <p:txBody>
          <a:bodyPr wrap="none" rtlCol="0">
            <a:spAutoFit/>
          </a:bodyPr>
          <a:lstStyle/>
          <a:p>
            <a:pPr algn="r" defTabSz="609585"/>
            <a:fld id="{A8EB68B3-3924-2A44-9608-A2B068F6ADC0}" type="slidenum">
              <a:rPr lang="en-US" sz="1067" b="1" smtClean="0">
                <a:solidFill>
                  <a:srgbClr val="595959"/>
                </a:solidFill>
                <a:latin typeface="Rock Sans"/>
                <a:cs typeface="Rock Sans"/>
              </a:rPr>
              <a:pPr algn="r" defTabSz="609585"/>
              <a:t>‹#›</a:t>
            </a:fld>
            <a:endParaRPr lang="en-US" sz="1067" b="1" dirty="0">
              <a:solidFill>
                <a:srgbClr val="595959"/>
              </a:solidFill>
              <a:latin typeface="Rock Sans"/>
              <a:cs typeface="Rock Sans"/>
            </a:endParaRPr>
          </a:p>
        </p:txBody>
      </p:sp>
      <p:sp>
        <p:nvSpPr>
          <p:cNvPr id="14" name="Rectangle 13">
            <a:extLst>
              <a:ext uri="{FF2B5EF4-FFF2-40B4-BE49-F238E27FC236}">
                <a16:creationId xmlns:a16="http://schemas.microsoft.com/office/drawing/2014/main" id="{63B06452-E73D-4746-B9D6-5A15E9633D41}"/>
              </a:ext>
            </a:extLst>
          </p:cNvPr>
          <p:cNvSpPr/>
          <p:nvPr userDrawn="1">
            <p:custDataLst>
              <p:tags r:id="rId1"/>
            </p:custDataLst>
          </p:nvPr>
        </p:nvSpPr>
        <p:spPr>
          <a:xfrm>
            <a:off x="5815045" y="6586838"/>
            <a:ext cx="5642570" cy="123111"/>
          </a:xfrm>
          <a:prstGeom prst="rect">
            <a:avLst/>
          </a:prstGeom>
        </p:spPr>
        <p:txBody>
          <a:bodyPr wrap="none" lIns="0" tIns="0" rIns="0" bIns="0" anchor="b" anchorCtr="0">
            <a:spAutoFit/>
          </a:bodyPr>
          <a:lstStyle/>
          <a:p>
            <a:pPr algn="r"/>
            <a:r>
              <a:rPr lang="en-US" sz="800" dirty="0">
                <a:solidFill>
                  <a:schemeClr val="tx2"/>
                </a:solidFill>
                <a:latin typeface="+mj-lt"/>
              </a:rPr>
              <a:t>The information contained in this document is proprietary. Copyright © 2019 Capgemini. All rights reserved.</a:t>
            </a:r>
          </a:p>
        </p:txBody>
      </p:sp>
    </p:spTree>
    <p:extLst>
      <p:ext uri="{BB962C8B-B14F-4D97-AF65-F5344CB8AC3E}">
        <p14:creationId xmlns:p14="http://schemas.microsoft.com/office/powerpoint/2010/main" val="2832056194"/>
      </p:ext>
    </p:extLst>
  </p:cSld>
  <p:clrMapOvr>
    <a:masterClrMapping/>
  </p:clrMapOvr>
</p:sldLayout>
</file>

<file path=ppt/slideLayouts/slideLayout83.xml><?xml version="1.0" encoding="utf-8"?>
<p:sldLayout xmlns:a="http://schemas.openxmlformats.org/drawingml/2006/main" xmlns:r="http://schemas.openxmlformats.org/officeDocument/2006/relationships" xmlns:p="http://schemas.openxmlformats.org/presentationml/2006/main" matchingName="1_Agenda with Bullets">
  <p:cSld name="1_Agenda with Bullets">
    <p:spTree>
      <p:nvGrpSpPr>
        <p:cNvPr id="1" name="Shape 96"/>
        <p:cNvGrpSpPr/>
        <p:nvPr/>
      </p:nvGrpSpPr>
      <p:grpSpPr>
        <a:xfrm>
          <a:off x="0" y="0"/>
          <a:ext cx="0" cy="0"/>
          <a:chOff x="0" y="0"/>
          <a:chExt cx="0" cy="0"/>
        </a:xfrm>
      </p:grpSpPr>
      <p:sp>
        <p:nvSpPr>
          <p:cNvPr id="98" name="Google Shape;98;p13"/>
          <p:cNvSpPr txBox="1">
            <a:spLocks noGrp="1"/>
          </p:cNvSpPr>
          <p:nvPr>
            <p:ph type="body" idx="1"/>
          </p:nvPr>
        </p:nvSpPr>
        <p:spPr>
          <a:xfrm>
            <a:off x="5812037" y="1301017"/>
            <a:ext cx="6103736" cy="555448"/>
          </a:xfrm>
          <a:prstGeom prst="rect">
            <a:avLst/>
          </a:prstGeom>
          <a:noFill/>
          <a:ln>
            <a:noFill/>
          </a:ln>
        </p:spPr>
        <p:txBody>
          <a:bodyPr spcFirstLastPara="1" wrap="square" lIns="0" tIns="0" rIns="0" bIns="0" anchor="ctr" anchorCtr="0"/>
          <a:lstStyle>
            <a:lvl1pPr marL="609585" lvl="0" indent="-304792" algn="l">
              <a:lnSpc>
                <a:spcPct val="100000"/>
              </a:lnSpc>
              <a:spcBef>
                <a:spcPts val="0"/>
              </a:spcBef>
              <a:spcAft>
                <a:spcPts val="0"/>
              </a:spcAft>
              <a:buClr>
                <a:schemeClr val="lt1"/>
              </a:buClr>
              <a:buSzPts val="1200"/>
              <a:buNone/>
              <a:defRPr sz="1600">
                <a:solidFill>
                  <a:schemeClr val="lt1"/>
                </a:solidFill>
              </a:defRPr>
            </a:lvl1pPr>
            <a:lvl2pPr marL="1219170" lvl="1" indent="-397923" algn="l">
              <a:lnSpc>
                <a:spcPct val="100000"/>
              </a:lnSpc>
              <a:spcBef>
                <a:spcPts val="667"/>
              </a:spcBef>
              <a:spcAft>
                <a:spcPts val="0"/>
              </a:spcAft>
              <a:buSzPts val="1100"/>
              <a:buChar char="▪"/>
              <a:defRPr sz="1467"/>
            </a:lvl2pPr>
            <a:lvl3pPr marL="1828754" lvl="2" indent="-397923" algn="l">
              <a:lnSpc>
                <a:spcPct val="100000"/>
              </a:lnSpc>
              <a:spcBef>
                <a:spcPts val="667"/>
              </a:spcBef>
              <a:spcAft>
                <a:spcPts val="0"/>
              </a:spcAft>
              <a:buSzPts val="1100"/>
              <a:buChar char="•"/>
              <a:defRPr sz="1467"/>
            </a:lvl3pPr>
            <a:lvl4pPr marL="2438339" lvl="3" indent="-397923" algn="l">
              <a:lnSpc>
                <a:spcPct val="100000"/>
              </a:lnSpc>
              <a:spcBef>
                <a:spcPts val="667"/>
              </a:spcBef>
              <a:spcAft>
                <a:spcPts val="0"/>
              </a:spcAft>
              <a:buSzPts val="1100"/>
              <a:buChar char="‒"/>
              <a:defRPr sz="1467"/>
            </a:lvl4pPr>
            <a:lvl5pPr marL="3047924" lvl="4" indent="-397923" algn="l">
              <a:lnSpc>
                <a:spcPct val="100000"/>
              </a:lnSpc>
              <a:spcBef>
                <a:spcPts val="667"/>
              </a:spcBef>
              <a:spcAft>
                <a:spcPts val="0"/>
              </a:spcAft>
              <a:buSzPts val="1100"/>
              <a:buChar char="•"/>
              <a:defRPr sz="1467"/>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99" name="Google Shape;99;p13"/>
          <p:cNvSpPr txBox="1">
            <a:spLocks noGrp="1"/>
          </p:cNvSpPr>
          <p:nvPr>
            <p:ph type="body" idx="2"/>
          </p:nvPr>
        </p:nvSpPr>
        <p:spPr>
          <a:xfrm>
            <a:off x="5812037" y="1960141"/>
            <a:ext cx="6103736" cy="555448"/>
          </a:xfrm>
          <a:prstGeom prst="rect">
            <a:avLst/>
          </a:prstGeom>
          <a:noFill/>
          <a:ln>
            <a:noFill/>
          </a:ln>
        </p:spPr>
        <p:txBody>
          <a:bodyPr spcFirstLastPara="1" wrap="square" lIns="0" tIns="0" rIns="0" bIns="0" anchor="ctr" anchorCtr="0"/>
          <a:lstStyle>
            <a:lvl1pPr marL="609585" marR="0" lvl="0" indent="-304792" algn="l">
              <a:lnSpc>
                <a:spcPct val="100000"/>
              </a:lnSpc>
              <a:spcBef>
                <a:spcPts val="0"/>
              </a:spcBef>
              <a:spcAft>
                <a:spcPts val="0"/>
              </a:spcAft>
              <a:buClr>
                <a:schemeClr val="lt1"/>
              </a:buClr>
              <a:buSzPts val="1200"/>
              <a:buFont typeface="Arial"/>
              <a:buNone/>
              <a:defRPr sz="1600">
                <a:solidFill>
                  <a:schemeClr val="lt1"/>
                </a:solidFill>
              </a:defRPr>
            </a:lvl1pPr>
            <a:lvl2pPr marL="1219170" lvl="1" indent="-397923" algn="l">
              <a:lnSpc>
                <a:spcPct val="100000"/>
              </a:lnSpc>
              <a:spcBef>
                <a:spcPts val="667"/>
              </a:spcBef>
              <a:spcAft>
                <a:spcPts val="0"/>
              </a:spcAft>
              <a:buSzPts val="1100"/>
              <a:buChar char="▪"/>
              <a:defRPr sz="1467"/>
            </a:lvl2pPr>
            <a:lvl3pPr marL="1828754" lvl="2" indent="-397923" algn="l">
              <a:lnSpc>
                <a:spcPct val="100000"/>
              </a:lnSpc>
              <a:spcBef>
                <a:spcPts val="667"/>
              </a:spcBef>
              <a:spcAft>
                <a:spcPts val="0"/>
              </a:spcAft>
              <a:buSzPts val="1100"/>
              <a:buChar char="•"/>
              <a:defRPr sz="1467"/>
            </a:lvl3pPr>
            <a:lvl4pPr marL="2438339" lvl="3" indent="-397923" algn="l">
              <a:lnSpc>
                <a:spcPct val="100000"/>
              </a:lnSpc>
              <a:spcBef>
                <a:spcPts val="667"/>
              </a:spcBef>
              <a:spcAft>
                <a:spcPts val="0"/>
              </a:spcAft>
              <a:buSzPts val="1100"/>
              <a:buChar char="‒"/>
              <a:defRPr sz="1467"/>
            </a:lvl4pPr>
            <a:lvl5pPr marL="3047924" lvl="4" indent="-397923" algn="l">
              <a:lnSpc>
                <a:spcPct val="100000"/>
              </a:lnSpc>
              <a:spcBef>
                <a:spcPts val="667"/>
              </a:spcBef>
              <a:spcAft>
                <a:spcPts val="0"/>
              </a:spcAft>
              <a:buSzPts val="1100"/>
              <a:buChar char="•"/>
              <a:defRPr sz="1467"/>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100" name="Google Shape;100;p13"/>
          <p:cNvSpPr txBox="1">
            <a:spLocks noGrp="1"/>
          </p:cNvSpPr>
          <p:nvPr>
            <p:ph type="body" idx="3"/>
          </p:nvPr>
        </p:nvSpPr>
        <p:spPr>
          <a:xfrm>
            <a:off x="5812037" y="2619267"/>
            <a:ext cx="6103736" cy="555448"/>
          </a:xfrm>
          <a:prstGeom prst="rect">
            <a:avLst/>
          </a:prstGeom>
          <a:noFill/>
          <a:ln>
            <a:noFill/>
          </a:ln>
        </p:spPr>
        <p:txBody>
          <a:bodyPr spcFirstLastPara="1" wrap="square" lIns="0" tIns="0" rIns="0" bIns="0" anchor="ctr" anchorCtr="0"/>
          <a:lstStyle>
            <a:lvl1pPr marL="609585" lvl="0" indent="-304792" algn="l">
              <a:lnSpc>
                <a:spcPct val="100000"/>
              </a:lnSpc>
              <a:spcBef>
                <a:spcPts val="0"/>
              </a:spcBef>
              <a:spcAft>
                <a:spcPts val="0"/>
              </a:spcAft>
              <a:buClr>
                <a:schemeClr val="lt1"/>
              </a:buClr>
              <a:buSzPts val="1200"/>
              <a:buNone/>
              <a:defRPr sz="1600">
                <a:solidFill>
                  <a:schemeClr val="lt1"/>
                </a:solidFill>
              </a:defRPr>
            </a:lvl1pPr>
            <a:lvl2pPr marL="1219170" lvl="1" indent="-397923" algn="l">
              <a:lnSpc>
                <a:spcPct val="100000"/>
              </a:lnSpc>
              <a:spcBef>
                <a:spcPts val="667"/>
              </a:spcBef>
              <a:spcAft>
                <a:spcPts val="0"/>
              </a:spcAft>
              <a:buSzPts val="1100"/>
              <a:buChar char="▪"/>
              <a:defRPr sz="1467"/>
            </a:lvl2pPr>
            <a:lvl3pPr marL="1828754" lvl="2" indent="-397923" algn="l">
              <a:lnSpc>
                <a:spcPct val="100000"/>
              </a:lnSpc>
              <a:spcBef>
                <a:spcPts val="667"/>
              </a:spcBef>
              <a:spcAft>
                <a:spcPts val="0"/>
              </a:spcAft>
              <a:buSzPts val="1100"/>
              <a:buChar char="•"/>
              <a:defRPr sz="1467"/>
            </a:lvl3pPr>
            <a:lvl4pPr marL="2438339" lvl="3" indent="-397923" algn="l">
              <a:lnSpc>
                <a:spcPct val="100000"/>
              </a:lnSpc>
              <a:spcBef>
                <a:spcPts val="667"/>
              </a:spcBef>
              <a:spcAft>
                <a:spcPts val="0"/>
              </a:spcAft>
              <a:buSzPts val="1100"/>
              <a:buChar char="‒"/>
              <a:defRPr sz="1467"/>
            </a:lvl4pPr>
            <a:lvl5pPr marL="3047924" lvl="4" indent="-397923" algn="l">
              <a:lnSpc>
                <a:spcPct val="100000"/>
              </a:lnSpc>
              <a:spcBef>
                <a:spcPts val="667"/>
              </a:spcBef>
              <a:spcAft>
                <a:spcPts val="0"/>
              </a:spcAft>
              <a:buSzPts val="1100"/>
              <a:buChar char="•"/>
              <a:defRPr sz="1467"/>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101" name="Google Shape;101;p13"/>
          <p:cNvSpPr txBox="1">
            <a:spLocks noGrp="1"/>
          </p:cNvSpPr>
          <p:nvPr>
            <p:ph type="body" idx="4"/>
          </p:nvPr>
        </p:nvSpPr>
        <p:spPr>
          <a:xfrm>
            <a:off x="5812037" y="3278392"/>
            <a:ext cx="6103736" cy="555448"/>
          </a:xfrm>
          <a:prstGeom prst="rect">
            <a:avLst/>
          </a:prstGeom>
          <a:noFill/>
          <a:ln>
            <a:noFill/>
          </a:ln>
        </p:spPr>
        <p:txBody>
          <a:bodyPr spcFirstLastPara="1" wrap="square" lIns="0" tIns="0" rIns="0" bIns="0" anchor="ctr" anchorCtr="0"/>
          <a:lstStyle>
            <a:lvl1pPr marL="609585" lvl="0" indent="-304792" algn="l">
              <a:lnSpc>
                <a:spcPct val="100000"/>
              </a:lnSpc>
              <a:spcBef>
                <a:spcPts val="0"/>
              </a:spcBef>
              <a:spcAft>
                <a:spcPts val="0"/>
              </a:spcAft>
              <a:buClr>
                <a:schemeClr val="lt1"/>
              </a:buClr>
              <a:buSzPts val="1200"/>
              <a:buNone/>
              <a:defRPr sz="1600">
                <a:solidFill>
                  <a:schemeClr val="lt1"/>
                </a:solidFill>
              </a:defRPr>
            </a:lvl1pPr>
            <a:lvl2pPr marL="1219170" lvl="1" indent="-397923" algn="l">
              <a:lnSpc>
                <a:spcPct val="100000"/>
              </a:lnSpc>
              <a:spcBef>
                <a:spcPts val="667"/>
              </a:spcBef>
              <a:spcAft>
                <a:spcPts val="0"/>
              </a:spcAft>
              <a:buSzPts val="1100"/>
              <a:buChar char="▪"/>
              <a:defRPr sz="1467"/>
            </a:lvl2pPr>
            <a:lvl3pPr marL="1828754" lvl="2" indent="-397923" algn="l">
              <a:lnSpc>
                <a:spcPct val="100000"/>
              </a:lnSpc>
              <a:spcBef>
                <a:spcPts val="667"/>
              </a:spcBef>
              <a:spcAft>
                <a:spcPts val="0"/>
              </a:spcAft>
              <a:buSzPts val="1100"/>
              <a:buChar char="•"/>
              <a:defRPr sz="1467"/>
            </a:lvl3pPr>
            <a:lvl4pPr marL="2438339" lvl="3" indent="-397923" algn="l">
              <a:lnSpc>
                <a:spcPct val="100000"/>
              </a:lnSpc>
              <a:spcBef>
                <a:spcPts val="667"/>
              </a:spcBef>
              <a:spcAft>
                <a:spcPts val="0"/>
              </a:spcAft>
              <a:buSzPts val="1100"/>
              <a:buChar char="‒"/>
              <a:defRPr sz="1467"/>
            </a:lvl4pPr>
            <a:lvl5pPr marL="3047924" lvl="4" indent="-397923" algn="l">
              <a:lnSpc>
                <a:spcPct val="100000"/>
              </a:lnSpc>
              <a:spcBef>
                <a:spcPts val="667"/>
              </a:spcBef>
              <a:spcAft>
                <a:spcPts val="0"/>
              </a:spcAft>
              <a:buSzPts val="1100"/>
              <a:buChar char="•"/>
              <a:defRPr sz="1467"/>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
        <p:nvSpPr>
          <p:cNvPr id="102" name="Google Shape;102;p13"/>
          <p:cNvSpPr txBox="1">
            <a:spLocks noGrp="1"/>
          </p:cNvSpPr>
          <p:nvPr>
            <p:ph type="body" idx="5"/>
          </p:nvPr>
        </p:nvSpPr>
        <p:spPr>
          <a:xfrm>
            <a:off x="550201" y="0"/>
            <a:ext cx="8030076" cy="1105200"/>
          </a:xfrm>
          <a:prstGeom prst="rect">
            <a:avLst/>
          </a:prstGeom>
          <a:noFill/>
          <a:ln>
            <a:noFill/>
          </a:ln>
        </p:spPr>
        <p:txBody>
          <a:bodyPr spcFirstLastPara="1" wrap="square" lIns="0" tIns="0" rIns="0" bIns="0" anchor="ctr" anchorCtr="0"/>
          <a:lstStyle>
            <a:lvl1pPr marL="609585" lvl="0" indent="-304792" algn="l">
              <a:lnSpc>
                <a:spcPct val="100000"/>
              </a:lnSpc>
              <a:spcBef>
                <a:spcPts val="0"/>
              </a:spcBef>
              <a:spcAft>
                <a:spcPts val="0"/>
              </a:spcAft>
              <a:buClr>
                <a:schemeClr val="lt1"/>
              </a:buClr>
              <a:buSzPts val="2300"/>
              <a:buNone/>
              <a:defRPr sz="3067" cap="none">
                <a:solidFill>
                  <a:schemeClr val="lt1"/>
                </a:solidFill>
              </a:defRPr>
            </a:lvl1pPr>
            <a:lvl2pPr marL="1219170" lvl="1" indent="-423323" algn="l">
              <a:lnSpc>
                <a:spcPct val="100000"/>
              </a:lnSpc>
              <a:spcBef>
                <a:spcPts val="667"/>
              </a:spcBef>
              <a:spcAft>
                <a:spcPts val="0"/>
              </a:spcAft>
              <a:buSzPts val="1400"/>
              <a:buChar char="▪"/>
              <a:defRPr/>
            </a:lvl2pPr>
            <a:lvl3pPr marL="1828754" lvl="2" indent="-423323" algn="l">
              <a:lnSpc>
                <a:spcPct val="100000"/>
              </a:lnSpc>
              <a:spcBef>
                <a:spcPts val="667"/>
              </a:spcBef>
              <a:spcAft>
                <a:spcPts val="0"/>
              </a:spcAft>
              <a:buSzPts val="1400"/>
              <a:buChar char="•"/>
              <a:defRPr/>
            </a:lvl3pPr>
            <a:lvl4pPr marL="2438339" lvl="3" indent="-423323" algn="l">
              <a:lnSpc>
                <a:spcPct val="100000"/>
              </a:lnSpc>
              <a:spcBef>
                <a:spcPts val="667"/>
              </a:spcBef>
              <a:spcAft>
                <a:spcPts val="0"/>
              </a:spcAft>
              <a:buSzPts val="1400"/>
              <a:buChar char="‒"/>
              <a:defRPr/>
            </a:lvl4pPr>
            <a:lvl5pPr marL="3047924" lvl="4" indent="-423323" algn="l">
              <a:lnSpc>
                <a:spcPct val="100000"/>
              </a:lnSpc>
              <a:spcBef>
                <a:spcPts val="667"/>
              </a:spcBef>
              <a:spcAft>
                <a:spcPts val="0"/>
              </a:spcAft>
              <a:buSzPts val="1400"/>
              <a:buChar char="•"/>
              <a:defRPr/>
            </a:lvl5pPr>
            <a:lvl6pPr marL="3657509" lvl="5" indent="-423323" algn="l">
              <a:lnSpc>
                <a:spcPct val="90000"/>
              </a:lnSpc>
              <a:spcBef>
                <a:spcPts val="533"/>
              </a:spcBef>
              <a:spcAft>
                <a:spcPts val="0"/>
              </a:spcAft>
              <a:buClr>
                <a:schemeClr val="dk1"/>
              </a:buClr>
              <a:buSzPts val="1400"/>
              <a:buChar char="•"/>
              <a:defRPr/>
            </a:lvl6pPr>
            <a:lvl7pPr marL="4267093" lvl="6" indent="-423323" algn="l">
              <a:lnSpc>
                <a:spcPct val="90000"/>
              </a:lnSpc>
              <a:spcBef>
                <a:spcPts val="533"/>
              </a:spcBef>
              <a:spcAft>
                <a:spcPts val="0"/>
              </a:spcAft>
              <a:buClr>
                <a:schemeClr val="dk1"/>
              </a:buClr>
              <a:buSzPts val="1400"/>
              <a:buChar char="•"/>
              <a:defRPr/>
            </a:lvl7pPr>
            <a:lvl8pPr marL="4876678" lvl="7" indent="-423323" algn="l">
              <a:lnSpc>
                <a:spcPct val="90000"/>
              </a:lnSpc>
              <a:spcBef>
                <a:spcPts val="533"/>
              </a:spcBef>
              <a:spcAft>
                <a:spcPts val="0"/>
              </a:spcAft>
              <a:buClr>
                <a:schemeClr val="dk1"/>
              </a:buClr>
              <a:buSzPts val="1400"/>
              <a:buChar char="•"/>
              <a:defRPr/>
            </a:lvl8pPr>
            <a:lvl9pPr marL="5486263" lvl="8" indent="-423323" algn="l">
              <a:lnSpc>
                <a:spcPct val="90000"/>
              </a:lnSpc>
              <a:spcBef>
                <a:spcPts val="533"/>
              </a:spcBef>
              <a:spcAft>
                <a:spcPts val="0"/>
              </a:spcAft>
              <a:buClr>
                <a:schemeClr val="dk1"/>
              </a:buClr>
              <a:buSzPts val="1400"/>
              <a:buChar char="•"/>
              <a:defRPr/>
            </a:lvl9pPr>
          </a:lstStyle>
          <a:p>
            <a:endParaRPr/>
          </a:p>
        </p:txBody>
      </p:sp>
    </p:spTree>
    <p:extLst>
      <p:ext uri="{BB962C8B-B14F-4D97-AF65-F5344CB8AC3E}">
        <p14:creationId xmlns:p14="http://schemas.microsoft.com/office/powerpoint/2010/main" val="1814784445"/>
      </p:ext>
    </p:extLst>
  </p:cSld>
  <p:clrMapOvr>
    <a:masterClrMapping/>
  </p:clrMapOvr>
</p:sldLayout>
</file>

<file path=ppt/slideLayouts/slideLayout84.xml><?xml version="1.0" encoding="utf-8"?>
<p:sldLayout xmlns:a="http://schemas.openxmlformats.org/drawingml/2006/main" xmlns:r="http://schemas.openxmlformats.org/officeDocument/2006/relationships" xmlns:p="http://schemas.openxmlformats.org/presentationml/2006/main" userDrawn="1">
  <p:cSld name="2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ctangle 1">
            <a:extLst>
              <a:ext uri="{FF2B5EF4-FFF2-40B4-BE49-F238E27FC236}">
                <a16:creationId xmlns:a16="http://schemas.microsoft.com/office/drawing/2014/main" id="{A2AD5E62-125B-401D-BACC-CA113F5CA980}"/>
              </a:ext>
            </a:extLst>
          </p:cNvPr>
          <p:cNvSpPr/>
          <p:nvPr userDrawn="1"/>
        </p:nvSpPr>
        <p:spPr>
          <a:xfrm>
            <a:off x="0" y="0"/>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3047328943"/>
      </p:ext>
    </p:extLst>
  </p:cSld>
  <p:clrMapOvr>
    <a:masterClrMapping/>
  </p:clrMapOvr>
</p:sldLayout>
</file>

<file path=ppt/slideLayouts/slideLayout85.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730307" y="319903"/>
            <a:ext cx="10972800" cy="1143000"/>
          </a:xfrm>
          <a:prstGeom prst="rect">
            <a:avLst/>
          </a:prstGeom>
        </p:spPr>
        <p:txBody>
          <a:bodyPr/>
          <a:lstStyle>
            <a:lvl1pPr>
              <a:defRPr sz="2250"/>
            </a:lvl1pPr>
          </a:lstStyle>
          <a:p>
            <a:r>
              <a:rPr lang="en-US"/>
              <a:t>Click to edit Master title style</a:t>
            </a:r>
          </a:p>
        </p:txBody>
      </p:sp>
      <p:sp>
        <p:nvSpPr>
          <p:cNvPr id="3" name="Content Placeholder 2"/>
          <p:cNvSpPr>
            <a:spLocks noGrp="1"/>
          </p:cNvSpPr>
          <p:nvPr>
            <p:ph idx="1"/>
          </p:nvPr>
        </p:nvSpPr>
        <p:spPr>
          <a:xfrm>
            <a:off x="730307" y="1646600"/>
            <a:ext cx="10972800" cy="4625108"/>
          </a:xfrm>
          <a:prstGeom prst="rect">
            <a:avLst/>
          </a:prstGeom>
        </p:spPr>
        <p:txBody>
          <a:bodyPr/>
          <a:lstStyle>
            <a:lvl1pPr>
              <a:spcBef>
                <a:spcPts val="0"/>
              </a:spcBef>
              <a:defRPr sz="1650">
                <a:solidFill>
                  <a:schemeClr val="tx1"/>
                </a:solidFill>
              </a:defRPr>
            </a:lvl1pPr>
            <a:lvl2pPr marL="515541" indent="-257175">
              <a:spcBef>
                <a:spcPts val="0"/>
              </a:spcBef>
              <a:defRPr>
                <a:solidFill>
                  <a:schemeClr val="tx1"/>
                </a:solidFill>
              </a:defRPr>
            </a:lvl2pPr>
            <a:lvl3pPr marL="685800" indent="-170260">
              <a:spcBef>
                <a:spcPts val="0"/>
              </a:spcBef>
              <a:defRPr>
                <a:solidFill>
                  <a:schemeClr val="tx1"/>
                </a:solidFill>
              </a:defRPr>
            </a:lvl3pPr>
            <a:lvl4pPr marL="856060" indent="-170260">
              <a:spcBef>
                <a:spcPts val="0"/>
              </a:spcBef>
              <a:defRPr>
                <a:solidFill>
                  <a:schemeClr val="tx1"/>
                </a:solidFill>
              </a:defRPr>
            </a:lvl4pPr>
            <a:lvl5pPr marL="1032272" indent="-176213">
              <a:spcBef>
                <a:spcPts val="0"/>
              </a:spcBef>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53906411"/>
      </p:ext>
    </p:extLst>
  </p:cSld>
  <p:clrMapOvr>
    <a:masterClrMapping/>
  </p:clrMapOvr>
</p:sldLayout>
</file>

<file path=ppt/slideLayouts/slideLayout86.xml><?xml version="1.0" encoding="utf-8"?>
<p:sldLayout xmlns:a="http://schemas.openxmlformats.org/drawingml/2006/main" xmlns:r="http://schemas.openxmlformats.org/officeDocument/2006/relationships" xmlns:p="http://schemas.openxmlformats.org/presentationml/2006/main" type="blank">
  <p:cSld name="Blank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942672408"/>
      </p:ext>
    </p:extLst>
  </p:cSld>
  <p:clrMapOvr>
    <a:masterClrMapping/>
  </p:clrMapOvr>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8_Vide">
    <p:spTree>
      <p:nvGrpSpPr>
        <p:cNvPr id="1" name=""/>
        <p:cNvGrpSpPr/>
        <p:nvPr/>
      </p:nvGrpSpPr>
      <p:grpSpPr>
        <a:xfrm>
          <a:off x="0" y="0"/>
          <a:ext cx="0" cy="0"/>
          <a:chOff x="0" y="0"/>
          <a:chExt cx="0" cy="0"/>
        </a:xfrm>
      </p:grpSpPr>
      <p:pic>
        <p:nvPicPr>
          <p:cNvPr id="3" name="Picture 2"/>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a:off x="0" y="-38100"/>
            <a:ext cx="12192000" cy="6946900"/>
          </a:xfrm>
          <a:prstGeom prst="rect">
            <a:avLst/>
          </a:prstGeom>
        </p:spPr>
      </p:pic>
      <p:graphicFrame>
        <p:nvGraphicFramePr>
          <p:cNvPr id="2" name="Object 1" hidden="1"/>
          <p:cNvGraphicFramePr>
            <a:graphicFrameLocks noChangeAspect="1"/>
          </p:cNvGraphicFramePr>
          <p:nvPr>
            <p:custDataLst>
              <p:tags r:id="rId1"/>
            </p:custDataLst>
          </p:nvPr>
        </p:nvGraphicFramePr>
        <p:xfrm>
          <a:off x="1" y="1"/>
          <a:ext cx="180999" cy="143985"/>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2" name="Object 1"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 y="1"/>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6" name="Graphic 4">
            <a:extLst>
              <a:ext uri="{FF2B5EF4-FFF2-40B4-BE49-F238E27FC236}">
                <a16:creationId xmlns:a16="http://schemas.microsoft.com/office/drawing/2014/main" id="{25EEA1D4-3AF7-42D7-AE97-AE404AECFAEB}"/>
              </a:ext>
            </a:extLst>
          </p:cNvPr>
          <p:cNvPicPr>
            <a:picLocks noChangeAspect="1"/>
          </p:cNvPicPr>
          <p:nvPr userDrawn="1"/>
        </p:nvPicPr>
        <p:blipFill rotWithShape="1">
          <a:blip r:embed="rId6" cstate="screen">
            <a:extLst>
              <a:ext uri="{28A0092B-C50C-407E-A947-70E740481C1C}">
                <a14:useLocalDpi xmlns:a14="http://schemas.microsoft.com/office/drawing/2010/main"/>
              </a:ext>
              <a:ext uri="{96DAC541-7B7A-43D3-8B79-37D633B846F1}">
                <asvg:svgBlip xmlns:asvg="http://schemas.microsoft.com/office/drawing/2016/SVG/main" r:embed="rId7"/>
              </a:ext>
            </a:extLst>
          </a:blip>
          <a:srcRect l="81836" t="-4713" b="16530"/>
          <a:stretch/>
        </p:blipFill>
        <p:spPr>
          <a:xfrm>
            <a:off x="254980" y="6191921"/>
            <a:ext cx="614969" cy="666079"/>
          </a:xfrm>
          <a:prstGeom prst="rect">
            <a:avLst/>
          </a:prstGeom>
        </p:spPr>
      </p:pic>
      <p:sp>
        <p:nvSpPr>
          <p:cNvPr id="11" name="Freeform 16">
            <a:extLst>
              <a:ext uri="{FF2B5EF4-FFF2-40B4-BE49-F238E27FC236}">
                <a16:creationId xmlns:a16="http://schemas.microsoft.com/office/drawing/2014/main" id="{6B7933AF-788A-467A-93B4-885233CB6665}"/>
              </a:ext>
            </a:extLst>
          </p:cNvPr>
          <p:cNvSpPr>
            <a:spLocks/>
          </p:cNvSpPr>
          <p:nvPr userDrawn="1"/>
        </p:nvSpPr>
        <p:spPr bwMode="auto">
          <a:xfrm rot="16200000" flipH="1">
            <a:off x="7389109" y="2105909"/>
            <a:ext cx="4969497" cy="4636285"/>
          </a:xfrm>
          <a:custGeom>
            <a:avLst/>
            <a:gdLst/>
            <a:ahLst/>
            <a:cxnLst>
              <a:cxn ang="0">
                <a:pos x="4062" y="1126"/>
              </a:cxn>
              <a:cxn ang="0">
                <a:pos x="4062" y="128"/>
              </a:cxn>
              <a:cxn ang="0">
                <a:pos x="4056" y="110"/>
              </a:cxn>
              <a:cxn ang="0">
                <a:pos x="3996" y="88"/>
              </a:cxn>
              <a:cxn ang="0">
                <a:pos x="3838" y="44"/>
              </a:cxn>
              <a:cxn ang="0">
                <a:pos x="3678" y="16"/>
              </a:cxn>
              <a:cxn ang="0">
                <a:pos x="3518" y="2"/>
              </a:cxn>
              <a:cxn ang="0">
                <a:pos x="3356" y="2"/>
              </a:cxn>
              <a:cxn ang="0">
                <a:pos x="3190" y="16"/>
              </a:cxn>
              <a:cxn ang="0">
                <a:pos x="3006" y="50"/>
              </a:cxn>
              <a:cxn ang="0">
                <a:pos x="2738" y="128"/>
              </a:cxn>
              <a:cxn ang="0">
                <a:pos x="2478" y="234"/>
              </a:cxn>
              <a:cxn ang="0">
                <a:pos x="2316" y="316"/>
              </a:cxn>
              <a:cxn ang="0">
                <a:pos x="2080" y="452"/>
              </a:cxn>
              <a:cxn ang="0">
                <a:pos x="1852" y="602"/>
              </a:cxn>
              <a:cxn ang="0">
                <a:pos x="1668" y="732"/>
              </a:cxn>
              <a:cxn ang="0">
                <a:pos x="1308" y="1006"/>
              </a:cxn>
              <a:cxn ang="0">
                <a:pos x="966" y="1278"/>
              </a:cxn>
              <a:cxn ang="0">
                <a:pos x="630" y="1536"/>
              </a:cxn>
              <a:cxn ang="0">
                <a:pos x="458" y="1658"/>
              </a:cxn>
              <a:cxn ang="0">
                <a:pos x="252" y="1786"/>
              </a:cxn>
              <a:cxn ang="0">
                <a:pos x="90" y="1868"/>
              </a:cxn>
              <a:cxn ang="0">
                <a:pos x="20" y="1898"/>
              </a:cxn>
              <a:cxn ang="0">
                <a:pos x="2" y="1906"/>
              </a:cxn>
              <a:cxn ang="0">
                <a:pos x="2" y="1918"/>
              </a:cxn>
              <a:cxn ang="0">
                <a:pos x="8" y="1932"/>
              </a:cxn>
              <a:cxn ang="0">
                <a:pos x="30" y="2248"/>
              </a:cxn>
              <a:cxn ang="0">
                <a:pos x="54" y="2446"/>
              </a:cxn>
              <a:cxn ang="0">
                <a:pos x="98" y="2724"/>
              </a:cxn>
              <a:cxn ang="0">
                <a:pos x="158" y="3002"/>
              </a:cxn>
              <a:cxn ang="0">
                <a:pos x="204" y="3180"/>
              </a:cxn>
              <a:cxn ang="0">
                <a:pos x="288" y="3440"/>
              </a:cxn>
              <a:cxn ang="0">
                <a:pos x="386" y="3694"/>
              </a:cxn>
              <a:cxn ang="0">
                <a:pos x="426" y="3784"/>
              </a:cxn>
              <a:cxn ang="0">
                <a:pos x="446" y="3794"/>
              </a:cxn>
              <a:cxn ang="0">
                <a:pos x="1836" y="3794"/>
              </a:cxn>
              <a:cxn ang="0">
                <a:pos x="1858" y="3786"/>
              </a:cxn>
              <a:cxn ang="0">
                <a:pos x="1956" y="3724"/>
              </a:cxn>
              <a:cxn ang="0">
                <a:pos x="2128" y="3640"/>
              </a:cxn>
              <a:cxn ang="0">
                <a:pos x="2278" y="3582"/>
              </a:cxn>
              <a:cxn ang="0">
                <a:pos x="2506" y="3514"/>
              </a:cxn>
              <a:cxn ang="0">
                <a:pos x="2740" y="3460"/>
              </a:cxn>
              <a:cxn ang="0">
                <a:pos x="3280" y="3344"/>
              </a:cxn>
              <a:cxn ang="0">
                <a:pos x="3608" y="3262"/>
              </a:cxn>
              <a:cxn ang="0">
                <a:pos x="3828" y="3196"/>
              </a:cxn>
              <a:cxn ang="0">
                <a:pos x="4044" y="3116"/>
              </a:cxn>
              <a:cxn ang="0">
                <a:pos x="4058" y="3106"/>
              </a:cxn>
              <a:cxn ang="0">
                <a:pos x="4062" y="3088"/>
              </a:cxn>
            </a:cxnLst>
            <a:rect l="0" t="0" r="r" b="b"/>
            <a:pathLst>
              <a:path w="4062" h="3794">
                <a:moveTo>
                  <a:pt x="4062" y="1608"/>
                </a:moveTo>
                <a:lnTo>
                  <a:pt x="4062" y="1608"/>
                </a:lnTo>
                <a:lnTo>
                  <a:pt x="4062" y="1126"/>
                </a:lnTo>
                <a:lnTo>
                  <a:pt x="4062" y="1126"/>
                </a:lnTo>
                <a:lnTo>
                  <a:pt x="4062" y="128"/>
                </a:lnTo>
                <a:lnTo>
                  <a:pt x="4062" y="128"/>
                </a:lnTo>
                <a:lnTo>
                  <a:pt x="4062" y="122"/>
                </a:lnTo>
                <a:lnTo>
                  <a:pt x="4060" y="114"/>
                </a:lnTo>
                <a:lnTo>
                  <a:pt x="4056" y="110"/>
                </a:lnTo>
                <a:lnTo>
                  <a:pt x="4050" y="106"/>
                </a:lnTo>
                <a:lnTo>
                  <a:pt x="4050" y="106"/>
                </a:lnTo>
                <a:lnTo>
                  <a:pt x="3996" y="88"/>
                </a:lnTo>
                <a:lnTo>
                  <a:pt x="3944" y="72"/>
                </a:lnTo>
                <a:lnTo>
                  <a:pt x="3892" y="58"/>
                </a:lnTo>
                <a:lnTo>
                  <a:pt x="3838" y="44"/>
                </a:lnTo>
                <a:lnTo>
                  <a:pt x="3786" y="34"/>
                </a:lnTo>
                <a:lnTo>
                  <a:pt x="3732" y="24"/>
                </a:lnTo>
                <a:lnTo>
                  <a:pt x="3678" y="16"/>
                </a:lnTo>
                <a:lnTo>
                  <a:pt x="3626" y="10"/>
                </a:lnTo>
                <a:lnTo>
                  <a:pt x="3572" y="4"/>
                </a:lnTo>
                <a:lnTo>
                  <a:pt x="3518" y="2"/>
                </a:lnTo>
                <a:lnTo>
                  <a:pt x="3464" y="0"/>
                </a:lnTo>
                <a:lnTo>
                  <a:pt x="3410" y="0"/>
                </a:lnTo>
                <a:lnTo>
                  <a:pt x="3356" y="2"/>
                </a:lnTo>
                <a:lnTo>
                  <a:pt x="3300" y="4"/>
                </a:lnTo>
                <a:lnTo>
                  <a:pt x="3246" y="10"/>
                </a:lnTo>
                <a:lnTo>
                  <a:pt x="3190" y="16"/>
                </a:lnTo>
                <a:lnTo>
                  <a:pt x="3190" y="16"/>
                </a:lnTo>
                <a:lnTo>
                  <a:pt x="3098" y="30"/>
                </a:lnTo>
                <a:lnTo>
                  <a:pt x="3006" y="50"/>
                </a:lnTo>
                <a:lnTo>
                  <a:pt x="2916" y="72"/>
                </a:lnTo>
                <a:lnTo>
                  <a:pt x="2826" y="98"/>
                </a:lnTo>
                <a:lnTo>
                  <a:pt x="2738" y="128"/>
                </a:lnTo>
                <a:lnTo>
                  <a:pt x="2650" y="160"/>
                </a:lnTo>
                <a:lnTo>
                  <a:pt x="2564" y="196"/>
                </a:lnTo>
                <a:lnTo>
                  <a:pt x="2478" y="234"/>
                </a:lnTo>
                <a:lnTo>
                  <a:pt x="2478" y="234"/>
                </a:lnTo>
                <a:lnTo>
                  <a:pt x="2396" y="274"/>
                </a:lnTo>
                <a:lnTo>
                  <a:pt x="2316" y="316"/>
                </a:lnTo>
                <a:lnTo>
                  <a:pt x="2236" y="360"/>
                </a:lnTo>
                <a:lnTo>
                  <a:pt x="2158" y="406"/>
                </a:lnTo>
                <a:lnTo>
                  <a:pt x="2080" y="452"/>
                </a:lnTo>
                <a:lnTo>
                  <a:pt x="2002" y="500"/>
                </a:lnTo>
                <a:lnTo>
                  <a:pt x="1926" y="550"/>
                </a:lnTo>
                <a:lnTo>
                  <a:pt x="1852" y="602"/>
                </a:lnTo>
                <a:lnTo>
                  <a:pt x="1852" y="602"/>
                </a:lnTo>
                <a:lnTo>
                  <a:pt x="1758" y="666"/>
                </a:lnTo>
                <a:lnTo>
                  <a:pt x="1668" y="732"/>
                </a:lnTo>
                <a:lnTo>
                  <a:pt x="1576" y="798"/>
                </a:lnTo>
                <a:lnTo>
                  <a:pt x="1488" y="866"/>
                </a:lnTo>
                <a:lnTo>
                  <a:pt x="1308" y="1006"/>
                </a:lnTo>
                <a:lnTo>
                  <a:pt x="1132" y="1146"/>
                </a:lnTo>
                <a:lnTo>
                  <a:pt x="1132" y="1146"/>
                </a:lnTo>
                <a:lnTo>
                  <a:pt x="966" y="1278"/>
                </a:lnTo>
                <a:lnTo>
                  <a:pt x="800" y="1408"/>
                </a:lnTo>
                <a:lnTo>
                  <a:pt x="716" y="1472"/>
                </a:lnTo>
                <a:lnTo>
                  <a:pt x="630" y="1536"/>
                </a:lnTo>
                <a:lnTo>
                  <a:pt x="544" y="1598"/>
                </a:lnTo>
                <a:lnTo>
                  <a:pt x="458" y="1658"/>
                </a:lnTo>
                <a:lnTo>
                  <a:pt x="458" y="1658"/>
                </a:lnTo>
                <a:lnTo>
                  <a:pt x="356" y="1724"/>
                </a:lnTo>
                <a:lnTo>
                  <a:pt x="304" y="1756"/>
                </a:lnTo>
                <a:lnTo>
                  <a:pt x="252" y="1786"/>
                </a:lnTo>
                <a:lnTo>
                  <a:pt x="200" y="1816"/>
                </a:lnTo>
                <a:lnTo>
                  <a:pt x="146" y="1842"/>
                </a:lnTo>
                <a:lnTo>
                  <a:pt x="90" y="1868"/>
                </a:lnTo>
                <a:lnTo>
                  <a:pt x="34" y="1892"/>
                </a:lnTo>
                <a:lnTo>
                  <a:pt x="34" y="1892"/>
                </a:lnTo>
                <a:lnTo>
                  <a:pt x="20" y="1898"/>
                </a:lnTo>
                <a:lnTo>
                  <a:pt x="6" y="1904"/>
                </a:lnTo>
                <a:lnTo>
                  <a:pt x="6" y="1904"/>
                </a:lnTo>
                <a:lnTo>
                  <a:pt x="2" y="1906"/>
                </a:lnTo>
                <a:lnTo>
                  <a:pt x="0" y="1910"/>
                </a:lnTo>
                <a:lnTo>
                  <a:pt x="0" y="1914"/>
                </a:lnTo>
                <a:lnTo>
                  <a:pt x="2" y="1918"/>
                </a:lnTo>
                <a:lnTo>
                  <a:pt x="6" y="1924"/>
                </a:lnTo>
                <a:lnTo>
                  <a:pt x="8" y="1932"/>
                </a:lnTo>
                <a:lnTo>
                  <a:pt x="8" y="1932"/>
                </a:lnTo>
                <a:lnTo>
                  <a:pt x="12" y="2038"/>
                </a:lnTo>
                <a:lnTo>
                  <a:pt x="20" y="2142"/>
                </a:lnTo>
                <a:lnTo>
                  <a:pt x="30" y="2248"/>
                </a:lnTo>
                <a:lnTo>
                  <a:pt x="42" y="2352"/>
                </a:lnTo>
                <a:lnTo>
                  <a:pt x="42" y="2352"/>
                </a:lnTo>
                <a:lnTo>
                  <a:pt x="54" y="2446"/>
                </a:lnTo>
                <a:lnTo>
                  <a:pt x="66" y="2540"/>
                </a:lnTo>
                <a:lnTo>
                  <a:pt x="82" y="2632"/>
                </a:lnTo>
                <a:lnTo>
                  <a:pt x="98" y="2724"/>
                </a:lnTo>
                <a:lnTo>
                  <a:pt x="116" y="2818"/>
                </a:lnTo>
                <a:lnTo>
                  <a:pt x="136" y="2910"/>
                </a:lnTo>
                <a:lnTo>
                  <a:pt x="158" y="3002"/>
                </a:lnTo>
                <a:lnTo>
                  <a:pt x="180" y="3092"/>
                </a:lnTo>
                <a:lnTo>
                  <a:pt x="180" y="3092"/>
                </a:lnTo>
                <a:lnTo>
                  <a:pt x="204" y="3180"/>
                </a:lnTo>
                <a:lnTo>
                  <a:pt x="230" y="3268"/>
                </a:lnTo>
                <a:lnTo>
                  <a:pt x="258" y="3354"/>
                </a:lnTo>
                <a:lnTo>
                  <a:pt x="288" y="3440"/>
                </a:lnTo>
                <a:lnTo>
                  <a:pt x="318" y="3524"/>
                </a:lnTo>
                <a:lnTo>
                  <a:pt x="352" y="3610"/>
                </a:lnTo>
                <a:lnTo>
                  <a:pt x="386" y="3694"/>
                </a:lnTo>
                <a:lnTo>
                  <a:pt x="422" y="3776"/>
                </a:lnTo>
                <a:lnTo>
                  <a:pt x="422" y="3776"/>
                </a:lnTo>
                <a:lnTo>
                  <a:pt x="426" y="3784"/>
                </a:lnTo>
                <a:lnTo>
                  <a:pt x="430" y="3790"/>
                </a:lnTo>
                <a:lnTo>
                  <a:pt x="436" y="3792"/>
                </a:lnTo>
                <a:lnTo>
                  <a:pt x="446" y="3794"/>
                </a:lnTo>
                <a:lnTo>
                  <a:pt x="446" y="3794"/>
                </a:lnTo>
                <a:lnTo>
                  <a:pt x="1836" y="3794"/>
                </a:lnTo>
                <a:lnTo>
                  <a:pt x="1836" y="3794"/>
                </a:lnTo>
                <a:lnTo>
                  <a:pt x="1848" y="3792"/>
                </a:lnTo>
                <a:lnTo>
                  <a:pt x="1858" y="3786"/>
                </a:lnTo>
                <a:lnTo>
                  <a:pt x="1858" y="3786"/>
                </a:lnTo>
                <a:lnTo>
                  <a:pt x="1890" y="3764"/>
                </a:lnTo>
                <a:lnTo>
                  <a:pt x="1922" y="3744"/>
                </a:lnTo>
                <a:lnTo>
                  <a:pt x="1956" y="3724"/>
                </a:lnTo>
                <a:lnTo>
                  <a:pt x="1988" y="3704"/>
                </a:lnTo>
                <a:lnTo>
                  <a:pt x="2058" y="3670"/>
                </a:lnTo>
                <a:lnTo>
                  <a:pt x="2128" y="3640"/>
                </a:lnTo>
                <a:lnTo>
                  <a:pt x="2128" y="3640"/>
                </a:lnTo>
                <a:lnTo>
                  <a:pt x="2202" y="3610"/>
                </a:lnTo>
                <a:lnTo>
                  <a:pt x="2278" y="3582"/>
                </a:lnTo>
                <a:lnTo>
                  <a:pt x="2354" y="3558"/>
                </a:lnTo>
                <a:lnTo>
                  <a:pt x="2430" y="3536"/>
                </a:lnTo>
                <a:lnTo>
                  <a:pt x="2506" y="3514"/>
                </a:lnTo>
                <a:lnTo>
                  <a:pt x="2584" y="3496"/>
                </a:lnTo>
                <a:lnTo>
                  <a:pt x="2740" y="3460"/>
                </a:lnTo>
                <a:lnTo>
                  <a:pt x="2740" y="3460"/>
                </a:lnTo>
                <a:lnTo>
                  <a:pt x="2920" y="3420"/>
                </a:lnTo>
                <a:lnTo>
                  <a:pt x="3100" y="3382"/>
                </a:lnTo>
                <a:lnTo>
                  <a:pt x="3280" y="3344"/>
                </a:lnTo>
                <a:lnTo>
                  <a:pt x="3460" y="3302"/>
                </a:lnTo>
                <a:lnTo>
                  <a:pt x="3460" y="3302"/>
                </a:lnTo>
                <a:lnTo>
                  <a:pt x="3608" y="3262"/>
                </a:lnTo>
                <a:lnTo>
                  <a:pt x="3682" y="3242"/>
                </a:lnTo>
                <a:lnTo>
                  <a:pt x="3756" y="3220"/>
                </a:lnTo>
                <a:lnTo>
                  <a:pt x="3828" y="3196"/>
                </a:lnTo>
                <a:lnTo>
                  <a:pt x="3900" y="3172"/>
                </a:lnTo>
                <a:lnTo>
                  <a:pt x="3972" y="3144"/>
                </a:lnTo>
                <a:lnTo>
                  <a:pt x="4044" y="3116"/>
                </a:lnTo>
                <a:lnTo>
                  <a:pt x="4044" y="3116"/>
                </a:lnTo>
                <a:lnTo>
                  <a:pt x="4052" y="3112"/>
                </a:lnTo>
                <a:lnTo>
                  <a:pt x="4058" y="3106"/>
                </a:lnTo>
                <a:lnTo>
                  <a:pt x="4062" y="3098"/>
                </a:lnTo>
                <a:lnTo>
                  <a:pt x="4062" y="3088"/>
                </a:lnTo>
                <a:lnTo>
                  <a:pt x="4062" y="3088"/>
                </a:lnTo>
                <a:lnTo>
                  <a:pt x="4062" y="1608"/>
                </a:lnTo>
                <a:lnTo>
                  <a:pt x="4062" y="1608"/>
                </a:lnTo>
                <a:close/>
              </a:path>
            </a:pathLst>
          </a:custGeom>
          <a:solidFill>
            <a:schemeClr val="accent1">
              <a:lumMod val="50000"/>
            </a:schemeClr>
          </a:solidFill>
          <a:ln w="9525">
            <a:noFill/>
            <a:round/>
            <a:headEnd/>
            <a:tailEnd/>
          </a:ln>
        </p:spPr>
        <p:txBody>
          <a:bodyPr vert="horz" wrap="square" lIns="68580" tIns="34290" rIns="68580" bIns="34290" numCol="1" anchor="t" anchorCtr="0" compatLnSpc="1">
            <a:prstTxWarp prst="textNoShape">
              <a:avLst/>
            </a:prstTxWarp>
          </a:bodyPr>
          <a:lstStyle/>
          <a:p>
            <a:endParaRPr lang="en-GB" sz="1200" dirty="0"/>
          </a:p>
        </p:txBody>
      </p:sp>
      <p:sp>
        <p:nvSpPr>
          <p:cNvPr id="8" name="Title Placeholder 1"/>
          <p:cNvSpPr>
            <a:spLocks noGrp="1"/>
          </p:cNvSpPr>
          <p:nvPr>
            <p:ph type="title"/>
          </p:nvPr>
        </p:nvSpPr>
        <p:spPr>
          <a:xfrm>
            <a:off x="7962900" y="5202584"/>
            <a:ext cx="3207519" cy="1097280"/>
          </a:xfrm>
          <a:prstGeom prst="rect">
            <a:avLst/>
          </a:prstGeom>
          <a:noFill/>
          <a:ln w="9525" algn="ctr">
            <a:noFill/>
            <a:miter lim="800000"/>
            <a:headEnd/>
            <a:tailEnd/>
          </a:ln>
          <a:effectLst/>
        </p:spPr>
        <p:txBody>
          <a:bodyPr vert="horz" wrap="square" lIns="274320" tIns="36576" rIns="0" bIns="0" numCol="1" anchor="ctr" anchorCtr="0" compatLnSpc="1">
            <a:prstTxWarp prst="textNoShape">
              <a:avLst/>
            </a:prstTxWarp>
          </a:bodyPr>
          <a:lstStyle>
            <a:lvl1pPr algn="r">
              <a:defRPr sz="2800" b="0">
                <a:solidFill>
                  <a:schemeClr val="bg1"/>
                </a:solidFill>
                <a:effectLst/>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p>
        </p:txBody>
      </p:sp>
    </p:spTree>
    <p:extLst>
      <p:ext uri="{BB962C8B-B14F-4D97-AF65-F5344CB8AC3E}">
        <p14:creationId xmlns:p14="http://schemas.microsoft.com/office/powerpoint/2010/main" val="2937018000"/>
      </p:ext>
    </p:extLst>
  </p:cSld>
  <p:clrMapOvr>
    <a:masterClrMapping/>
  </p:clrMapOvr>
</p:sldLayout>
</file>

<file path=ppt/slideLayouts/slideLayout88.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3" name="Rectangle 22"/>
          <p:cNvSpPr/>
          <p:nvPr userDrawn="1"/>
        </p:nvSpPr>
        <p:spPr>
          <a:xfrm>
            <a:off x="1" y="0"/>
            <a:ext cx="175678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tx2">
                  <a:lumMod val="50000"/>
                </a:schemeClr>
              </a:solidFill>
            </a:endParaRPr>
          </a:p>
        </p:txBody>
      </p:sp>
      <p:graphicFrame>
        <p:nvGraphicFramePr>
          <p:cNvPr id="2" name="Object 1" hidden="1"/>
          <p:cNvGraphicFramePr>
            <a:graphicFrameLocks noChangeAspect="1"/>
          </p:cNvGraphicFramePr>
          <p:nvPr>
            <p:custDataLst>
              <p:tags r:id="rId1"/>
            </p:custDataLst>
          </p:nvPr>
        </p:nvGraphicFramePr>
        <p:xfrm>
          <a:off x="1" y="1"/>
          <a:ext cx="180999" cy="143985"/>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1"/>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 name="Rectangle 7"/>
          <p:cNvSpPr/>
          <p:nvPr userDrawn="1"/>
        </p:nvSpPr>
        <p:spPr>
          <a:xfrm>
            <a:off x="6657879" y="2524335"/>
            <a:ext cx="5213580" cy="1953239"/>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r>
              <a:rPr lang="en-US" sz="1200" kern="1200" dirty="0">
                <a:solidFill>
                  <a:schemeClr val="tx1"/>
                </a:solidFill>
                <a:effectLst/>
                <a:latin typeface="Verdana" panose="020B0604030504040204" pitchFamily="34" charset="0"/>
                <a:ea typeface="Verdana" panose="020B0604030504040204" pitchFamily="34" charset="0"/>
                <a:cs typeface="Verdana" panose="020B0604030504040204" pitchFamily="34" charset="0"/>
              </a:rPr>
              <a:t>A global leader in consulting, technology services and digital transformation, Capgemini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Capgemini is driven by the conviction that the business value of technology comes from and through people. It is a multicultural company of over 200,000 team members in more than 40 countries. The Group reported 2018 global revenues of EUR 13.2 billion (about $15.6 billion USD at 2018 average rate).</a:t>
            </a:r>
          </a:p>
        </p:txBody>
      </p:sp>
      <p:sp>
        <p:nvSpPr>
          <p:cNvPr id="9" name="Rectangle 8"/>
          <p:cNvSpPr/>
          <p:nvPr userDrawn="1"/>
        </p:nvSpPr>
        <p:spPr>
          <a:xfrm>
            <a:off x="6657879" y="2018364"/>
            <a:ext cx="2905099" cy="23493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600" b="1" dirty="0">
                <a:solidFill>
                  <a:schemeClr val="tx2"/>
                </a:solidFill>
                <a:latin typeface="Verdana" panose="020B0604030504040204" pitchFamily="34" charset="0"/>
                <a:ea typeface="Verdana" panose="020B0604030504040204" pitchFamily="34" charset="0"/>
                <a:cs typeface="Verdana" panose="020B0604030504040204" pitchFamily="34" charset="0"/>
              </a:rPr>
              <a:t>About Capgemini</a:t>
            </a:r>
          </a:p>
        </p:txBody>
      </p:sp>
      <p:sp>
        <p:nvSpPr>
          <p:cNvPr id="10" name="Rectangle 9"/>
          <p:cNvSpPr/>
          <p:nvPr userDrawn="1"/>
        </p:nvSpPr>
        <p:spPr>
          <a:xfrm>
            <a:off x="6657880" y="4973899"/>
            <a:ext cx="3468945" cy="543367"/>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spcAft>
                <a:spcPts val="600"/>
              </a:spcAft>
            </a:pPr>
            <a:r>
              <a:rPr lang="en-US" sz="1200" dirty="0">
                <a:solidFill>
                  <a:schemeClr val="tx1"/>
                </a:solidFill>
                <a:latin typeface="Verdana" panose="020B0604030504040204" pitchFamily="34" charset="0"/>
                <a:ea typeface="Verdana" panose="020B0604030504040204" pitchFamily="34" charset="0"/>
                <a:cs typeface="Verdana" panose="020B0604030504040204" pitchFamily="34" charset="0"/>
              </a:rPr>
              <a:t>Learn more about us at</a:t>
            </a:r>
          </a:p>
          <a:p>
            <a:pPr algn="just">
              <a:lnSpc>
                <a:spcPts val="1200"/>
              </a:lnSpc>
            </a:pPr>
            <a:r>
              <a:rPr lang="en-US" sz="1867" dirty="0">
                <a:solidFill>
                  <a:schemeClr val="accent2"/>
                </a:solidFill>
                <a:latin typeface="Verdana" panose="020B0604030504040204" pitchFamily="34" charset="0"/>
                <a:ea typeface="Verdana" panose="020B0604030504040204" pitchFamily="34" charset="0"/>
                <a:cs typeface="Verdana" panose="020B0604030504040204" pitchFamily="34" charset="0"/>
              </a:rPr>
              <a:t>www.capgemini.com</a:t>
            </a:r>
          </a:p>
        </p:txBody>
      </p:sp>
      <p:sp>
        <p:nvSpPr>
          <p:cNvPr id="17" name="Rectangle 16"/>
          <p:cNvSpPr/>
          <p:nvPr userDrawn="1"/>
        </p:nvSpPr>
        <p:spPr>
          <a:xfrm>
            <a:off x="6657879" y="6042841"/>
            <a:ext cx="5213580" cy="574260"/>
          </a:xfrm>
          <a:prstGeom prst="rect">
            <a:avLst/>
          </a:prstGeom>
        </p:spPr>
        <p:txBody>
          <a:bodyPr wrap="square" lIns="0" tIns="0" rIns="0" bIns="0" anchor="b" anchorCtr="0">
            <a:spAutoFit/>
          </a:bodyPr>
          <a:lstStyle/>
          <a:p>
            <a:pPr>
              <a:spcAft>
                <a:spcPts val="600"/>
              </a:spcAft>
            </a:pPr>
            <a:r>
              <a:rPr lang="en-US" sz="900" dirty="0">
                <a:latin typeface="Verdana" panose="020B0604030504040204" pitchFamily="34" charset="0"/>
                <a:ea typeface="Verdana" panose="020B0604030504040204" pitchFamily="34" charset="0"/>
                <a:cs typeface="Verdana" panose="020B0604030504040204" pitchFamily="34" charset="0"/>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sp>
        <p:nvSpPr>
          <p:cNvPr id="19" name="Rectangle 18">
            <a:hlinkClick r:id="rId5"/>
          </p:cNvPr>
          <p:cNvSpPr/>
          <p:nvPr userDrawn="1"/>
        </p:nvSpPr>
        <p:spPr>
          <a:xfrm>
            <a:off x="11956319" y="5079045"/>
            <a:ext cx="922387" cy="166328"/>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endParaRPr lang="en-GB" sz="2400" dirty="0"/>
          </a:p>
        </p:txBody>
      </p:sp>
      <p:sp>
        <p:nvSpPr>
          <p:cNvPr id="4" name="Freeform 5"/>
          <p:cNvSpPr>
            <a:spLocks/>
          </p:cNvSpPr>
          <p:nvPr userDrawn="1"/>
        </p:nvSpPr>
        <p:spPr bwMode="auto">
          <a:xfrm>
            <a:off x="1468502" y="-14553"/>
            <a:ext cx="4422889" cy="6872553"/>
          </a:xfrm>
          <a:custGeom>
            <a:avLst/>
            <a:gdLst>
              <a:gd name="T0" fmla="*/ 854 w 3407"/>
              <a:gd name="T1" fmla="*/ 0 h 3621"/>
              <a:gd name="T2" fmla="*/ 0 w 3407"/>
              <a:gd name="T3" fmla="*/ 0 h 3621"/>
              <a:gd name="T4" fmla="*/ 0 w 3407"/>
              <a:gd name="T5" fmla="*/ 3621 h 3621"/>
              <a:gd name="T6" fmla="*/ 3407 w 3407"/>
              <a:gd name="T7" fmla="*/ 3621 h 3621"/>
              <a:gd name="T8" fmla="*/ 3407 w 3407"/>
              <a:gd name="T9" fmla="*/ 3617 h 3621"/>
              <a:gd name="T10" fmla="*/ 179 w 3407"/>
              <a:gd name="T11" fmla="*/ 3617 h 3621"/>
              <a:gd name="T12" fmla="*/ 2096 w 3407"/>
              <a:gd name="T13" fmla="*/ 1606 h 3621"/>
              <a:gd name="T14" fmla="*/ 854 w 3407"/>
              <a:gd name="T15" fmla="*/ 0 h 3621"/>
              <a:gd name="connsiteX0" fmla="*/ 2507 w 10000"/>
              <a:gd name="connsiteY0" fmla="*/ 0 h 10000"/>
              <a:gd name="connsiteX1" fmla="*/ 0 w 10000"/>
              <a:gd name="connsiteY1" fmla="*/ 0 h 10000"/>
              <a:gd name="connsiteX2" fmla="*/ 0 w 10000"/>
              <a:gd name="connsiteY2" fmla="*/ 10000 h 10000"/>
              <a:gd name="connsiteX3" fmla="*/ 10000 w 10000"/>
              <a:gd name="connsiteY3" fmla="*/ 10000 h 10000"/>
              <a:gd name="connsiteX4" fmla="*/ 525 w 10000"/>
              <a:gd name="connsiteY4" fmla="*/ 9989 h 10000"/>
              <a:gd name="connsiteX5" fmla="*/ 6152 w 10000"/>
              <a:gd name="connsiteY5" fmla="*/ 4435 h 10000"/>
              <a:gd name="connsiteX6" fmla="*/ 2507 w 10000"/>
              <a:gd name="connsiteY6" fmla="*/ 0 h 10000"/>
              <a:gd name="connsiteX0" fmla="*/ 2507 w 6673"/>
              <a:gd name="connsiteY0" fmla="*/ 0 h 10000"/>
              <a:gd name="connsiteX1" fmla="*/ 0 w 6673"/>
              <a:gd name="connsiteY1" fmla="*/ 0 h 10000"/>
              <a:gd name="connsiteX2" fmla="*/ 0 w 6673"/>
              <a:gd name="connsiteY2" fmla="*/ 10000 h 10000"/>
              <a:gd name="connsiteX3" fmla="*/ 525 w 6673"/>
              <a:gd name="connsiteY3" fmla="*/ 9989 h 10000"/>
              <a:gd name="connsiteX4" fmla="*/ 6152 w 6673"/>
              <a:gd name="connsiteY4" fmla="*/ 4435 h 10000"/>
              <a:gd name="connsiteX5" fmla="*/ 2507 w 6673"/>
              <a:gd name="connsiteY5" fmla="*/ 0 h 10000"/>
              <a:gd name="connsiteX0" fmla="*/ 3757 w 10000"/>
              <a:gd name="connsiteY0" fmla="*/ 0 h 10000"/>
              <a:gd name="connsiteX1" fmla="*/ 0 w 10000"/>
              <a:gd name="connsiteY1" fmla="*/ 0 h 10000"/>
              <a:gd name="connsiteX2" fmla="*/ 0 w 10000"/>
              <a:gd name="connsiteY2" fmla="*/ 10000 h 10000"/>
              <a:gd name="connsiteX3" fmla="*/ 787 w 10000"/>
              <a:gd name="connsiteY3" fmla="*/ 9989 h 10000"/>
              <a:gd name="connsiteX4" fmla="*/ 9219 w 10000"/>
              <a:gd name="connsiteY4" fmla="*/ 4435 h 10000"/>
              <a:gd name="connsiteX5" fmla="*/ 4427 w 10000"/>
              <a:gd name="connsiteY5" fmla="*/ 2337 h 10000"/>
              <a:gd name="connsiteX0" fmla="*/ 3757 w 10000"/>
              <a:gd name="connsiteY0" fmla="*/ 0 h 10000"/>
              <a:gd name="connsiteX1" fmla="*/ 0 w 10000"/>
              <a:gd name="connsiteY1" fmla="*/ 0 h 10000"/>
              <a:gd name="connsiteX2" fmla="*/ 0 w 10000"/>
              <a:gd name="connsiteY2" fmla="*/ 10000 h 10000"/>
              <a:gd name="connsiteX3" fmla="*/ 787 w 10000"/>
              <a:gd name="connsiteY3" fmla="*/ 9989 h 10000"/>
              <a:gd name="connsiteX4" fmla="*/ 9219 w 10000"/>
              <a:gd name="connsiteY4" fmla="*/ 4435 h 10000"/>
              <a:gd name="connsiteX5" fmla="*/ 4427 w 10000"/>
              <a:gd name="connsiteY5" fmla="*/ 2337 h 10000"/>
              <a:gd name="connsiteX0" fmla="*/ 3757 w 10000"/>
              <a:gd name="connsiteY0" fmla="*/ 0 h 10000"/>
              <a:gd name="connsiteX1" fmla="*/ 0 w 10000"/>
              <a:gd name="connsiteY1" fmla="*/ 0 h 10000"/>
              <a:gd name="connsiteX2" fmla="*/ 0 w 10000"/>
              <a:gd name="connsiteY2" fmla="*/ 10000 h 10000"/>
              <a:gd name="connsiteX3" fmla="*/ 787 w 10000"/>
              <a:gd name="connsiteY3" fmla="*/ 9989 h 10000"/>
              <a:gd name="connsiteX4" fmla="*/ 9219 w 10000"/>
              <a:gd name="connsiteY4" fmla="*/ 4435 h 10000"/>
              <a:gd name="connsiteX5" fmla="*/ 4427 w 10000"/>
              <a:gd name="connsiteY5" fmla="*/ 2337 h 10000"/>
              <a:gd name="connsiteX0" fmla="*/ 3757 w 10000"/>
              <a:gd name="connsiteY0" fmla="*/ 0 h 10000"/>
              <a:gd name="connsiteX1" fmla="*/ 0 w 10000"/>
              <a:gd name="connsiteY1" fmla="*/ 0 h 10000"/>
              <a:gd name="connsiteX2" fmla="*/ 0 w 10000"/>
              <a:gd name="connsiteY2" fmla="*/ 10000 h 10000"/>
              <a:gd name="connsiteX3" fmla="*/ 787 w 10000"/>
              <a:gd name="connsiteY3" fmla="*/ 9989 h 10000"/>
              <a:gd name="connsiteX4" fmla="*/ 9219 w 10000"/>
              <a:gd name="connsiteY4" fmla="*/ 4435 h 10000"/>
              <a:gd name="connsiteX5" fmla="*/ 4418 w 10000"/>
              <a:gd name="connsiteY5" fmla="*/ 2310 h 10000"/>
              <a:gd name="connsiteX0" fmla="*/ 0 w 10000"/>
              <a:gd name="connsiteY0" fmla="*/ 0 h 10000"/>
              <a:gd name="connsiteX1" fmla="*/ 0 w 10000"/>
              <a:gd name="connsiteY1" fmla="*/ 10000 h 10000"/>
              <a:gd name="connsiteX2" fmla="*/ 787 w 10000"/>
              <a:gd name="connsiteY2" fmla="*/ 9989 h 10000"/>
              <a:gd name="connsiteX3" fmla="*/ 9219 w 10000"/>
              <a:gd name="connsiteY3" fmla="*/ 4435 h 10000"/>
              <a:gd name="connsiteX4" fmla="*/ 4418 w 10000"/>
              <a:gd name="connsiteY4" fmla="*/ 2310 h 10000"/>
              <a:gd name="connsiteX0" fmla="*/ 1064 w 10002"/>
              <a:gd name="connsiteY0" fmla="*/ 0 h 8342"/>
              <a:gd name="connsiteX1" fmla="*/ 2 w 10002"/>
              <a:gd name="connsiteY1" fmla="*/ 7770 h 8342"/>
              <a:gd name="connsiteX2" fmla="*/ 789 w 10002"/>
              <a:gd name="connsiteY2" fmla="*/ 7759 h 8342"/>
              <a:gd name="connsiteX3" fmla="*/ 9221 w 10002"/>
              <a:gd name="connsiteY3" fmla="*/ 2205 h 8342"/>
              <a:gd name="connsiteX4" fmla="*/ 4420 w 10002"/>
              <a:gd name="connsiteY4" fmla="*/ 80 h 8342"/>
              <a:gd name="connsiteX0" fmla="*/ 1919 w 10028"/>
              <a:gd name="connsiteY0" fmla="*/ 386 h 9869"/>
              <a:gd name="connsiteX1" fmla="*/ 30 w 10028"/>
              <a:gd name="connsiteY1" fmla="*/ 9218 h 9869"/>
              <a:gd name="connsiteX2" fmla="*/ 817 w 10028"/>
              <a:gd name="connsiteY2" fmla="*/ 9205 h 9869"/>
              <a:gd name="connsiteX3" fmla="*/ 9247 w 10028"/>
              <a:gd name="connsiteY3" fmla="*/ 2547 h 9869"/>
              <a:gd name="connsiteX4" fmla="*/ 4447 w 10028"/>
              <a:gd name="connsiteY4" fmla="*/ 0 h 9869"/>
              <a:gd name="connsiteX0" fmla="*/ 1733 w 9993"/>
              <a:gd name="connsiteY0" fmla="*/ 52 h 10024"/>
              <a:gd name="connsiteX1" fmla="*/ 23 w 9993"/>
              <a:gd name="connsiteY1" fmla="*/ 9340 h 10024"/>
              <a:gd name="connsiteX2" fmla="*/ 808 w 9993"/>
              <a:gd name="connsiteY2" fmla="*/ 9327 h 10024"/>
              <a:gd name="connsiteX3" fmla="*/ 9214 w 9993"/>
              <a:gd name="connsiteY3" fmla="*/ 2581 h 10024"/>
              <a:gd name="connsiteX4" fmla="*/ 4428 w 9993"/>
              <a:gd name="connsiteY4" fmla="*/ 0 h 10024"/>
              <a:gd name="connsiteX0" fmla="*/ 1707 w 9999"/>
              <a:gd name="connsiteY0" fmla="*/ 0 h 10005"/>
              <a:gd name="connsiteX1" fmla="*/ 22 w 9999"/>
              <a:gd name="connsiteY1" fmla="*/ 9318 h 10005"/>
              <a:gd name="connsiteX2" fmla="*/ 808 w 9999"/>
              <a:gd name="connsiteY2" fmla="*/ 9305 h 10005"/>
              <a:gd name="connsiteX3" fmla="*/ 9219 w 9999"/>
              <a:gd name="connsiteY3" fmla="*/ 2575 h 10005"/>
              <a:gd name="connsiteX4" fmla="*/ 4430 w 9999"/>
              <a:gd name="connsiteY4" fmla="*/ 0 h 10005"/>
              <a:gd name="connsiteX0" fmla="*/ 1733 w 9999"/>
              <a:gd name="connsiteY0" fmla="*/ 6 h 9999"/>
              <a:gd name="connsiteX1" fmla="*/ 22 w 9999"/>
              <a:gd name="connsiteY1" fmla="*/ 9313 h 9999"/>
              <a:gd name="connsiteX2" fmla="*/ 808 w 9999"/>
              <a:gd name="connsiteY2" fmla="*/ 9300 h 9999"/>
              <a:gd name="connsiteX3" fmla="*/ 9220 w 9999"/>
              <a:gd name="connsiteY3" fmla="*/ 2574 h 9999"/>
              <a:gd name="connsiteX4" fmla="*/ 4430 w 9999"/>
              <a:gd name="connsiteY4" fmla="*/ 0 h 9999"/>
              <a:gd name="connsiteX0" fmla="*/ 1936 w 10008"/>
              <a:gd name="connsiteY0" fmla="*/ 189 h 9986"/>
              <a:gd name="connsiteX1" fmla="*/ 30 w 10008"/>
              <a:gd name="connsiteY1" fmla="*/ 9314 h 9986"/>
              <a:gd name="connsiteX2" fmla="*/ 816 w 10008"/>
              <a:gd name="connsiteY2" fmla="*/ 9301 h 9986"/>
              <a:gd name="connsiteX3" fmla="*/ 9229 w 10008"/>
              <a:gd name="connsiteY3" fmla="*/ 2574 h 9986"/>
              <a:gd name="connsiteX4" fmla="*/ 4438 w 10008"/>
              <a:gd name="connsiteY4" fmla="*/ 0 h 9986"/>
              <a:gd name="connsiteX0" fmla="*/ 1737 w 9993"/>
              <a:gd name="connsiteY0" fmla="*/ 16 h 10013"/>
              <a:gd name="connsiteX1" fmla="*/ 23 w 9993"/>
              <a:gd name="connsiteY1" fmla="*/ 9327 h 10013"/>
              <a:gd name="connsiteX2" fmla="*/ 808 w 9993"/>
              <a:gd name="connsiteY2" fmla="*/ 9314 h 10013"/>
              <a:gd name="connsiteX3" fmla="*/ 9215 w 9993"/>
              <a:gd name="connsiteY3" fmla="*/ 2578 h 10013"/>
              <a:gd name="connsiteX4" fmla="*/ 4427 w 9993"/>
              <a:gd name="connsiteY4" fmla="*/ 0 h 10013"/>
              <a:gd name="connsiteX0" fmla="*/ 1696 w 9341"/>
              <a:gd name="connsiteY0" fmla="*/ 16 h 9780"/>
              <a:gd name="connsiteX1" fmla="*/ 493 w 9341"/>
              <a:gd name="connsiteY1" fmla="*/ 8210 h 9780"/>
              <a:gd name="connsiteX2" fmla="*/ 767 w 9341"/>
              <a:gd name="connsiteY2" fmla="*/ 9302 h 9780"/>
              <a:gd name="connsiteX3" fmla="*/ 9179 w 9341"/>
              <a:gd name="connsiteY3" fmla="*/ 2575 h 9780"/>
              <a:gd name="connsiteX4" fmla="*/ 4388 w 9341"/>
              <a:gd name="connsiteY4" fmla="*/ 0 h 9780"/>
              <a:gd name="connsiteX0" fmla="*/ 1719 w 9903"/>
              <a:gd name="connsiteY0" fmla="*/ 16 h 9917"/>
              <a:gd name="connsiteX1" fmla="*/ 676 w 9903"/>
              <a:gd name="connsiteY1" fmla="*/ 8136 h 9917"/>
              <a:gd name="connsiteX2" fmla="*/ 724 w 9903"/>
              <a:gd name="connsiteY2" fmla="*/ 9511 h 9917"/>
              <a:gd name="connsiteX3" fmla="*/ 9730 w 9903"/>
              <a:gd name="connsiteY3" fmla="*/ 2633 h 9917"/>
              <a:gd name="connsiteX4" fmla="*/ 4601 w 9903"/>
              <a:gd name="connsiteY4" fmla="*/ 0 h 9917"/>
              <a:gd name="connsiteX0" fmla="*/ 1651 w 9914"/>
              <a:gd name="connsiteY0" fmla="*/ 16 h 9811"/>
              <a:gd name="connsiteX1" fmla="*/ 843 w 9914"/>
              <a:gd name="connsiteY1" fmla="*/ 7346 h 9811"/>
              <a:gd name="connsiteX2" fmla="*/ 646 w 9914"/>
              <a:gd name="connsiteY2" fmla="*/ 9591 h 9811"/>
              <a:gd name="connsiteX3" fmla="*/ 9740 w 9914"/>
              <a:gd name="connsiteY3" fmla="*/ 2655 h 9811"/>
              <a:gd name="connsiteX4" fmla="*/ 4561 w 9914"/>
              <a:gd name="connsiteY4" fmla="*/ 0 h 9811"/>
              <a:gd name="connsiteX0" fmla="*/ 1577 w 9910"/>
              <a:gd name="connsiteY0" fmla="*/ 16 h 10001"/>
              <a:gd name="connsiteX1" fmla="*/ 1061 w 9910"/>
              <a:gd name="connsiteY1" fmla="*/ 7495 h 10001"/>
              <a:gd name="connsiteX2" fmla="*/ 564 w 9910"/>
              <a:gd name="connsiteY2" fmla="*/ 9776 h 10001"/>
              <a:gd name="connsiteX3" fmla="*/ 9736 w 9910"/>
              <a:gd name="connsiteY3" fmla="*/ 2706 h 10001"/>
              <a:gd name="connsiteX4" fmla="*/ 4513 w 9910"/>
              <a:gd name="connsiteY4" fmla="*/ 0 h 10001"/>
              <a:gd name="connsiteX0" fmla="*/ 1499 w 9907"/>
              <a:gd name="connsiteY0" fmla="*/ 16 h 9999"/>
              <a:gd name="connsiteX1" fmla="*/ 1351 w 9907"/>
              <a:gd name="connsiteY1" fmla="*/ 7490 h 9999"/>
              <a:gd name="connsiteX2" fmla="*/ 477 w 9907"/>
              <a:gd name="connsiteY2" fmla="*/ 9775 h 9999"/>
              <a:gd name="connsiteX3" fmla="*/ 9732 w 9907"/>
              <a:gd name="connsiteY3" fmla="*/ 2706 h 9999"/>
              <a:gd name="connsiteX4" fmla="*/ 4462 w 9907"/>
              <a:gd name="connsiteY4" fmla="*/ 0 h 9999"/>
              <a:gd name="connsiteX0" fmla="*/ 1457 w 9943"/>
              <a:gd name="connsiteY0" fmla="*/ 16 h 10001"/>
              <a:gd name="connsiteX1" fmla="*/ 1578 w 9943"/>
              <a:gd name="connsiteY1" fmla="*/ 7497 h 10001"/>
              <a:gd name="connsiteX2" fmla="*/ 425 w 9943"/>
              <a:gd name="connsiteY2" fmla="*/ 9776 h 10001"/>
              <a:gd name="connsiteX3" fmla="*/ 9767 w 9943"/>
              <a:gd name="connsiteY3" fmla="*/ 2706 h 10001"/>
              <a:gd name="connsiteX4" fmla="*/ 4448 w 9943"/>
              <a:gd name="connsiteY4" fmla="*/ 0 h 10001"/>
              <a:gd name="connsiteX0" fmla="*/ 1492 w 10028"/>
              <a:gd name="connsiteY0" fmla="*/ 16 h 10024"/>
              <a:gd name="connsiteX1" fmla="*/ 1481 w 10028"/>
              <a:gd name="connsiteY1" fmla="*/ 7635 h 10024"/>
              <a:gd name="connsiteX2" fmla="*/ 454 w 10028"/>
              <a:gd name="connsiteY2" fmla="*/ 9775 h 10024"/>
              <a:gd name="connsiteX3" fmla="*/ 9850 w 10028"/>
              <a:gd name="connsiteY3" fmla="*/ 2706 h 10024"/>
              <a:gd name="connsiteX4" fmla="*/ 4500 w 10028"/>
              <a:gd name="connsiteY4" fmla="*/ 0 h 10024"/>
              <a:gd name="connsiteX0" fmla="*/ 1422 w 9958"/>
              <a:gd name="connsiteY0" fmla="*/ 16 h 9919"/>
              <a:gd name="connsiteX1" fmla="*/ 1411 w 9958"/>
              <a:gd name="connsiteY1" fmla="*/ 7635 h 9919"/>
              <a:gd name="connsiteX2" fmla="*/ 384 w 9958"/>
              <a:gd name="connsiteY2" fmla="*/ 9775 h 9919"/>
              <a:gd name="connsiteX3" fmla="*/ 9780 w 9958"/>
              <a:gd name="connsiteY3" fmla="*/ 2706 h 9919"/>
              <a:gd name="connsiteX4" fmla="*/ 4430 w 9958"/>
              <a:gd name="connsiteY4" fmla="*/ 0 h 9919"/>
              <a:gd name="connsiteX0" fmla="*/ 1428 w 9999"/>
              <a:gd name="connsiteY0" fmla="*/ 16 h 10000"/>
              <a:gd name="connsiteX1" fmla="*/ 1417 w 9999"/>
              <a:gd name="connsiteY1" fmla="*/ 7697 h 10000"/>
              <a:gd name="connsiteX2" fmla="*/ 386 w 9999"/>
              <a:gd name="connsiteY2" fmla="*/ 9855 h 10000"/>
              <a:gd name="connsiteX3" fmla="*/ 9821 w 9999"/>
              <a:gd name="connsiteY3" fmla="*/ 2728 h 10000"/>
              <a:gd name="connsiteX4" fmla="*/ 4449 w 9999"/>
              <a:gd name="connsiteY4" fmla="*/ 0 h 10000"/>
              <a:gd name="connsiteX0" fmla="*/ 1422 w 9994"/>
              <a:gd name="connsiteY0" fmla="*/ 16 h 9999"/>
              <a:gd name="connsiteX1" fmla="*/ 1411 w 9994"/>
              <a:gd name="connsiteY1" fmla="*/ 7697 h 9999"/>
              <a:gd name="connsiteX2" fmla="*/ 380 w 9994"/>
              <a:gd name="connsiteY2" fmla="*/ 9855 h 9999"/>
              <a:gd name="connsiteX3" fmla="*/ 9816 w 9994"/>
              <a:gd name="connsiteY3" fmla="*/ 2728 h 9999"/>
              <a:gd name="connsiteX4" fmla="*/ 4443 w 9994"/>
              <a:gd name="connsiteY4" fmla="*/ 0 h 9999"/>
              <a:gd name="connsiteX0" fmla="*/ 1423 w 9861"/>
              <a:gd name="connsiteY0" fmla="*/ 16 h 10000"/>
              <a:gd name="connsiteX1" fmla="*/ 1412 w 9861"/>
              <a:gd name="connsiteY1" fmla="*/ 7698 h 10000"/>
              <a:gd name="connsiteX2" fmla="*/ 380 w 9861"/>
              <a:gd name="connsiteY2" fmla="*/ 9856 h 10000"/>
              <a:gd name="connsiteX3" fmla="*/ 3862 w 9861"/>
              <a:gd name="connsiteY3" fmla="*/ 7697 h 10000"/>
              <a:gd name="connsiteX4" fmla="*/ 9822 w 9861"/>
              <a:gd name="connsiteY4" fmla="*/ 2728 h 10000"/>
              <a:gd name="connsiteX5" fmla="*/ 4446 w 9861"/>
              <a:gd name="connsiteY5" fmla="*/ 0 h 10000"/>
              <a:gd name="connsiteX0" fmla="*/ 1115 w 9671"/>
              <a:gd name="connsiteY0" fmla="*/ 16 h 9856"/>
              <a:gd name="connsiteX1" fmla="*/ 1104 w 9671"/>
              <a:gd name="connsiteY1" fmla="*/ 7698 h 9856"/>
              <a:gd name="connsiteX2" fmla="*/ 57 w 9671"/>
              <a:gd name="connsiteY2" fmla="*/ 9856 h 9856"/>
              <a:gd name="connsiteX3" fmla="*/ 3585 w 9671"/>
              <a:gd name="connsiteY3" fmla="*/ 7710 h 9856"/>
              <a:gd name="connsiteX4" fmla="*/ 9632 w 9671"/>
              <a:gd name="connsiteY4" fmla="*/ 2728 h 9856"/>
              <a:gd name="connsiteX5" fmla="*/ 4181 w 9671"/>
              <a:gd name="connsiteY5" fmla="*/ 0 h 9856"/>
              <a:gd name="connsiteX0" fmla="*/ 1153 w 10001"/>
              <a:gd name="connsiteY0" fmla="*/ 16 h 10000"/>
              <a:gd name="connsiteX1" fmla="*/ 1142 w 10001"/>
              <a:gd name="connsiteY1" fmla="*/ 7810 h 10000"/>
              <a:gd name="connsiteX2" fmla="*/ 59 w 10001"/>
              <a:gd name="connsiteY2" fmla="*/ 10000 h 10000"/>
              <a:gd name="connsiteX3" fmla="*/ 3707 w 10001"/>
              <a:gd name="connsiteY3" fmla="*/ 7823 h 10000"/>
              <a:gd name="connsiteX4" fmla="*/ 9960 w 10001"/>
              <a:gd name="connsiteY4" fmla="*/ 2768 h 10000"/>
              <a:gd name="connsiteX5" fmla="*/ 4323 w 10001"/>
              <a:gd name="connsiteY5" fmla="*/ 0 h 10000"/>
              <a:gd name="connsiteX0" fmla="*/ 187 w 9035"/>
              <a:gd name="connsiteY0" fmla="*/ 16 h 8627"/>
              <a:gd name="connsiteX1" fmla="*/ 176 w 9035"/>
              <a:gd name="connsiteY1" fmla="*/ 7810 h 8627"/>
              <a:gd name="connsiteX2" fmla="*/ 2741 w 9035"/>
              <a:gd name="connsiteY2" fmla="*/ 7823 h 8627"/>
              <a:gd name="connsiteX3" fmla="*/ 8994 w 9035"/>
              <a:gd name="connsiteY3" fmla="*/ 2768 h 8627"/>
              <a:gd name="connsiteX4" fmla="*/ 3357 w 9035"/>
              <a:gd name="connsiteY4" fmla="*/ 0 h 8627"/>
              <a:gd name="connsiteX0" fmla="*/ 207 w 10000"/>
              <a:gd name="connsiteY0" fmla="*/ 19 h 9728"/>
              <a:gd name="connsiteX1" fmla="*/ 195 w 10000"/>
              <a:gd name="connsiteY1" fmla="*/ 9053 h 9728"/>
              <a:gd name="connsiteX2" fmla="*/ 3034 w 10000"/>
              <a:gd name="connsiteY2" fmla="*/ 9068 h 9728"/>
              <a:gd name="connsiteX3" fmla="*/ 9955 w 10000"/>
              <a:gd name="connsiteY3" fmla="*/ 3209 h 9728"/>
              <a:gd name="connsiteX4" fmla="*/ 3716 w 10000"/>
              <a:gd name="connsiteY4" fmla="*/ 0 h 9728"/>
              <a:gd name="connsiteX0" fmla="*/ 207 w 10000"/>
              <a:gd name="connsiteY0" fmla="*/ 20 h 9323"/>
              <a:gd name="connsiteX1" fmla="*/ 195 w 10000"/>
              <a:gd name="connsiteY1" fmla="*/ 9306 h 9323"/>
              <a:gd name="connsiteX2" fmla="*/ 3034 w 10000"/>
              <a:gd name="connsiteY2" fmla="*/ 9322 h 9323"/>
              <a:gd name="connsiteX3" fmla="*/ 9955 w 10000"/>
              <a:gd name="connsiteY3" fmla="*/ 3299 h 9323"/>
              <a:gd name="connsiteX4" fmla="*/ 3716 w 10000"/>
              <a:gd name="connsiteY4" fmla="*/ 0 h 9323"/>
              <a:gd name="connsiteX0" fmla="*/ 207 w 10000"/>
              <a:gd name="connsiteY0" fmla="*/ 21 h 10000"/>
              <a:gd name="connsiteX1" fmla="*/ 195 w 10000"/>
              <a:gd name="connsiteY1" fmla="*/ 9982 h 10000"/>
              <a:gd name="connsiteX2" fmla="*/ 3034 w 10000"/>
              <a:gd name="connsiteY2" fmla="*/ 9999 h 10000"/>
              <a:gd name="connsiteX3" fmla="*/ 9955 w 10000"/>
              <a:gd name="connsiteY3" fmla="*/ 3539 h 10000"/>
              <a:gd name="connsiteX4" fmla="*/ 3716 w 10000"/>
              <a:gd name="connsiteY4" fmla="*/ 0 h 10000"/>
              <a:gd name="connsiteX0" fmla="*/ 207 w 10000"/>
              <a:gd name="connsiteY0" fmla="*/ 21 h 10000"/>
              <a:gd name="connsiteX1" fmla="*/ 195 w 10000"/>
              <a:gd name="connsiteY1" fmla="*/ 9982 h 10000"/>
              <a:gd name="connsiteX2" fmla="*/ 3034 w 10000"/>
              <a:gd name="connsiteY2" fmla="*/ 9999 h 10000"/>
              <a:gd name="connsiteX3" fmla="*/ 9955 w 10000"/>
              <a:gd name="connsiteY3" fmla="*/ 3539 h 10000"/>
              <a:gd name="connsiteX4" fmla="*/ 3716 w 10000"/>
              <a:gd name="connsiteY4" fmla="*/ 0 h 10000"/>
              <a:gd name="connsiteX0" fmla="*/ 207 w 10000"/>
              <a:gd name="connsiteY0" fmla="*/ 21 h 9999"/>
              <a:gd name="connsiteX1" fmla="*/ 195 w 10000"/>
              <a:gd name="connsiteY1" fmla="*/ 9982 h 9999"/>
              <a:gd name="connsiteX2" fmla="*/ 3034 w 10000"/>
              <a:gd name="connsiteY2" fmla="*/ 9999 h 9999"/>
              <a:gd name="connsiteX3" fmla="*/ 9955 w 10000"/>
              <a:gd name="connsiteY3" fmla="*/ 3539 h 9999"/>
              <a:gd name="connsiteX4" fmla="*/ 3716 w 10000"/>
              <a:gd name="connsiteY4" fmla="*/ 0 h 9999"/>
              <a:gd name="connsiteX0" fmla="*/ 207 w 10000"/>
              <a:gd name="connsiteY0" fmla="*/ 21 h 9988"/>
              <a:gd name="connsiteX1" fmla="*/ 195 w 10000"/>
              <a:gd name="connsiteY1" fmla="*/ 9983 h 9988"/>
              <a:gd name="connsiteX2" fmla="*/ 7054 w 10000"/>
              <a:gd name="connsiteY2" fmla="*/ 9988 h 9988"/>
              <a:gd name="connsiteX3" fmla="*/ 9955 w 10000"/>
              <a:gd name="connsiteY3" fmla="*/ 3539 h 9988"/>
              <a:gd name="connsiteX4" fmla="*/ 3716 w 10000"/>
              <a:gd name="connsiteY4" fmla="*/ 0 h 9988"/>
              <a:gd name="connsiteX0" fmla="*/ 207 w 10624"/>
              <a:gd name="connsiteY0" fmla="*/ 21 h 10000"/>
              <a:gd name="connsiteX1" fmla="*/ 195 w 10624"/>
              <a:gd name="connsiteY1" fmla="*/ 9995 h 10000"/>
              <a:gd name="connsiteX2" fmla="*/ 7054 w 10624"/>
              <a:gd name="connsiteY2" fmla="*/ 10000 h 10000"/>
              <a:gd name="connsiteX3" fmla="*/ 9955 w 10624"/>
              <a:gd name="connsiteY3" fmla="*/ 3543 h 10000"/>
              <a:gd name="connsiteX4" fmla="*/ 3716 w 10624"/>
              <a:gd name="connsiteY4" fmla="*/ 0 h 10000"/>
              <a:gd name="connsiteX0" fmla="*/ 207 w 10624"/>
              <a:gd name="connsiteY0" fmla="*/ 21 h 10000"/>
              <a:gd name="connsiteX1" fmla="*/ 195 w 10624"/>
              <a:gd name="connsiteY1" fmla="*/ 9995 h 10000"/>
              <a:gd name="connsiteX2" fmla="*/ 7054 w 10624"/>
              <a:gd name="connsiteY2" fmla="*/ 10000 h 10000"/>
              <a:gd name="connsiteX3" fmla="*/ 9955 w 10624"/>
              <a:gd name="connsiteY3" fmla="*/ 3543 h 10000"/>
              <a:gd name="connsiteX4" fmla="*/ 3716 w 10624"/>
              <a:gd name="connsiteY4" fmla="*/ 0 h 10000"/>
              <a:gd name="connsiteX0" fmla="*/ 207 w 11005"/>
              <a:gd name="connsiteY0" fmla="*/ 21 h 10000"/>
              <a:gd name="connsiteX1" fmla="*/ 195 w 11005"/>
              <a:gd name="connsiteY1" fmla="*/ 9995 h 10000"/>
              <a:gd name="connsiteX2" fmla="*/ 7054 w 11005"/>
              <a:gd name="connsiteY2" fmla="*/ 10000 h 10000"/>
              <a:gd name="connsiteX3" fmla="*/ 9955 w 11005"/>
              <a:gd name="connsiteY3" fmla="*/ 3543 h 10000"/>
              <a:gd name="connsiteX4" fmla="*/ 3716 w 11005"/>
              <a:gd name="connsiteY4" fmla="*/ 0 h 10000"/>
              <a:gd name="connsiteX0" fmla="*/ 207 w 10944"/>
              <a:gd name="connsiteY0" fmla="*/ 21 h 10000"/>
              <a:gd name="connsiteX1" fmla="*/ 195 w 10944"/>
              <a:gd name="connsiteY1" fmla="*/ 9995 h 10000"/>
              <a:gd name="connsiteX2" fmla="*/ 7054 w 10944"/>
              <a:gd name="connsiteY2" fmla="*/ 10000 h 10000"/>
              <a:gd name="connsiteX3" fmla="*/ 9955 w 10944"/>
              <a:gd name="connsiteY3" fmla="*/ 3543 h 10000"/>
              <a:gd name="connsiteX4" fmla="*/ 3716 w 10944"/>
              <a:gd name="connsiteY4" fmla="*/ 0 h 10000"/>
              <a:gd name="connsiteX0" fmla="*/ 207 w 10909"/>
              <a:gd name="connsiteY0" fmla="*/ 21 h 10000"/>
              <a:gd name="connsiteX1" fmla="*/ 195 w 10909"/>
              <a:gd name="connsiteY1" fmla="*/ 9995 h 10000"/>
              <a:gd name="connsiteX2" fmla="*/ 7054 w 10909"/>
              <a:gd name="connsiteY2" fmla="*/ 10000 h 10000"/>
              <a:gd name="connsiteX3" fmla="*/ 9955 w 10909"/>
              <a:gd name="connsiteY3" fmla="*/ 3543 h 10000"/>
              <a:gd name="connsiteX4" fmla="*/ 3716 w 10909"/>
              <a:gd name="connsiteY4" fmla="*/ 0 h 10000"/>
              <a:gd name="connsiteX0" fmla="*/ 207 w 10909"/>
              <a:gd name="connsiteY0" fmla="*/ 21 h 10000"/>
              <a:gd name="connsiteX1" fmla="*/ 195 w 10909"/>
              <a:gd name="connsiteY1" fmla="*/ 9995 h 10000"/>
              <a:gd name="connsiteX2" fmla="*/ 7054 w 10909"/>
              <a:gd name="connsiteY2" fmla="*/ 10000 h 10000"/>
              <a:gd name="connsiteX3" fmla="*/ 9955 w 10909"/>
              <a:gd name="connsiteY3" fmla="*/ 3543 h 10000"/>
              <a:gd name="connsiteX4" fmla="*/ 3716 w 10909"/>
              <a:gd name="connsiteY4" fmla="*/ 0 h 10000"/>
              <a:gd name="connsiteX0" fmla="*/ 207 w 10955"/>
              <a:gd name="connsiteY0" fmla="*/ 21 h 10000"/>
              <a:gd name="connsiteX1" fmla="*/ 195 w 10955"/>
              <a:gd name="connsiteY1" fmla="*/ 9995 h 10000"/>
              <a:gd name="connsiteX2" fmla="*/ 7054 w 10955"/>
              <a:gd name="connsiteY2" fmla="*/ 10000 h 10000"/>
              <a:gd name="connsiteX3" fmla="*/ 9955 w 10955"/>
              <a:gd name="connsiteY3" fmla="*/ 3543 h 10000"/>
              <a:gd name="connsiteX4" fmla="*/ 3716 w 10955"/>
              <a:gd name="connsiteY4" fmla="*/ 0 h 10000"/>
              <a:gd name="connsiteX0" fmla="*/ 198 w 10946"/>
              <a:gd name="connsiteY0" fmla="*/ 21 h 10000"/>
              <a:gd name="connsiteX1" fmla="*/ 186 w 10946"/>
              <a:gd name="connsiteY1" fmla="*/ 9995 h 10000"/>
              <a:gd name="connsiteX2" fmla="*/ 7045 w 10946"/>
              <a:gd name="connsiteY2" fmla="*/ 10000 h 10000"/>
              <a:gd name="connsiteX3" fmla="*/ 9946 w 10946"/>
              <a:gd name="connsiteY3" fmla="*/ 3543 h 10000"/>
              <a:gd name="connsiteX4" fmla="*/ 3707 w 10946"/>
              <a:gd name="connsiteY4" fmla="*/ 0 h 10000"/>
              <a:gd name="connsiteX0" fmla="*/ 12 w 10760"/>
              <a:gd name="connsiteY0" fmla="*/ 21 h 10000"/>
              <a:gd name="connsiteX1" fmla="*/ 0 w 10760"/>
              <a:gd name="connsiteY1" fmla="*/ 9995 h 10000"/>
              <a:gd name="connsiteX2" fmla="*/ 6859 w 10760"/>
              <a:gd name="connsiteY2" fmla="*/ 10000 h 10000"/>
              <a:gd name="connsiteX3" fmla="*/ 9760 w 10760"/>
              <a:gd name="connsiteY3" fmla="*/ 3543 h 10000"/>
              <a:gd name="connsiteX4" fmla="*/ 3521 w 10760"/>
              <a:gd name="connsiteY4" fmla="*/ 0 h 10000"/>
              <a:gd name="connsiteX0" fmla="*/ 1927 w 10760"/>
              <a:gd name="connsiteY0" fmla="*/ 9 h 10000"/>
              <a:gd name="connsiteX1" fmla="*/ 0 w 10760"/>
              <a:gd name="connsiteY1" fmla="*/ 9995 h 10000"/>
              <a:gd name="connsiteX2" fmla="*/ 6859 w 10760"/>
              <a:gd name="connsiteY2" fmla="*/ 10000 h 10000"/>
              <a:gd name="connsiteX3" fmla="*/ 9760 w 10760"/>
              <a:gd name="connsiteY3" fmla="*/ 3543 h 10000"/>
              <a:gd name="connsiteX4" fmla="*/ 3521 w 10760"/>
              <a:gd name="connsiteY4" fmla="*/ 0 h 10000"/>
              <a:gd name="connsiteX0" fmla="*/ 3264 w 10760"/>
              <a:gd name="connsiteY0" fmla="*/ 159 h 10000"/>
              <a:gd name="connsiteX1" fmla="*/ 0 w 10760"/>
              <a:gd name="connsiteY1" fmla="*/ 9995 h 10000"/>
              <a:gd name="connsiteX2" fmla="*/ 6859 w 10760"/>
              <a:gd name="connsiteY2" fmla="*/ 10000 h 10000"/>
              <a:gd name="connsiteX3" fmla="*/ 9760 w 10760"/>
              <a:gd name="connsiteY3" fmla="*/ 3543 h 10000"/>
              <a:gd name="connsiteX4" fmla="*/ 3521 w 10760"/>
              <a:gd name="connsiteY4" fmla="*/ 0 h 10000"/>
              <a:gd name="connsiteX0" fmla="*/ 2883 w 10760"/>
              <a:gd name="connsiteY0" fmla="*/ 13 h 10000"/>
              <a:gd name="connsiteX1" fmla="*/ 0 w 10760"/>
              <a:gd name="connsiteY1" fmla="*/ 9995 h 10000"/>
              <a:gd name="connsiteX2" fmla="*/ 6859 w 10760"/>
              <a:gd name="connsiteY2" fmla="*/ 10000 h 10000"/>
              <a:gd name="connsiteX3" fmla="*/ 9760 w 10760"/>
              <a:gd name="connsiteY3" fmla="*/ 3543 h 10000"/>
              <a:gd name="connsiteX4" fmla="*/ 3521 w 10760"/>
              <a:gd name="connsiteY4" fmla="*/ 0 h 10000"/>
              <a:gd name="connsiteX0" fmla="*/ 2 w 7879"/>
              <a:gd name="connsiteY0" fmla="*/ 13 h 10000"/>
              <a:gd name="connsiteX1" fmla="*/ 499 w 7879"/>
              <a:gd name="connsiteY1" fmla="*/ 9990 h 10000"/>
              <a:gd name="connsiteX2" fmla="*/ 3978 w 7879"/>
              <a:gd name="connsiteY2" fmla="*/ 10000 h 10000"/>
              <a:gd name="connsiteX3" fmla="*/ 6879 w 7879"/>
              <a:gd name="connsiteY3" fmla="*/ 3543 h 10000"/>
              <a:gd name="connsiteX4" fmla="*/ 640 w 7879"/>
              <a:gd name="connsiteY4" fmla="*/ 0 h 10000"/>
              <a:gd name="connsiteX0" fmla="*/ 16 w 10014"/>
              <a:gd name="connsiteY0" fmla="*/ 13 h 10002"/>
              <a:gd name="connsiteX1" fmla="*/ 0 w 10014"/>
              <a:gd name="connsiteY1" fmla="*/ 10002 h 10002"/>
              <a:gd name="connsiteX2" fmla="*/ 5062 w 10014"/>
              <a:gd name="connsiteY2" fmla="*/ 10000 h 10002"/>
              <a:gd name="connsiteX3" fmla="*/ 8744 w 10014"/>
              <a:gd name="connsiteY3" fmla="*/ 3543 h 10002"/>
              <a:gd name="connsiteX4" fmla="*/ 825 w 10014"/>
              <a:gd name="connsiteY4" fmla="*/ 0 h 10002"/>
              <a:gd name="connsiteX0" fmla="*/ 22 w 10020"/>
              <a:gd name="connsiteY0" fmla="*/ 13 h 10002"/>
              <a:gd name="connsiteX1" fmla="*/ 6 w 10020"/>
              <a:gd name="connsiteY1" fmla="*/ 10002 h 10002"/>
              <a:gd name="connsiteX2" fmla="*/ 5068 w 10020"/>
              <a:gd name="connsiteY2" fmla="*/ 10000 h 10002"/>
              <a:gd name="connsiteX3" fmla="*/ 8750 w 10020"/>
              <a:gd name="connsiteY3" fmla="*/ 3543 h 10002"/>
              <a:gd name="connsiteX4" fmla="*/ 831 w 10020"/>
              <a:gd name="connsiteY4" fmla="*/ 0 h 10002"/>
              <a:gd name="connsiteX0" fmla="*/ 24 w 10019"/>
              <a:gd name="connsiteY0" fmla="*/ 21 h 10002"/>
              <a:gd name="connsiteX1" fmla="*/ 5 w 10019"/>
              <a:gd name="connsiteY1" fmla="*/ 10002 h 10002"/>
              <a:gd name="connsiteX2" fmla="*/ 5067 w 10019"/>
              <a:gd name="connsiteY2" fmla="*/ 10000 h 10002"/>
              <a:gd name="connsiteX3" fmla="*/ 8749 w 10019"/>
              <a:gd name="connsiteY3" fmla="*/ 3543 h 10002"/>
              <a:gd name="connsiteX4" fmla="*/ 830 w 10019"/>
              <a:gd name="connsiteY4" fmla="*/ 0 h 10002"/>
              <a:gd name="connsiteX0" fmla="*/ 24 w 10019"/>
              <a:gd name="connsiteY0" fmla="*/ 15 h 10002"/>
              <a:gd name="connsiteX1" fmla="*/ 5 w 10019"/>
              <a:gd name="connsiteY1" fmla="*/ 10002 h 10002"/>
              <a:gd name="connsiteX2" fmla="*/ 5067 w 10019"/>
              <a:gd name="connsiteY2" fmla="*/ 10000 h 10002"/>
              <a:gd name="connsiteX3" fmla="*/ 8749 w 10019"/>
              <a:gd name="connsiteY3" fmla="*/ 3543 h 10002"/>
              <a:gd name="connsiteX4" fmla="*/ 830 w 10019"/>
              <a:gd name="connsiteY4" fmla="*/ 0 h 10002"/>
              <a:gd name="connsiteX0" fmla="*/ 24 w 10019"/>
              <a:gd name="connsiteY0" fmla="*/ 13 h 10002"/>
              <a:gd name="connsiteX1" fmla="*/ 5 w 10019"/>
              <a:gd name="connsiteY1" fmla="*/ 10002 h 10002"/>
              <a:gd name="connsiteX2" fmla="*/ 5067 w 10019"/>
              <a:gd name="connsiteY2" fmla="*/ 10000 h 10002"/>
              <a:gd name="connsiteX3" fmla="*/ 8749 w 10019"/>
              <a:gd name="connsiteY3" fmla="*/ 3543 h 10002"/>
              <a:gd name="connsiteX4" fmla="*/ 830 w 10019"/>
              <a:gd name="connsiteY4" fmla="*/ 0 h 10002"/>
              <a:gd name="connsiteX0" fmla="*/ 18 w 10027"/>
              <a:gd name="connsiteY0" fmla="*/ 15 h 10002"/>
              <a:gd name="connsiteX1" fmla="*/ 13 w 10027"/>
              <a:gd name="connsiteY1" fmla="*/ 10002 h 10002"/>
              <a:gd name="connsiteX2" fmla="*/ 5075 w 10027"/>
              <a:gd name="connsiteY2" fmla="*/ 10000 h 10002"/>
              <a:gd name="connsiteX3" fmla="*/ 8757 w 10027"/>
              <a:gd name="connsiteY3" fmla="*/ 3543 h 10002"/>
              <a:gd name="connsiteX4" fmla="*/ 838 w 10027"/>
              <a:gd name="connsiteY4" fmla="*/ 0 h 10002"/>
              <a:gd name="connsiteX0" fmla="*/ 5 w 10014"/>
              <a:gd name="connsiteY0" fmla="*/ 15 h 10002"/>
              <a:gd name="connsiteX1" fmla="*/ 0 w 10014"/>
              <a:gd name="connsiteY1" fmla="*/ 10002 h 10002"/>
              <a:gd name="connsiteX2" fmla="*/ 5062 w 10014"/>
              <a:gd name="connsiteY2" fmla="*/ 10000 h 10002"/>
              <a:gd name="connsiteX3" fmla="*/ 8744 w 10014"/>
              <a:gd name="connsiteY3" fmla="*/ 3543 h 10002"/>
              <a:gd name="connsiteX4" fmla="*/ 825 w 10014"/>
              <a:gd name="connsiteY4" fmla="*/ 0 h 10002"/>
              <a:gd name="connsiteX0" fmla="*/ 5 w 10014"/>
              <a:gd name="connsiteY0" fmla="*/ 15 h 10002"/>
              <a:gd name="connsiteX1" fmla="*/ 0 w 10014"/>
              <a:gd name="connsiteY1" fmla="*/ 10002 h 10002"/>
              <a:gd name="connsiteX2" fmla="*/ 5062 w 10014"/>
              <a:gd name="connsiteY2" fmla="*/ 10000 h 10002"/>
              <a:gd name="connsiteX3" fmla="*/ 8744 w 10014"/>
              <a:gd name="connsiteY3" fmla="*/ 3543 h 10002"/>
              <a:gd name="connsiteX4" fmla="*/ 801 w 10014"/>
              <a:gd name="connsiteY4" fmla="*/ 0 h 10002"/>
              <a:gd name="connsiteX0" fmla="*/ 5 w 10014"/>
              <a:gd name="connsiteY0" fmla="*/ 15 h 10002"/>
              <a:gd name="connsiteX1" fmla="*/ 0 w 10014"/>
              <a:gd name="connsiteY1" fmla="*/ 10002 h 10002"/>
              <a:gd name="connsiteX2" fmla="*/ 5062 w 10014"/>
              <a:gd name="connsiteY2" fmla="*/ 10000 h 10002"/>
              <a:gd name="connsiteX3" fmla="*/ 8744 w 10014"/>
              <a:gd name="connsiteY3" fmla="*/ 3543 h 10002"/>
              <a:gd name="connsiteX4" fmla="*/ 801 w 10014"/>
              <a:gd name="connsiteY4" fmla="*/ 0 h 10002"/>
              <a:gd name="connsiteX0" fmla="*/ 5 w 9975"/>
              <a:gd name="connsiteY0" fmla="*/ 15 h 10002"/>
              <a:gd name="connsiteX1" fmla="*/ 0 w 9975"/>
              <a:gd name="connsiteY1" fmla="*/ 10002 h 10002"/>
              <a:gd name="connsiteX2" fmla="*/ 5062 w 9975"/>
              <a:gd name="connsiteY2" fmla="*/ 10000 h 10002"/>
              <a:gd name="connsiteX3" fmla="*/ 8744 w 9975"/>
              <a:gd name="connsiteY3" fmla="*/ 3543 h 10002"/>
              <a:gd name="connsiteX4" fmla="*/ 801 w 9975"/>
              <a:gd name="connsiteY4" fmla="*/ 0 h 10002"/>
              <a:gd name="connsiteX0" fmla="*/ 5 w 10033"/>
              <a:gd name="connsiteY0" fmla="*/ 15 h 10000"/>
              <a:gd name="connsiteX1" fmla="*/ 0 w 10033"/>
              <a:gd name="connsiteY1" fmla="*/ 10000 h 10000"/>
              <a:gd name="connsiteX2" fmla="*/ 5075 w 10033"/>
              <a:gd name="connsiteY2" fmla="*/ 9998 h 10000"/>
              <a:gd name="connsiteX3" fmla="*/ 8766 w 10033"/>
              <a:gd name="connsiteY3" fmla="*/ 3542 h 10000"/>
              <a:gd name="connsiteX4" fmla="*/ 803 w 10033"/>
              <a:gd name="connsiteY4" fmla="*/ 0 h 10000"/>
              <a:gd name="connsiteX0" fmla="*/ 0 w 10359"/>
              <a:gd name="connsiteY0" fmla="*/ 5 h 10000"/>
              <a:gd name="connsiteX1" fmla="*/ 326 w 10359"/>
              <a:gd name="connsiteY1" fmla="*/ 10000 h 10000"/>
              <a:gd name="connsiteX2" fmla="*/ 5401 w 10359"/>
              <a:gd name="connsiteY2" fmla="*/ 9998 h 10000"/>
              <a:gd name="connsiteX3" fmla="*/ 9092 w 10359"/>
              <a:gd name="connsiteY3" fmla="*/ 3542 h 10000"/>
              <a:gd name="connsiteX4" fmla="*/ 1129 w 10359"/>
              <a:gd name="connsiteY4" fmla="*/ 0 h 10000"/>
              <a:gd name="connsiteX0" fmla="*/ 11 w 10370"/>
              <a:gd name="connsiteY0" fmla="*/ 5 h 9998"/>
              <a:gd name="connsiteX1" fmla="*/ 0 w 10370"/>
              <a:gd name="connsiteY1" fmla="*/ 9983 h 9998"/>
              <a:gd name="connsiteX2" fmla="*/ 5412 w 10370"/>
              <a:gd name="connsiteY2" fmla="*/ 9998 h 9998"/>
              <a:gd name="connsiteX3" fmla="*/ 9103 w 10370"/>
              <a:gd name="connsiteY3" fmla="*/ 3542 h 9998"/>
              <a:gd name="connsiteX4" fmla="*/ 1140 w 10370"/>
              <a:gd name="connsiteY4" fmla="*/ 0 h 9998"/>
              <a:gd name="connsiteX0" fmla="*/ 11 w 10000"/>
              <a:gd name="connsiteY0" fmla="*/ 5 h 10000"/>
              <a:gd name="connsiteX1" fmla="*/ 0 w 10000"/>
              <a:gd name="connsiteY1" fmla="*/ 9995 h 10000"/>
              <a:gd name="connsiteX2" fmla="*/ 5219 w 10000"/>
              <a:gd name="connsiteY2" fmla="*/ 10000 h 10000"/>
              <a:gd name="connsiteX3" fmla="*/ 8778 w 10000"/>
              <a:gd name="connsiteY3" fmla="*/ 3543 h 10000"/>
              <a:gd name="connsiteX4" fmla="*/ 1099 w 10000"/>
              <a:gd name="connsiteY4" fmla="*/ 0 h 10000"/>
              <a:gd name="connsiteX0" fmla="*/ 11 w 10000"/>
              <a:gd name="connsiteY0" fmla="*/ 5 h 10000"/>
              <a:gd name="connsiteX1" fmla="*/ 0 w 10000"/>
              <a:gd name="connsiteY1" fmla="*/ 10000 h 10000"/>
              <a:gd name="connsiteX2" fmla="*/ 5219 w 10000"/>
              <a:gd name="connsiteY2" fmla="*/ 10000 h 10000"/>
              <a:gd name="connsiteX3" fmla="*/ 8778 w 10000"/>
              <a:gd name="connsiteY3" fmla="*/ 3543 h 10000"/>
              <a:gd name="connsiteX4" fmla="*/ 1099 w 10000"/>
              <a:gd name="connsiteY4" fmla="*/ 0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11" y="5"/>
                </a:moveTo>
                <a:cubicBezTo>
                  <a:pt x="4" y="653"/>
                  <a:pt x="6" y="9269"/>
                  <a:pt x="0" y="10000"/>
                </a:cubicBezTo>
                <a:lnTo>
                  <a:pt x="5219" y="10000"/>
                </a:lnTo>
                <a:cubicBezTo>
                  <a:pt x="11830" y="6870"/>
                  <a:pt x="10065" y="3822"/>
                  <a:pt x="8778" y="3543"/>
                </a:cubicBezTo>
                <a:cubicBezTo>
                  <a:pt x="9452" y="5694"/>
                  <a:pt x="2995" y="3804"/>
                  <a:pt x="1099" y="0"/>
                </a:cubicBezTo>
              </a:path>
            </a:pathLst>
          </a:custGeom>
          <a:solidFill>
            <a:schemeClr val="accent3"/>
          </a:solidFill>
          <a:ln w="9525">
            <a:noFill/>
            <a:round/>
            <a:headEnd/>
            <a:tailEnd/>
          </a:ln>
        </p:spPr>
        <p:txBody>
          <a:bodyPr vert="horz" wrap="square" lIns="91440" tIns="45720" rIns="91440" bIns="45720" numCol="1" anchor="t" anchorCtr="0" compatLnSpc="1">
            <a:prstTxWarp prst="textNoShape">
              <a:avLst/>
            </a:prstTxWarp>
          </a:bodyPr>
          <a:lstStyle/>
          <a:p>
            <a:endParaRPr lang="en-US" sz="2400" dirty="0"/>
          </a:p>
        </p:txBody>
      </p:sp>
      <p:grpSp>
        <p:nvGrpSpPr>
          <p:cNvPr id="5" name="Group 4"/>
          <p:cNvGrpSpPr/>
          <p:nvPr userDrawn="1"/>
        </p:nvGrpSpPr>
        <p:grpSpPr>
          <a:xfrm>
            <a:off x="4938560" y="2397563"/>
            <a:ext cx="721601" cy="682904"/>
            <a:chOff x="5662614" y="3032124"/>
            <a:chExt cx="863600" cy="801689"/>
          </a:xfrm>
        </p:grpSpPr>
        <p:sp>
          <p:nvSpPr>
            <p:cNvPr id="6" name="Freeform 5"/>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sp>
          <p:nvSpPr>
            <p:cNvPr id="7" name="Freeform 6"/>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400" dirty="0"/>
            </a:p>
          </p:txBody>
        </p:sp>
      </p:grpSp>
      <p:sp>
        <p:nvSpPr>
          <p:cNvPr id="16" name="Rectangle 15"/>
          <p:cNvSpPr/>
          <p:nvPr userDrawn="1"/>
        </p:nvSpPr>
        <p:spPr>
          <a:xfrm>
            <a:off x="803869" y="5063024"/>
            <a:ext cx="4024517" cy="723275"/>
          </a:xfrm>
          <a:prstGeom prst="rect">
            <a:avLst/>
          </a:prstGeom>
        </p:spPr>
        <p:txBody>
          <a:bodyPr wrap="square" lIns="0" tIns="0" rIns="0" bIns="0" anchor="b" anchorCtr="0">
            <a:spAutoFit/>
          </a:bodyPr>
          <a:lstStyle/>
          <a:p>
            <a:pPr>
              <a:spcAft>
                <a:spcPts val="600"/>
              </a:spcAft>
            </a:pPr>
            <a:r>
              <a:rPr lang="en-US" sz="1050" noProof="0" dirty="0">
                <a:solidFill>
                  <a:schemeClr val="bg1"/>
                </a:solidFill>
                <a:latin typeface="Verdana" panose="020B0604030504040204" pitchFamily="34" charset="0"/>
                <a:ea typeface="Verdana" panose="020B0604030504040204" pitchFamily="34" charset="0"/>
                <a:cs typeface="Verdana" panose="020B0604030504040204" pitchFamily="34" charset="0"/>
              </a:rPr>
              <a:t>This message contains information that may be privileged or confidential and is the property of the Capgemini Group.</a:t>
            </a:r>
            <a:br>
              <a:rPr lang="en-US" sz="1050" noProof="0" dirty="0">
                <a:solidFill>
                  <a:schemeClr val="bg1"/>
                </a:solidFill>
                <a:latin typeface="Verdana" panose="020B0604030504040204" pitchFamily="34" charset="0"/>
                <a:ea typeface="Verdana" panose="020B0604030504040204" pitchFamily="34" charset="0"/>
                <a:cs typeface="Verdana" panose="020B0604030504040204" pitchFamily="34" charset="0"/>
              </a:rPr>
            </a:br>
            <a:r>
              <a:rPr lang="en-US" sz="1050" noProof="0" dirty="0">
                <a:solidFill>
                  <a:schemeClr val="bg1"/>
                </a:solidFill>
                <a:latin typeface="Verdana" panose="020B0604030504040204" pitchFamily="34" charset="0"/>
                <a:ea typeface="Verdana" panose="020B0604030504040204" pitchFamily="34" charset="0"/>
                <a:cs typeface="Verdana" panose="020B0604030504040204" pitchFamily="34" charset="0"/>
              </a:rPr>
              <a:t>Copyright © 2019 Capgemini. All rights reserved.</a:t>
            </a:r>
          </a:p>
          <a:p>
            <a:pPr marL="0" marR="0" indent="0" defTabSz="957732" rtl="0" eaLnBrk="1" fontAlgn="auto" latinLnBrk="0" hangingPunct="1">
              <a:lnSpc>
                <a:spcPct val="100000"/>
              </a:lnSpc>
              <a:spcBef>
                <a:spcPts val="0"/>
              </a:spcBef>
              <a:spcAft>
                <a:spcPts val="600"/>
              </a:spcAft>
              <a:buClrTx/>
              <a:buSzTx/>
              <a:buFontTx/>
              <a:buNone/>
              <a:tabLst/>
              <a:defRPr/>
            </a:pPr>
            <a:r>
              <a:rPr lang="en-US" sz="1050" noProof="0" dirty="0">
                <a:solidFill>
                  <a:schemeClr val="bg1"/>
                </a:solidFill>
                <a:latin typeface="Verdana" panose="020B0604030504040204" pitchFamily="34" charset="0"/>
                <a:ea typeface="Verdana" panose="020B0604030504040204" pitchFamily="34" charset="0"/>
                <a:cs typeface="Verdana" panose="020B0604030504040204" pitchFamily="34" charset="0"/>
              </a:rPr>
              <a:t>Rightshore</a:t>
            </a:r>
            <a:r>
              <a:rPr lang="en-US" sz="1050" baseline="30000" noProof="0" dirty="0">
                <a:solidFill>
                  <a:schemeClr val="bg1"/>
                </a:solidFill>
                <a:latin typeface="Verdana" panose="020B0604030504040204" pitchFamily="34" charset="0"/>
                <a:ea typeface="Verdana" panose="020B0604030504040204" pitchFamily="34" charset="0"/>
                <a:cs typeface="Verdana" panose="020B0604030504040204" pitchFamily="34" charset="0"/>
              </a:rPr>
              <a:t>®</a:t>
            </a:r>
            <a:r>
              <a:rPr lang="en-US" sz="1050" noProof="0" dirty="0">
                <a:solidFill>
                  <a:schemeClr val="bg1"/>
                </a:solidFill>
                <a:latin typeface="Verdana" panose="020B0604030504040204" pitchFamily="34" charset="0"/>
                <a:ea typeface="Verdana" panose="020B0604030504040204" pitchFamily="34" charset="0"/>
                <a:cs typeface="Verdana" panose="020B0604030504040204" pitchFamily="34" charset="0"/>
              </a:rPr>
              <a:t> is a trademark belonging to Capgemini.</a:t>
            </a:r>
          </a:p>
        </p:txBody>
      </p:sp>
      <p:pic>
        <p:nvPicPr>
          <p:cNvPr id="24" name="Picture 2" descr="D:\My Work\Template\Icons\Social Media\LinkedIN.png">
            <a:hlinkClick r:id="rId6"/>
          </p:cNvPr>
          <p:cNvPicPr>
            <a:picLocks noChangeAspect="1" noChangeArrowheads="1"/>
          </p:cNvPicPr>
          <p:nvPr userDrawn="1"/>
        </p:nvPicPr>
        <p:blipFill>
          <a:blip r:embed="rId7" cstate="screen">
            <a:extLst>
              <a:ext uri="{28A0092B-C50C-407E-A947-70E740481C1C}">
                <a14:useLocalDpi xmlns:a14="http://schemas.microsoft.com/office/drawing/2010/main"/>
              </a:ext>
            </a:extLst>
          </a:blip>
          <a:srcRect/>
          <a:stretch>
            <a:fillRect/>
          </a:stretch>
        </p:blipFill>
        <p:spPr bwMode="auto">
          <a:xfrm>
            <a:off x="1237871" y="3450893"/>
            <a:ext cx="436028" cy="444511"/>
          </a:xfrm>
          <a:prstGeom prst="rect">
            <a:avLst/>
          </a:prstGeom>
          <a:noFill/>
        </p:spPr>
      </p:pic>
      <p:pic>
        <p:nvPicPr>
          <p:cNvPr id="25" name="Picture 4" descr="D:\My Work\Template\Icons\Social Media\SlideShare.png">
            <a:hlinkClick r:id="rId8"/>
          </p:cNvPr>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1739569" y="3450893"/>
            <a:ext cx="436028" cy="444511"/>
          </a:xfrm>
          <a:prstGeom prst="rect">
            <a:avLst/>
          </a:prstGeom>
          <a:noFill/>
        </p:spPr>
      </p:pic>
      <p:pic>
        <p:nvPicPr>
          <p:cNvPr id="26" name="Picture 5" descr="D:\My Work\Template\Icons\Social Media\Twitter.png">
            <a:hlinkClick r:id="rId10"/>
          </p:cNvPr>
          <p:cNvPicPr>
            <a:picLocks noChangeAspect="1" noChangeArrowheads="1"/>
          </p:cNvPicPr>
          <p:nvPr userDrawn="1"/>
        </p:nvPicPr>
        <p:blipFill>
          <a:blip r:embed="rId11" cstate="screen">
            <a:extLst>
              <a:ext uri="{28A0092B-C50C-407E-A947-70E740481C1C}">
                <a14:useLocalDpi xmlns:a14="http://schemas.microsoft.com/office/drawing/2010/main"/>
              </a:ext>
            </a:extLst>
          </a:blip>
          <a:srcRect/>
          <a:stretch>
            <a:fillRect/>
          </a:stretch>
        </p:blipFill>
        <p:spPr bwMode="auto">
          <a:xfrm>
            <a:off x="2241265" y="3450893"/>
            <a:ext cx="436028" cy="444511"/>
          </a:xfrm>
          <a:prstGeom prst="rect">
            <a:avLst/>
          </a:prstGeom>
          <a:noFill/>
        </p:spPr>
      </p:pic>
      <p:pic>
        <p:nvPicPr>
          <p:cNvPr id="27" name="Picture 6" descr="D:\My Work\Template\Icons\Social Media\YouTube.png">
            <a:hlinkClick r:id="rId12"/>
          </p:cNvPr>
          <p:cNvPicPr>
            <a:picLocks noChangeAspect="1" noChangeArrowheads="1"/>
          </p:cNvPicPr>
          <p:nvPr userDrawn="1"/>
        </p:nvPicPr>
        <p:blipFill>
          <a:blip r:embed="rId13" cstate="screen">
            <a:extLst>
              <a:ext uri="{28A0092B-C50C-407E-A947-70E740481C1C}">
                <a14:useLocalDpi xmlns:a14="http://schemas.microsoft.com/office/drawing/2010/main"/>
              </a:ext>
            </a:extLst>
          </a:blip>
          <a:srcRect/>
          <a:stretch>
            <a:fillRect/>
          </a:stretch>
        </p:blipFill>
        <p:spPr bwMode="auto">
          <a:xfrm>
            <a:off x="2742961" y="3450893"/>
            <a:ext cx="436028" cy="444511"/>
          </a:xfrm>
          <a:prstGeom prst="rect">
            <a:avLst/>
          </a:prstGeom>
          <a:noFill/>
        </p:spPr>
      </p:pic>
      <p:pic>
        <p:nvPicPr>
          <p:cNvPr id="28" name="Picture 7" descr="D:\My Work\Template\Icons\Social Media\Facebook.png">
            <a:hlinkClick r:id="rId14"/>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a:fillRect/>
          </a:stretch>
        </p:blipFill>
        <p:spPr bwMode="auto">
          <a:xfrm>
            <a:off x="736173" y="3450893"/>
            <a:ext cx="436028" cy="444511"/>
          </a:xfrm>
          <a:prstGeom prst="rect">
            <a:avLst/>
          </a:prstGeom>
          <a:noFill/>
        </p:spPr>
      </p:pic>
      <p:pic>
        <p:nvPicPr>
          <p:cNvPr id="29" name="Picture 28"/>
          <p:cNvPicPr>
            <a:picLocks noChangeAspect="1"/>
          </p:cNvPicPr>
          <p:nvPr userDrawn="1"/>
        </p:nvPicPr>
        <p:blipFill>
          <a:blip r:embed="rId16" cstate="screen">
            <a:extLst>
              <a:ext uri="{28A0092B-C50C-407E-A947-70E740481C1C}">
                <a14:useLocalDpi xmlns:a14="http://schemas.microsoft.com/office/drawing/2010/main"/>
              </a:ext>
            </a:extLst>
          </a:blip>
          <a:stretch>
            <a:fillRect/>
          </a:stretch>
        </p:blipFill>
        <p:spPr>
          <a:xfrm>
            <a:off x="726401" y="4057788"/>
            <a:ext cx="3350504" cy="268168"/>
          </a:xfrm>
          <a:prstGeom prst="rect">
            <a:avLst/>
          </a:prstGeom>
        </p:spPr>
      </p:pic>
    </p:spTree>
    <p:extLst>
      <p:ext uri="{BB962C8B-B14F-4D97-AF65-F5344CB8AC3E}">
        <p14:creationId xmlns:p14="http://schemas.microsoft.com/office/powerpoint/2010/main" val="1626776187"/>
      </p:ext>
    </p:extLst>
  </p:cSld>
  <p:clrMapOvr>
    <a:masterClrMapping/>
  </p:clrMapOvr>
</p:sldLayout>
</file>

<file path=ppt/slideLayouts/slideLayout89.xml><?xml version="1.0" encoding="utf-8"?>
<p:sldLayout xmlns:a="http://schemas.openxmlformats.org/drawingml/2006/main" xmlns:r="http://schemas.openxmlformats.org/officeDocument/2006/relationships" xmlns:p="http://schemas.openxmlformats.org/presentationml/2006/main" userDrawn="1">
  <p:cSld name="5_Section Header">
    <p:spTree>
      <p:nvGrpSpPr>
        <p:cNvPr id="1" name=""/>
        <p:cNvGrpSpPr/>
        <p:nvPr/>
      </p:nvGrpSpPr>
      <p:grpSpPr>
        <a:xfrm>
          <a:off x="0" y="0"/>
          <a:ext cx="0" cy="0"/>
          <a:chOff x="0" y="0"/>
          <a:chExt cx="0" cy="0"/>
        </a:xfrm>
      </p:grpSpPr>
      <p:sp>
        <p:nvSpPr>
          <p:cNvPr id="18" name="Titre 1"/>
          <p:cNvSpPr>
            <a:spLocks noGrp="1"/>
          </p:cNvSpPr>
          <p:nvPr>
            <p:ph type="title" hasCustomPrompt="1"/>
            <p:custDataLst>
              <p:tags r:id="rId1"/>
            </p:custDataLst>
          </p:nvPr>
        </p:nvSpPr>
        <p:spPr>
          <a:xfrm>
            <a:off x="716280" y="3587755"/>
            <a:ext cx="6121400" cy="899319"/>
          </a:xfrm>
          <a:prstGeom prst="rect">
            <a:avLst/>
          </a:prstGeom>
        </p:spPr>
        <p:txBody>
          <a:bodyPr vert="horz" lIns="0" tIns="33059" rIns="66118" bIns="33059" rtlCol="0" anchor="ctr" anchorCtr="0">
            <a:noAutofit/>
          </a:bodyPr>
          <a:lstStyle>
            <a:lvl1pPr algn="l" defTabSz="914320" rtl="0" eaLnBrk="1" latinLnBrk="0" hangingPunct="1">
              <a:lnSpc>
                <a:spcPct val="100000"/>
              </a:lnSpc>
              <a:spcBef>
                <a:spcPct val="0"/>
              </a:spcBef>
              <a:buNone/>
              <a:defRPr lang="en-US" sz="4267" b="0" kern="1200" cap="none" baseline="0" dirty="0" smtClean="0">
                <a:solidFill>
                  <a:srgbClr val="12ABDB"/>
                </a:solidFill>
                <a:latin typeface="Verdana" panose="020B0604030504040204" pitchFamily="34" charset="0"/>
                <a:ea typeface="Verdana" panose="020B0604030504040204" pitchFamily="34" charset="0"/>
                <a:cs typeface="Verdana" panose="020B0604030504040204" pitchFamily="34" charset="0"/>
              </a:defRPr>
            </a:lvl1pPr>
          </a:lstStyle>
          <a:p>
            <a:pPr lvl="0"/>
            <a:r>
              <a:rPr lang="en-US" noProof="0"/>
              <a:t>Click to edit Master </a:t>
            </a:r>
            <a:br>
              <a:rPr lang="en-US" noProof="0"/>
            </a:br>
            <a:r>
              <a:rPr lang="en-US" noProof="0"/>
              <a:t>text style</a:t>
            </a:r>
          </a:p>
        </p:txBody>
      </p:sp>
      <p:sp>
        <p:nvSpPr>
          <p:cNvPr id="9" name="Freeform: Shape 9">
            <a:extLst>
              <a:ext uri="{FF2B5EF4-FFF2-40B4-BE49-F238E27FC236}">
                <a16:creationId xmlns:a16="http://schemas.microsoft.com/office/drawing/2014/main" id="{E9591B16-5099-4FDC-B15E-D173CB4C8E78}"/>
              </a:ext>
            </a:extLst>
          </p:cNvPr>
          <p:cNvSpPr>
            <a:spLocks/>
          </p:cNvSpPr>
          <p:nvPr userDrawn="1"/>
        </p:nvSpPr>
        <p:spPr bwMode="auto">
          <a:xfrm rot="16200000" flipH="1">
            <a:off x="5642989" y="308993"/>
            <a:ext cx="6858003" cy="6240019"/>
          </a:xfrm>
          <a:custGeom>
            <a:avLst/>
            <a:gdLst>
              <a:gd name="connsiteX0" fmla="*/ 1393480 w 6857999"/>
              <a:gd name="connsiteY0" fmla="*/ 6240016 h 6240016"/>
              <a:gd name="connsiteX1" fmla="*/ 6857999 w 6857999"/>
              <a:gd name="connsiteY1" fmla="*/ 6240016 h 6240016"/>
              <a:gd name="connsiteX2" fmla="*/ 6857999 w 6857999"/>
              <a:gd name="connsiteY2" fmla="*/ 4248395 h 6240016"/>
              <a:gd name="connsiteX3" fmla="*/ 6815497 w 6857999"/>
              <a:gd name="connsiteY3" fmla="*/ 4209614 h 6240016"/>
              <a:gd name="connsiteX4" fmla="*/ 2767903 w 6857999"/>
              <a:gd name="connsiteY4" fmla="*/ 5342723 h 6240016"/>
              <a:gd name="connsiteX5" fmla="*/ 1497189 w 6857999"/>
              <a:gd name="connsiteY5" fmla="*/ 6201822 h 6240016"/>
              <a:gd name="connsiteX6" fmla="*/ 0 w 6857999"/>
              <a:gd name="connsiteY6" fmla="*/ 618342 h 6240016"/>
              <a:gd name="connsiteX7" fmla="*/ 0 w 6857999"/>
              <a:gd name="connsiteY7" fmla="*/ 6240016 h 6240016"/>
              <a:gd name="connsiteX8" fmla="*/ 921827 w 6857999"/>
              <a:gd name="connsiteY8" fmla="*/ 6240016 h 6240016"/>
              <a:gd name="connsiteX9" fmla="*/ 877464 w 6857999"/>
              <a:gd name="connsiteY9" fmla="*/ 6206986 h 6240016"/>
              <a:gd name="connsiteX10" fmla="*/ 1720124 w 6857999"/>
              <a:gd name="connsiteY10" fmla="*/ 3319666 h 6240016"/>
              <a:gd name="connsiteX11" fmla="*/ 1778012 w 6857999"/>
              <a:gd name="connsiteY11" fmla="*/ 0 h 6240016"/>
              <a:gd name="connsiteX12" fmla="*/ 36658 w 6857999"/>
              <a:gd name="connsiteY12" fmla="*/ 619001 h 62400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857999" h="6240016">
                <a:moveTo>
                  <a:pt x="1393480" y="6240016"/>
                </a:moveTo>
                <a:lnTo>
                  <a:pt x="6857999" y="6240016"/>
                </a:lnTo>
                <a:lnTo>
                  <a:pt x="6857999" y="4248395"/>
                </a:lnTo>
                <a:lnTo>
                  <a:pt x="6815497" y="4209614"/>
                </a:lnTo>
                <a:cubicBezTo>
                  <a:pt x="6548465" y="3983120"/>
                  <a:pt x="5320780" y="3210409"/>
                  <a:pt x="2767903" y="5342723"/>
                </a:cubicBezTo>
                <a:cubicBezTo>
                  <a:pt x="2220316" y="5799647"/>
                  <a:pt x="1804503" y="6071896"/>
                  <a:pt x="1497189" y="6201822"/>
                </a:cubicBezTo>
                <a:close/>
                <a:moveTo>
                  <a:pt x="0" y="618342"/>
                </a:moveTo>
                <a:lnTo>
                  <a:pt x="0" y="6240016"/>
                </a:lnTo>
                <a:lnTo>
                  <a:pt x="921827" y="6240016"/>
                </a:lnTo>
                <a:lnTo>
                  <a:pt x="877464" y="6206986"/>
                </a:lnTo>
                <a:cubicBezTo>
                  <a:pt x="498816" y="5832433"/>
                  <a:pt x="1067071" y="4347112"/>
                  <a:pt x="1720124" y="3319666"/>
                </a:cubicBezTo>
                <a:cubicBezTo>
                  <a:pt x="2767903" y="1675751"/>
                  <a:pt x="2938674" y="700400"/>
                  <a:pt x="1778012" y="0"/>
                </a:cubicBezTo>
                <a:cubicBezTo>
                  <a:pt x="950209" y="451498"/>
                  <a:pt x="400993" y="607786"/>
                  <a:pt x="36658" y="619001"/>
                </a:cubicBezTo>
                <a:close/>
              </a:path>
            </a:pathLst>
          </a:custGeom>
          <a:solidFill>
            <a:schemeClr val="accent2"/>
          </a:solidFill>
          <a:ln>
            <a:noFill/>
          </a:ln>
        </p:spPr>
        <p:txBody>
          <a:bodyPr vert="horz" wrap="square" lIns="91440" tIns="45720" rIns="91440" bIns="45720" numCol="1" anchor="t" anchorCtr="0" compatLnSpc="1">
            <a:prstTxWarp prst="textNoShape">
              <a:avLst/>
            </a:prstTxWarp>
            <a:noAutofit/>
          </a:bodyPr>
          <a:lstStyle/>
          <a:p>
            <a:endParaRPr lang="en-US" sz="1600" dirty="0"/>
          </a:p>
        </p:txBody>
      </p:sp>
      <p:pic>
        <p:nvPicPr>
          <p:cNvPr id="10" name="Graphic 4">
            <a:extLst>
              <a:ext uri="{FF2B5EF4-FFF2-40B4-BE49-F238E27FC236}">
                <a16:creationId xmlns:a16="http://schemas.microsoft.com/office/drawing/2014/main" id="{3518ABC4-CBC2-4620-ABB9-6051F1DA01A6}"/>
              </a:ext>
            </a:extLst>
          </p:cNvPr>
          <p:cNvPicPr>
            <a:picLocks noChangeAspect="1"/>
          </p:cNvPicPr>
          <p:nvPr userDrawn="1"/>
        </p:nvPicPr>
        <p:blipFill rotWithShape="1">
          <a:blip r:embed="rId3" cstate="screen">
            <a:extLst>
              <a:ext uri="{28A0092B-C50C-407E-A947-70E740481C1C}">
                <a14:useLocalDpi xmlns:a14="http://schemas.microsoft.com/office/drawing/2010/main"/>
              </a:ext>
              <a:ext uri="{96DAC541-7B7A-43D3-8B79-37D633B846F1}">
                <asvg:svgBlip xmlns:asvg="http://schemas.microsoft.com/office/drawing/2016/SVG/main" r:embed="rId4"/>
              </a:ext>
            </a:extLst>
          </a:blip>
          <a:srcRect l="81836" t="-4713" b="16530"/>
          <a:stretch/>
        </p:blipFill>
        <p:spPr>
          <a:xfrm>
            <a:off x="252643" y="210749"/>
            <a:ext cx="463637" cy="502171"/>
          </a:xfrm>
          <a:prstGeom prst="rect">
            <a:avLst/>
          </a:prstGeom>
        </p:spPr>
      </p:pic>
    </p:spTree>
    <p:extLst>
      <p:ext uri="{BB962C8B-B14F-4D97-AF65-F5344CB8AC3E}">
        <p14:creationId xmlns:p14="http://schemas.microsoft.com/office/powerpoint/2010/main" val="135791917"/>
      </p:ext>
    </p:extLst>
  </p:cSld>
  <p:clrMapOvr>
    <a:masterClrMapping/>
  </p:clrMapOvr>
</p:sldLayout>
</file>

<file path=ppt/slideLayouts/slideLayout90.xml><?xml version="1.0" encoding="utf-8"?>
<p:sldLayout xmlns:a="http://schemas.openxmlformats.org/drawingml/2006/main" xmlns:r="http://schemas.openxmlformats.org/officeDocument/2006/relationships" xmlns:p="http://schemas.openxmlformats.org/presentationml/2006/main" userDrawn="1">
  <p:cSld name="2_Custom Layou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2">
            <a:extLst>
              <a:ext uri="{FF2B5EF4-FFF2-40B4-BE49-F238E27FC236}">
                <a16:creationId xmlns:a16="http://schemas.microsoft.com/office/drawing/2014/main" id="{308B3E22-D83E-4AB8-9065-D9D24DEF7BD9}"/>
              </a:ext>
            </a:extLst>
          </p:cNvPr>
          <p:cNvSpPr/>
          <p:nvPr userDrawn="1">
            <p:custDataLst>
              <p:tags r:id="rId1"/>
            </p:custDataLst>
          </p:nvPr>
        </p:nvSpPr>
        <p:spPr>
          <a:xfrm>
            <a:off x="8917619" y="6465392"/>
            <a:ext cx="2521524" cy="123111"/>
          </a:xfrm>
          <a:prstGeom prst="rect">
            <a:avLst/>
          </a:prstGeom>
        </p:spPr>
        <p:txBody>
          <a:bodyPr wrap="none" lIns="0" tIns="0" rIns="0" bIns="0" anchor="b" anchorCtr="0">
            <a:spAutoFit/>
          </a:bodyPr>
          <a:lstStyle/>
          <a:p>
            <a:pPr algn="r"/>
            <a:r>
              <a:rPr lang="en-US" sz="800" dirty="0">
                <a:solidFill>
                  <a:schemeClr val="tx2"/>
                </a:solidFill>
                <a:latin typeface="+mj-lt"/>
              </a:rPr>
              <a:t>2019 News Broadcast Key Solutions | June 2019</a:t>
            </a:r>
          </a:p>
        </p:txBody>
      </p:sp>
    </p:spTree>
    <p:extLst>
      <p:ext uri="{BB962C8B-B14F-4D97-AF65-F5344CB8AC3E}">
        <p14:creationId xmlns:p14="http://schemas.microsoft.com/office/powerpoint/2010/main" val="1026285418"/>
      </p:ext>
    </p:extLst>
  </p:cSld>
  <p:clrMapOvr>
    <a:masterClrMapping/>
  </p:clrMapOvr>
</p:sldLayout>
</file>

<file path=ppt/slideLayouts/slideLayout91.xml><?xml version="1.0" encoding="utf-8"?>
<p:sldLayout xmlns:a="http://schemas.openxmlformats.org/drawingml/2006/main" xmlns:r="http://schemas.openxmlformats.org/officeDocument/2006/relationships" xmlns:p="http://schemas.openxmlformats.org/presentationml/2006/main" matchingName="Big Text (Midnight)" userDrawn="1">
  <p:cSld name="Big Text (Midnight)">
    <p:spTree>
      <p:nvGrpSpPr>
        <p:cNvPr id="1" name="Shape 687"/>
        <p:cNvGrpSpPr/>
        <p:nvPr/>
      </p:nvGrpSpPr>
      <p:grpSpPr>
        <a:xfrm>
          <a:off x="0" y="0"/>
          <a:ext cx="0" cy="0"/>
          <a:chOff x="0" y="0"/>
          <a:chExt cx="0" cy="0"/>
        </a:xfrm>
      </p:grpSpPr>
      <p:sp>
        <p:nvSpPr>
          <p:cNvPr id="688" name="Google Shape;688;p76"/>
          <p:cNvSpPr/>
          <p:nvPr userDrawn="1"/>
        </p:nvSpPr>
        <p:spPr>
          <a:xfrm>
            <a:off x="0" y="0"/>
            <a:ext cx="12192000" cy="6858000"/>
          </a:xfrm>
          <a:prstGeom prst="rect">
            <a:avLst/>
          </a:prstGeom>
          <a:solidFill>
            <a:srgbClr val="003856"/>
          </a:solidFill>
          <a:ln>
            <a:noFill/>
          </a:ln>
        </p:spPr>
        <p:txBody>
          <a:bodyPr spcFirstLastPara="1" wrap="square" lIns="121900" tIns="60933" rIns="121900" bIns="60933" anchor="ctr" anchorCtr="0">
            <a:noAutofit/>
          </a:bodyPr>
          <a:lstStyle/>
          <a:p>
            <a:pPr marL="0" marR="0" lvl="0" indent="0" algn="ctr" rtl="0">
              <a:spcBef>
                <a:spcPts val="0"/>
              </a:spcBef>
              <a:spcAft>
                <a:spcPts val="0"/>
              </a:spcAft>
              <a:buNone/>
            </a:pPr>
            <a:endParaRPr sz="1800" b="0" i="0" u="none" strike="noStrike" cap="none" dirty="0">
              <a:solidFill>
                <a:schemeClr val="lt1"/>
              </a:solidFill>
              <a:latin typeface="Calibri"/>
              <a:ea typeface="Calibri"/>
              <a:cs typeface="Calibri"/>
              <a:sym typeface="Calibri"/>
            </a:endParaRPr>
          </a:p>
        </p:txBody>
      </p:sp>
      <p:sp>
        <p:nvSpPr>
          <p:cNvPr id="690" name="Google Shape;690;p76"/>
          <p:cNvSpPr txBox="1">
            <a:spLocks noGrp="1"/>
          </p:cNvSpPr>
          <p:nvPr>
            <p:ph type="title"/>
          </p:nvPr>
        </p:nvSpPr>
        <p:spPr>
          <a:xfrm>
            <a:off x="347133" y="344833"/>
            <a:ext cx="11497734" cy="369332"/>
          </a:xfrm>
          <a:prstGeom prst="rect">
            <a:avLst/>
          </a:prstGeom>
          <a:noFill/>
          <a:ln>
            <a:noFill/>
          </a:ln>
        </p:spPr>
        <p:txBody>
          <a:bodyPr spcFirstLastPara="1" wrap="square" lIns="0" tIns="0" rIns="0" bIns="0" anchor="t" anchorCtr="0">
            <a:spAutoFit/>
          </a:bodyPr>
          <a:lstStyle>
            <a:lvl1pPr lvl="0" algn="l" rtl="0">
              <a:lnSpc>
                <a:spcPct val="100000"/>
              </a:lnSpc>
              <a:spcBef>
                <a:spcPts val="0"/>
              </a:spcBef>
              <a:spcAft>
                <a:spcPts val="0"/>
              </a:spcAft>
              <a:buNone/>
              <a:defRPr sz="2400" b="1">
                <a:solidFill>
                  <a:srgbClr val="FFFFFF"/>
                </a:solidFill>
                <a:latin typeface="Verdana" panose="020B0604030504040204" pitchFamily="34" charset="0"/>
                <a:ea typeface="Verdana" panose="020B0604030504040204" pitchFamily="34" charset="0"/>
                <a:cs typeface="Vani" panose="02040502050405020303" pitchFamily="18" charset="0"/>
                <a:sym typeface="Libre Baskerville"/>
              </a:defRPr>
            </a:lvl1pPr>
            <a:lvl2pPr lvl="1" rtl="0">
              <a:lnSpc>
                <a:spcPct val="115000"/>
              </a:lnSpc>
              <a:spcBef>
                <a:spcPts val="0"/>
              </a:spcBef>
              <a:spcAft>
                <a:spcPts val="0"/>
              </a:spcAft>
              <a:buNone/>
              <a:defRPr sz="2400">
                <a:solidFill>
                  <a:srgbClr val="FFFFFF"/>
                </a:solidFill>
                <a:latin typeface="Libre Baskerville"/>
                <a:ea typeface="Libre Baskerville"/>
                <a:cs typeface="Libre Baskerville"/>
                <a:sym typeface="Libre Baskerville"/>
              </a:defRPr>
            </a:lvl2pPr>
            <a:lvl3pPr lvl="2" rtl="0">
              <a:lnSpc>
                <a:spcPct val="115000"/>
              </a:lnSpc>
              <a:spcBef>
                <a:spcPts val="0"/>
              </a:spcBef>
              <a:spcAft>
                <a:spcPts val="0"/>
              </a:spcAft>
              <a:buNone/>
              <a:defRPr sz="2400">
                <a:solidFill>
                  <a:srgbClr val="FFFFFF"/>
                </a:solidFill>
                <a:latin typeface="Libre Baskerville"/>
                <a:ea typeface="Libre Baskerville"/>
                <a:cs typeface="Libre Baskerville"/>
                <a:sym typeface="Libre Baskerville"/>
              </a:defRPr>
            </a:lvl3pPr>
            <a:lvl4pPr lvl="3" rtl="0">
              <a:lnSpc>
                <a:spcPct val="115000"/>
              </a:lnSpc>
              <a:spcBef>
                <a:spcPts val="0"/>
              </a:spcBef>
              <a:spcAft>
                <a:spcPts val="0"/>
              </a:spcAft>
              <a:buNone/>
              <a:defRPr sz="2400">
                <a:solidFill>
                  <a:srgbClr val="FFFFFF"/>
                </a:solidFill>
                <a:latin typeface="Libre Baskerville"/>
                <a:ea typeface="Libre Baskerville"/>
                <a:cs typeface="Libre Baskerville"/>
                <a:sym typeface="Libre Baskerville"/>
              </a:defRPr>
            </a:lvl4pPr>
            <a:lvl5pPr lvl="4" rtl="0">
              <a:lnSpc>
                <a:spcPct val="115000"/>
              </a:lnSpc>
              <a:spcBef>
                <a:spcPts val="0"/>
              </a:spcBef>
              <a:spcAft>
                <a:spcPts val="0"/>
              </a:spcAft>
              <a:buNone/>
              <a:defRPr sz="2400">
                <a:solidFill>
                  <a:srgbClr val="FFFFFF"/>
                </a:solidFill>
                <a:latin typeface="Libre Baskerville"/>
                <a:ea typeface="Libre Baskerville"/>
                <a:cs typeface="Libre Baskerville"/>
                <a:sym typeface="Libre Baskerville"/>
              </a:defRPr>
            </a:lvl5pPr>
            <a:lvl6pPr lvl="5" rtl="0">
              <a:lnSpc>
                <a:spcPct val="115000"/>
              </a:lnSpc>
              <a:spcBef>
                <a:spcPts val="0"/>
              </a:spcBef>
              <a:spcAft>
                <a:spcPts val="0"/>
              </a:spcAft>
              <a:buNone/>
              <a:defRPr sz="2400">
                <a:solidFill>
                  <a:srgbClr val="FFFFFF"/>
                </a:solidFill>
                <a:latin typeface="Libre Baskerville"/>
                <a:ea typeface="Libre Baskerville"/>
                <a:cs typeface="Libre Baskerville"/>
                <a:sym typeface="Libre Baskerville"/>
              </a:defRPr>
            </a:lvl6pPr>
            <a:lvl7pPr lvl="6" rtl="0">
              <a:lnSpc>
                <a:spcPct val="115000"/>
              </a:lnSpc>
              <a:spcBef>
                <a:spcPts val="0"/>
              </a:spcBef>
              <a:spcAft>
                <a:spcPts val="0"/>
              </a:spcAft>
              <a:buNone/>
              <a:defRPr sz="2400">
                <a:solidFill>
                  <a:srgbClr val="FFFFFF"/>
                </a:solidFill>
                <a:latin typeface="Libre Baskerville"/>
                <a:ea typeface="Libre Baskerville"/>
                <a:cs typeface="Libre Baskerville"/>
                <a:sym typeface="Libre Baskerville"/>
              </a:defRPr>
            </a:lvl7pPr>
            <a:lvl8pPr lvl="7" rtl="0">
              <a:lnSpc>
                <a:spcPct val="115000"/>
              </a:lnSpc>
              <a:spcBef>
                <a:spcPts val="0"/>
              </a:spcBef>
              <a:spcAft>
                <a:spcPts val="0"/>
              </a:spcAft>
              <a:buNone/>
              <a:defRPr sz="2400">
                <a:solidFill>
                  <a:srgbClr val="FFFFFF"/>
                </a:solidFill>
                <a:latin typeface="Libre Baskerville"/>
                <a:ea typeface="Libre Baskerville"/>
                <a:cs typeface="Libre Baskerville"/>
                <a:sym typeface="Libre Baskerville"/>
              </a:defRPr>
            </a:lvl8pPr>
            <a:lvl9pPr lvl="8" rtl="0">
              <a:lnSpc>
                <a:spcPct val="115000"/>
              </a:lnSpc>
              <a:spcBef>
                <a:spcPts val="0"/>
              </a:spcBef>
              <a:spcAft>
                <a:spcPts val="0"/>
              </a:spcAft>
              <a:buNone/>
              <a:defRPr sz="2400">
                <a:solidFill>
                  <a:srgbClr val="FFFFFF"/>
                </a:solidFill>
                <a:latin typeface="Libre Baskerville"/>
                <a:ea typeface="Libre Baskerville"/>
                <a:cs typeface="Libre Baskerville"/>
                <a:sym typeface="Libre Baskerville"/>
              </a:defRPr>
            </a:lvl9pPr>
          </a:lstStyle>
          <a:p>
            <a:endParaRPr/>
          </a:p>
        </p:txBody>
      </p:sp>
      <p:sp>
        <p:nvSpPr>
          <p:cNvPr id="691" name="Google Shape;691;p76"/>
          <p:cNvSpPr txBox="1"/>
          <p:nvPr/>
        </p:nvSpPr>
        <p:spPr>
          <a:xfrm>
            <a:off x="9110900" y="6622698"/>
            <a:ext cx="215600" cy="102800"/>
          </a:xfrm>
          <a:prstGeom prst="rect">
            <a:avLst/>
          </a:prstGeom>
          <a:noFill/>
          <a:ln>
            <a:noFill/>
          </a:ln>
        </p:spPr>
        <p:txBody>
          <a:bodyPr spcFirstLastPara="1" wrap="square" lIns="0" tIns="0" rIns="0" bIns="0" anchor="ctr" anchorCtr="0">
            <a:noAutofit/>
          </a:bodyPr>
          <a:lstStyle/>
          <a:p>
            <a:pPr marL="0" lvl="0" indent="0" algn="l" rtl="0">
              <a:lnSpc>
                <a:spcPct val="120000"/>
              </a:lnSpc>
              <a:spcBef>
                <a:spcPts val="0"/>
              </a:spcBef>
              <a:spcAft>
                <a:spcPts val="0"/>
              </a:spcAft>
              <a:buNone/>
            </a:pPr>
            <a:fld id="{00000000-1234-1234-1234-123412341234}" type="slidenum">
              <a:rPr lang="en" sz="800">
                <a:solidFill>
                  <a:schemeClr val="bg1">
                    <a:lumMod val="95000"/>
                  </a:schemeClr>
                </a:solidFill>
                <a:latin typeface="Verdana" panose="020B0604030504040204" pitchFamily="34" charset="0"/>
                <a:ea typeface="Verdana" panose="020B0604030504040204" pitchFamily="34" charset="0"/>
                <a:cs typeface="Libre Baskerville"/>
                <a:sym typeface="Libre Baskerville"/>
              </a:rPr>
              <a:pPr marL="0" lvl="0" indent="0" algn="l" rtl="0">
                <a:lnSpc>
                  <a:spcPct val="120000"/>
                </a:lnSpc>
                <a:spcBef>
                  <a:spcPts val="0"/>
                </a:spcBef>
                <a:spcAft>
                  <a:spcPts val="0"/>
                </a:spcAft>
                <a:buNone/>
              </a:pPr>
              <a:t>‹#›</a:t>
            </a:fld>
            <a:endParaRPr sz="800" dirty="0">
              <a:solidFill>
                <a:schemeClr val="bg1">
                  <a:lumMod val="95000"/>
                </a:schemeClr>
              </a:solidFill>
              <a:latin typeface="Verdana" panose="020B0604030504040204" pitchFamily="34" charset="0"/>
              <a:ea typeface="Verdana" panose="020B0604030504040204" pitchFamily="34" charset="0"/>
              <a:cs typeface="Libre Baskerville"/>
              <a:sym typeface="Libre Baskerville"/>
            </a:endParaRPr>
          </a:p>
        </p:txBody>
      </p:sp>
      <p:sp>
        <p:nvSpPr>
          <p:cNvPr id="692" name="Google Shape;692;p76"/>
          <p:cNvSpPr txBox="1"/>
          <p:nvPr/>
        </p:nvSpPr>
        <p:spPr>
          <a:xfrm>
            <a:off x="9474200" y="6612543"/>
            <a:ext cx="2577629" cy="123111"/>
          </a:xfrm>
          <a:prstGeom prst="rect">
            <a:avLst/>
          </a:prstGeom>
          <a:noFill/>
          <a:ln>
            <a:noFill/>
          </a:ln>
        </p:spPr>
        <p:txBody>
          <a:bodyPr spcFirstLastPara="1" wrap="none" lIns="0" tIns="0" rIns="0" bIns="0" anchor="ctr" anchorCtr="0">
            <a:spAutoFit/>
          </a:bodyPr>
          <a:lstStyle/>
          <a:p>
            <a:pPr marL="0" lvl="0" indent="0" algn="l" rtl="0">
              <a:spcBef>
                <a:spcPts val="0"/>
              </a:spcBef>
              <a:spcAft>
                <a:spcPts val="0"/>
              </a:spcAft>
              <a:buNone/>
            </a:pPr>
            <a:r>
              <a:rPr lang="en" sz="800">
                <a:solidFill>
                  <a:schemeClr val="bg1">
                    <a:lumMod val="95000"/>
                  </a:schemeClr>
                </a:solidFill>
                <a:latin typeface="Verdana" panose="020B0604030504040204" pitchFamily="34" charset="0"/>
                <a:ea typeface="Verdana" panose="020B0604030504040204" pitchFamily="34" charset="0"/>
                <a:cs typeface="Open Sans"/>
                <a:sym typeface="Open Sans"/>
              </a:rPr>
              <a:t>Copyright © 2020 Capgemini. All rights reserved.</a:t>
            </a:r>
            <a:endParaRPr sz="800" dirty="0">
              <a:solidFill>
                <a:schemeClr val="bg1">
                  <a:lumMod val="95000"/>
                </a:schemeClr>
              </a:solidFill>
              <a:latin typeface="Verdana" panose="020B0604030504040204" pitchFamily="34" charset="0"/>
              <a:ea typeface="Verdana" panose="020B0604030504040204" pitchFamily="34" charset="0"/>
              <a:cs typeface="Open Sans"/>
              <a:sym typeface="Open Sans"/>
            </a:endParaRPr>
          </a:p>
        </p:txBody>
      </p:sp>
      <p:pic>
        <p:nvPicPr>
          <p:cNvPr id="693" name="Google Shape;693;p76"/>
          <p:cNvPicPr preferRelativeResize="0"/>
          <p:nvPr/>
        </p:nvPicPr>
        <p:blipFill rotWithShape="1">
          <a:blip r:embed="rId2" cstate="email">
            <a:alphaModFix/>
            <a:extLst>
              <a:ext uri="{28A0092B-C50C-407E-A947-70E740481C1C}">
                <a14:useLocalDpi xmlns:a14="http://schemas.microsoft.com/office/drawing/2010/main"/>
              </a:ext>
            </a:extLst>
          </a:blip>
          <a:srcRect/>
          <a:stretch/>
        </p:blipFill>
        <p:spPr>
          <a:xfrm>
            <a:off x="198120" y="6381338"/>
            <a:ext cx="1576400" cy="474847"/>
          </a:xfrm>
          <a:prstGeom prst="rect">
            <a:avLst/>
          </a:prstGeom>
          <a:noFill/>
          <a:ln>
            <a:noFill/>
          </a:ln>
        </p:spPr>
      </p:pic>
      <p:cxnSp>
        <p:nvCxnSpPr>
          <p:cNvPr id="3" name="Straight Connector 2">
            <a:extLst>
              <a:ext uri="{FF2B5EF4-FFF2-40B4-BE49-F238E27FC236}">
                <a16:creationId xmlns:a16="http://schemas.microsoft.com/office/drawing/2014/main" id="{0E2E2173-66D6-4CEE-8111-1DACB4DC12A1}"/>
              </a:ext>
            </a:extLst>
          </p:cNvPr>
          <p:cNvCxnSpPr/>
          <p:nvPr userDrawn="1"/>
        </p:nvCxnSpPr>
        <p:spPr>
          <a:xfrm>
            <a:off x="9371775" y="6607824"/>
            <a:ext cx="0" cy="132548"/>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59115094"/>
      </p:ext>
    </p:extLst>
  </p:cSld>
  <p:clrMapOvr>
    <a:masterClrMapping/>
  </p:clrMapOvr>
</p:sldLayout>
</file>

<file path=ppt/slideLayouts/slideLayout92.xml><?xml version="1.0" encoding="utf-8"?>
<p:sldLayout xmlns:a="http://schemas.openxmlformats.org/drawingml/2006/main" xmlns:r="http://schemas.openxmlformats.org/officeDocument/2006/relationships" xmlns:p="http://schemas.openxmlformats.org/presentationml/2006/main" type="tx">
  <p:cSld name="1_Case study grid">
    <p:bg>
      <p:bgPr>
        <a:solidFill>
          <a:schemeClr val="accent1">
            <a:lumOff val="-57413"/>
          </a:schemeClr>
        </a:solidFill>
        <a:effectLst/>
      </p:bgPr>
    </p:bg>
    <p:spTree>
      <p:nvGrpSpPr>
        <p:cNvPr id="1" name=""/>
        <p:cNvGrpSpPr/>
        <p:nvPr/>
      </p:nvGrpSpPr>
      <p:grpSpPr>
        <a:xfrm>
          <a:off x="0" y="0"/>
          <a:ext cx="0" cy="0"/>
          <a:chOff x="0" y="0"/>
          <a:chExt cx="0" cy="0"/>
        </a:xfrm>
      </p:grpSpPr>
      <p:sp>
        <p:nvSpPr>
          <p:cNvPr id="2523" name="image5.png"/>
          <p:cNvSpPr>
            <a:spLocks noGrp="1"/>
          </p:cNvSpPr>
          <p:nvPr>
            <p:ph type="pic" sz="half" idx="21"/>
          </p:nvPr>
        </p:nvSpPr>
        <p:spPr>
          <a:xfrm>
            <a:off x="7358507" y="3429000"/>
            <a:ext cx="6177061" cy="3429000"/>
          </a:xfrm>
          <a:prstGeom prst="rect">
            <a:avLst/>
          </a:prstGeom>
        </p:spPr>
        <p:txBody>
          <a:bodyPr lIns="91439" tIns="45719" rIns="91439" bIns="45719"/>
          <a:lstStyle/>
          <a:p>
            <a:endParaRPr dirty="0"/>
          </a:p>
        </p:txBody>
      </p:sp>
      <p:sp>
        <p:nvSpPr>
          <p:cNvPr id="2524" name="image5.png"/>
          <p:cNvSpPr>
            <a:spLocks noGrp="1"/>
          </p:cNvSpPr>
          <p:nvPr>
            <p:ph type="pic" sz="half" idx="22"/>
          </p:nvPr>
        </p:nvSpPr>
        <p:spPr>
          <a:xfrm>
            <a:off x="-468230" y="3429000"/>
            <a:ext cx="6143459" cy="3429000"/>
          </a:xfrm>
          <a:prstGeom prst="rect">
            <a:avLst/>
          </a:prstGeom>
        </p:spPr>
        <p:txBody>
          <a:bodyPr lIns="91439" tIns="45719" rIns="91439" bIns="45719"/>
          <a:lstStyle/>
          <a:p>
            <a:endParaRPr dirty="0"/>
          </a:p>
        </p:txBody>
      </p:sp>
      <p:sp>
        <p:nvSpPr>
          <p:cNvPr id="2525" name="image8.png"/>
          <p:cNvSpPr>
            <a:spLocks noGrp="1"/>
          </p:cNvSpPr>
          <p:nvPr>
            <p:ph type="pic" sz="half" idx="23"/>
          </p:nvPr>
        </p:nvSpPr>
        <p:spPr>
          <a:xfrm>
            <a:off x="6516814" y="0"/>
            <a:ext cx="6143459" cy="3429000"/>
          </a:xfrm>
          <a:prstGeom prst="rect">
            <a:avLst/>
          </a:prstGeom>
        </p:spPr>
        <p:txBody>
          <a:bodyPr lIns="91439" tIns="45719" rIns="91439" bIns="45719"/>
          <a:lstStyle/>
          <a:p>
            <a:endParaRPr dirty="0"/>
          </a:p>
        </p:txBody>
      </p:sp>
      <p:sp>
        <p:nvSpPr>
          <p:cNvPr id="2526" name="image5.png"/>
          <p:cNvSpPr>
            <a:spLocks noGrp="1"/>
          </p:cNvSpPr>
          <p:nvPr>
            <p:ph type="pic" sz="half" idx="24"/>
          </p:nvPr>
        </p:nvSpPr>
        <p:spPr>
          <a:xfrm>
            <a:off x="2154291" y="0"/>
            <a:ext cx="6166309" cy="3429000"/>
          </a:xfrm>
          <a:prstGeom prst="rect">
            <a:avLst/>
          </a:prstGeom>
        </p:spPr>
        <p:txBody>
          <a:bodyPr lIns="91439" tIns="45719" rIns="91439" bIns="45719"/>
          <a:lstStyle/>
          <a:p>
            <a:endParaRPr dirty="0"/>
          </a:p>
        </p:txBody>
      </p:sp>
      <p:sp>
        <p:nvSpPr>
          <p:cNvPr id="2527" name="image8.png"/>
          <p:cNvSpPr>
            <a:spLocks noGrp="1"/>
          </p:cNvSpPr>
          <p:nvPr>
            <p:ph type="pic" sz="half" idx="25"/>
          </p:nvPr>
        </p:nvSpPr>
        <p:spPr>
          <a:xfrm>
            <a:off x="3863428" y="3429000"/>
            <a:ext cx="6177059" cy="3429000"/>
          </a:xfrm>
          <a:prstGeom prst="rect">
            <a:avLst/>
          </a:prstGeom>
        </p:spPr>
        <p:txBody>
          <a:bodyPr lIns="91439" tIns="45719" rIns="91439" bIns="45719"/>
          <a:lstStyle/>
          <a:p>
            <a:endParaRPr dirty="0"/>
          </a:p>
        </p:txBody>
      </p:sp>
      <p:sp>
        <p:nvSpPr>
          <p:cNvPr id="2528" name="Rectangle"/>
          <p:cNvSpPr>
            <a:spLocks noGrp="1"/>
          </p:cNvSpPr>
          <p:nvPr>
            <p:ph type="body" sz="quarter" idx="26"/>
          </p:nvPr>
        </p:nvSpPr>
        <p:spPr>
          <a:xfrm>
            <a:off x="0" y="0"/>
            <a:ext cx="3492500" cy="3430290"/>
          </a:xfrm>
          <a:prstGeom prst="rect">
            <a:avLst/>
          </a:prstGeom>
          <a:solidFill>
            <a:schemeClr val="accent1">
              <a:lumOff val="-57413"/>
            </a:schemeClr>
          </a:solidFill>
        </p:spPr>
        <p:txBody>
          <a:bodyPr lIns="50800" tIns="50800" rIns="50800" bIns="50800"/>
          <a:lstStyle>
            <a:lvl1pPr marL="0" marR="0" indent="0" defTabSz="411480">
              <a:lnSpc>
                <a:spcPct val="140000"/>
              </a:lnSpc>
              <a:spcBef>
                <a:spcPts val="0"/>
              </a:spcBef>
              <a:buSzTx/>
              <a:buFontTx/>
              <a:buNone/>
              <a:defRPr sz="2400">
                <a:solidFill>
                  <a:schemeClr val="accent1">
                    <a:lumOff val="-57413"/>
                  </a:schemeClr>
                </a:solidFill>
                <a:uFillTx/>
              </a:defRPr>
            </a:lvl1pPr>
          </a:lstStyle>
          <a:p>
            <a:pPr marL="0" marR="0" indent="0" defTabSz="822960">
              <a:lnSpc>
                <a:spcPct val="140000"/>
              </a:lnSpc>
              <a:spcBef>
                <a:spcPts val="0"/>
              </a:spcBef>
              <a:buSzTx/>
              <a:buFontTx/>
              <a:buNone/>
              <a:defRPr sz="2400">
                <a:solidFill>
                  <a:schemeClr val="accent1">
                    <a:lumOff val="-57413"/>
                  </a:schemeClr>
                </a:solidFill>
                <a:uFillTx/>
              </a:defRPr>
            </a:pPr>
            <a:endParaRPr/>
          </a:p>
        </p:txBody>
      </p:sp>
      <p:sp>
        <p:nvSpPr>
          <p:cNvPr id="2529" name="Client"/>
          <p:cNvSpPr>
            <a:spLocks noGrp="1"/>
          </p:cNvSpPr>
          <p:nvPr>
            <p:ph type="body" sz="quarter" idx="27"/>
          </p:nvPr>
        </p:nvSpPr>
        <p:spPr>
          <a:xfrm>
            <a:off x="442384" y="408792"/>
            <a:ext cx="2594569" cy="383032"/>
          </a:xfrm>
          <a:prstGeom prst="rect">
            <a:avLst/>
          </a:prstGeom>
        </p:spPr>
        <p:txBody>
          <a:bodyPr lIns="0" tIns="0" rIns="0" bIns="0">
            <a:spAutoFit/>
          </a:bodyPr>
          <a:lstStyle>
            <a:lvl1pPr marL="0" marR="28575" indent="0" defTabSz="641350">
              <a:lnSpc>
                <a:spcPct val="80000"/>
              </a:lnSpc>
              <a:spcBef>
                <a:spcPts val="0"/>
              </a:spcBef>
              <a:buSzTx/>
              <a:buFontTx/>
              <a:buNone/>
              <a:defRPr sz="3000" spc="30">
                <a:uFill>
                  <a:solidFill>
                    <a:schemeClr val="accent1">
                      <a:lumOff val="-57413"/>
                    </a:schemeClr>
                  </a:solidFill>
                </a:uFill>
                <a:latin typeface="Quarto Bold"/>
                <a:ea typeface="Quarto Bold"/>
                <a:cs typeface="Quarto Bold"/>
                <a:sym typeface="Quarto Bold"/>
              </a:defRPr>
            </a:lvl1pPr>
          </a:lstStyle>
          <a:p>
            <a:pPr>
              <a:defRPr>
                <a:solidFill>
                  <a:srgbClr val="424242"/>
                </a:solidFill>
              </a:defRPr>
            </a:pPr>
            <a:r>
              <a:rPr>
                <a:solidFill>
                  <a:schemeClr val="accent4"/>
                </a:solidFill>
              </a:rPr>
              <a:t>Client</a:t>
            </a:r>
          </a:p>
        </p:txBody>
      </p:sp>
      <p:sp>
        <p:nvSpPr>
          <p:cNvPr id="2530" name="Description text dolor sit incididunt, adipisicing tempor, adipisicing tempor incididunt ut labore et dolore magna aliqua. Lorem ipsum dolor sit."/>
          <p:cNvSpPr>
            <a:spLocks noGrp="1"/>
          </p:cNvSpPr>
          <p:nvPr>
            <p:ph type="body" sz="quarter" idx="28"/>
          </p:nvPr>
        </p:nvSpPr>
        <p:spPr>
          <a:xfrm>
            <a:off x="442384" y="1422320"/>
            <a:ext cx="2594569" cy="657616"/>
          </a:xfrm>
          <a:prstGeom prst="rect">
            <a:avLst/>
          </a:prstGeom>
        </p:spPr>
        <p:txBody>
          <a:bodyPr lIns="0" tIns="0" rIns="0" bIns="0">
            <a:spAutoFit/>
          </a:bodyPr>
          <a:lstStyle>
            <a:lvl1pPr marL="0" marR="0" indent="0" defTabSz="411480">
              <a:lnSpc>
                <a:spcPct val="140000"/>
              </a:lnSpc>
              <a:spcBef>
                <a:spcPts val="0"/>
              </a:spcBef>
              <a:buSzTx/>
              <a:buFontTx/>
              <a:buNone/>
              <a:defRPr sz="1050">
                <a:uFillTx/>
                <a:latin typeface="BentonSansF Medium"/>
                <a:ea typeface="BentonSansF Medium"/>
                <a:cs typeface="BentonSansF Medium"/>
                <a:sym typeface="BentonSansF Medium"/>
              </a:defRPr>
            </a:lvl1pPr>
          </a:lstStyle>
          <a:p>
            <a:pPr>
              <a:defRPr>
                <a:solidFill>
                  <a:schemeClr val="accent1">
                    <a:lumOff val="-57413"/>
                  </a:schemeClr>
                </a:solidFill>
                <a:latin typeface="BentonSansF Book"/>
                <a:ea typeface="BentonSansF Book"/>
                <a:cs typeface="BentonSansF Book"/>
                <a:sym typeface="BentonSansF Book"/>
              </a:defRPr>
            </a:pPr>
            <a:r>
              <a:rPr>
                <a:solidFill>
                  <a:schemeClr val="accent4"/>
                </a:solidFill>
                <a:latin typeface="BentonSansF Medium"/>
                <a:ea typeface="BentonSansF Medium"/>
                <a:cs typeface="BentonSansF Medium"/>
                <a:sym typeface="BentonSansF Medium"/>
              </a:rPr>
              <a:t>Description text dolor sit incididunt, adipisicing tempor, adipisicing tempor incididunt ut labore et dolore magna aliqua. Lorem ipsum dolor sit.</a:t>
            </a:r>
          </a:p>
        </p:txBody>
      </p:sp>
      <p:sp>
        <p:nvSpPr>
          <p:cNvPr id="2531" name="Project name"/>
          <p:cNvSpPr>
            <a:spLocks noGrp="1"/>
          </p:cNvSpPr>
          <p:nvPr>
            <p:ph type="body" sz="quarter" idx="29"/>
          </p:nvPr>
        </p:nvSpPr>
        <p:spPr>
          <a:xfrm>
            <a:off x="442384" y="1018677"/>
            <a:ext cx="2594569" cy="153888"/>
          </a:xfrm>
          <a:prstGeom prst="rect">
            <a:avLst/>
          </a:prstGeom>
        </p:spPr>
        <p:txBody>
          <a:bodyPr lIns="0" tIns="0" rIns="0" bIns="0">
            <a:spAutoFit/>
          </a:bodyPr>
          <a:lstStyle>
            <a:lvl1pPr marL="0" marR="0" indent="0" defTabSz="411480">
              <a:lnSpc>
                <a:spcPct val="100000"/>
              </a:lnSpc>
              <a:spcBef>
                <a:spcPts val="0"/>
              </a:spcBef>
              <a:buSzTx/>
              <a:buFontTx/>
              <a:buNone/>
              <a:defRPr sz="1000" cap="all" spc="100">
                <a:uFillTx/>
                <a:latin typeface="BentonSansF Medium"/>
                <a:ea typeface="BentonSansF Medium"/>
                <a:cs typeface="BentonSansF Medium"/>
                <a:sym typeface="BentonSansF Medium"/>
              </a:defRPr>
            </a:lvl1pPr>
          </a:lstStyle>
          <a:p>
            <a:pPr>
              <a:defRPr>
                <a:solidFill>
                  <a:schemeClr val="accent1">
                    <a:lumOff val="-57413"/>
                  </a:schemeClr>
                </a:solidFill>
              </a:defRPr>
            </a:pPr>
            <a:r>
              <a:rPr>
                <a:solidFill>
                  <a:schemeClr val="accent4"/>
                </a:solidFill>
              </a:rPr>
              <a:t>Project name</a:t>
            </a:r>
          </a:p>
        </p:txBody>
      </p:sp>
      <p:sp>
        <p:nvSpPr>
          <p:cNvPr id="2532" name="Slide Number"/>
          <p:cNvSpPr txBox="1">
            <a:spLocks noGrp="1"/>
          </p:cNvSpPr>
          <p:nvPr>
            <p:ph type="sldNum" sz="quarter" idx="2"/>
          </p:nvPr>
        </p:nvSpPr>
        <p:spPr>
          <a:xfrm>
            <a:off x="8736225" y="6192911"/>
            <a:ext cx="275071" cy="326880"/>
          </a:xfrm>
          <a:prstGeom prst="rect">
            <a:avLst/>
          </a:prstGeom>
        </p:spPr>
        <p:txBody>
          <a:bodyPr lIns="45718" tIns="45718" rIns="45718" bIns="45718" anchor="ctr"/>
          <a:lstStyle>
            <a:lvl1pPr algn="l" defTabSz="411480">
              <a:lnSpc>
                <a:spcPct val="140000"/>
              </a:lnSpc>
              <a:defRPr sz="1200">
                <a:uFillTx/>
              </a:defRPr>
            </a:lvl1pPr>
          </a:lstStyle>
          <a:p>
            <a:fld id="{86CB4B4D-7CA3-9044-876B-883B54F8677D}" type="slidenum">
              <a:t>‹#›</a:t>
            </a:fld>
            <a:endParaRPr dirty="0"/>
          </a:p>
        </p:txBody>
      </p:sp>
    </p:spTree>
    <p:extLst>
      <p:ext uri="{BB962C8B-B14F-4D97-AF65-F5344CB8AC3E}">
        <p14:creationId xmlns:p14="http://schemas.microsoft.com/office/powerpoint/2010/main" val="401103001"/>
      </p:ext>
    </p:extLst>
  </p:cSld>
  <p:clrMapOvr>
    <a:masterClrMapping/>
  </p:clrMapOvr>
  <p:transition spd="med"/>
</p:sldLayout>
</file>

<file path=ppt/slideLayouts/slideLayout93.xml><?xml version="1.0" encoding="utf-8"?>
<p:sldLayout xmlns:a="http://schemas.openxmlformats.org/drawingml/2006/main" xmlns:r="http://schemas.openxmlformats.org/officeDocument/2006/relationships" xmlns:p="http://schemas.openxmlformats.org/presentationml/2006/main" type="tx">
  <p:cSld name="2_Case study grid">
    <p:spTree>
      <p:nvGrpSpPr>
        <p:cNvPr id="1" name=""/>
        <p:cNvGrpSpPr/>
        <p:nvPr/>
      </p:nvGrpSpPr>
      <p:grpSpPr>
        <a:xfrm>
          <a:off x="0" y="0"/>
          <a:ext cx="0" cy="0"/>
          <a:chOff x="0" y="0"/>
          <a:chExt cx="0" cy="0"/>
        </a:xfrm>
      </p:grpSpPr>
      <p:sp>
        <p:nvSpPr>
          <p:cNvPr id="2539" name="image5.png"/>
          <p:cNvSpPr>
            <a:spLocks noGrp="1"/>
          </p:cNvSpPr>
          <p:nvPr>
            <p:ph type="pic" sz="half" idx="21"/>
          </p:nvPr>
        </p:nvSpPr>
        <p:spPr>
          <a:xfrm>
            <a:off x="7367302" y="3430339"/>
            <a:ext cx="6165822" cy="3468282"/>
          </a:xfrm>
          <a:prstGeom prst="rect">
            <a:avLst/>
          </a:prstGeom>
        </p:spPr>
        <p:txBody>
          <a:bodyPr lIns="91439" tIns="45719" rIns="91439" bIns="45719"/>
          <a:lstStyle/>
          <a:p>
            <a:endParaRPr dirty="0"/>
          </a:p>
        </p:txBody>
      </p:sp>
      <p:sp>
        <p:nvSpPr>
          <p:cNvPr id="2540" name="image5.png"/>
          <p:cNvSpPr>
            <a:spLocks noGrp="1"/>
          </p:cNvSpPr>
          <p:nvPr>
            <p:ph type="pic" sz="half" idx="22"/>
          </p:nvPr>
        </p:nvSpPr>
        <p:spPr>
          <a:xfrm>
            <a:off x="-469935" y="3424634"/>
            <a:ext cx="6165834" cy="3468282"/>
          </a:xfrm>
          <a:prstGeom prst="rect">
            <a:avLst/>
          </a:prstGeom>
        </p:spPr>
        <p:txBody>
          <a:bodyPr lIns="91439" tIns="45719" rIns="91439" bIns="45719"/>
          <a:lstStyle/>
          <a:p>
            <a:endParaRPr dirty="0"/>
          </a:p>
        </p:txBody>
      </p:sp>
      <p:sp>
        <p:nvSpPr>
          <p:cNvPr id="2541" name="image8.png"/>
          <p:cNvSpPr>
            <a:spLocks noGrp="1"/>
          </p:cNvSpPr>
          <p:nvPr>
            <p:ph type="pic" sz="half" idx="23"/>
          </p:nvPr>
        </p:nvSpPr>
        <p:spPr>
          <a:xfrm>
            <a:off x="6496015" y="-38001"/>
            <a:ext cx="6165834" cy="3468281"/>
          </a:xfrm>
          <a:prstGeom prst="rect">
            <a:avLst/>
          </a:prstGeom>
        </p:spPr>
        <p:txBody>
          <a:bodyPr lIns="91439" tIns="45719" rIns="91439" bIns="45719"/>
          <a:lstStyle/>
          <a:p>
            <a:endParaRPr dirty="0"/>
          </a:p>
        </p:txBody>
      </p:sp>
      <p:sp>
        <p:nvSpPr>
          <p:cNvPr id="2542" name="image5.png"/>
          <p:cNvSpPr>
            <a:spLocks noGrp="1"/>
          </p:cNvSpPr>
          <p:nvPr>
            <p:ph type="pic" sz="half" idx="24"/>
          </p:nvPr>
        </p:nvSpPr>
        <p:spPr>
          <a:xfrm>
            <a:off x="2141591" y="-38100"/>
            <a:ext cx="6166309" cy="3468549"/>
          </a:xfrm>
          <a:prstGeom prst="rect">
            <a:avLst/>
          </a:prstGeom>
        </p:spPr>
        <p:txBody>
          <a:bodyPr lIns="91439" tIns="45719" rIns="91439" bIns="45719"/>
          <a:lstStyle/>
          <a:p>
            <a:endParaRPr dirty="0"/>
          </a:p>
        </p:txBody>
      </p:sp>
      <p:sp>
        <p:nvSpPr>
          <p:cNvPr id="2543" name="image8.png"/>
          <p:cNvSpPr>
            <a:spLocks noGrp="1"/>
          </p:cNvSpPr>
          <p:nvPr>
            <p:ph type="pic" sz="half" idx="25"/>
          </p:nvPr>
        </p:nvSpPr>
        <p:spPr>
          <a:xfrm>
            <a:off x="3884923" y="3430339"/>
            <a:ext cx="6165820" cy="3468282"/>
          </a:xfrm>
          <a:prstGeom prst="rect">
            <a:avLst/>
          </a:prstGeom>
        </p:spPr>
        <p:txBody>
          <a:bodyPr lIns="91439" tIns="45719" rIns="91439" bIns="45719"/>
          <a:lstStyle/>
          <a:p>
            <a:endParaRPr dirty="0"/>
          </a:p>
        </p:txBody>
      </p:sp>
      <p:sp>
        <p:nvSpPr>
          <p:cNvPr id="2544" name="Rectangle"/>
          <p:cNvSpPr>
            <a:spLocks noGrp="1"/>
          </p:cNvSpPr>
          <p:nvPr>
            <p:ph type="body" sz="quarter" idx="26"/>
          </p:nvPr>
        </p:nvSpPr>
        <p:spPr>
          <a:xfrm>
            <a:off x="-4234" y="0"/>
            <a:ext cx="3487805" cy="3430290"/>
          </a:xfrm>
          <a:prstGeom prst="rect">
            <a:avLst/>
          </a:prstGeom>
          <a:solidFill>
            <a:schemeClr val="accent1">
              <a:lumOff val="-57413"/>
            </a:schemeClr>
          </a:solidFill>
        </p:spPr>
        <p:txBody>
          <a:bodyPr lIns="50800" tIns="50800" rIns="50800" bIns="50800"/>
          <a:lstStyle>
            <a:lvl1pPr marL="0" marR="0" indent="0" defTabSz="411480">
              <a:lnSpc>
                <a:spcPct val="140000"/>
              </a:lnSpc>
              <a:spcBef>
                <a:spcPts val="0"/>
              </a:spcBef>
              <a:buSzTx/>
              <a:buFontTx/>
              <a:buNone/>
              <a:defRPr sz="2400">
                <a:solidFill>
                  <a:schemeClr val="accent1">
                    <a:lumOff val="-57413"/>
                  </a:schemeClr>
                </a:solidFill>
                <a:uFillTx/>
              </a:defRPr>
            </a:lvl1pPr>
          </a:lstStyle>
          <a:p>
            <a:pPr marL="0" marR="0" indent="0" defTabSz="822960">
              <a:lnSpc>
                <a:spcPct val="140000"/>
              </a:lnSpc>
              <a:spcBef>
                <a:spcPts val="0"/>
              </a:spcBef>
              <a:buSzTx/>
              <a:buFontTx/>
              <a:buNone/>
              <a:defRPr sz="2400">
                <a:solidFill>
                  <a:schemeClr val="accent1">
                    <a:lumOff val="-57413"/>
                  </a:schemeClr>
                </a:solidFill>
                <a:uFillTx/>
              </a:defRPr>
            </a:pPr>
            <a:endParaRPr/>
          </a:p>
        </p:txBody>
      </p:sp>
      <p:sp>
        <p:nvSpPr>
          <p:cNvPr id="2545" name="sticker"/>
          <p:cNvSpPr>
            <a:spLocks noGrp="1"/>
          </p:cNvSpPr>
          <p:nvPr>
            <p:ph type="body" sz="quarter" idx="27"/>
          </p:nvPr>
        </p:nvSpPr>
        <p:spPr>
          <a:xfrm>
            <a:off x="2950559" y="2877270"/>
            <a:ext cx="1081535" cy="1081535"/>
          </a:xfrm>
          <a:prstGeom prst="ellipse">
            <a:avLst/>
          </a:prstGeom>
          <a:solidFill>
            <a:schemeClr val="accent4"/>
          </a:solidFill>
        </p:spPr>
        <p:txBody>
          <a:bodyPr lIns="50800" tIns="50800" rIns="50800" bIns="50800" anchor="ctr"/>
          <a:lstStyle>
            <a:lvl1pPr marL="0" marR="0" indent="0" algn="ctr" defTabSz="412750">
              <a:lnSpc>
                <a:spcPct val="110000"/>
              </a:lnSpc>
              <a:spcBef>
                <a:spcPts val="0"/>
              </a:spcBef>
              <a:buSzTx/>
              <a:buFontTx/>
              <a:buNone/>
              <a:defRPr sz="850" cap="all" spc="85">
                <a:solidFill>
                  <a:schemeClr val="accent1">
                    <a:lumOff val="-57413"/>
                  </a:schemeClr>
                </a:solidFill>
                <a:uFillTx/>
                <a:latin typeface="BentonSansF Medium"/>
                <a:ea typeface="BentonSansF Medium"/>
                <a:cs typeface="BentonSansF Medium"/>
                <a:sym typeface="BentonSansF Medium"/>
              </a:defRPr>
            </a:lvl1pPr>
          </a:lstStyle>
          <a:p>
            <a:r>
              <a:t>sticker</a:t>
            </a:r>
          </a:p>
        </p:txBody>
      </p:sp>
      <p:sp>
        <p:nvSpPr>
          <p:cNvPr id="2546" name="Client"/>
          <p:cNvSpPr>
            <a:spLocks noGrp="1"/>
          </p:cNvSpPr>
          <p:nvPr>
            <p:ph type="body" sz="quarter" idx="28"/>
          </p:nvPr>
        </p:nvSpPr>
        <p:spPr>
          <a:xfrm>
            <a:off x="442384" y="402442"/>
            <a:ext cx="2594569" cy="383032"/>
          </a:xfrm>
          <a:prstGeom prst="rect">
            <a:avLst/>
          </a:prstGeom>
        </p:spPr>
        <p:txBody>
          <a:bodyPr lIns="0" tIns="0" rIns="0" bIns="0">
            <a:spAutoFit/>
          </a:bodyPr>
          <a:lstStyle>
            <a:lvl1pPr marL="0" marR="28575" indent="0" defTabSz="641350">
              <a:lnSpc>
                <a:spcPct val="80000"/>
              </a:lnSpc>
              <a:spcBef>
                <a:spcPts val="0"/>
              </a:spcBef>
              <a:buSzTx/>
              <a:buFontTx/>
              <a:buNone/>
              <a:defRPr sz="3000" spc="30">
                <a:uFill>
                  <a:solidFill>
                    <a:schemeClr val="accent1">
                      <a:lumOff val="-57413"/>
                    </a:schemeClr>
                  </a:solidFill>
                </a:uFill>
                <a:latin typeface="Quarto Bold"/>
                <a:ea typeface="Quarto Bold"/>
                <a:cs typeface="Quarto Bold"/>
                <a:sym typeface="Quarto Bold"/>
              </a:defRPr>
            </a:lvl1pPr>
          </a:lstStyle>
          <a:p>
            <a:pPr>
              <a:defRPr>
                <a:solidFill>
                  <a:srgbClr val="424242"/>
                </a:solidFill>
              </a:defRPr>
            </a:pPr>
            <a:r>
              <a:rPr>
                <a:solidFill>
                  <a:schemeClr val="accent4"/>
                </a:solidFill>
              </a:rPr>
              <a:t>Client</a:t>
            </a:r>
          </a:p>
        </p:txBody>
      </p:sp>
      <p:sp>
        <p:nvSpPr>
          <p:cNvPr id="2547" name="Description text dolor sit incididunt, adipisicing tempor, adipisicing tempor incididunt ut labore et dolore magna aliqua. Lorem ipsum dolor sit."/>
          <p:cNvSpPr>
            <a:spLocks noGrp="1"/>
          </p:cNvSpPr>
          <p:nvPr>
            <p:ph type="body" sz="quarter" idx="29"/>
          </p:nvPr>
        </p:nvSpPr>
        <p:spPr>
          <a:xfrm>
            <a:off x="442384" y="1758871"/>
            <a:ext cx="2594569" cy="657616"/>
          </a:xfrm>
          <a:prstGeom prst="rect">
            <a:avLst/>
          </a:prstGeom>
        </p:spPr>
        <p:txBody>
          <a:bodyPr lIns="0" tIns="0" rIns="0" bIns="0">
            <a:spAutoFit/>
          </a:bodyPr>
          <a:lstStyle>
            <a:lvl1pPr marL="0" marR="0" indent="0" defTabSz="411480">
              <a:lnSpc>
                <a:spcPct val="140000"/>
              </a:lnSpc>
              <a:spcBef>
                <a:spcPts val="0"/>
              </a:spcBef>
              <a:buSzTx/>
              <a:buFontTx/>
              <a:buNone/>
              <a:defRPr sz="1050">
                <a:uFillTx/>
                <a:latin typeface="BentonSansF Medium"/>
                <a:ea typeface="BentonSansF Medium"/>
                <a:cs typeface="BentonSansF Medium"/>
                <a:sym typeface="BentonSansF Medium"/>
              </a:defRPr>
            </a:lvl1pPr>
          </a:lstStyle>
          <a:p>
            <a:pPr>
              <a:defRPr>
                <a:solidFill>
                  <a:schemeClr val="accent1">
                    <a:lumOff val="-57413"/>
                  </a:schemeClr>
                </a:solidFill>
                <a:latin typeface="BentonSansF Book"/>
                <a:ea typeface="BentonSansF Book"/>
                <a:cs typeface="BentonSansF Book"/>
                <a:sym typeface="BentonSansF Book"/>
              </a:defRPr>
            </a:pPr>
            <a:r>
              <a:rPr>
                <a:solidFill>
                  <a:schemeClr val="accent4"/>
                </a:solidFill>
                <a:latin typeface="BentonSansF Medium"/>
                <a:ea typeface="BentonSansF Medium"/>
                <a:cs typeface="BentonSansF Medium"/>
                <a:sym typeface="BentonSansF Medium"/>
              </a:rPr>
              <a:t>Description text dolor sit incididunt, adipisicing tempor, adipisicing tempor incididunt ut labore et dolore magna aliqua. Lorem ipsum dolor sit.</a:t>
            </a:r>
          </a:p>
        </p:txBody>
      </p:sp>
      <p:sp>
        <p:nvSpPr>
          <p:cNvPr id="2548" name="project"/>
          <p:cNvSpPr>
            <a:spLocks noGrp="1"/>
          </p:cNvSpPr>
          <p:nvPr>
            <p:ph type="body" sz="quarter" idx="30"/>
          </p:nvPr>
        </p:nvSpPr>
        <p:spPr>
          <a:xfrm>
            <a:off x="442384" y="1005977"/>
            <a:ext cx="2594569" cy="153888"/>
          </a:xfrm>
          <a:prstGeom prst="rect">
            <a:avLst/>
          </a:prstGeom>
        </p:spPr>
        <p:txBody>
          <a:bodyPr lIns="0" tIns="0" rIns="0" bIns="0">
            <a:spAutoFit/>
          </a:bodyPr>
          <a:lstStyle>
            <a:lvl1pPr marL="0" marR="0" indent="0" defTabSz="411480">
              <a:lnSpc>
                <a:spcPct val="100000"/>
              </a:lnSpc>
              <a:spcBef>
                <a:spcPts val="0"/>
              </a:spcBef>
              <a:buSzTx/>
              <a:buFontTx/>
              <a:buNone/>
              <a:defRPr sz="1000" cap="all" spc="100">
                <a:uFillTx/>
                <a:latin typeface="BentonSansF Medium"/>
                <a:ea typeface="BentonSansF Medium"/>
                <a:cs typeface="BentonSansF Medium"/>
                <a:sym typeface="BentonSansF Medium"/>
              </a:defRPr>
            </a:lvl1pPr>
          </a:lstStyle>
          <a:p>
            <a:pPr>
              <a:defRPr>
                <a:solidFill>
                  <a:schemeClr val="accent1">
                    <a:lumOff val="-57413"/>
                  </a:schemeClr>
                </a:solidFill>
              </a:defRPr>
            </a:pPr>
            <a:r>
              <a:rPr>
                <a:solidFill>
                  <a:schemeClr val="accent4"/>
                </a:solidFill>
              </a:rPr>
              <a:t>project</a:t>
            </a:r>
          </a:p>
        </p:txBody>
      </p:sp>
      <p:sp>
        <p:nvSpPr>
          <p:cNvPr id="2549" name="Slide Number"/>
          <p:cNvSpPr txBox="1">
            <a:spLocks noGrp="1"/>
          </p:cNvSpPr>
          <p:nvPr>
            <p:ph type="sldNum" sz="quarter" idx="2"/>
          </p:nvPr>
        </p:nvSpPr>
        <p:spPr>
          <a:xfrm>
            <a:off x="8736225" y="6192911"/>
            <a:ext cx="275071" cy="326880"/>
          </a:xfrm>
          <a:prstGeom prst="rect">
            <a:avLst/>
          </a:prstGeom>
        </p:spPr>
        <p:txBody>
          <a:bodyPr lIns="45718" tIns="45718" rIns="45718" bIns="45718" anchor="ctr"/>
          <a:lstStyle>
            <a:lvl1pPr algn="l" defTabSz="411480">
              <a:lnSpc>
                <a:spcPct val="140000"/>
              </a:lnSpc>
              <a:defRPr sz="1200">
                <a:uFillTx/>
              </a:defRPr>
            </a:lvl1pPr>
          </a:lstStyle>
          <a:p>
            <a:fld id="{86CB4B4D-7CA3-9044-876B-883B54F8677D}" type="slidenum">
              <a:t>‹#›</a:t>
            </a:fld>
            <a:endParaRPr dirty="0"/>
          </a:p>
        </p:txBody>
      </p:sp>
    </p:spTree>
    <p:extLst>
      <p:ext uri="{BB962C8B-B14F-4D97-AF65-F5344CB8AC3E}">
        <p14:creationId xmlns:p14="http://schemas.microsoft.com/office/powerpoint/2010/main" val="1835935088"/>
      </p:ext>
    </p:extLst>
  </p:cSld>
  <p:clrMapOvr>
    <a:masterClrMapping/>
  </p:clrMapOvr>
  <p:transition spd="med"/>
</p:sldLayout>
</file>

<file path=ppt/slideLayouts/slideLayout94.xml><?xml version="1.0" encoding="utf-8"?>
<p:sldLayout xmlns:a="http://schemas.openxmlformats.org/drawingml/2006/main" xmlns:r="http://schemas.openxmlformats.org/officeDocument/2006/relationships" xmlns:p="http://schemas.openxmlformats.org/presentationml/2006/main"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315976085"/>
      </p:ext>
    </p:extLst>
  </p:cSld>
  <p:clrMapOvr>
    <a:masterClrMapping/>
  </p:clrMapOvr>
</p:sldLayout>
</file>

<file path=ppt/slideLayouts/slideLayout95.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dirty="0"/>
          </a:p>
        </p:txBody>
      </p:sp>
      <p:pic>
        <p:nvPicPr>
          <p:cNvPr id="6" name="Picture 7">
            <a:extLst>
              <a:ext uri="{FF2B5EF4-FFF2-40B4-BE49-F238E27FC236}">
                <a16:creationId xmlns:a16="http://schemas.microsoft.com/office/drawing/2014/main" id="{998876DF-E006-4593-BB8F-D9ED68F0F3A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89189" y="260648"/>
            <a:ext cx="4024242" cy="1212215"/>
          </a:xfrm>
          <a:prstGeom prst="rect">
            <a:avLst/>
          </a:prstGeom>
        </p:spPr>
      </p:pic>
    </p:spTree>
    <p:extLst>
      <p:ext uri="{BB962C8B-B14F-4D97-AF65-F5344CB8AC3E}">
        <p14:creationId xmlns:p14="http://schemas.microsoft.com/office/powerpoint/2010/main" val="3586058189"/>
      </p:ext>
    </p:extLst>
  </p:cSld>
  <p:clrMapOvr>
    <a:masterClrMapping/>
  </p:clrMapOvr>
  <p:extLst>
    <p:ext uri="{DCECCB84-F9BA-43D5-87BE-67443E8EF086}">
      <p15:sldGuideLst xmlns:p15="http://schemas.microsoft.com/office/powerpoint/2012/main"/>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dirty="0"/>
          </a:p>
        </p:txBody>
      </p:sp>
      <p:pic>
        <p:nvPicPr>
          <p:cNvPr id="6" name="Picture 7">
            <a:extLst>
              <a:ext uri="{FF2B5EF4-FFF2-40B4-BE49-F238E27FC236}">
                <a16:creationId xmlns:a16="http://schemas.microsoft.com/office/drawing/2014/main" id="{38E54E64-0C53-4C58-9CCF-1BDC66BC5F18}"/>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7688" y="260032"/>
            <a:ext cx="4024242" cy="1212215"/>
          </a:xfrm>
          <a:prstGeom prst="rect">
            <a:avLst/>
          </a:prstGeom>
        </p:spPr>
      </p:pic>
    </p:spTree>
    <p:extLst>
      <p:ext uri="{BB962C8B-B14F-4D97-AF65-F5344CB8AC3E}">
        <p14:creationId xmlns:p14="http://schemas.microsoft.com/office/powerpoint/2010/main" val="2614369870"/>
      </p:ext>
    </p:extLst>
  </p:cSld>
  <p:clrMapOvr>
    <a:masterClrMapping/>
  </p:clrMapOvr>
  <p:extLst>
    <p:ext uri="{DCECCB84-F9BA-43D5-87BE-67443E8EF086}">
      <p15:sldGuideLst xmlns:p15="http://schemas.microsoft.com/office/powerpoint/2012/main"/>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dirty="0"/>
          </a:p>
        </p:txBody>
      </p:sp>
      <p:pic>
        <p:nvPicPr>
          <p:cNvPr id="8" name="Picture 7">
            <a:extLst>
              <a:ext uri="{FF2B5EF4-FFF2-40B4-BE49-F238E27FC236}">
                <a16:creationId xmlns:a16="http://schemas.microsoft.com/office/drawing/2014/main" id="{319AF0EB-4460-4FFA-A8E1-2F74D0C4022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8189189" y="260648"/>
            <a:ext cx="4024242" cy="1212215"/>
          </a:xfrm>
          <a:prstGeom prst="rect">
            <a:avLst/>
          </a:prstGeom>
        </p:spPr>
      </p:pic>
    </p:spTree>
    <p:extLst>
      <p:ext uri="{BB962C8B-B14F-4D97-AF65-F5344CB8AC3E}">
        <p14:creationId xmlns:p14="http://schemas.microsoft.com/office/powerpoint/2010/main" val="3088261651"/>
      </p:ext>
    </p:extLst>
  </p:cSld>
  <p:clrMapOvr>
    <a:masterClrMapping/>
  </p:clrMapOvr>
  <p:extLst>
    <p:ext uri="{DCECCB84-F9BA-43D5-87BE-67443E8EF086}">
      <p15:sldGuideLst xmlns:p15="http://schemas.microsoft.com/office/powerpoint/2012/main"/>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1181735540"/>
      </p:ext>
    </p:extLst>
  </p:cSld>
  <p:clrMapOvr>
    <a:masterClrMapping/>
  </p:clrMapOvr>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1249616066"/>
      </p:ext>
    </p:extLst>
  </p:cSld>
  <p:clrMapOvr>
    <a:masterClrMapping/>
  </p:clrMapOvr>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732945060"/>
      </p:ext>
    </p:extLst>
  </p:cSld>
  <p:clrMapOvr>
    <a:masterClrMapping/>
  </p:clrMapOvr>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554227595"/>
      </p:ext>
    </p:extLst>
  </p:cSld>
  <p:clrMapOvr>
    <a:masterClrMapping/>
  </p:clrMapOvr>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2079745383"/>
      </p:ext>
    </p:extLst>
  </p:cSld>
  <p:clrMapOvr>
    <a:masterClrMapping/>
  </p:clrMapOvr>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dirty="0"/>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dirty="0"/>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dirty="0"/>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1217507519"/>
      </p:ext>
    </p:extLst>
  </p:cSld>
  <p:clrMapOvr>
    <a:masterClrMapping/>
  </p:clrMapOvr>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1998840089"/>
      </p:ext>
    </p:extLst>
  </p:cSld>
  <p:clrMapOvr>
    <a:masterClrMapping/>
  </p:clrMapOvr>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dirty="0"/>
          </a:p>
        </p:txBody>
      </p:sp>
    </p:spTree>
    <p:extLst>
      <p:ext uri="{BB962C8B-B14F-4D97-AF65-F5344CB8AC3E}">
        <p14:creationId xmlns:p14="http://schemas.microsoft.com/office/powerpoint/2010/main" val="881539356"/>
      </p:ext>
    </p:extLst>
  </p:cSld>
  <p:clrMapOvr>
    <a:masterClrMapping/>
  </p:clrMapOvr>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1914451238"/>
      </p:ext>
    </p:extLst>
  </p:cSld>
  <p:clrMapOvr>
    <a:masterClrMapping/>
  </p:clrMapOvr>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dirty="0"/>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dirty="0"/>
              <a:t>INSERT A LABEL/ALBEIT</a:t>
            </a:r>
          </a:p>
        </p:txBody>
      </p:sp>
    </p:spTree>
    <p:extLst>
      <p:ext uri="{BB962C8B-B14F-4D97-AF65-F5344CB8AC3E}">
        <p14:creationId xmlns:p14="http://schemas.microsoft.com/office/powerpoint/2010/main" val="1865119744"/>
      </p:ext>
    </p:extLst>
  </p:cSld>
  <p:clrMapOvr>
    <a:masterClrMapping/>
  </p:clrMapOvr>
  <p:extLst>
    <p:ext uri="{DCECCB84-F9BA-43D5-87BE-67443E8EF086}">
      <p15:sldGuideLst xmlns:p15="http://schemas.microsoft.com/office/powerpoint/2012/main"/>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dirty="0"/>
              <a:t>Click icon to add picture and arrange the picture in the background</a:t>
            </a:r>
            <a:endParaRPr lang="en-GB" dirty="0"/>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347932992"/>
      </p:ext>
    </p:extLst>
  </p:cSld>
  <p:clrMapOvr>
    <a:masterClrMapping/>
  </p:clrMapOvr>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44895287"/>
      </p:ext>
    </p:extLst>
  </p:cSld>
  <p:clrMapOvr>
    <a:masterClrMapping/>
  </p:clrMapOvr>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dirty="0"/>
              <a:t>Insert Picture and send </a:t>
            </a:r>
            <a:r>
              <a:rPr lang="de-DE" dirty="0" err="1"/>
              <a:t>to</a:t>
            </a:r>
            <a:r>
              <a:rPr lang="de-DE" dirty="0"/>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3870611987"/>
      </p:ext>
    </p:extLst>
  </p:cSld>
  <p:clrMapOvr>
    <a:masterClrMapping/>
  </p:clrMapOvr>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dirty="0"/>
              <a:t>Insert Picture and send </a:t>
            </a:r>
            <a:r>
              <a:rPr lang="de-DE" dirty="0" err="1"/>
              <a:t>to</a:t>
            </a:r>
            <a:r>
              <a:rPr lang="de-DE" dirty="0"/>
              <a:t> back</a:t>
            </a:r>
          </a:p>
        </p:txBody>
      </p:sp>
    </p:spTree>
    <p:extLst>
      <p:ext uri="{BB962C8B-B14F-4D97-AF65-F5344CB8AC3E}">
        <p14:creationId xmlns:p14="http://schemas.microsoft.com/office/powerpoint/2010/main" val="1880161862"/>
      </p:ext>
    </p:extLst>
  </p:cSld>
  <p:clrMapOvr>
    <a:masterClrMapping/>
  </p:clrMapOvr>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2920221"/>
            <a:ext cx="460037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dirty="0">
                <a:solidFill>
                  <a:schemeClr val="lt1"/>
                </a:solidFill>
                <a:effectLst/>
                <a:latin typeface="+mn-lt"/>
                <a:ea typeface="+mn-ea"/>
                <a:cs typeface="+mn-cs"/>
              </a:rPr>
              <a:t>As the digital innovation, consulting and transformation brand of the Capgemini Group, Capgemini Invent helps CxOs envision and build what’s next for their organizations. Located in more than 30 offices and 25 creative studios around the world,its 7,000+ strong team combines strategy, technology, data science and creative design with deep industry expertise and insights, to develop new digital solutions and business models</a:t>
            </a:r>
            <a:br>
              <a:rPr lang="en-GB" sz="900" kern="1200" dirty="0">
                <a:solidFill>
                  <a:schemeClr val="lt1"/>
                </a:solidFill>
                <a:effectLst/>
                <a:latin typeface="+mn-lt"/>
                <a:ea typeface="+mn-ea"/>
                <a:cs typeface="+mn-cs"/>
              </a:rPr>
            </a:br>
            <a:r>
              <a:rPr lang="en-GB" sz="900" kern="1200" dirty="0">
                <a:solidFill>
                  <a:schemeClr val="lt1"/>
                </a:solidFill>
                <a:effectLst/>
                <a:latin typeface="+mn-lt"/>
                <a:ea typeface="+mn-ea"/>
                <a:cs typeface="+mn-cs"/>
              </a:rPr>
              <a:t>of the future.</a:t>
            </a:r>
            <a:endParaRPr lang="en-US" sz="900" kern="1200" dirty="0">
              <a:solidFill>
                <a:schemeClr val="lt1"/>
              </a:solidFill>
              <a:effectLst/>
              <a:latin typeface="+mn-lt"/>
              <a:ea typeface="+mn-ea"/>
              <a:cs typeface="+mn-cs"/>
            </a:endParaRPr>
          </a:p>
          <a:p>
            <a:pPr algn="just"/>
            <a:r>
              <a:rPr lang="en-GB" sz="900" b="1" i="1" kern="1200" dirty="0">
                <a:solidFill>
                  <a:schemeClr val="lt1"/>
                </a:solidFill>
                <a:effectLst/>
                <a:latin typeface="+mn-lt"/>
                <a:ea typeface="+mn-ea"/>
                <a:cs typeface="+mn-cs"/>
              </a:rPr>
              <a:t> </a:t>
            </a:r>
            <a:endParaRPr lang="en-US" sz="900" kern="1200" dirty="0">
              <a:solidFill>
                <a:schemeClr val="lt1"/>
              </a:solidFill>
              <a:effectLst/>
              <a:latin typeface="+mn-lt"/>
              <a:ea typeface="+mn-ea"/>
              <a:cs typeface="+mn-cs"/>
            </a:endParaRPr>
          </a:p>
          <a:p>
            <a:pPr algn="just"/>
            <a:r>
              <a:rPr lang="en-GB" sz="900" kern="1200" dirty="0">
                <a:solidFill>
                  <a:schemeClr val="lt1"/>
                </a:solidFill>
                <a:effectLst/>
                <a:latin typeface="+mn-lt"/>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2020 global revenues of €16 billion.</a:t>
            </a:r>
            <a:endParaRPr lang="en-US" sz="900" kern="1200" dirty="0">
              <a:solidFill>
                <a:schemeClr val="lt1"/>
              </a:solidFill>
              <a:effectLst/>
              <a:latin typeface="+mn-lt"/>
              <a:ea typeface="+mn-ea"/>
              <a:cs typeface="+mn-cs"/>
            </a:endParaRPr>
          </a:p>
        </p:txBody>
      </p:sp>
      <p:sp>
        <p:nvSpPr>
          <p:cNvPr id="15" name="Rectangle 14"/>
          <p:cNvSpPr/>
          <p:nvPr/>
        </p:nvSpPr>
        <p:spPr>
          <a:xfrm>
            <a:off x="6536184" y="2540957"/>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bg1"/>
                </a:solidFill>
                <a:latin typeface="Ubuntu" panose="020B0504030602030204" pitchFamily="34" charset="0"/>
              </a:rPr>
              <a:t>About Capgemini Invent</a:t>
            </a:r>
          </a:p>
        </p:txBody>
      </p:sp>
      <p:sp>
        <p:nvSpPr>
          <p:cNvPr id="16" name="Rectangle 15"/>
          <p:cNvSpPr/>
          <p:nvPr/>
        </p:nvSpPr>
        <p:spPr>
          <a:xfrm>
            <a:off x="6536184" y="530120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bg1"/>
                </a:solidFill>
                <a:effectLst/>
                <a:latin typeface="Ubuntu" panose="020B0504030602030204" pitchFamily="34" charset="0"/>
              </a:rPr>
              <a:t>Get the Future You Want </a:t>
            </a:r>
            <a:r>
              <a:rPr lang="en-US" sz="900" dirty="0">
                <a:solidFill>
                  <a:schemeClr val="bg1"/>
                </a:solidFill>
                <a:effectLst/>
                <a:latin typeface="Ubuntu" panose="020B0504030602030204" pitchFamily="34" charset="0"/>
              </a:rPr>
              <a:t>|</a:t>
            </a:r>
            <a:r>
              <a:rPr lang="en-GB" sz="900" dirty="0">
                <a:solidFill>
                  <a:schemeClr val="bg1"/>
                </a:solidFill>
                <a:effectLst/>
                <a:latin typeface="Ubuntu" panose="020B0504030602030204" pitchFamily="34" charset="0"/>
              </a:rPr>
              <a:t> </a:t>
            </a:r>
            <a:r>
              <a:rPr lang="en-US" sz="1050" dirty="0">
                <a:solidFill>
                  <a:schemeClr val="accent2"/>
                </a:solidFill>
                <a:latin typeface="Ubuntu" panose="020B0504030602030204" pitchFamily="34" charset="0"/>
              </a:rPr>
              <a:t>www.capgemini.com/invent</a:t>
            </a:r>
          </a:p>
        </p:txBody>
      </p:sp>
      <p:pic>
        <p:nvPicPr>
          <p:cNvPr id="13" name="Picture 7">
            <a:extLst>
              <a:ext uri="{FF2B5EF4-FFF2-40B4-BE49-F238E27FC236}">
                <a16:creationId xmlns:a16="http://schemas.microsoft.com/office/drawing/2014/main" id="{F9B42E50-405D-4320-932D-4A5EAD8D82B2}"/>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61107" y="533779"/>
            <a:ext cx="4024242" cy="1212215"/>
          </a:xfrm>
          <a:prstGeom prst="rect">
            <a:avLst/>
          </a:prstGeom>
        </p:spPr>
      </p:pic>
    </p:spTree>
    <p:extLst>
      <p:ext uri="{BB962C8B-B14F-4D97-AF65-F5344CB8AC3E}">
        <p14:creationId xmlns:p14="http://schemas.microsoft.com/office/powerpoint/2010/main" val="2243738728"/>
      </p:ext>
    </p:extLst>
  </p:cSld>
  <p:clrMapOvr>
    <a:masterClrMapping/>
  </p:clrMapOvr>
  <p:extLst>
    <p:ext uri="{DCECCB84-F9BA-43D5-87BE-67443E8EF086}">
      <p15:sldGuideLst xmlns:p15="http://schemas.microsoft.com/office/powerpoint/2012/main"/>
    </p:ext>
  </p:extLs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2214" y="156218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dirty="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48" name="Rectangle 47"/>
          <p:cNvSpPr/>
          <p:nvPr/>
        </p:nvSpPr>
        <p:spPr>
          <a:xfrm>
            <a:off x="426523" y="1068313"/>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068313"/>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068313"/>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32238"/>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32238"/>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366977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bg1"/>
                </a:solidFill>
                <a:effectLst/>
                <a:latin typeface="Ubuntu" panose="020B0504030602030204" pitchFamily="34" charset="0"/>
              </a:rPr>
              <a:t>Get the Future You Want </a:t>
            </a:r>
            <a:r>
              <a:rPr lang="en-US" sz="900" dirty="0">
                <a:solidFill>
                  <a:schemeClr val="bg1"/>
                </a:solidFill>
                <a:effectLst/>
                <a:latin typeface="Ubuntu" panose="020B0504030602030204" pitchFamily="34" charset="0"/>
              </a:rPr>
              <a:t>|</a:t>
            </a:r>
            <a:r>
              <a:rPr lang="en-GB" sz="900" dirty="0">
                <a:solidFill>
                  <a:schemeClr val="bg1"/>
                </a:solidFill>
                <a:effectLst/>
                <a:latin typeface="Ubuntu" panose="020B0504030602030204" pitchFamily="34" charset="0"/>
              </a:rPr>
              <a:t> </a:t>
            </a:r>
            <a:r>
              <a:rPr lang="en-US" sz="1050" dirty="0">
                <a:solidFill>
                  <a:schemeClr val="accent2"/>
                </a:solidFill>
                <a:latin typeface="Ubuntu" panose="020B0504030602030204" pitchFamily="34" charset="0"/>
              </a:rPr>
              <a:t>www.capgemini.com</a:t>
            </a:r>
          </a:p>
        </p:txBody>
      </p:sp>
      <p:sp>
        <p:nvSpPr>
          <p:cNvPr id="24" name="Rectangle 23">
            <a:extLst>
              <a:ext uri="{FF2B5EF4-FFF2-40B4-BE49-F238E27FC236}">
                <a16:creationId xmlns:a16="http://schemas.microsoft.com/office/drawing/2014/main" id="{4A111039-914C-4DB4-9DF3-DF6AF113071A}"/>
              </a:ext>
            </a:extLst>
          </p:cNvPr>
          <p:cNvSpPr/>
          <p:nvPr userDrawn="1"/>
        </p:nvSpPr>
        <p:spPr>
          <a:xfrm>
            <a:off x="428633" y="1446176"/>
            <a:ext cx="4732250"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dirty="0">
                <a:solidFill>
                  <a:schemeClr val="lt1"/>
                </a:solidFill>
                <a:effectLst/>
                <a:latin typeface="+mn-lt"/>
                <a:ea typeface="+mn-ea"/>
                <a:cs typeface="+mn-cs"/>
              </a:rPr>
              <a:t>As the digital innovation, consulting and transformation brand of the Capgemini Group, Capgemini Invent helps CxOs envision and build what’s next for their organizations. Located in more than 30 offices and 25 creative studios around the world,its 7,000+ strong team combines strategy, technology, data science and creative design with deep industry expertise and insights, to develop new digital solutions and business models of the future.</a:t>
            </a:r>
            <a:endParaRPr lang="en-US" sz="900" kern="1200" dirty="0">
              <a:solidFill>
                <a:schemeClr val="lt1"/>
              </a:solidFill>
              <a:effectLst/>
              <a:latin typeface="+mn-lt"/>
              <a:ea typeface="+mn-ea"/>
              <a:cs typeface="+mn-cs"/>
            </a:endParaRPr>
          </a:p>
          <a:p>
            <a:pPr algn="just"/>
            <a:r>
              <a:rPr lang="en-GB" sz="900" b="1" i="1" kern="1200" dirty="0">
                <a:solidFill>
                  <a:schemeClr val="lt1"/>
                </a:solidFill>
                <a:effectLst/>
                <a:latin typeface="+mn-lt"/>
                <a:ea typeface="+mn-ea"/>
                <a:cs typeface="+mn-cs"/>
              </a:rPr>
              <a:t> </a:t>
            </a:r>
            <a:endParaRPr lang="en-US" sz="900" kern="1200" dirty="0">
              <a:solidFill>
                <a:schemeClr val="lt1"/>
              </a:solidFill>
              <a:effectLst/>
              <a:latin typeface="+mn-lt"/>
              <a:ea typeface="+mn-ea"/>
              <a:cs typeface="+mn-cs"/>
            </a:endParaRPr>
          </a:p>
          <a:p>
            <a:pPr algn="just"/>
            <a:r>
              <a:rPr lang="en-GB" sz="900" kern="1200" dirty="0">
                <a:solidFill>
                  <a:schemeClr val="lt1"/>
                </a:solidFill>
                <a:effectLst/>
                <a:latin typeface="+mn-lt"/>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fueled by the fast evolving and innovative world of cloud, data, AI, connectivity, software, digital engineering and platforms. The Group reported in 2020 global revenues of €16 billion.</a:t>
            </a:r>
            <a:endParaRPr lang="en-US" sz="900" kern="1200" dirty="0">
              <a:solidFill>
                <a:schemeClr val="lt1"/>
              </a:solidFill>
              <a:effectLst/>
              <a:latin typeface="+mn-lt"/>
              <a:ea typeface="+mn-ea"/>
              <a:cs typeface="+mn-cs"/>
            </a:endParaRPr>
          </a:p>
        </p:txBody>
      </p:sp>
      <p:sp>
        <p:nvSpPr>
          <p:cNvPr id="25" name="Rectangle 24">
            <a:extLst>
              <a:ext uri="{FF2B5EF4-FFF2-40B4-BE49-F238E27FC236}">
                <a16:creationId xmlns:a16="http://schemas.microsoft.com/office/drawing/2014/main" id="{70346E06-447F-4987-8A70-EF682B77014F}"/>
              </a:ext>
            </a:extLst>
          </p:cNvPr>
          <p:cNvSpPr/>
          <p:nvPr userDrawn="1"/>
        </p:nvSpPr>
        <p:spPr>
          <a:xfrm>
            <a:off x="428632" y="106691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bg1"/>
                </a:solidFill>
                <a:latin typeface="Ubuntu" panose="020B0504030602030204" pitchFamily="34" charset="0"/>
              </a:rPr>
              <a:t>About Capgemini Invent</a:t>
            </a:r>
          </a:p>
        </p:txBody>
      </p:sp>
      <p:pic>
        <p:nvPicPr>
          <p:cNvPr id="26" name="Picture 7">
            <a:extLst>
              <a:ext uri="{FF2B5EF4-FFF2-40B4-BE49-F238E27FC236}">
                <a16:creationId xmlns:a16="http://schemas.microsoft.com/office/drawing/2014/main" id="{771E6B48-4DF0-43D5-A92F-C861B5F0CB21}"/>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7765515" y="5383762"/>
            <a:ext cx="4024242" cy="1212215"/>
          </a:xfrm>
          <a:prstGeom prst="rect">
            <a:avLst/>
          </a:prstGeom>
        </p:spPr>
      </p:pic>
    </p:spTree>
    <p:extLst>
      <p:ext uri="{BB962C8B-B14F-4D97-AF65-F5344CB8AC3E}">
        <p14:creationId xmlns:p14="http://schemas.microsoft.com/office/powerpoint/2010/main" val="723062520"/>
      </p:ext>
    </p:extLst>
  </p:cSld>
  <p:clrMapOvr>
    <a:masterClrMapping/>
  </p:clrMapOvr>
</p:sldLayout>
</file>

<file path=ppt/slideLayouts/slideLayout114.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Picture 7">
            <a:extLst>
              <a:ext uri="{FF2B5EF4-FFF2-40B4-BE49-F238E27FC236}">
                <a16:creationId xmlns:a16="http://schemas.microsoft.com/office/drawing/2014/main" id="{F2A899A2-5662-40A6-B2F6-F6BFA41348BD}"/>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61107" y="533779"/>
            <a:ext cx="4024242" cy="1212215"/>
          </a:xfrm>
          <a:prstGeom prst="rect">
            <a:avLst/>
          </a:prstGeom>
        </p:spPr>
      </p:pic>
    </p:spTree>
    <p:extLst>
      <p:ext uri="{BB962C8B-B14F-4D97-AF65-F5344CB8AC3E}">
        <p14:creationId xmlns:p14="http://schemas.microsoft.com/office/powerpoint/2010/main" val="31990677"/>
      </p:ext>
    </p:extLst>
  </p:cSld>
  <p:clrMapOvr>
    <a:masterClrMapping/>
  </p:clrMapOvr>
  <p:extLst>
    <p:ext uri="{DCECCB84-F9BA-43D5-87BE-67443E8EF086}">
      <p15:sldGuideLst xmlns:p15="http://schemas.microsoft.com/office/powerpoint/2012/main"/>
    </p:ext>
  </p:extLs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FFFFFF"/>
        </a:solidFill>
        <a:effectLst/>
      </p:bgPr>
    </p:bg>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8585F795-1F40-4B98-8968-292C8EE2FAA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934023" y="-13696"/>
            <a:ext cx="8257977" cy="6858000"/>
          </a:xfrm>
          <a:prstGeom prst="rect">
            <a:avLst/>
          </a:prstGeom>
        </p:spPr>
      </p:pic>
      <p:graphicFrame>
        <p:nvGraphicFramePr>
          <p:cNvPr id="7" name="Object 6" hidden="1"/>
          <p:cNvGraphicFramePr>
            <a:graphicFrameLocks noChangeAspect="1"/>
          </p:cNvGraphicFramePr>
          <p:nvPr>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1" name="Group 20">
            <a:extLst>
              <a:ext uri="{FF2B5EF4-FFF2-40B4-BE49-F238E27FC236}">
                <a16:creationId xmlns:a16="http://schemas.microsoft.com/office/drawing/2014/main" id="{0D6CEF4A-E409-4270-8117-A092DFC6A8D4}"/>
              </a:ext>
            </a:extLst>
          </p:cNvPr>
          <p:cNvGrpSpPr/>
          <p:nvPr userDrawn="1"/>
        </p:nvGrpSpPr>
        <p:grpSpPr>
          <a:xfrm>
            <a:off x="0" y="687000"/>
            <a:ext cx="4543316" cy="868680"/>
            <a:chOff x="0" y="420527"/>
            <a:chExt cx="4543316" cy="868680"/>
          </a:xfrm>
        </p:grpSpPr>
        <p:sp>
          <p:nvSpPr>
            <p:cNvPr id="22" name="Rectangle: Top Corners Rounded 21">
              <a:extLst>
                <a:ext uri="{FF2B5EF4-FFF2-40B4-BE49-F238E27FC236}">
                  <a16:creationId xmlns:a16="http://schemas.microsoft.com/office/drawing/2014/main" id="{BF562A86-DA5C-4C4E-8119-E39D02C26893}"/>
                </a:ext>
              </a:extLst>
            </p:cNvPr>
            <p:cNvSpPr/>
            <p:nvPr userDrawn="1"/>
          </p:nvSpPr>
          <p:spPr>
            <a:xfrm rot="5400000">
              <a:off x="1837318" y="-1416791"/>
              <a:ext cx="868680" cy="4543316"/>
            </a:xfrm>
            <a:prstGeom prst="round2SameRect">
              <a:avLst>
                <a:gd name="adj1" fmla="val 50000"/>
                <a:gd name="adj2" fmla="val 0"/>
              </a:avLst>
            </a:prstGeom>
            <a:solidFill>
              <a:schemeClr val="bg1"/>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4" name="Group 23">
              <a:extLst>
                <a:ext uri="{FF2B5EF4-FFF2-40B4-BE49-F238E27FC236}">
                  <a16:creationId xmlns:a16="http://schemas.microsoft.com/office/drawing/2014/main" id="{BD9E68B3-5931-4CBA-B39E-03A144D7A871}"/>
                </a:ext>
              </a:extLst>
            </p:cNvPr>
            <p:cNvGrpSpPr/>
            <p:nvPr userDrawn="1"/>
          </p:nvGrpSpPr>
          <p:grpSpPr>
            <a:xfrm>
              <a:off x="415668" y="640340"/>
              <a:ext cx="2585247" cy="536948"/>
              <a:chOff x="369948" y="692559"/>
              <a:chExt cx="2585247" cy="536948"/>
            </a:xfrm>
          </p:grpSpPr>
          <p:grpSp>
            <p:nvGrpSpPr>
              <p:cNvPr id="25" name="Group 14">
                <a:extLst>
                  <a:ext uri="{FF2B5EF4-FFF2-40B4-BE49-F238E27FC236}">
                    <a16:creationId xmlns:a16="http://schemas.microsoft.com/office/drawing/2014/main" id="{3EF686E8-F74B-4D2E-9BE1-00F96C3B1375}"/>
                  </a:ext>
                </a:extLst>
              </p:cNvPr>
              <p:cNvGrpSpPr>
                <a:grpSpLocks noChangeAspect="1"/>
              </p:cNvGrpSpPr>
              <p:nvPr userDrawn="1"/>
            </p:nvGrpSpPr>
            <p:grpSpPr>
              <a:xfrm>
                <a:off x="369948" y="692559"/>
                <a:ext cx="2408406" cy="536948"/>
                <a:chOff x="728663" y="4465638"/>
                <a:chExt cx="5354637" cy="1193801"/>
              </a:xfrm>
            </p:grpSpPr>
            <p:sp>
              <p:nvSpPr>
                <p:cNvPr id="36" name="Freeform 11">
                  <a:extLst>
                    <a:ext uri="{FF2B5EF4-FFF2-40B4-BE49-F238E27FC236}">
                      <a16:creationId xmlns:a16="http://schemas.microsoft.com/office/drawing/2014/main" id="{D88949C1-47BC-4E6D-A2CD-1DDE6370ADBF}"/>
                    </a:ext>
                  </a:extLst>
                </p:cNvPr>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eaLnBrk="1"/>
                  <a:endParaRPr lang="en-US" sz="2200" dirty="0"/>
                </a:p>
              </p:txBody>
            </p:sp>
            <p:sp>
              <p:nvSpPr>
                <p:cNvPr id="37" name="Freeform 12">
                  <a:extLst>
                    <a:ext uri="{FF2B5EF4-FFF2-40B4-BE49-F238E27FC236}">
                      <a16:creationId xmlns:a16="http://schemas.microsoft.com/office/drawing/2014/main" id="{7D8D0E43-27FA-4222-914F-14FBF8713410}"/>
                    </a:ext>
                  </a:extLst>
                </p:cNvPr>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eaLnBrk="1"/>
                  <a:endParaRPr lang="en-US" sz="2200" dirty="0"/>
                </a:p>
              </p:txBody>
            </p:sp>
            <p:sp>
              <p:nvSpPr>
                <p:cNvPr id="38" name="Freeform 13">
                  <a:extLst>
                    <a:ext uri="{FF2B5EF4-FFF2-40B4-BE49-F238E27FC236}">
                      <a16:creationId xmlns:a16="http://schemas.microsoft.com/office/drawing/2014/main" id="{1AF61342-7775-4532-B0C3-91841DC2346C}"/>
                    </a:ext>
                  </a:extLst>
                </p:cNvPr>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eaLnBrk="1"/>
                  <a:endParaRPr lang="en-US" sz="2200" dirty="0"/>
                </a:p>
              </p:txBody>
            </p:sp>
            <p:sp>
              <p:nvSpPr>
                <p:cNvPr id="39" name="Freeform 14">
                  <a:extLst>
                    <a:ext uri="{FF2B5EF4-FFF2-40B4-BE49-F238E27FC236}">
                      <a16:creationId xmlns:a16="http://schemas.microsoft.com/office/drawing/2014/main" id="{16F7D504-7633-4516-AE06-53A028C32BF4}"/>
                    </a:ext>
                  </a:extLst>
                </p:cNvPr>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eaLnBrk="1"/>
                  <a:endParaRPr lang="en-US" sz="2200" dirty="0"/>
                </a:p>
              </p:txBody>
            </p:sp>
            <p:sp>
              <p:nvSpPr>
                <p:cNvPr id="40" name="Freeform 15">
                  <a:extLst>
                    <a:ext uri="{FF2B5EF4-FFF2-40B4-BE49-F238E27FC236}">
                      <a16:creationId xmlns:a16="http://schemas.microsoft.com/office/drawing/2014/main" id="{F2A1AA96-EC5D-4C77-9962-ADEFAC0B01FC}"/>
                    </a:ext>
                  </a:extLst>
                </p:cNvPr>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eaLnBrk="1"/>
                  <a:endParaRPr lang="en-US" sz="2200" dirty="0"/>
                </a:p>
              </p:txBody>
            </p:sp>
          </p:grpSp>
          <p:cxnSp>
            <p:nvCxnSpPr>
              <p:cNvPr id="33" name="Straight Connector 32">
                <a:extLst>
                  <a:ext uri="{FF2B5EF4-FFF2-40B4-BE49-F238E27FC236}">
                    <a16:creationId xmlns:a16="http://schemas.microsoft.com/office/drawing/2014/main" id="{4C6F5995-AD15-43BF-A334-EFCE343B7F64}"/>
                  </a:ext>
                </a:extLst>
              </p:cNvPr>
              <p:cNvCxnSpPr/>
              <p:nvPr userDrawn="1"/>
            </p:nvCxnSpPr>
            <p:spPr>
              <a:xfrm>
                <a:off x="2955195" y="692559"/>
                <a:ext cx="0" cy="416721"/>
              </a:xfrm>
              <a:prstGeom prst="line">
                <a:avLst/>
              </a:prstGeom>
              <a:ln w="15875">
                <a:solidFill>
                  <a:schemeClr val="accent3">
                    <a:alpha val="42000"/>
                  </a:schemeClr>
                </a:solidFill>
              </a:ln>
            </p:spPr>
            <p:style>
              <a:lnRef idx="1">
                <a:schemeClr val="accent1"/>
              </a:lnRef>
              <a:fillRef idx="0">
                <a:schemeClr val="accent1"/>
              </a:fillRef>
              <a:effectRef idx="0">
                <a:schemeClr val="accent1"/>
              </a:effectRef>
              <a:fontRef idx="minor">
                <a:schemeClr val="tx1"/>
              </a:fontRef>
            </p:style>
          </p:cxnSp>
        </p:grpSp>
      </p:grpSp>
      <p:sp>
        <p:nvSpPr>
          <p:cNvPr id="45" name="Freeform: Shape 8">
            <a:extLst>
              <a:ext uri="{FF2B5EF4-FFF2-40B4-BE49-F238E27FC236}">
                <a16:creationId xmlns:a16="http://schemas.microsoft.com/office/drawing/2014/main" id="{EB8E9B14-DC52-46A8-A941-7754B7CE6509}"/>
              </a:ext>
            </a:extLst>
          </p:cNvPr>
          <p:cNvSpPr/>
          <p:nvPr userDrawn="1"/>
        </p:nvSpPr>
        <p:spPr>
          <a:xfrm flipH="1">
            <a:off x="-4" y="1913864"/>
            <a:ext cx="6057903" cy="4944135"/>
          </a:xfrm>
          <a:custGeom>
            <a:avLst/>
            <a:gdLst>
              <a:gd name="connsiteX0" fmla="*/ 4389354 w 6641878"/>
              <a:gd name="connsiteY0" fmla="*/ 775 h 6125027"/>
              <a:gd name="connsiteX1" fmla="*/ 6309188 w 6641878"/>
              <a:gd name="connsiteY1" fmla="*/ 158122 h 6125027"/>
              <a:gd name="connsiteX2" fmla="*/ 6641878 w 6641878"/>
              <a:gd name="connsiteY2" fmla="*/ 218708 h 6125027"/>
              <a:gd name="connsiteX3" fmla="*/ 6641878 w 6641878"/>
              <a:gd name="connsiteY3" fmla="*/ 6125027 h 6125027"/>
              <a:gd name="connsiteX4" fmla="*/ 0 w 6641878"/>
              <a:gd name="connsiteY4" fmla="*/ 6125027 h 6125027"/>
              <a:gd name="connsiteX5" fmla="*/ 90624 w 6641878"/>
              <a:gd name="connsiteY5" fmla="*/ 5875088 h 6125027"/>
              <a:gd name="connsiteX6" fmla="*/ 3403890 w 6641878"/>
              <a:gd name="connsiteY6" fmla="*/ 22965 h 6125027"/>
              <a:gd name="connsiteX7" fmla="*/ 4389354 w 6641878"/>
              <a:gd name="connsiteY7" fmla="*/ 775 h 612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41878" h="6125027">
                <a:moveTo>
                  <a:pt x="4389354" y="775"/>
                </a:moveTo>
                <a:cubicBezTo>
                  <a:pt x="5042595" y="7500"/>
                  <a:pt x="5686424" y="58155"/>
                  <a:pt x="6309188" y="158122"/>
                </a:cubicBezTo>
                <a:lnTo>
                  <a:pt x="6641878" y="218708"/>
                </a:lnTo>
                <a:lnTo>
                  <a:pt x="6641878" y="6125027"/>
                </a:lnTo>
                <a:lnTo>
                  <a:pt x="0" y="6125027"/>
                </a:lnTo>
                <a:lnTo>
                  <a:pt x="90624" y="5875088"/>
                </a:lnTo>
                <a:cubicBezTo>
                  <a:pt x="963229" y="3633055"/>
                  <a:pt x="2980348" y="1576261"/>
                  <a:pt x="3403890" y="22965"/>
                </a:cubicBezTo>
                <a:cubicBezTo>
                  <a:pt x="3733760" y="5034"/>
                  <a:pt x="4062734" y="-2587"/>
                  <a:pt x="4389354" y="775"/>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itle 1">
            <a:extLst>
              <a:ext uri="{FF2B5EF4-FFF2-40B4-BE49-F238E27FC236}">
                <a16:creationId xmlns:a16="http://schemas.microsoft.com/office/drawing/2014/main" id="{72270748-6941-464B-8651-1A634F6D7B1E}"/>
              </a:ext>
            </a:extLst>
          </p:cNvPr>
          <p:cNvSpPr>
            <a:spLocks noGrp="1"/>
          </p:cNvSpPr>
          <p:nvPr>
            <p:ph type="ctrTitle" hasCustomPrompt="1"/>
          </p:nvPr>
        </p:nvSpPr>
        <p:spPr>
          <a:xfrm>
            <a:off x="419101" y="4481447"/>
            <a:ext cx="4599939" cy="997211"/>
          </a:xfrm>
        </p:spPr>
        <p:txBody>
          <a:bodyPr wrap="square" lIns="0" tIns="0" rIns="0" bIns="0" anchor="b" anchorCtr="0">
            <a:noAutofit/>
          </a:bodyPr>
          <a:lstStyle>
            <a:lvl1pPr algn="l">
              <a:defRPr sz="3199" b="1">
                <a:solidFill>
                  <a:schemeClr val="bg1"/>
                </a:solidFill>
                <a:effectLst/>
              </a:defRPr>
            </a:lvl1pPr>
          </a:lstStyle>
          <a:p>
            <a:r>
              <a:rPr lang="fr-FR" err="1"/>
              <a:t>Title</a:t>
            </a:r>
            <a:r>
              <a:rPr lang="fr-FR"/>
              <a:t> </a:t>
            </a:r>
            <a:br>
              <a:rPr lang="fr-FR"/>
            </a:br>
            <a:r>
              <a:rPr lang="fr-FR"/>
              <a:t>Goes </a:t>
            </a:r>
            <a:r>
              <a:rPr lang="fr-FR" err="1"/>
              <a:t>Here</a:t>
            </a:r>
            <a:endParaRPr lang="en-US"/>
          </a:p>
        </p:txBody>
      </p:sp>
      <p:sp>
        <p:nvSpPr>
          <p:cNvPr id="26" name="Subtitle 2">
            <a:extLst>
              <a:ext uri="{FF2B5EF4-FFF2-40B4-BE49-F238E27FC236}">
                <a16:creationId xmlns:a16="http://schemas.microsoft.com/office/drawing/2014/main" id="{D42157D8-658E-46D0-90C7-20C37F3F9F60}"/>
              </a:ext>
            </a:extLst>
          </p:cNvPr>
          <p:cNvSpPr>
            <a:spLocks noGrp="1"/>
          </p:cNvSpPr>
          <p:nvPr>
            <p:ph type="subTitle" idx="1" hasCustomPrompt="1"/>
          </p:nvPr>
        </p:nvSpPr>
        <p:spPr>
          <a:xfrm>
            <a:off x="419100" y="5478658"/>
            <a:ext cx="4600494" cy="263603"/>
          </a:xfrm>
          <a:prstGeom prst="rect">
            <a:avLst/>
          </a:prstGeom>
        </p:spPr>
        <p:txBody>
          <a:bodyPr wrap="square" lIns="0" tIns="0" rIns="0" bIns="0" anchor="t" anchorCtr="0">
            <a:noAutofit/>
          </a:bodyPr>
          <a:lstStyle>
            <a:lvl1pPr marL="0" indent="0" algn="l">
              <a:buNone/>
              <a:defRPr sz="1800" b="0">
                <a:solidFill>
                  <a:schemeClr val="bg1"/>
                </a:solidFill>
                <a:effectLst/>
              </a:defRPr>
            </a:lvl1pPr>
            <a:lvl2pPr marL="457034" indent="0" algn="ctr">
              <a:buNone/>
              <a:defRPr>
                <a:solidFill>
                  <a:schemeClr val="tx1">
                    <a:tint val="75000"/>
                  </a:schemeClr>
                </a:solidFill>
              </a:defRPr>
            </a:lvl2pPr>
            <a:lvl3pPr marL="914068" indent="0" algn="ctr">
              <a:buNone/>
              <a:defRPr>
                <a:solidFill>
                  <a:schemeClr val="tx1">
                    <a:tint val="75000"/>
                  </a:schemeClr>
                </a:solidFill>
              </a:defRPr>
            </a:lvl3pPr>
            <a:lvl4pPr marL="1371102" indent="0" algn="ctr">
              <a:buNone/>
              <a:defRPr>
                <a:solidFill>
                  <a:schemeClr val="tx1">
                    <a:tint val="75000"/>
                  </a:schemeClr>
                </a:solidFill>
              </a:defRPr>
            </a:lvl4pPr>
            <a:lvl5pPr marL="1828135" indent="0" algn="ctr">
              <a:buNone/>
              <a:defRPr>
                <a:solidFill>
                  <a:schemeClr val="tx1">
                    <a:tint val="75000"/>
                  </a:schemeClr>
                </a:solidFill>
              </a:defRPr>
            </a:lvl5pPr>
            <a:lvl6pPr marL="2285169" indent="0" algn="ctr">
              <a:buNone/>
              <a:defRPr>
                <a:solidFill>
                  <a:schemeClr val="tx1">
                    <a:tint val="75000"/>
                  </a:schemeClr>
                </a:solidFill>
              </a:defRPr>
            </a:lvl6pPr>
            <a:lvl7pPr marL="2742203" indent="0" algn="ctr">
              <a:buNone/>
              <a:defRPr>
                <a:solidFill>
                  <a:schemeClr val="tx1">
                    <a:tint val="75000"/>
                  </a:schemeClr>
                </a:solidFill>
              </a:defRPr>
            </a:lvl7pPr>
            <a:lvl8pPr marL="3199238" indent="0" algn="ctr">
              <a:buNone/>
              <a:defRPr>
                <a:solidFill>
                  <a:schemeClr val="tx1">
                    <a:tint val="75000"/>
                  </a:schemeClr>
                </a:solidFill>
              </a:defRPr>
            </a:lvl8pPr>
            <a:lvl9pPr marL="3656272" indent="0" algn="ctr">
              <a:buNone/>
              <a:defRPr>
                <a:solidFill>
                  <a:schemeClr val="tx1">
                    <a:tint val="75000"/>
                  </a:schemeClr>
                </a:solidFill>
              </a:defRPr>
            </a:lvl9pPr>
          </a:lstStyle>
          <a:p>
            <a:r>
              <a:rPr lang="fr-FR"/>
              <a:t>Date Goes </a:t>
            </a:r>
            <a:r>
              <a:rPr lang="fr-FR" err="1"/>
              <a:t>Here</a:t>
            </a:r>
            <a:endParaRPr lang="fr-FR"/>
          </a:p>
        </p:txBody>
      </p:sp>
      <p:pic>
        <p:nvPicPr>
          <p:cNvPr id="18" name="Picture 17">
            <a:extLst>
              <a:ext uri="{FF2B5EF4-FFF2-40B4-BE49-F238E27FC236}">
                <a16:creationId xmlns:a16="http://schemas.microsoft.com/office/drawing/2014/main" id="{0C701382-EDF1-42E9-9CEF-FE256AFD0222}"/>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192820" y="850243"/>
            <a:ext cx="1026694" cy="529094"/>
          </a:xfrm>
          <a:prstGeom prst="rect">
            <a:avLst/>
          </a:prstGeom>
        </p:spPr>
      </p:pic>
    </p:spTree>
    <p:extLst>
      <p:ext uri="{BB962C8B-B14F-4D97-AF65-F5344CB8AC3E}">
        <p14:creationId xmlns:p14="http://schemas.microsoft.com/office/powerpoint/2010/main" val="1491196442"/>
      </p:ext>
    </p:extLst>
  </p:cSld>
  <p:clrMapOvr>
    <a:masterClrMapping/>
  </p:clrMapOvr>
  <p:extLst>
    <p:ext uri="{DCECCB84-F9BA-43D5-87BE-67443E8EF086}">
      <p15:sldGuideLst xmlns:p15="http://schemas.microsoft.com/office/powerpoint/2012/main"/>
    </p:ext>
  </p:extLs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1_Title Slide 1">
    <p:bg>
      <p:bgPr>
        <a:solidFill>
          <a:srgbClr val="E6E7E7"/>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9ABEF92-CA58-4490-A481-50C6ADDF679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7824"/>
          <a:stretch/>
        </p:blipFill>
        <p:spPr>
          <a:xfrm flipH="1">
            <a:off x="-1265914" y="-13696"/>
            <a:ext cx="7611828" cy="6858000"/>
          </a:xfrm>
          <a:prstGeom prst="rect">
            <a:avLst/>
          </a:prstGeom>
        </p:spPr>
      </p:pic>
      <p:sp>
        <p:nvSpPr>
          <p:cNvPr id="4" name="Rectangle 3">
            <a:extLst>
              <a:ext uri="{FF2B5EF4-FFF2-40B4-BE49-F238E27FC236}">
                <a16:creationId xmlns:a16="http://schemas.microsoft.com/office/drawing/2014/main" id="{67F6FE03-180F-4C09-9CBA-B965ACAAD4D6}"/>
              </a:ext>
            </a:extLst>
          </p:cNvPr>
          <p:cNvSpPr/>
          <p:nvPr userDrawn="1"/>
        </p:nvSpPr>
        <p:spPr>
          <a:xfrm>
            <a:off x="0" y="0"/>
            <a:ext cx="5080000" cy="6857997"/>
          </a:xfrm>
          <a:prstGeom prst="rect">
            <a:avLst/>
          </a:prstGeom>
          <a:solidFill>
            <a:schemeClr val="tx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aphicFrame>
        <p:nvGraphicFramePr>
          <p:cNvPr id="7" name="Object 6" hidden="1"/>
          <p:cNvGraphicFramePr>
            <a:graphicFrameLocks noChangeAspect="1"/>
          </p:cNvGraphicFramePr>
          <p:nvPr>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16">
            <a:extLst>
              <a:ext uri="{FF2B5EF4-FFF2-40B4-BE49-F238E27FC236}">
                <a16:creationId xmlns:a16="http://schemas.microsoft.com/office/drawing/2014/main" id="{8DD5433F-FF8B-470F-8CB8-A87D1F6D1EB6}"/>
              </a:ext>
            </a:extLst>
          </p:cNvPr>
          <p:cNvSpPr/>
          <p:nvPr userDrawn="1"/>
        </p:nvSpPr>
        <p:spPr>
          <a:xfrm>
            <a:off x="5080000" y="0"/>
            <a:ext cx="7112000" cy="6858000"/>
          </a:xfrm>
          <a:prstGeom prst="rect">
            <a:avLst/>
          </a:prstGeom>
          <a:solidFill>
            <a:schemeClr val="bg1">
              <a:alpha val="90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00" dirty="0">
              <a:latin typeface="Arial" panose="020B0604020202020204" pitchFamily="34" charset="0"/>
            </a:endParaRPr>
          </a:p>
        </p:txBody>
      </p:sp>
      <p:sp>
        <p:nvSpPr>
          <p:cNvPr id="12" name="Retângulo 43">
            <a:extLst>
              <a:ext uri="{FF2B5EF4-FFF2-40B4-BE49-F238E27FC236}">
                <a16:creationId xmlns:a16="http://schemas.microsoft.com/office/drawing/2014/main" id="{5FF4C895-E679-4C17-9C63-36911199CD71}"/>
              </a:ext>
            </a:extLst>
          </p:cNvPr>
          <p:cNvSpPr/>
          <p:nvPr userDrawn="1"/>
        </p:nvSpPr>
        <p:spPr>
          <a:xfrm>
            <a:off x="11606260" y="6552737"/>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13" name="Text Placeholder 7">
            <a:extLst>
              <a:ext uri="{FF2B5EF4-FFF2-40B4-BE49-F238E27FC236}">
                <a16:creationId xmlns:a16="http://schemas.microsoft.com/office/drawing/2014/main" id="{68736AD7-553A-4B33-9184-92C4ED7A9200}"/>
              </a:ext>
            </a:extLst>
          </p:cNvPr>
          <p:cNvSpPr txBox="1">
            <a:spLocks/>
          </p:cNvSpPr>
          <p:nvPr userDrawn="1"/>
        </p:nvSpPr>
        <p:spPr>
          <a:xfrm>
            <a:off x="8871814" y="6552737"/>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126"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800" dirty="0">
                <a:solidFill>
                  <a:schemeClr val="bg1">
                    <a:lumMod val="65000"/>
                  </a:schemeClr>
                </a:solidFill>
              </a:rPr>
              <a:t>©Capgemini 2020. All rights reserved  </a:t>
            </a:r>
            <a:r>
              <a:rPr lang="en-US" sz="800" dirty="0">
                <a:solidFill>
                  <a:schemeClr val="accent2"/>
                </a:solidFill>
              </a:rPr>
              <a:t>|</a:t>
            </a:r>
          </a:p>
        </p:txBody>
      </p:sp>
      <p:sp>
        <p:nvSpPr>
          <p:cNvPr id="9" name="Text Placeholder 3">
            <a:extLst>
              <a:ext uri="{FF2B5EF4-FFF2-40B4-BE49-F238E27FC236}">
                <a16:creationId xmlns:a16="http://schemas.microsoft.com/office/drawing/2014/main" id="{006E4E79-2B06-4D41-96C2-8D0940AB2F85}"/>
              </a:ext>
            </a:extLst>
          </p:cNvPr>
          <p:cNvSpPr txBox="1">
            <a:spLocks/>
          </p:cNvSpPr>
          <p:nvPr userDrawn="1"/>
        </p:nvSpPr>
        <p:spPr>
          <a:xfrm rot="16200000">
            <a:off x="-2773113" y="2544146"/>
            <a:ext cx="6858003" cy="1769715"/>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spcBef>
                <a:spcPct val="20000"/>
              </a:spcBef>
              <a:defRPr/>
            </a:pPr>
            <a:r>
              <a:rPr lang="en-US" sz="11497" b="1" kern="500" spc="-600" dirty="0">
                <a:solidFill>
                  <a:schemeClr val="bg1">
                    <a:alpha val="50000"/>
                  </a:schemeClr>
                </a:solidFill>
                <a:latin typeface="+mj-lt"/>
              </a:rPr>
              <a:t>Contents</a:t>
            </a:r>
          </a:p>
        </p:txBody>
      </p:sp>
    </p:spTree>
    <p:extLst>
      <p:ext uri="{BB962C8B-B14F-4D97-AF65-F5344CB8AC3E}">
        <p14:creationId xmlns:p14="http://schemas.microsoft.com/office/powerpoint/2010/main" val="3492349105"/>
      </p:ext>
    </p:extLst>
  </p:cSld>
  <p:clrMapOvr>
    <a:masterClrMapping/>
  </p:clrMapOvr>
  <p:extLst>
    <p:ext uri="{DCECCB84-F9BA-43D5-87BE-67443E8EF086}">
      <p15:sldGuideLst xmlns:p15="http://schemas.microsoft.com/office/powerpoint/2012/main"/>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userDrawn="1">
  <p:cSld name="1_Section Opener4">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9E2B30-8F20-4F15-87A1-629ED240DB1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64" r="33749"/>
          <a:stretch/>
        </p:blipFill>
        <p:spPr>
          <a:xfrm>
            <a:off x="-1" y="0"/>
            <a:ext cx="12192001" cy="6858000"/>
          </a:xfrm>
          <a:prstGeom prst="rect">
            <a:avLst/>
          </a:prstGeom>
        </p:spPr>
      </p:pic>
      <p:sp>
        <p:nvSpPr>
          <p:cNvPr id="9" name="Rectangle 8">
            <a:extLst>
              <a:ext uri="{FF2B5EF4-FFF2-40B4-BE49-F238E27FC236}">
                <a16:creationId xmlns:a16="http://schemas.microsoft.com/office/drawing/2014/main" id="{0BB30A74-4959-4D4B-AED6-2CC066C25C3C}"/>
              </a:ext>
            </a:extLst>
          </p:cNvPr>
          <p:cNvSpPr/>
          <p:nvPr userDrawn="1"/>
        </p:nvSpPr>
        <p:spPr>
          <a:xfrm rot="16200000">
            <a:off x="2666999" y="-2667000"/>
            <a:ext cx="6858000" cy="12192001"/>
          </a:xfrm>
          <a:prstGeom prst="rect">
            <a:avLst/>
          </a:prstGeom>
          <a:solidFill>
            <a:srgbClr val="060F30">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609768629"/>
      </p:ext>
    </p:extLst>
  </p:cSld>
  <p:clrMapOvr>
    <a:masterClrMapping/>
  </p:clrMapOvr>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86300-ED23-442D-BC2F-9599A9D99008}"/>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1311359137"/>
      </p:ext>
    </p:extLst>
  </p:cSld>
  <p:clrMapOvr>
    <a:masterClrMapping/>
  </p:clrMapOvr>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86300-ED23-442D-BC2F-9599A9D99008}"/>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63266B94-1523-4F46-ACF6-35E9DF0154CA}"/>
              </a:ext>
            </a:extLst>
          </p:cNvPr>
          <p:cNvSpPr>
            <a:spLocks noGrp="1"/>
          </p:cNvSpPr>
          <p:nvPr>
            <p:ph type="body" sz="quarter" idx="10"/>
          </p:nvPr>
        </p:nvSpPr>
        <p:spPr>
          <a:xfrm>
            <a:off x="419100" y="1139134"/>
            <a:ext cx="11353801" cy="941388"/>
          </a:xfrm>
          <a:prstGeom prst="rect">
            <a:avLst/>
          </a:prstGeom>
        </p:spPr>
        <p:txBody>
          <a:bodyPr lIns="0" tIns="0" rIns="0" bIns="0"/>
          <a:lstStyle>
            <a:lvl1pPr>
              <a:lnSpc>
                <a:spcPct val="90000"/>
              </a:lnSpc>
              <a:defRPr sz="1600" b="0">
                <a:solidFill>
                  <a:schemeClr val="tx1">
                    <a:lumMod val="65000"/>
                    <a:lumOff val="35000"/>
                  </a:schemeClr>
                </a:solidFill>
              </a:defRPr>
            </a:lvl1pPr>
          </a:lstStyle>
          <a:p>
            <a:pPr lvl="0"/>
            <a:r>
              <a:rPr lang="en-US"/>
              <a:t>Click to edit Master text styles</a:t>
            </a:r>
          </a:p>
        </p:txBody>
      </p:sp>
    </p:spTree>
    <p:extLst>
      <p:ext uri="{BB962C8B-B14F-4D97-AF65-F5344CB8AC3E}">
        <p14:creationId xmlns:p14="http://schemas.microsoft.com/office/powerpoint/2010/main" val="3134307839"/>
      </p:ext>
    </p:extLst>
  </p:cSld>
  <p:clrMapOvr>
    <a:masterClrMapping/>
  </p:clrMapOvr>
</p:sldLayout>
</file>

<file path=ppt/slideLayouts/slideLayout120.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sp>
        <p:nvSpPr>
          <p:cNvPr id="3" name="Retângulo 43">
            <a:extLst>
              <a:ext uri="{FF2B5EF4-FFF2-40B4-BE49-F238E27FC236}">
                <a16:creationId xmlns:a16="http://schemas.microsoft.com/office/drawing/2014/main" id="{8979BA5B-CA9A-45B9-9E5A-F6028E7FA418}"/>
              </a:ext>
            </a:extLst>
          </p:cNvPr>
          <p:cNvSpPr/>
          <p:nvPr userDrawn="1"/>
        </p:nvSpPr>
        <p:spPr>
          <a:xfrm>
            <a:off x="11606260" y="6552737"/>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4" name="Text Placeholder 7">
            <a:extLst>
              <a:ext uri="{FF2B5EF4-FFF2-40B4-BE49-F238E27FC236}">
                <a16:creationId xmlns:a16="http://schemas.microsoft.com/office/drawing/2014/main" id="{97723CC0-AB1F-4193-983C-CC9B3717FE38}"/>
              </a:ext>
            </a:extLst>
          </p:cNvPr>
          <p:cNvSpPr txBox="1">
            <a:spLocks/>
          </p:cNvSpPr>
          <p:nvPr userDrawn="1"/>
        </p:nvSpPr>
        <p:spPr>
          <a:xfrm>
            <a:off x="8871814" y="6552737"/>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126"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800" dirty="0">
                <a:solidFill>
                  <a:schemeClr val="bg1">
                    <a:lumMod val="65000"/>
                  </a:schemeClr>
                </a:solidFill>
              </a:rPr>
              <a:t>©Capgemini 2020. All rights reserved  </a:t>
            </a:r>
            <a:r>
              <a:rPr lang="en-US" sz="800" dirty="0">
                <a:solidFill>
                  <a:schemeClr val="accent2"/>
                </a:solidFill>
              </a:rPr>
              <a:t>|</a:t>
            </a:r>
          </a:p>
        </p:txBody>
      </p:sp>
    </p:spTree>
    <p:extLst>
      <p:ext uri="{BB962C8B-B14F-4D97-AF65-F5344CB8AC3E}">
        <p14:creationId xmlns:p14="http://schemas.microsoft.com/office/powerpoint/2010/main" val="4017000663"/>
      </p:ext>
    </p:extLst>
  </p:cSld>
  <p:clrMapOvr>
    <a:masterClrMapping/>
  </p:clrMapOvr>
</p:sldLayout>
</file>

<file path=ppt/slideLayouts/slideLayout121.xml><?xml version="1.0" encoding="utf-8"?>
<p:sldLayout xmlns:a="http://schemas.openxmlformats.org/drawingml/2006/main" xmlns:r="http://schemas.openxmlformats.org/officeDocument/2006/relationships" xmlns:p="http://schemas.openxmlformats.org/presentationml/2006/main" showMasterSp="0" preserve="1" userDrawn="1">
  <p:cSld name="1_Section break 2">
    <p:spTree>
      <p:nvGrpSpPr>
        <p:cNvPr id="1" name=""/>
        <p:cNvGrpSpPr/>
        <p:nvPr/>
      </p:nvGrpSpPr>
      <p:grpSpPr>
        <a:xfrm>
          <a:off x="0" y="0"/>
          <a:ext cx="0" cy="0"/>
          <a:chOff x="0" y="0"/>
          <a:chExt cx="0" cy="0"/>
        </a:xfrm>
      </p:grpSpPr>
      <p:graphicFrame>
        <p:nvGraphicFramePr>
          <p:cNvPr id="19" name="Object 1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9" name="Object 1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 name="Picture 10">
            <a:extLst>
              <a:ext uri="{FF2B5EF4-FFF2-40B4-BE49-F238E27FC236}">
                <a16:creationId xmlns:a16="http://schemas.microsoft.com/office/drawing/2014/main" id="{C0D292A8-F75F-4ADD-9882-F735A8334912}"/>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b="14272"/>
          <a:stretch/>
        </p:blipFill>
        <p:spPr>
          <a:xfrm>
            <a:off x="2540001" y="-13696"/>
            <a:ext cx="9652000" cy="6871696"/>
          </a:xfrm>
          <a:prstGeom prst="rect">
            <a:avLst/>
          </a:prstGeom>
        </p:spPr>
      </p:pic>
      <p:sp>
        <p:nvSpPr>
          <p:cNvPr id="12" name="Rectangle 11">
            <a:extLst>
              <a:ext uri="{FF2B5EF4-FFF2-40B4-BE49-F238E27FC236}">
                <a16:creationId xmlns:a16="http://schemas.microsoft.com/office/drawing/2014/main" id="{CB2A96D6-A8DA-47FB-8F7C-8562870E81C5}"/>
              </a:ext>
            </a:extLst>
          </p:cNvPr>
          <p:cNvSpPr/>
          <p:nvPr userDrawn="1"/>
        </p:nvSpPr>
        <p:spPr>
          <a:xfrm rot="16200000">
            <a:off x="2666999" y="-2667000"/>
            <a:ext cx="6858000" cy="12192001"/>
          </a:xfrm>
          <a:prstGeom prst="rect">
            <a:avLst/>
          </a:prstGeom>
          <a:solidFill>
            <a:srgbClr val="02071A">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3" name="Graphic 91">
            <a:extLst>
              <a:ext uri="{FF2B5EF4-FFF2-40B4-BE49-F238E27FC236}">
                <a16:creationId xmlns:a16="http://schemas.microsoft.com/office/drawing/2014/main" id="{6BE90CD8-8AFE-449D-9F49-1EF4A54B84B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 y="1239004"/>
            <a:ext cx="5038720" cy="5618995"/>
          </a:xfrm>
          <a:prstGeom prst="rect">
            <a:avLst/>
          </a:prstGeom>
        </p:spPr>
      </p:pic>
      <p:sp>
        <p:nvSpPr>
          <p:cNvPr id="14" name="Text Placeholder 13">
            <a:extLst>
              <a:ext uri="{FF2B5EF4-FFF2-40B4-BE49-F238E27FC236}">
                <a16:creationId xmlns:a16="http://schemas.microsoft.com/office/drawing/2014/main" id="{7B17FB94-BBE8-4BBC-85C9-C144B9CEF067}"/>
              </a:ext>
            </a:extLst>
          </p:cNvPr>
          <p:cNvSpPr>
            <a:spLocks noGrp="1"/>
          </p:cNvSpPr>
          <p:nvPr>
            <p:ph type="body" sz="quarter" idx="11" hasCustomPrompt="1"/>
          </p:nvPr>
        </p:nvSpPr>
        <p:spPr>
          <a:xfrm>
            <a:off x="419100" y="4067988"/>
            <a:ext cx="3833586" cy="1551008"/>
          </a:xfrm>
          <a:prstGeom prst="rect">
            <a:avLst/>
          </a:prstGeom>
        </p:spPr>
        <p:txBody>
          <a:bodyPr lIns="0" tIns="0" rIns="0" bIns="0" anchor="ctr">
            <a:noAutofit/>
          </a:bodyPr>
          <a:lstStyle>
            <a:lvl1pPr marL="0" indent="0" algn="l" defTabSz="914126" rtl="0" eaLnBrk="1" latinLnBrk="0" hangingPunct="1">
              <a:lnSpc>
                <a:spcPct val="90000"/>
              </a:lnSpc>
              <a:spcBef>
                <a:spcPts val="1000"/>
              </a:spcBef>
              <a:buFont typeface="Arial" panose="020B0604020202020204" pitchFamily="34" charset="0"/>
              <a:buNone/>
              <a:defRPr lang="en-US" sz="3600" b="1" kern="1200" dirty="0">
                <a:solidFill>
                  <a:schemeClr val="bg1"/>
                </a:solidFill>
                <a:latin typeface="+mj-lt"/>
                <a:ea typeface="+mn-ea"/>
                <a:cs typeface="+mn-cs"/>
              </a:defRPr>
            </a:lvl1pPr>
            <a:lvl2pPr marL="457200" indent="0">
              <a:buNone/>
              <a:defRPr sz="6000">
                <a:solidFill>
                  <a:schemeClr val="bg1"/>
                </a:solidFill>
              </a:defRPr>
            </a:lvl2pPr>
          </a:lstStyle>
          <a:p>
            <a:pPr lvl="0"/>
            <a:r>
              <a:rPr lang="en-US"/>
              <a:t>Click to insert section title</a:t>
            </a:r>
          </a:p>
        </p:txBody>
      </p:sp>
    </p:spTree>
    <p:extLst>
      <p:ext uri="{BB962C8B-B14F-4D97-AF65-F5344CB8AC3E}">
        <p14:creationId xmlns:p14="http://schemas.microsoft.com/office/powerpoint/2010/main" val="1188467115"/>
      </p:ext>
    </p:extLst>
  </p:cSld>
  <p:clrMapOvr>
    <a:masterClrMapping/>
  </p:clrMapOvr>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Final Slide 1">
    <p:spTree>
      <p:nvGrpSpPr>
        <p:cNvPr id="1" name=""/>
        <p:cNvGrpSpPr/>
        <p:nvPr/>
      </p:nvGrpSpPr>
      <p:grpSpPr>
        <a:xfrm>
          <a:off x="0" y="0"/>
          <a:ext cx="0" cy="0"/>
          <a:chOff x="0" y="0"/>
          <a:chExt cx="0" cy="0"/>
        </a:xfrm>
      </p:grpSpPr>
      <p:sp>
        <p:nvSpPr>
          <p:cNvPr id="7" name="Rectangle 6"/>
          <p:cNvSpPr/>
          <p:nvPr userDrawn="1"/>
        </p:nvSpPr>
        <p:spPr>
          <a:xfrm>
            <a:off x="1"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00" dirty="0"/>
          </a:p>
        </p:txBody>
      </p:sp>
      <p:sp>
        <p:nvSpPr>
          <p:cNvPr id="22" name="Freeform: Shape 4">
            <a:extLst>
              <a:ext uri="{FF2B5EF4-FFF2-40B4-BE49-F238E27FC236}">
                <a16:creationId xmlns:a16="http://schemas.microsoft.com/office/drawing/2014/main" id="{AEFD73FD-4310-4FE6-83F6-4ADDF1642E27}"/>
              </a:ext>
            </a:extLst>
          </p:cNvPr>
          <p:cNvSpPr>
            <a:spLocks/>
          </p:cNvSpPr>
          <p:nvPr userDrawn="1"/>
        </p:nvSpPr>
        <p:spPr bwMode="auto">
          <a:xfrm>
            <a:off x="2" y="0"/>
            <a:ext cx="5942703" cy="6858000"/>
          </a:xfrm>
          <a:custGeom>
            <a:avLst/>
            <a:gdLst>
              <a:gd name="connsiteX0" fmla="*/ 0 w 5942703"/>
              <a:gd name="connsiteY0" fmla="*/ 0 h 6858000"/>
              <a:gd name="connsiteX1" fmla="*/ 1934854 w 5942703"/>
              <a:gd name="connsiteY1" fmla="*/ 0 h 6858000"/>
              <a:gd name="connsiteX2" fmla="*/ 2016936 w 5942703"/>
              <a:gd name="connsiteY2" fmla="*/ 210681 h 6858000"/>
              <a:gd name="connsiteX3" fmla="*/ 5381513 w 5942703"/>
              <a:gd name="connsiteY3" fmla="*/ 2418544 h 6858000"/>
              <a:gd name="connsiteX4" fmla="*/ 3933862 w 5942703"/>
              <a:gd name="connsiteY4" fmla="*/ 6759409 h 6858000"/>
              <a:gd name="connsiteX5" fmla="*/ 3795861 w 5942703"/>
              <a:gd name="connsiteY5" fmla="*/ 6858000 h 6858000"/>
              <a:gd name="connsiteX6" fmla="*/ 0 w 594270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2703" h="6858000">
                <a:moveTo>
                  <a:pt x="0" y="0"/>
                </a:moveTo>
                <a:lnTo>
                  <a:pt x="1934854" y="0"/>
                </a:lnTo>
                <a:lnTo>
                  <a:pt x="2016936" y="210681"/>
                </a:lnTo>
                <a:cubicBezTo>
                  <a:pt x="3206701" y="3025068"/>
                  <a:pt x="5838311" y="3712297"/>
                  <a:pt x="5381513" y="2418544"/>
                </a:cubicBezTo>
                <a:cubicBezTo>
                  <a:pt x="6119798" y="2697936"/>
                  <a:pt x="6539698" y="4845048"/>
                  <a:pt x="3933862" y="6759409"/>
                </a:cubicBezTo>
                <a:lnTo>
                  <a:pt x="3795861" y="6858000"/>
                </a:lnTo>
                <a:lnTo>
                  <a:pt x="0" y="6858000"/>
                </a:lnTo>
                <a:close/>
              </a:path>
            </a:pathLst>
          </a:custGeom>
          <a:solidFill>
            <a:srgbClr val="300B4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07" tIns="45703" rIns="91407" bIns="45703" numCol="1" anchor="t" anchorCtr="0" compatLnSpc="1">
            <a:prstTxWarp prst="textNoShape">
              <a:avLst/>
            </a:prstTxWarp>
            <a:noAutofit/>
          </a:bodyPr>
          <a:lstStyle/>
          <a:p>
            <a:endParaRPr lang="en-US" sz="2200" dirty="0"/>
          </a:p>
        </p:txBody>
      </p:sp>
      <p:grpSp>
        <p:nvGrpSpPr>
          <p:cNvPr id="2" name="Group 5">
            <a:extLst>
              <a:ext uri="{FF2B5EF4-FFF2-40B4-BE49-F238E27FC236}">
                <a16:creationId xmlns:a16="http://schemas.microsoft.com/office/drawing/2014/main" id="{D1D61DEE-13C9-4E34-97DE-432882EEB993}"/>
              </a:ext>
            </a:extLst>
          </p:cNvPr>
          <p:cNvGrpSpPr/>
          <p:nvPr userDrawn="1"/>
        </p:nvGrpSpPr>
        <p:grpSpPr>
          <a:xfrm>
            <a:off x="4979036" y="2404111"/>
            <a:ext cx="735013" cy="682321"/>
            <a:chOff x="5662614" y="3032124"/>
            <a:chExt cx="863600" cy="801689"/>
          </a:xfrm>
        </p:grpSpPr>
        <p:sp>
          <p:nvSpPr>
            <p:cNvPr id="30" name="Freeform 9">
              <a:extLst>
                <a:ext uri="{FF2B5EF4-FFF2-40B4-BE49-F238E27FC236}">
                  <a16:creationId xmlns:a16="http://schemas.microsoft.com/office/drawing/2014/main" id="{CA8EB9FD-9EF8-467D-92C6-8B7B687106BA}"/>
                </a:ext>
              </a:extLst>
            </p:cNvPr>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200" dirty="0"/>
            </a:p>
          </p:txBody>
        </p:sp>
        <p:sp>
          <p:nvSpPr>
            <p:cNvPr id="31" name="Freeform 12">
              <a:extLst>
                <a:ext uri="{FF2B5EF4-FFF2-40B4-BE49-F238E27FC236}">
                  <a16:creationId xmlns:a16="http://schemas.microsoft.com/office/drawing/2014/main" id="{ED2560F6-388B-43F0-89C8-492914F4382E}"/>
                </a:ext>
              </a:extLst>
            </p:cNvPr>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200" dirty="0"/>
            </a:p>
          </p:txBody>
        </p:sp>
      </p:grpSp>
      <p:sp>
        <p:nvSpPr>
          <p:cNvPr id="15" name="Rectangle 14"/>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accent1"/>
                </a:solidFill>
              </a:rPr>
              <a:t>About Capgemini</a:t>
            </a:r>
          </a:p>
        </p:txBody>
      </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810098" y="3979259"/>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93475" y="3979259"/>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76851" y="3979259"/>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60227" y="3979259"/>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26721" y="3979259"/>
            <a:ext cx="333195" cy="333195"/>
          </a:xfrm>
          <a:prstGeom prst="rect">
            <a:avLst/>
          </a:prstGeom>
          <a:noFill/>
        </p:spPr>
      </p:pic>
      <p:sp>
        <p:nvSpPr>
          <p:cNvPr id="25" name="Rectangle 24">
            <a:hlinkClick r:id="rId12"/>
          </p:cNvPr>
          <p:cNvSpPr/>
          <p:nvPr userDrawn="1"/>
        </p:nvSpPr>
        <p:spPr>
          <a:xfrm>
            <a:off x="7489902" y="3812095"/>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00" dirty="0"/>
          </a:p>
        </p:txBody>
      </p:sp>
      <p:sp>
        <p:nvSpPr>
          <p:cNvPr id="26" name="Rectangle 25">
            <a:hlinkClick r:id="rId13"/>
          </p:cNvPr>
          <p:cNvSpPr/>
          <p:nvPr userDrawn="1"/>
        </p:nvSpPr>
        <p:spPr>
          <a:xfrm>
            <a:off x="10730865" y="3812095"/>
            <a:ext cx="704850"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00" dirty="0"/>
          </a:p>
        </p:txBody>
      </p:sp>
      <p:sp>
        <p:nvSpPr>
          <p:cNvPr id="24" name="ZoneTexte 23"/>
          <p:cNvSpPr txBox="1"/>
          <p:nvPr userDrawn="1"/>
        </p:nvSpPr>
        <p:spPr>
          <a:xfrm>
            <a:off x="419255" y="4381709"/>
            <a:ext cx="2519921" cy="276999"/>
          </a:xfrm>
          <a:prstGeom prst="rect">
            <a:avLst/>
          </a:prstGeom>
          <a:noFill/>
        </p:spPr>
        <p:txBody>
          <a:bodyPr wrap="none" lIns="0" rIns="0" rtlCol="0">
            <a:spAutoFit/>
          </a:bodyPr>
          <a:lstStyle/>
          <a:p>
            <a:r>
              <a:rPr lang="en-US" sz="1200" b="1" dirty="0">
                <a:solidFill>
                  <a:schemeClr val="bg1"/>
                </a:solidFill>
              </a:rPr>
              <a:t>People matter, results count.</a:t>
            </a:r>
          </a:p>
        </p:txBody>
      </p:sp>
      <p:sp>
        <p:nvSpPr>
          <p:cNvPr id="27" name="Rectangle 26">
            <a:extLst>
              <a:ext uri="{FF2B5EF4-FFF2-40B4-BE49-F238E27FC236}">
                <a16:creationId xmlns:a16="http://schemas.microsoft.com/office/drawing/2014/main" id="{80F3311B-8ABF-4327-8B4A-B865A3DA7E55}"/>
              </a:ext>
            </a:extLst>
          </p:cNvPr>
          <p:cNvSpPr/>
          <p:nvPr userDrawn="1"/>
        </p:nvSpPr>
        <p:spPr>
          <a:xfrm>
            <a:off x="6536184" y="2886347"/>
            <a:ext cx="5198616" cy="14570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ct val="100000"/>
              </a:lnSpc>
            </a:pPr>
            <a:r>
              <a:rPr lang="en-IN" sz="1000" dirty="0">
                <a:solidFill>
                  <a:schemeClr val="tx1"/>
                </a:solidFill>
              </a:rPr>
              <a:t>Capgemini is a global leader in consulting, digital transformation, technology and engineering  services. The Group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Capgemini is driven by the conviction that the business value of technology comes from and through people. Today, it is a multicultural company of 270,000 team members in almost 50 countries. With Altran, the Group reported 2019 combined revenues of €17billion.</a:t>
            </a:r>
          </a:p>
        </p:txBody>
      </p:sp>
      <p:sp>
        <p:nvSpPr>
          <p:cNvPr id="28" name="Rectangle 27">
            <a:extLst>
              <a:ext uri="{FF2B5EF4-FFF2-40B4-BE49-F238E27FC236}">
                <a16:creationId xmlns:a16="http://schemas.microsoft.com/office/drawing/2014/main" id="{5EBE5775-E25A-4942-9724-C6CC88298EDA}"/>
              </a:ext>
            </a:extLst>
          </p:cNvPr>
          <p:cNvSpPr/>
          <p:nvPr userDrawn="1"/>
        </p:nvSpPr>
        <p:spPr>
          <a:xfrm>
            <a:off x="6536184" y="2886347"/>
            <a:ext cx="5198616" cy="14570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pPr>
            <a:endParaRPr lang="en-US" sz="900" dirty="0">
              <a:solidFill>
                <a:schemeClr val="tx1"/>
              </a:solidFill>
            </a:endParaRPr>
          </a:p>
        </p:txBody>
      </p:sp>
      <p:sp>
        <p:nvSpPr>
          <p:cNvPr id="29" name="Rectangle 28">
            <a:extLst>
              <a:ext uri="{FF2B5EF4-FFF2-40B4-BE49-F238E27FC236}">
                <a16:creationId xmlns:a16="http://schemas.microsoft.com/office/drawing/2014/main" id="{C00101C5-A8FA-4BA1-A3FF-E43B85962A58}"/>
              </a:ext>
            </a:extLst>
          </p:cNvPr>
          <p:cNvSpPr/>
          <p:nvPr userDrawn="1"/>
        </p:nvSpPr>
        <p:spPr>
          <a:xfrm>
            <a:off x="415038" y="5579505"/>
            <a:ext cx="4198620" cy="630796"/>
          </a:xfrm>
          <a:prstGeom prst="rect">
            <a:avLst/>
          </a:prstGeom>
        </p:spPr>
        <p:txBody>
          <a:bodyPr wrap="square" lIns="0" tIns="0" rIns="0" bIns="0" anchor="b" anchorCtr="0">
            <a:spAutoFit/>
          </a:bodyPr>
          <a:lstStyle/>
          <a:p>
            <a:pPr>
              <a:spcAft>
                <a:spcPts val="600"/>
              </a:spcAft>
            </a:pPr>
            <a:r>
              <a:rPr lang="en-US" sz="900" noProof="0" dirty="0">
                <a:solidFill>
                  <a:schemeClr val="bg1"/>
                </a:solidFill>
                <a:latin typeface="+mn-lt"/>
                <a:cs typeface="Arial"/>
              </a:rPr>
              <a:t>This message contains information that may be privileged or confidential and is the property of the Capgemini Group.</a:t>
            </a:r>
            <a:br>
              <a:rPr lang="en-US" sz="900" noProof="0" dirty="0">
                <a:solidFill>
                  <a:schemeClr val="bg1"/>
                </a:solidFill>
                <a:latin typeface="+mn-lt"/>
                <a:cs typeface="Arial"/>
              </a:rPr>
            </a:br>
            <a:r>
              <a:rPr lang="en-US" sz="900" noProof="0" dirty="0">
                <a:solidFill>
                  <a:schemeClr val="bg1"/>
                </a:solidFill>
                <a:latin typeface="Arial"/>
                <a:cs typeface="Arial"/>
              </a:rPr>
              <a:t>Copyright © 2020 Capgemini. All rights reserved.</a:t>
            </a:r>
          </a:p>
          <a:p>
            <a:pPr marL="0" marR="0" indent="0" defTabSz="957468" rtl="0" eaLnBrk="1" fontAlgn="auto" latinLnBrk="0" hangingPunct="1">
              <a:lnSpc>
                <a:spcPct val="100000"/>
              </a:lnSpc>
              <a:spcBef>
                <a:spcPts val="0"/>
              </a:spcBef>
              <a:spcAft>
                <a:spcPts val="600"/>
              </a:spcAft>
              <a:buClrTx/>
              <a:buSzTx/>
              <a:buFontTx/>
              <a:buNone/>
              <a:tabLst/>
              <a:defRPr/>
            </a:pPr>
            <a:r>
              <a:rPr lang="en-US" sz="900" noProof="0" dirty="0">
                <a:solidFill>
                  <a:schemeClr val="bg1"/>
                </a:solidFill>
                <a:latin typeface="Arial"/>
                <a:cs typeface="Arial"/>
              </a:rPr>
              <a:t>Rightshore</a:t>
            </a:r>
            <a:r>
              <a:rPr lang="en-US" sz="900" baseline="30000" noProof="0" dirty="0">
                <a:solidFill>
                  <a:schemeClr val="bg1"/>
                </a:solidFill>
                <a:latin typeface="Arial"/>
                <a:cs typeface="Arial"/>
              </a:rPr>
              <a:t>®</a:t>
            </a:r>
            <a:r>
              <a:rPr lang="en-US" sz="900" noProof="0" dirty="0">
                <a:solidFill>
                  <a:schemeClr val="bg1"/>
                </a:solidFill>
                <a:latin typeface="Arial"/>
                <a:cs typeface="Arial"/>
              </a:rPr>
              <a:t> is a trademark belonging to Capgemini.</a:t>
            </a:r>
          </a:p>
        </p:txBody>
      </p:sp>
      <p:sp>
        <p:nvSpPr>
          <p:cNvPr id="32" name="Rectangle 31">
            <a:extLst>
              <a:ext uri="{FF2B5EF4-FFF2-40B4-BE49-F238E27FC236}">
                <a16:creationId xmlns:a16="http://schemas.microsoft.com/office/drawing/2014/main" id="{067BE197-859F-45D5-91E8-4C3A4880CE59}"/>
              </a:ext>
            </a:extLst>
          </p:cNvPr>
          <p:cNvSpPr/>
          <p:nvPr userDrawn="1"/>
        </p:nvSpPr>
        <p:spPr>
          <a:xfrm>
            <a:off x="6536184" y="5933303"/>
            <a:ext cx="5219699" cy="276999"/>
          </a:xfrm>
          <a:prstGeom prst="rect">
            <a:avLst/>
          </a:prstGeom>
        </p:spPr>
        <p:txBody>
          <a:bodyPr wrap="square" lIns="0" tIns="0" rIns="0" bIns="0" anchor="b" anchorCtr="0">
            <a:spAutoFit/>
          </a:bodyPr>
          <a:lstStyle/>
          <a:p>
            <a:pPr>
              <a:spcAft>
                <a:spcPts val="600"/>
              </a:spcAft>
            </a:pPr>
            <a:r>
              <a:rPr lang="en-US" sz="600" dirty="0">
                <a:cs typeface="Arial"/>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sp>
        <p:nvSpPr>
          <p:cNvPr id="33" name="Rectangle 32">
            <a:extLst>
              <a:ext uri="{FF2B5EF4-FFF2-40B4-BE49-F238E27FC236}">
                <a16:creationId xmlns:a16="http://schemas.microsoft.com/office/drawing/2014/main" id="{7AB37B5D-1D9A-4CA2-A1BB-78C3F03CA966}"/>
              </a:ext>
            </a:extLst>
          </p:cNvPr>
          <p:cNvSpPr/>
          <p:nvPr userDrawn="1"/>
        </p:nvSpPr>
        <p:spPr>
          <a:xfrm>
            <a:off x="6536185" y="4731058"/>
            <a:ext cx="260781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spcAft>
                <a:spcPts val="600"/>
              </a:spcAft>
            </a:pPr>
            <a:r>
              <a:rPr lang="en-US" sz="900" dirty="0">
                <a:solidFill>
                  <a:schemeClr val="tx1"/>
                </a:solidFill>
              </a:rPr>
              <a:t>Visit us at </a:t>
            </a:r>
            <a:r>
              <a:rPr lang="en-US" sz="1400" dirty="0">
                <a:solidFill>
                  <a:schemeClr val="accent2"/>
                </a:solidFill>
              </a:rPr>
              <a:t>www.capgemini.com</a:t>
            </a:r>
          </a:p>
        </p:txBody>
      </p:sp>
    </p:spTree>
    <p:extLst>
      <p:ext uri="{BB962C8B-B14F-4D97-AF65-F5344CB8AC3E}">
        <p14:creationId xmlns:p14="http://schemas.microsoft.com/office/powerpoint/2010/main" val="291409133"/>
      </p:ext>
    </p:extLst>
  </p:cSld>
  <p:clrMapOvr>
    <a:masterClrMapping/>
  </p:clrMapOvr>
  <p:extLst>
    <p:ext uri="{DCECCB84-F9BA-43D5-87BE-67443E8EF086}">
      <p15:sldGuideLst xmlns:p15="http://schemas.microsoft.com/office/powerpoint/2012/main"/>
    </p:ext>
  </p:extLst>
</p:sldLayout>
</file>

<file path=ppt/slideLayouts/slideLayout123.xml><?xml version="1.0" encoding="utf-8"?>
<p:sldLayout xmlns:a="http://schemas.openxmlformats.org/drawingml/2006/main" xmlns:r="http://schemas.openxmlformats.org/officeDocument/2006/relationships" xmlns:p="http://schemas.openxmlformats.org/presentationml/2006/main" userDrawn="1">
  <p:cSld name="Title Only ">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50113345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6" name="Object 5"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705130122"/>
      </p:ext>
    </p:extLst>
  </p:cSld>
  <p:clrMapOvr>
    <a:masterClrMapping/>
  </p:clrMapOvr>
</p:sldLayout>
</file>

<file path=ppt/slideLayouts/slideLayout124.xml><?xml version="1.0" encoding="utf-8"?>
<p:sldLayout xmlns:a="http://schemas.openxmlformats.org/drawingml/2006/main" xmlns:r="http://schemas.openxmlformats.org/officeDocument/2006/relationships" xmlns:p="http://schemas.openxmlformats.org/presentationml/2006/main" showMasterSp="0" preserve="1" userDrawn="1">
  <p:cSld name="Blue Background">
    <p:bg>
      <p:bgPr>
        <a:solidFill>
          <a:schemeClr val="accent3"/>
        </a:solidFill>
        <a:effectLst/>
      </p:bgPr>
    </p:bg>
    <p:spTree>
      <p:nvGrpSpPr>
        <p:cNvPr id="1" name=""/>
        <p:cNvGrpSpPr/>
        <p:nvPr/>
      </p:nvGrpSpPr>
      <p:grpSpPr>
        <a:xfrm>
          <a:off x="0" y="0"/>
          <a:ext cx="0" cy="0"/>
          <a:chOff x="0" y="0"/>
          <a:chExt cx="0" cy="0"/>
        </a:xfrm>
      </p:grpSpPr>
      <p:pic>
        <p:nvPicPr>
          <p:cNvPr id="5" name="Graphic 4">
            <a:extLst>
              <a:ext uri="{FF2B5EF4-FFF2-40B4-BE49-F238E27FC236}">
                <a16:creationId xmlns:a16="http://schemas.microsoft.com/office/drawing/2014/main" id="{A55E2990-7E30-6749-94EF-7319BED74027}"/>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836" t="-4713" b="16530"/>
          <a:stretch/>
        </p:blipFill>
        <p:spPr>
          <a:xfrm>
            <a:off x="11571834" y="188064"/>
            <a:ext cx="424356" cy="459624"/>
          </a:xfrm>
          <a:prstGeom prst="rect">
            <a:avLst/>
          </a:prstGeom>
          <a:effectLst>
            <a:outerShdw blurRad="139700" sx="87000" sy="87000" algn="ctr" rotWithShape="0">
              <a:prstClr val="black">
                <a:alpha val="74000"/>
              </a:prstClr>
            </a:outerShdw>
          </a:effectLst>
        </p:spPr>
      </p:pic>
      <p:sp>
        <p:nvSpPr>
          <p:cNvPr id="7" name="Retângulo 43">
            <a:extLst>
              <a:ext uri="{FF2B5EF4-FFF2-40B4-BE49-F238E27FC236}">
                <a16:creationId xmlns:a16="http://schemas.microsoft.com/office/drawing/2014/main" id="{0D6F30A3-FB8E-BF40-9ED4-0266B75CCBAA}"/>
              </a:ext>
            </a:extLst>
          </p:cNvPr>
          <p:cNvSpPr/>
          <p:nvPr userDrawn="1"/>
        </p:nvSpPr>
        <p:spPr>
          <a:xfrm>
            <a:off x="284131" y="6555758"/>
            <a:ext cx="2223686" cy="219456"/>
          </a:xfrm>
          <a:prstGeom prst="rect">
            <a:avLst/>
          </a:prstGeom>
        </p:spPr>
        <p:txBody>
          <a:bodyPr wrap="none" lIns="0" tIns="0" rIns="0" bIns="0" anchor="ctr">
            <a:noAutofit/>
          </a:bodyPr>
          <a:lstStyle/>
          <a:p>
            <a:pPr algn="l"/>
            <a:r>
              <a:rPr lang="en-US" sz="800" dirty="0">
                <a:solidFill>
                  <a:schemeClr val="bg1"/>
                </a:solidFill>
                <a:cs typeface="Arial" panose="020B0604020202020204" pitchFamily="34" charset="0"/>
              </a:rPr>
              <a:t>© 2020 Capgemini. All rights reserved.</a:t>
            </a:r>
          </a:p>
        </p:txBody>
      </p:sp>
      <p:sp>
        <p:nvSpPr>
          <p:cNvPr id="8" name="Retângulo 43">
            <a:extLst>
              <a:ext uri="{FF2B5EF4-FFF2-40B4-BE49-F238E27FC236}">
                <a16:creationId xmlns:a16="http://schemas.microsoft.com/office/drawing/2014/main" id="{24659390-E08F-6B44-B268-E1693324FED2}"/>
              </a:ext>
            </a:extLst>
          </p:cNvPr>
          <p:cNvSpPr/>
          <p:nvPr userDrawn="1"/>
        </p:nvSpPr>
        <p:spPr>
          <a:xfrm>
            <a:off x="11719893" y="6559770"/>
            <a:ext cx="306495" cy="215444"/>
          </a:xfrm>
          <a:prstGeom prst="rect">
            <a:avLst/>
          </a:prstGeom>
        </p:spPr>
        <p:txBody>
          <a:bodyPr wrap="none">
            <a:spAutoFit/>
          </a:bodyPr>
          <a:lstStyle/>
          <a:p>
            <a:pPr algn="r"/>
            <a:fld id="{0502E5A9-B53C-401E-A0E0-4A359BB0A9E5}" type="slidenum">
              <a:rPr lang="en-US" sz="800" smtClean="0">
                <a:solidFill>
                  <a:schemeClr val="bg1"/>
                </a:solidFill>
                <a:cs typeface="Arial" panose="020B0604020202020204" pitchFamily="34" charset="0"/>
              </a:rPr>
              <a:t>‹#›</a:t>
            </a:fld>
            <a:endParaRPr lang="en-US" sz="800" dirty="0">
              <a:solidFill>
                <a:schemeClr val="bg1"/>
              </a:solidFill>
              <a:cs typeface="Arial" panose="020B0604020202020204" pitchFamily="34" charset="0"/>
            </a:endParaRPr>
          </a:p>
        </p:txBody>
      </p:sp>
    </p:spTree>
    <p:extLst>
      <p:ext uri="{BB962C8B-B14F-4D97-AF65-F5344CB8AC3E}">
        <p14:creationId xmlns:p14="http://schemas.microsoft.com/office/powerpoint/2010/main" val="614901321"/>
      </p:ext>
    </p:extLst>
  </p:cSld>
  <p:clrMapOvr>
    <a:masterClrMapping/>
  </p:clrMapOvr>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L Blue Bar ">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45B0713-B0C4-8344-8449-926A2F202FED}"/>
              </a:ext>
            </a:extLst>
          </p:cNvPr>
          <p:cNvSpPr/>
          <p:nvPr userDrawn="1"/>
        </p:nvSpPr>
        <p:spPr>
          <a:xfrm>
            <a:off x="0" y="0"/>
            <a:ext cx="3391593"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lnSpc>
                <a:spcPct val="90000"/>
              </a:lnSpc>
              <a:spcAft>
                <a:spcPts val="600"/>
              </a:spcAft>
            </a:pPr>
            <a:endParaRPr lang="en-US" sz="3000" dirty="0">
              <a:solidFill>
                <a:schemeClr val="bg1"/>
              </a:solidFill>
              <a:latin typeface="Franklin Gothic Medium" panose="020B0603020102020204" pitchFamily="34" charset="0"/>
            </a:endParaRPr>
          </a:p>
        </p:txBody>
      </p:sp>
      <p:sp>
        <p:nvSpPr>
          <p:cNvPr id="4" name="Retângulo 43">
            <a:extLst>
              <a:ext uri="{FF2B5EF4-FFF2-40B4-BE49-F238E27FC236}">
                <a16:creationId xmlns:a16="http://schemas.microsoft.com/office/drawing/2014/main" id="{E890BB03-F7EB-414B-9DD2-5AD0E7F51BC0}"/>
              </a:ext>
            </a:extLst>
          </p:cNvPr>
          <p:cNvSpPr/>
          <p:nvPr userDrawn="1"/>
        </p:nvSpPr>
        <p:spPr>
          <a:xfrm>
            <a:off x="284131" y="6555758"/>
            <a:ext cx="2223686" cy="219456"/>
          </a:xfrm>
          <a:prstGeom prst="rect">
            <a:avLst/>
          </a:prstGeom>
        </p:spPr>
        <p:txBody>
          <a:bodyPr wrap="none" lIns="0" tIns="0" rIns="0" bIns="0" anchor="ctr">
            <a:noAutofit/>
          </a:bodyPr>
          <a:lstStyle/>
          <a:p>
            <a:pPr algn="l"/>
            <a:r>
              <a:rPr lang="en-US" sz="800" dirty="0">
                <a:solidFill>
                  <a:schemeClr val="bg1"/>
                </a:solidFill>
                <a:cs typeface="Arial" panose="020B0604020202020204" pitchFamily="34" charset="0"/>
              </a:rPr>
              <a:t>© 2020 Capgemini. All rights reserved.</a:t>
            </a:r>
          </a:p>
        </p:txBody>
      </p:sp>
    </p:spTree>
    <p:extLst>
      <p:ext uri="{BB962C8B-B14F-4D97-AF65-F5344CB8AC3E}">
        <p14:creationId xmlns:p14="http://schemas.microsoft.com/office/powerpoint/2010/main" val="573800240"/>
      </p:ext>
    </p:extLst>
  </p:cSld>
  <p:clrMapOvr>
    <a:masterClrMapping/>
  </p:clrMapOvr>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L Blue Bar (medium)">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55F3BCA0-AAD5-9644-8ECB-D7121E38FA03}"/>
              </a:ext>
            </a:extLst>
          </p:cNvPr>
          <p:cNvSpPr/>
          <p:nvPr userDrawn="1"/>
        </p:nvSpPr>
        <p:spPr>
          <a:xfrm>
            <a:off x="0" y="0"/>
            <a:ext cx="4029740" cy="6858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tângulo 43">
            <a:extLst>
              <a:ext uri="{FF2B5EF4-FFF2-40B4-BE49-F238E27FC236}">
                <a16:creationId xmlns:a16="http://schemas.microsoft.com/office/drawing/2014/main" id="{E890BB03-F7EB-414B-9DD2-5AD0E7F51BC0}"/>
              </a:ext>
            </a:extLst>
          </p:cNvPr>
          <p:cNvSpPr/>
          <p:nvPr userDrawn="1"/>
        </p:nvSpPr>
        <p:spPr>
          <a:xfrm>
            <a:off x="284131" y="6555758"/>
            <a:ext cx="2223686" cy="219456"/>
          </a:xfrm>
          <a:prstGeom prst="rect">
            <a:avLst/>
          </a:prstGeom>
        </p:spPr>
        <p:txBody>
          <a:bodyPr wrap="none" lIns="0" tIns="0" rIns="0" bIns="0" anchor="ctr">
            <a:noAutofit/>
          </a:bodyPr>
          <a:lstStyle/>
          <a:p>
            <a:pPr algn="l"/>
            <a:r>
              <a:rPr lang="en-US" sz="800" dirty="0">
                <a:solidFill>
                  <a:schemeClr val="bg1"/>
                </a:solidFill>
                <a:cs typeface="Arial" panose="020B0604020202020204" pitchFamily="34" charset="0"/>
              </a:rPr>
              <a:t>© 2020 Capgemini. All rights reserved.</a:t>
            </a:r>
          </a:p>
        </p:txBody>
      </p:sp>
    </p:spTree>
    <p:extLst>
      <p:ext uri="{BB962C8B-B14F-4D97-AF65-F5344CB8AC3E}">
        <p14:creationId xmlns:p14="http://schemas.microsoft.com/office/powerpoint/2010/main" val="2230768272"/>
      </p:ext>
    </p:extLst>
  </p:cSld>
  <p:clrMapOvr>
    <a:masterClrMapping/>
  </p:clrMapOvr>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L Blue Bar (large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B209B046-70A5-204F-BB75-80C3DC5FC46E}"/>
              </a:ext>
            </a:extLst>
          </p:cNvPr>
          <p:cNvSpPr/>
          <p:nvPr userDrawn="1"/>
        </p:nvSpPr>
        <p:spPr>
          <a:xfrm>
            <a:off x="0" y="0"/>
            <a:ext cx="4720856" cy="6858000"/>
          </a:xfrm>
          <a:prstGeom prst="rect">
            <a:avLst/>
          </a:prstGeom>
          <a:solidFill>
            <a:srgbClr val="7AB8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Retângulo 43">
            <a:extLst>
              <a:ext uri="{FF2B5EF4-FFF2-40B4-BE49-F238E27FC236}">
                <a16:creationId xmlns:a16="http://schemas.microsoft.com/office/drawing/2014/main" id="{E890BB03-F7EB-414B-9DD2-5AD0E7F51BC0}"/>
              </a:ext>
            </a:extLst>
          </p:cNvPr>
          <p:cNvSpPr/>
          <p:nvPr userDrawn="1"/>
        </p:nvSpPr>
        <p:spPr>
          <a:xfrm>
            <a:off x="284131" y="6555758"/>
            <a:ext cx="2223686" cy="219456"/>
          </a:xfrm>
          <a:prstGeom prst="rect">
            <a:avLst/>
          </a:prstGeom>
        </p:spPr>
        <p:txBody>
          <a:bodyPr wrap="none" lIns="0" tIns="0" rIns="0" bIns="0" anchor="ctr">
            <a:noAutofit/>
          </a:bodyPr>
          <a:lstStyle/>
          <a:p>
            <a:pPr algn="l"/>
            <a:r>
              <a:rPr lang="en-US" sz="800" dirty="0">
                <a:solidFill>
                  <a:schemeClr val="bg1"/>
                </a:solidFill>
                <a:cs typeface="Arial" panose="020B0604020202020204" pitchFamily="34" charset="0"/>
              </a:rPr>
              <a:t>© 2020 Capgemini. All rights reserved.</a:t>
            </a:r>
          </a:p>
        </p:txBody>
      </p:sp>
    </p:spTree>
    <p:extLst>
      <p:ext uri="{BB962C8B-B14F-4D97-AF65-F5344CB8AC3E}">
        <p14:creationId xmlns:p14="http://schemas.microsoft.com/office/powerpoint/2010/main" val="1537164236"/>
      </p:ext>
    </p:extLst>
  </p:cSld>
  <p:clrMapOvr>
    <a:masterClrMapping/>
  </p:clrMapOvr>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Top Blue Bar">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1E5F6656-8BB1-E946-BEB1-682D13BF21FE}"/>
              </a:ext>
            </a:extLst>
          </p:cNvPr>
          <p:cNvSpPr/>
          <p:nvPr userDrawn="1"/>
        </p:nvSpPr>
        <p:spPr>
          <a:xfrm>
            <a:off x="0" y="0"/>
            <a:ext cx="12192000" cy="1550504"/>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lnSpc>
                <a:spcPct val="90000"/>
              </a:lnSpc>
              <a:spcAft>
                <a:spcPts val="600"/>
              </a:spcAft>
            </a:pPr>
            <a:endParaRPr lang="en-US" sz="3000" dirty="0">
              <a:solidFill>
                <a:schemeClr val="bg1"/>
              </a:solidFill>
              <a:latin typeface="Franklin Gothic Medium" panose="020B0603020102020204" pitchFamily="34" charset="0"/>
            </a:endParaRPr>
          </a:p>
        </p:txBody>
      </p:sp>
      <p:pic>
        <p:nvPicPr>
          <p:cNvPr id="5" name="Graphic 4">
            <a:extLst>
              <a:ext uri="{FF2B5EF4-FFF2-40B4-BE49-F238E27FC236}">
                <a16:creationId xmlns:a16="http://schemas.microsoft.com/office/drawing/2014/main" id="{A55E2990-7E30-6749-94EF-7319BED74027}"/>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836" t="-4713" b="16530"/>
          <a:stretch/>
        </p:blipFill>
        <p:spPr>
          <a:xfrm>
            <a:off x="11571834" y="188064"/>
            <a:ext cx="424356" cy="459624"/>
          </a:xfrm>
          <a:prstGeom prst="rect">
            <a:avLst/>
          </a:prstGeom>
          <a:effectLst>
            <a:outerShdw blurRad="139700" sx="87000" sy="87000" algn="ctr" rotWithShape="0">
              <a:prstClr val="black">
                <a:alpha val="74000"/>
              </a:prstClr>
            </a:outerShdw>
          </a:effectLst>
        </p:spPr>
      </p:pic>
    </p:spTree>
    <p:extLst>
      <p:ext uri="{BB962C8B-B14F-4D97-AF65-F5344CB8AC3E}">
        <p14:creationId xmlns:p14="http://schemas.microsoft.com/office/powerpoint/2010/main" val="3463596343"/>
      </p:ext>
    </p:extLst>
  </p:cSld>
  <p:clrMapOvr>
    <a:masterClrMapping/>
  </p:clrMapOvr>
  <p:extLst>
    <p:ext uri="{DCECCB84-F9BA-43D5-87BE-67443E8EF086}">
      <p15:sldGuideLst xmlns:p15="http://schemas.microsoft.com/office/powerpoint/2012/main">
        <p15:guide id="1" orient="horz" pos="4056">
          <p15:clr>
            <a:srgbClr val="FBAE40"/>
          </p15:clr>
        </p15:guide>
        <p15:guide id="2" pos="24">
          <p15:clr>
            <a:srgbClr val="FBAE40"/>
          </p15:clr>
        </p15:guide>
      </p15:sldGuideLst>
    </p:ext>
  </p:extLst>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7/8 Blue Background ">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65B127A3-A640-0447-A6FB-484434B9D2D8}"/>
              </a:ext>
            </a:extLst>
          </p:cNvPr>
          <p:cNvSpPr/>
          <p:nvPr userDrawn="1"/>
        </p:nvSpPr>
        <p:spPr>
          <a:xfrm>
            <a:off x="0" y="0"/>
            <a:ext cx="12192000" cy="5988425"/>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lvl="0" algn="ctr" fontAlgn="base">
              <a:lnSpc>
                <a:spcPct val="90000"/>
              </a:lnSpc>
              <a:spcAft>
                <a:spcPts val="600"/>
              </a:spcAft>
            </a:pPr>
            <a:endParaRPr lang="en-US" sz="3000" dirty="0">
              <a:solidFill>
                <a:schemeClr val="bg1"/>
              </a:solidFill>
              <a:latin typeface="Franklin Gothic Medium" panose="020B0603020102020204" pitchFamily="34" charset="0"/>
            </a:endParaRPr>
          </a:p>
        </p:txBody>
      </p:sp>
      <p:pic>
        <p:nvPicPr>
          <p:cNvPr id="5" name="Graphic 4">
            <a:extLst>
              <a:ext uri="{FF2B5EF4-FFF2-40B4-BE49-F238E27FC236}">
                <a16:creationId xmlns:a16="http://schemas.microsoft.com/office/drawing/2014/main" id="{A55E2990-7E30-6749-94EF-7319BED74027}"/>
              </a:ext>
            </a:extLst>
          </p:cNvPr>
          <p:cNvPicPr>
            <a:picLocks noChangeAspect="1"/>
          </p:cNvPicPr>
          <p:nvPr userDrawn="1"/>
        </p:nvPicPr>
        <p:blipFill rotWithShape="1">
          <a:blip r:embed="rId2" cstate="screen">
            <a:extLst>
              <a:ext uri="{28A0092B-C50C-407E-A947-70E740481C1C}">
                <a14:useLocalDpi xmlns:a14="http://schemas.microsoft.com/office/drawing/2010/main"/>
              </a:ext>
              <a:ext uri="{96DAC541-7B7A-43D3-8B79-37D633B846F1}">
                <asvg:svgBlip xmlns:asvg="http://schemas.microsoft.com/office/drawing/2016/SVG/main" r:embed="rId3"/>
              </a:ext>
            </a:extLst>
          </a:blip>
          <a:srcRect l="81836" t="-4713" b="16530"/>
          <a:stretch/>
        </p:blipFill>
        <p:spPr>
          <a:xfrm>
            <a:off x="11571834" y="188064"/>
            <a:ext cx="424356" cy="459624"/>
          </a:xfrm>
          <a:prstGeom prst="rect">
            <a:avLst/>
          </a:prstGeom>
          <a:effectLst>
            <a:outerShdw blurRad="139700" sx="87000" sy="87000" algn="ctr" rotWithShape="0">
              <a:prstClr val="black">
                <a:alpha val="74000"/>
              </a:prstClr>
            </a:outerShdw>
          </a:effectLst>
        </p:spPr>
      </p:pic>
    </p:spTree>
    <p:extLst>
      <p:ext uri="{BB962C8B-B14F-4D97-AF65-F5344CB8AC3E}">
        <p14:creationId xmlns:p14="http://schemas.microsoft.com/office/powerpoint/2010/main" val="737918463"/>
      </p:ext>
    </p:extLst>
  </p:cSld>
  <p:clrMapOvr>
    <a:masterClrMapping/>
  </p:clrMapOvr>
  <p:extLst>
    <p:ext uri="{DCECCB84-F9BA-43D5-87BE-67443E8EF086}">
      <p15:sldGuideLst xmlns:p15="http://schemas.microsoft.com/office/powerpoint/2012/main">
        <p15:guide id="1" orient="horz" pos="4056">
          <p15:clr>
            <a:srgbClr val="FBAE40"/>
          </p15:clr>
        </p15:guide>
        <p15:guide id="2" pos="24">
          <p15:clr>
            <a:srgbClr val="FBAE40"/>
          </p15:clr>
        </p15:guide>
      </p15:sldGuideLst>
    </p:ext>
  </p:extLst>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Blue Half Circle">
    <p:spTree>
      <p:nvGrpSpPr>
        <p:cNvPr id="1" name=""/>
        <p:cNvGrpSpPr/>
        <p:nvPr/>
      </p:nvGrpSpPr>
      <p:grpSpPr>
        <a:xfrm>
          <a:off x="0" y="0"/>
          <a:ext cx="0" cy="0"/>
          <a:chOff x="0" y="0"/>
          <a:chExt cx="0" cy="0"/>
        </a:xfrm>
      </p:grpSpPr>
      <p:sp>
        <p:nvSpPr>
          <p:cNvPr id="6" name="Freeform 5">
            <a:extLst>
              <a:ext uri="{FF2B5EF4-FFF2-40B4-BE49-F238E27FC236}">
                <a16:creationId xmlns:a16="http://schemas.microsoft.com/office/drawing/2014/main" id="{FDEB1189-9D34-D440-BB94-C7D9AEA27DBD}"/>
              </a:ext>
            </a:extLst>
          </p:cNvPr>
          <p:cNvSpPr/>
          <p:nvPr userDrawn="1"/>
        </p:nvSpPr>
        <p:spPr>
          <a:xfrm>
            <a:off x="1852402" y="0"/>
            <a:ext cx="8487196" cy="1192695"/>
          </a:xfrm>
          <a:custGeom>
            <a:avLst/>
            <a:gdLst>
              <a:gd name="connsiteX0" fmla="*/ 0 w 8487196"/>
              <a:gd name="connsiteY0" fmla="*/ 0 h 1757083"/>
              <a:gd name="connsiteX1" fmla="*/ 8487196 w 8487196"/>
              <a:gd name="connsiteY1" fmla="*/ 0 h 1757083"/>
              <a:gd name="connsiteX2" fmla="*/ 8456308 w 8487196"/>
              <a:gd name="connsiteY2" fmla="*/ 51546 h 1757083"/>
              <a:gd name="connsiteX3" fmla="*/ 4243598 w 8487196"/>
              <a:gd name="connsiteY3" fmla="*/ 1757083 h 1757083"/>
              <a:gd name="connsiteX4" fmla="*/ 30889 w 8487196"/>
              <a:gd name="connsiteY4" fmla="*/ 51546 h 17570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87196" h="1757083">
                <a:moveTo>
                  <a:pt x="0" y="0"/>
                </a:moveTo>
                <a:lnTo>
                  <a:pt x="8487196" y="0"/>
                </a:lnTo>
                <a:lnTo>
                  <a:pt x="8456308" y="51546"/>
                </a:lnTo>
                <a:cubicBezTo>
                  <a:pt x="7762240" y="1053819"/>
                  <a:pt x="6137383" y="1757083"/>
                  <a:pt x="4243598" y="1757083"/>
                </a:cubicBezTo>
                <a:cubicBezTo>
                  <a:pt x="2349814" y="1757083"/>
                  <a:pt x="724956" y="1053819"/>
                  <a:pt x="30889" y="51546"/>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7AB8E3"/>
              </a:solidFill>
            </a:endParaRPr>
          </a:p>
        </p:txBody>
      </p:sp>
    </p:spTree>
    <p:extLst>
      <p:ext uri="{BB962C8B-B14F-4D97-AF65-F5344CB8AC3E}">
        <p14:creationId xmlns:p14="http://schemas.microsoft.com/office/powerpoint/2010/main" val="2458621267"/>
      </p:ext>
    </p:extLst>
  </p:cSld>
  <p:clrMapOvr>
    <a:masterClrMapping/>
  </p:clrMapOvr>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Blue Half Circle (larger)">
    <p:spTree>
      <p:nvGrpSpPr>
        <p:cNvPr id="1" name=""/>
        <p:cNvGrpSpPr/>
        <p:nvPr/>
      </p:nvGrpSpPr>
      <p:grpSpPr>
        <a:xfrm>
          <a:off x="0" y="0"/>
          <a:ext cx="0" cy="0"/>
          <a:chOff x="0" y="0"/>
          <a:chExt cx="0" cy="0"/>
        </a:xfrm>
      </p:grpSpPr>
      <p:sp>
        <p:nvSpPr>
          <p:cNvPr id="7" name="Freeform 6">
            <a:extLst>
              <a:ext uri="{FF2B5EF4-FFF2-40B4-BE49-F238E27FC236}">
                <a16:creationId xmlns:a16="http://schemas.microsoft.com/office/drawing/2014/main" id="{0BB4ED5C-250C-B54E-AA9B-F3E4983F6F2B}"/>
              </a:ext>
            </a:extLst>
          </p:cNvPr>
          <p:cNvSpPr/>
          <p:nvPr userDrawn="1"/>
        </p:nvSpPr>
        <p:spPr>
          <a:xfrm>
            <a:off x="1852402" y="0"/>
            <a:ext cx="8487196" cy="1757083"/>
          </a:xfrm>
          <a:custGeom>
            <a:avLst/>
            <a:gdLst>
              <a:gd name="connsiteX0" fmla="*/ 0 w 8487196"/>
              <a:gd name="connsiteY0" fmla="*/ 0 h 1757083"/>
              <a:gd name="connsiteX1" fmla="*/ 8487196 w 8487196"/>
              <a:gd name="connsiteY1" fmla="*/ 0 h 1757083"/>
              <a:gd name="connsiteX2" fmla="*/ 8456308 w 8487196"/>
              <a:gd name="connsiteY2" fmla="*/ 51546 h 1757083"/>
              <a:gd name="connsiteX3" fmla="*/ 4243598 w 8487196"/>
              <a:gd name="connsiteY3" fmla="*/ 1757083 h 1757083"/>
              <a:gd name="connsiteX4" fmla="*/ 30889 w 8487196"/>
              <a:gd name="connsiteY4" fmla="*/ 51546 h 175708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87196" h="1757083">
                <a:moveTo>
                  <a:pt x="0" y="0"/>
                </a:moveTo>
                <a:lnTo>
                  <a:pt x="8487196" y="0"/>
                </a:lnTo>
                <a:lnTo>
                  <a:pt x="8456308" y="51546"/>
                </a:lnTo>
                <a:cubicBezTo>
                  <a:pt x="7762240" y="1053819"/>
                  <a:pt x="6137383" y="1757083"/>
                  <a:pt x="4243598" y="1757083"/>
                </a:cubicBezTo>
                <a:cubicBezTo>
                  <a:pt x="2349814" y="1757083"/>
                  <a:pt x="724956" y="1053819"/>
                  <a:pt x="30889" y="51546"/>
                </a:cubicBezTo>
                <a:close/>
              </a:path>
            </a:pathLst>
          </a:cu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7AB8E3"/>
              </a:solidFill>
            </a:endParaRPr>
          </a:p>
        </p:txBody>
      </p:sp>
    </p:spTree>
    <p:extLst>
      <p:ext uri="{BB962C8B-B14F-4D97-AF65-F5344CB8AC3E}">
        <p14:creationId xmlns:p14="http://schemas.microsoft.com/office/powerpoint/2010/main" val="644510337"/>
      </p:ext>
    </p:extLst>
  </p:cSld>
  <p:clrMapOvr>
    <a:masterClrMapping/>
  </p:clrMapOvr>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Blank + Footer + Spa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864158393"/>
      </p:ext>
    </p:extLst>
  </p:cSld>
  <p:clrMapOvr>
    <a:masterClrMapping/>
  </p:clrMapOvr>
</p:sldLayout>
</file>

<file path=ppt/slideLayouts/slideLayout133.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a:p>
        </p:txBody>
      </p:sp>
    </p:spTree>
    <p:extLst>
      <p:ext uri="{BB962C8B-B14F-4D97-AF65-F5344CB8AC3E}">
        <p14:creationId xmlns:p14="http://schemas.microsoft.com/office/powerpoint/2010/main" val="4290407765"/>
      </p:ext>
    </p:extLst>
  </p:cSld>
  <p:clrMapOvr>
    <a:masterClrMapping/>
  </p:clrMapOvr>
  <p:extLst>
    <p:ext uri="{DCECCB84-F9BA-43D5-87BE-67443E8EF086}">
      <p15:sldGuideLst xmlns:p15="http://schemas.microsoft.com/office/powerpoint/2012/main"/>
    </p:ext>
  </p:extLst>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094549726"/>
      </p:ext>
    </p:extLst>
  </p:cSld>
  <p:clrMapOvr>
    <a:masterClrMapping/>
  </p:clrMapOvr>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131888"/>
            <a:ext cx="11379200" cy="457688"/>
          </a:xfrm>
          <a:prstGeom prst="rect">
            <a:avLst/>
          </a:prstGeom>
        </p:spPr>
        <p:txBody>
          <a:bodyPr>
            <a:normAutofit/>
          </a:bodyPr>
          <a:lstStyle>
            <a:lvl1pPr>
              <a:defRPr lang="en-US" sz="1800" b="1" kern="1200" baseline="0" dirty="0">
                <a:solidFill>
                  <a:schemeClr val="accent2"/>
                </a:solidFill>
                <a:latin typeface="+mn-lt"/>
                <a:ea typeface="+mn-ea"/>
                <a:cs typeface="+mn-cs"/>
              </a:defRPr>
            </a:lvl1pPr>
          </a:lstStyle>
          <a:p>
            <a:pPr marL="0" lvl="0" indent="0" algn="l" defTabSz="914400" rtl="0" eaLnBrk="1" latinLnBrk="0" hangingPunct="1">
              <a:lnSpc>
                <a:spcPct val="100000"/>
              </a:lnSpc>
              <a:spcBef>
                <a:spcPts val="0"/>
              </a:spcBef>
              <a:spcAft>
                <a:spcPts val="600"/>
              </a:spcAft>
              <a:buFont typeface="Arial" panose="020B0604020202020204" pitchFamily="34" charset="0"/>
              <a:buNone/>
            </a:pPr>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hasCustomPrompt="1"/>
          </p:nvPr>
        </p:nvSpPr>
        <p:spPr/>
        <p:txBody>
          <a:bodyPr/>
          <a:lstStyle>
            <a:lvl1pPr>
              <a:defRPr/>
            </a:lvl1pPr>
          </a:lstStyle>
          <a:p>
            <a:r>
              <a:rPr lang="en-US"/>
              <a:t>Click to edit Master title style</a:t>
            </a:r>
            <a:br>
              <a:rPr lang="en-US"/>
            </a:br>
            <a:endParaRPr lang="de-DE"/>
          </a:p>
        </p:txBody>
      </p:sp>
    </p:spTree>
    <p:extLst>
      <p:ext uri="{BB962C8B-B14F-4D97-AF65-F5344CB8AC3E}">
        <p14:creationId xmlns:p14="http://schemas.microsoft.com/office/powerpoint/2010/main" val="1525730448"/>
      </p:ext>
    </p:extLst>
  </p:cSld>
  <p:clrMapOvr>
    <a:masterClrMapping/>
  </p:clrMapOvr>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1_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746543"/>
            <a:ext cx="11379200" cy="457688"/>
          </a:xfrm>
          <a:prstGeom prst="rect">
            <a:avLst/>
          </a:prstGeom>
        </p:spPr>
        <p:txBody>
          <a:bodyPr>
            <a:normAutofit/>
          </a:bodyPr>
          <a:lstStyle>
            <a:lvl1pPr>
              <a:defRPr sz="1800" b="1">
                <a:solidFill>
                  <a:schemeClr val="accent2"/>
                </a:solidFill>
                <a:latin typeface="+mn-lt"/>
              </a:defRPr>
            </a:lvl1pPr>
          </a:lstStyle>
          <a:p>
            <a:pPr lvl="0"/>
            <a:r>
              <a:rPr lang="en-US"/>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a:xfrm>
            <a:off x="404813" y="388188"/>
            <a:ext cx="10947772" cy="358355"/>
          </a:xfrm>
        </p:spPr>
        <p:txBody>
          <a:bodyPr/>
          <a:lstStyle>
            <a:lvl1pPr>
              <a:defRPr/>
            </a:lvl1pPr>
          </a:lstStyle>
          <a:p>
            <a:r>
              <a:rPr lang="en-US"/>
              <a:t>Click to edit Master title style</a:t>
            </a:r>
            <a:endParaRPr lang="de-DE"/>
          </a:p>
        </p:txBody>
      </p:sp>
    </p:spTree>
    <p:extLst>
      <p:ext uri="{BB962C8B-B14F-4D97-AF65-F5344CB8AC3E}">
        <p14:creationId xmlns:p14="http://schemas.microsoft.com/office/powerpoint/2010/main" val="1807083930"/>
      </p:ext>
    </p:extLst>
  </p:cSld>
  <p:clrMapOvr>
    <a:masterClrMapping/>
  </p:clrMapOvr>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nchor="t"/>
          <a:lstStyle/>
          <a:p>
            <a:r>
              <a:rPr lang="en-US"/>
              <a:t>Click to edit Master title style</a:t>
            </a:r>
            <a:endParaRPr lang="de-DE"/>
          </a:p>
        </p:txBody>
      </p:sp>
    </p:spTree>
    <p:extLst>
      <p:ext uri="{BB962C8B-B14F-4D97-AF65-F5344CB8AC3E}">
        <p14:creationId xmlns:p14="http://schemas.microsoft.com/office/powerpoint/2010/main" val="746012076"/>
      </p:ext>
    </p:extLst>
  </p:cSld>
  <p:clrMapOvr>
    <a:masterClrMapping/>
  </p:clrMapOvr>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a:p>
        </p:txBody>
      </p:sp>
    </p:spTree>
    <p:extLst>
      <p:ext uri="{BB962C8B-B14F-4D97-AF65-F5344CB8AC3E}">
        <p14:creationId xmlns:p14="http://schemas.microsoft.com/office/powerpoint/2010/main" val="4085251606"/>
      </p:ext>
    </p:extLst>
  </p:cSld>
  <p:clrMapOvr>
    <a:masterClrMapping/>
  </p:clrMapOvr>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a:t>Insert Picture and send </a:t>
            </a:r>
            <a:r>
              <a:rPr lang="de-DE" err="1"/>
              <a:t>to</a:t>
            </a:r>
            <a:r>
              <a:rPr lang="de-DE"/>
              <a:t> back</a:t>
            </a:r>
          </a:p>
        </p:txBody>
      </p:sp>
    </p:spTree>
    <p:extLst>
      <p:ext uri="{BB962C8B-B14F-4D97-AF65-F5344CB8AC3E}">
        <p14:creationId xmlns:p14="http://schemas.microsoft.com/office/powerpoint/2010/main" val="2563881778"/>
      </p:ext>
    </p:extLst>
  </p:cSld>
  <p:clrMapOvr>
    <a:masterClrMapping/>
  </p:clrMapOvr>
</p:sldLayout>
</file>

<file path=ppt/slideLayouts/slideLayout140.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dirty="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dirty="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bg1"/>
                </a:solidFill>
                <a:effectLst/>
                <a:latin typeface="Ubuntu" panose="020B0504030602030204" pitchFamily="34" charset="0"/>
              </a:rPr>
              <a:t>Get the Future You Want </a:t>
            </a:r>
            <a:r>
              <a:rPr lang="en-US" sz="900" dirty="0">
                <a:solidFill>
                  <a:schemeClr val="bg1"/>
                </a:solidFill>
                <a:effectLst/>
                <a:latin typeface="Ubuntu" panose="020B0504030602030204" pitchFamily="34" charset="0"/>
              </a:rPr>
              <a:t>|</a:t>
            </a:r>
            <a:r>
              <a:rPr lang="en-GB" sz="900" dirty="0">
                <a:solidFill>
                  <a:schemeClr val="bg1"/>
                </a:solidFill>
                <a:effectLst/>
                <a:latin typeface="Ubuntu" panose="020B0504030602030204" pitchFamily="34" charset="0"/>
              </a:rPr>
              <a:t> </a:t>
            </a:r>
            <a:r>
              <a:rPr lang="en-US" sz="1050" dirty="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1520778429"/>
      </p:ext>
    </p:extLst>
  </p:cSld>
  <p:clrMapOvr>
    <a:masterClrMapping/>
  </p:clrMapOvr>
  <p:extLst>
    <p:ext uri="{DCECCB84-F9BA-43D5-87BE-67443E8EF086}">
      <p15:sldGuideLst xmlns:p15="http://schemas.microsoft.com/office/powerpoint/2012/main"/>
    </p:ext>
  </p:extLst>
</p:sldLayout>
</file>

<file path=ppt/slideLayouts/slideLayout141.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grpSp>
        <p:nvGrpSpPr>
          <p:cNvPr id="4" name="Groupe 1">
            <a:extLst>
              <a:ext uri="{FF2B5EF4-FFF2-40B4-BE49-F238E27FC236}">
                <a16:creationId xmlns:a16="http://schemas.microsoft.com/office/drawing/2014/main" id="{73BCBE4B-60AD-F041-AD2F-8991C449F38A}"/>
              </a:ext>
            </a:extLst>
          </p:cNvPr>
          <p:cNvGrpSpPr>
            <a:grpSpLocks noChangeAspect="1"/>
          </p:cNvGrpSpPr>
          <p:nvPr userDrawn="1"/>
        </p:nvGrpSpPr>
        <p:grpSpPr>
          <a:xfrm>
            <a:off x="11562163" y="205059"/>
            <a:ext cx="419436" cy="388988"/>
            <a:chOff x="11501102" y="171573"/>
            <a:chExt cx="419436" cy="388988"/>
          </a:xfrm>
        </p:grpSpPr>
        <p:sp>
          <p:nvSpPr>
            <p:cNvPr id="5" name="Freeform 13">
              <a:extLst>
                <a:ext uri="{FF2B5EF4-FFF2-40B4-BE49-F238E27FC236}">
                  <a16:creationId xmlns:a16="http://schemas.microsoft.com/office/drawing/2014/main" id="{AA76FF25-BDF0-5047-887E-DC5292114DE3}"/>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6" name="Freeform 14">
              <a:extLst>
                <a:ext uri="{FF2B5EF4-FFF2-40B4-BE49-F238E27FC236}">
                  <a16:creationId xmlns:a16="http://schemas.microsoft.com/office/drawing/2014/main" id="{DE54193C-FC53-B946-9C05-25BD1E106E8F}"/>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4115177524"/>
      </p:ext>
    </p:extLst>
  </p:cSld>
  <p:clrMapOvr>
    <a:masterClrMapping/>
  </p:clrMapOvr>
  <p:extLst>
    <p:ext uri="{DCECCB84-F9BA-43D5-87BE-67443E8EF086}">
      <p15:sldGuideLst xmlns:p15="http://schemas.microsoft.com/office/powerpoint/2012/main"/>
    </p:ext>
  </p:extLst>
</p:sldLayout>
</file>

<file path=ppt/slideLayouts/slideLayout142.xml><?xml version="1.0" encoding="utf-8"?>
<p:sldLayout xmlns:a="http://schemas.openxmlformats.org/drawingml/2006/main" xmlns:r="http://schemas.openxmlformats.org/officeDocument/2006/relationships" xmlns:p="http://schemas.openxmlformats.org/presentationml/2006/main" showMasterSp="0" userDrawn="1">
  <p:cSld name="8_Vide">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p:custDataLst>
              <p:tags r:id="rId1"/>
            </p:custDataLst>
          </p:nvPr>
        </p:nvGraphicFramePr>
        <p:xfrm>
          <a:off x="1" y="1"/>
          <a:ext cx="180999" cy="143985"/>
        </p:xfrm>
        <a:graphic>
          <a:graphicData uri="http://schemas.openxmlformats.org/presentationml/2006/ole">
            <mc:AlternateContent xmlns:mc="http://schemas.openxmlformats.org/markup-compatibility/2006">
              <mc:Choice xmlns:v="urn:schemas-microsoft-com:vml" Requires="v">
                <p:oleObj name="think-cell Slide" r:id="rId3" imgW="360" imgH="360" progId="">
                  <p:embed/>
                </p:oleObj>
              </mc:Choice>
              <mc:Fallback>
                <p:oleObj name="think-cell Slide" r:id="rId3" imgW="360" imgH="360" progId="">
                  <p:embed/>
                  <p:pic>
                    <p:nvPicPr>
                      <p:cNvPr id="2" name="Object 1"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 y="1"/>
                        <a:ext cx="180999" cy="1439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e 1">
            <a:extLst>
              <a:ext uri="{FF2B5EF4-FFF2-40B4-BE49-F238E27FC236}">
                <a16:creationId xmlns:a16="http://schemas.microsoft.com/office/drawing/2014/main" id="{3EF95332-0515-804A-9351-2B797A4DB1D8}"/>
              </a:ext>
            </a:extLst>
          </p:cNvPr>
          <p:cNvGrpSpPr>
            <a:grpSpLocks noChangeAspect="1"/>
          </p:cNvGrpSpPr>
          <p:nvPr userDrawn="1"/>
        </p:nvGrpSpPr>
        <p:grpSpPr>
          <a:xfrm>
            <a:off x="11562163" y="205059"/>
            <a:ext cx="419436" cy="388988"/>
            <a:chOff x="11501102" y="171573"/>
            <a:chExt cx="419436" cy="388988"/>
          </a:xfrm>
        </p:grpSpPr>
        <p:sp>
          <p:nvSpPr>
            <p:cNvPr id="4" name="Freeform 13">
              <a:extLst>
                <a:ext uri="{FF2B5EF4-FFF2-40B4-BE49-F238E27FC236}">
                  <a16:creationId xmlns:a16="http://schemas.microsoft.com/office/drawing/2014/main" id="{FA5D97AD-6E6D-B742-8C98-E0FA5A30CE6B}"/>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5" name="Freeform 14">
              <a:extLst>
                <a:ext uri="{FF2B5EF4-FFF2-40B4-BE49-F238E27FC236}">
                  <a16:creationId xmlns:a16="http://schemas.microsoft.com/office/drawing/2014/main" id="{03B36A7A-12C4-1E4F-984B-AF07BCACCEED}"/>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99723101"/>
      </p:ext>
    </p:extLst>
  </p:cSld>
  <p:clrMapOvr>
    <a:masterClrMapping/>
  </p:clrMapOvr>
</p:sldLayout>
</file>

<file path=ppt/slideLayouts/slideLayout14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6E8B41-E0B6-464B-9060-C8CDDA7EAE8C}"/>
              </a:ext>
            </a:extLst>
          </p:cNvPr>
          <p:cNvSpPr>
            <a:spLocks noGrp="1"/>
          </p:cNvSpPr>
          <p:nvPr>
            <p:ph type="ctrTitle"/>
          </p:nvPr>
        </p:nvSpPr>
        <p:spPr>
          <a:xfrm>
            <a:off x="1524000" y="1122363"/>
            <a:ext cx="9144000" cy="2387600"/>
          </a:xfrm>
          <a:prstGeom prst="rect">
            <a:avLst/>
          </a:prstGeo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49AF1F-B117-413C-B2CF-32CA20407E2E}"/>
              </a:ext>
            </a:extLst>
          </p:cNvPr>
          <p:cNvSpPr>
            <a:spLocks noGrp="1"/>
          </p:cNvSpPr>
          <p:nvPr>
            <p:ph type="subTitle" idx="1"/>
          </p:nvPr>
        </p:nvSpPr>
        <p:spPr>
          <a:xfrm>
            <a:off x="1524000" y="3602038"/>
            <a:ext cx="9144000" cy="1655762"/>
          </a:xfrm>
          <a:prstGeom prst="rect">
            <a:avLst/>
          </a:prstGeo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154252749"/>
      </p:ext>
    </p:extLst>
  </p:cSld>
  <p:clrMapOvr>
    <a:masterClrMapping/>
  </p:clrMapOvr>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C17A1895-A841-4F2F-AF71-2C5D96745B7D}"/>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2" name="Object 1" hidden="1">
                        <a:extLst>
                          <a:ext uri="{FF2B5EF4-FFF2-40B4-BE49-F238E27FC236}">
                            <a16:creationId xmlns:a16="http://schemas.microsoft.com/office/drawing/2014/main" id="{C17A1895-A841-4F2F-AF71-2C5D96745B7D}"/>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CCC950EE-D47D-416A-BBF7-19249CACA7A5}"/>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dirty="0">
              <a:solidFill>
                <a:schemeClr val="tx1"/>
              </a:solidFill>
              <a:latin typeface="Ubuntu" panose="020B0504030602030204" pitchFamily="34" charset="0"/>
              <a:ea typeface="+mj-ea"/>
              <a:cs typeface="+mj-cs"/>
              <a:sym typeface="Ubuntu" panose="020B0504030602030204" pitchFamily="34" charset="0"/>
            </a:endParaRPr>
          </a:p>
        </p:txBody>
      </p:sp>
      <p:sp>
        <p:nvSpPr>
          <p:cNvPr id="3" name="Date Placeholder 2">
            <a:extLst>
              <a:ext uri="{FF2B5EF4-FFF2-40B4-BE49-F238E27FC236}">
                <a16:creationId xmlns:a16="http://schemas.microsoft.com/office/drawing/2014/main" id="{8B6BA9DF-5E60-4441-800C-E0C881F4925C}"/>
              </a:ext>
            </a:extLst>
          </p:cNvPr>
          <p:cNvSpPr>
            <a:spLocks noGrp="1"/>
          </p:cNvSpPr>
          <p:nvPr>
            <p:ph type="dt" sz="half" idx="12"/>
          </p:nvPr>
        </p:nvSpPr>
        <p:spPr>
          <a:xfrm>
            <a:off x="9192344" y="6650661"/>
            <a:ext cx="2119242" cy="123111"/>
          </a:xfrm>
          <a:prstGeom prst="rect">
            <a:avLst/>
          </a:prstGeom>
        </p:spPr>
        <p:txBody>
          <a:bodyPr/>
          <a:lstStyle/>
          <a:p>
            <a:pPr algn="r">
              <a:spcBef>
                <a:spcPts val="1000"/>
              </a:spcBef>
              <a:buFont typeface="Arial" panose="020B0604020202020204" pitchFamily="34" charset="0"/>
              <a:buNone/>
            </a:pPr>
            <a:endParaRPr lang="en-US" dirty="0"/>
          </a:p>
        </p:txBody>
      </p:sp>
      <p:sp>
        <p:nvSpPr>
          <p:cNvPr id="6" name="Slide Number Placeholder 5">
            <a:extLst>
              <a:ext uri="{FF2B5EF4-FFF2-40B4-BE49-F238E27FC236}">
                <a16:creationId xmlns:a16="http://schemas.microsoft.com/office/drawing/2014/main" id="{EBDB6DE3-65A6-49CF-814E-0A2A50814634}"/>
              </a:ext>
            </a:extLst>
          </p:cNvPr>
          <p:cNvSpPr>
            <a:spLocks noGrp="1"/>
          </p:cNvSpPr>
          <p:nvPr>
            <p:ph type="sldNum" sz="quarter" idx="14"/>
          </p:nvPr>
        </p:nvSpPr>
        <p:spPr>
          <a:xfrm>
            <a:off x="11407951" y="6650661"/>
            <a:ext cx="232665" cy="123111"/>
          </a:xfrm>
          <a:prstGeom prst="rect">
            <a:avLst/>
          </a:prstGeom>
        </p:spPr>
        <p:txBody>
          <a:bodyPr/>
          <a:lstStyle/>
          <a:p>
            <a:pPr algn="r"/>
            <a:fld id="{5D9A5160-6218-4E5A-B9E6-B93E3DAE377C}" type="slidenum">
              <a:rPr lang="en-US" smtClean="0"/>
              <a:pPr algn="r"/>
              <a:t>‹#›</a:t>
            </a:fld>
            <a:endParaRPr lang="en-US" dirty="0"/>
          </a:p>
        </p:txBody>
      </p:sp>
      <p:sp>
        <p:nvSpPr>
          <p:cNvPr id="10" name="Text Placeholder 9">
            <a:extLst>
              <a:ext uri="{FF2B5EF4-FFF2-40B4-BE49-F238E27FC236}">
                <a16:creationId xmlns:a16="http://schemas.microsoft.com/office/drawing/2014/main" id="{667AB06E-CA55-4893-BAFA-61FF4CCDFBD1}"/>
              </a:ext>
            </a:extLst>
          </p:cNvPr>
          <p:cNvSpPr>
            <a:spLocks noGrp="1"/>
          </p:cNvSpPr>
          <p:nvPr>
            <p:ph type="body" sz="quarter" idx="15"/>
          </p:nvPr>
        </p:nvSpPr>
        <p:spPr>
          <a:xfrm>
            <a:off x="550200" y="1125538"/>
            <a:ext cx="11090938" cy="246221"/>
          </a:xfrm>
          <a:prstGeom prst="rect">
            <a:avLst/>
          </a:prstGeom>
        </p:spPr>
        <p:txBody>
          <a:bodyPr>
            <a:spAutoFit/>
          </a:bodyPr>
          <a:lstStyle>
            <a:lvl1pPr>
              <a:defRPr sz="1600" b="1">
                <a:solidFill>
                  <a:sysClr val="windowText" lastClr="000000"/>
                </a:solidFill>
                <a:latin typeface="Verdana" panose="020B0604030504040204" pitchFamily="34" charset="0"/>
                <a:ea typeface="Verdana" panose="020B0604030504040204" pitchFamily="34" charset="0"/>
              </a:defRPr>
            </a:lvl1pPr>
          </a:lstStyle>
          <a:p>
            <a:pPr lvl="0"/>
            <a:r>
              <a:rPr lang="en-US"/>
              <a:t>Click to edit Master text styles</a:t>
            </a:r>
          </a:p>
        </p:txBody>
      </p:sp>
      <p:sp>
        <p:nvSpPr>
          <p:cNvPr id="5" name="Title 4">
            <a:extLst>
              <a:ext uri="{FF2B5EF4-FFF2-40B4-BE49-F238E27FC236}">
                <a16:creationId xmlns:a16="http://schemas.microsoft.com/office/drawing/2014/main" id="{0BA091BB-1771-4A6F-B93C-43E4798B4251}"/>
              </a:ext>
            </a:extLst>
          </p:cNvPr>
          <p:cNvSpPr>
            <a:spLocks noGrp="1"/>
          </p:cNvSpPr>
          <p:nvPr>
            <p:ph type="title"/>
          </p:nvPr>
        </p:nvSpPr>
        <p:spPr>
          <a:xfrm>
            <a:off x="550863" y="6907"/>
            <a:ext cx="10873877" cy="1127300"/>
          </a:xfrm>
          <a:prstGeom prst="rect">
            <a:avLst/>
          </a:prstGeom>
        </p:spPr>
        <p:txBody>
          <a:bodyPr/>
          <a:lstStyle/>
          <a:p>
            <a:r>
              <a:rPr lang="en-US"/>
              <a:t>Click to edit Master title style</a:t>
            </a:r>
            <a:endParaRPr lang="de-DE"/>
          </a:p>
        </p:txBody>
      </p:sp>
      <p:sp>
        <p:nvSpPr>
          <p:cNvPr id="4" name="Footer Placeholder 3">
            <a:extLst>
              <a:ext uri="{FF2B5EF4-FFF2-40B4-BE49-F238E27FC236}">
                <a16:creationId xmlns:a16="http://schemas.microsoft.com/office/drawing/2014/main" id="{6CE87774-DE30-442F-A213-2E67D73771BE}"/>
              </a:ext>
            </a:extLst>
          </p:cNvPr>
          <p:cNvSpPr>
            <a:spLocks noGrp="1"/>
          </p:cNvSpPr>
          <p:nvPr>
            <p:ph type="ftr" sz="quarter" idx="16"/>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dirty="0"/>
          </a:p>
        </p:txBody>
      </p:sp>
    </p:spTree>
    <p:extLst>
      <p:ext uri="{BB962C8B-B14F-4D97-AF65-F5344CB8AC3E}">
        <p14:creationId xmlns:p14="http://schemas.microsoft.com/office/powerpoint/2010/main" val="379911673"/>
      </p:ext>
    </p:extLst>
  </p:cSld>
  <p:clrMapOvr>
    <a:masterClrMapping/>
  </p:clrMapOvr>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Empty grey">
    <p:spTree>
      <p:nvGrpSpPr>
        <p:cNvPr id="1" name=""/>
        <p:cNvGrpSpPr/>
        <p:nvPr/>
      </p:nvGrpSpPr>
      <p:grpSpPr>
        <a:xfrm>
          <a:off x="0" y="0"/>
          <a:ext cx="0" cy="0"/>
          <a:chOff x="0" y="0"/>
          <a:chExt cx="0" cy="0"/>
        </a:xfrm>
      </p:grpSpPr>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0" name="Freeform 321">
              <a:extLst>
                <a:ext uri="{FF2B5EF4-FFF2-40B4-BE49-F238E27FC236}">
                  <a16:creationId xmlns:a16="http://schemas.microsoft.com/office/drawing/2014/main" id="{DF832F2C-D3A7-4DE5-96EA-08ADD488B23C}"/>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3" name="Date Placeholder 2">
            <a:extLst>
              <a:ext uri="{FF2B5EF4-FFF2-40B4-BE49-F238E27FC236}">
                <a16:creationId xmlns:a16="http://schemas.microsoft.com/office/drawing/2014/main" id="{793789B1-45FE-41D7-AB00-BF9FA7CBE232}"/>
              </a:ext>
            </a:extLst>
          </p:cNvPr>
          <p:cNvSpPr>
            <a:spLocks noGrp="1"/>
          </p:cNvSpPr>
          <p:nvPr>
            <p:ph type="dt" sz="half" idx="10"/>
          </p:nvPr>
        </p:nvSpPr>
        <p:spPr>
          <a:xfrm>
            <a:off x="9192344" y="6650661"/>
            <a:ext cx="2119242" cy="123111"/>
          </a:xfrm>
          <a:prstGeom prst="rect">
            <a:avLst/>
          </a:prstGeom>
        </p:spPr>
        <p:txBody>
          <a:bodyPr/>
          <a:lstStyle/>
          <a:p>
            <a:pPr algn="r">
              <a:spcBef>
                <a:spcPts val="1000"/>
              </a:spcBef>
              <a:buFont typeface="Arial" panose="020B0604020202020204" pitchFamily="34" charset="0"/>
              <a:buNone/>
            </a:pPr>
            <a:endParaRPr lang="en-US" dirty="0"/>
          </a:p>
        </p:txBody>
      </p:sp>
      <p:sp>
        <p:nvSpPr>
          <p:cNvPr id="6" name="Slide Number Placeholder 5">
            <a:extLst>
              <a:ext uri="{FF2B5EF4-FFF2-40B4-BE49-F238E27FC236}">
                <a16:creationId xmlns:a16="http://schemas.microsoft.com/office/drawing/2014/main" id="{A01F3CCC-A7A2-43F4-B41C-6E884F53F29B}"/>
              </a:ext>
            </a:extLst>
          </p:cNvPr>
          <p:cNvSpPr>
            <a:spLocks noGrp="1"/>
          </p:cNvSpPr>
          <p:nvPr>
            <p:ph type="sldNum" sz="quarter" idx="12"/>
          </p:nvPr>
        </p:nvSpPr>
        <p:spPr>
          <a:xfrm>
            <a:off x="11407951" y="6650661"/>
            <a:ext cx="232665" cy="123111"/>
          </a:xfrm>
          <a:prstGeom prst="rect">
            <a:avLst/>
          </a:prstGeom>
        </p:spPr>
        <p:txBody>
          <a:bodyPr/>
          <a:lstStyle/>
          <a:p>
            <a:pPr algn="r"/>
            <a:fld id="{5D9A5160-6218-4E5A-B9E6-B93E3DAE377C}" type="slidenum">
              <a:rPr lang="en-US" smtClean="0"/>
              <a:pPr algn="r"/>
              <a:t>‹#›</a:t>
            </a:fld>
            <a:endParaRPr lang="en-US" dirty="0"/>
          </a:p>
        </p:txBody>
      </p:sp>
      <p:grpSp>
        <p:nvGrpSpPr>
          <p:cNvPr id="11" name="Groupe 1">
            <a:extLst>
              <a:ext uri="{FF2B5EF4-FFF2-40B4-BE49-F238E27FC236}">
                <a16:creationId xmlns:a16="http://schemas.microsoft.com/office/drawing/2014/main" id="{7F4F92E5-7A6A-48E3-8B3E-B2136A583F4E}"/>
              </a:ext>
            </a:extLst>
          </p:cNvPr>
          <p:cNvGrpSpPr/>
          <p:nvPr userDrawn="1"/>
        </p:nvGrpSpPr>
        <p:grpSpPr>
          <a:xfrm>
            <a:off x="11501102" y="171573"/>
            <a:ext cx="419436" cy="388988"/>
            <a:chOff x="11501102" y="171573"/>
            <a:chExt cx="419436" cy="388988"/>
          </a:xfrm>
        </p:grpSpPr>
        <p:sp>
          <p:nvSpPr>
            <p:cNvPr id="12" name="Freeform 13">
              <a:extLst>
                <a:ext uri="{FF2B5EF4-FFF2-40B4-BE49-F238E27FC236}">
                  <a16:creationId xmlns:a16="http://schemas.microsoft.com/office/drawing/2014/main" id="{6D5BF8DF-8C5C-49AB-A424-4ADD6C20FDB6}"/>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3" name="Freeform 14">
              <a:extLst>
                <a:ext uri="{FF2B5EF4-FFF2-40B4-BE49-F238E27FC236}">
                  <a16:creationId xmlns:a16="http://schemas.microsoft.com/office/drawing/2014/main" id="{7324754F-804C-49FE-9E5D-89870A54E063}"/>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4" name="Footer Placeholder 3">
            <a:extLst>
              <a:ext uri="{FF2B5EF4-FFF2-40B4-BE49-F238E27FC236}">
                <a16:creationId xmlns:a16="http://schemas.microsoft.com/office/drawing/2014/main" id="{E2C3B471-E4AD-4C4F-9E65-D3218FBC84DD}"/>
              </a:ext>
            </a:extLst>
          </p:cNvPr>
          <p:cNvSpPr>
            <a:spLocks noGrp="1"/>
          </p:cNvSpPr>
          <p:nvPr>
            <p:ph type="ftr" sz="quarter" idx="13"/>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dirty="0"/>
          </a:p>
        </p:txBody>
      </p:sp>
    </p:spTree>
    <p:extLst>
      <p:ext uri="{BB962C8B-B14F-4D97-AF65-F5344CB8AC3E}">
        <p14:creationId xmlns:p14="http://schemas.microsoft.com/office/powerpoint/2010/main" val="3277606411"/>
      </p:ext>
    </p:extLst>
  </p:cSld>
  <p:clrMapOvr>
    <a:masterClrMapping/>
  </p:clrMapOvr>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1_Conclusion">
    <p:bg>
      <p:bgPr>
        <a:solidFill>
          <a:schemeClr val="tx2"/>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530A8755-F4BC-48B2-8DC0-99584FFDC306}"/>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4" name="Object 3" hidden="1">
                        <a:extLst>
                          <a:ext uri="{FF2B5EF4-FFF2-40B4-BE49-F238E27FC236}">
                            <a16:creationId xmlns:a16="http://schemas.microsoft.com/office/drawing/2014/main" id="{530A8755-F4BC-48B2-8DC0-99584FFDC30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53EC9D76-D7D9-412C-9387-72B2529A4FE8}"/>
              </a:ext>
            </a:extLst>
          </p:cNvPr>
          <p:cNvSpPr/>
          <p:nvPr userDrawn="1">
            <p:custDataLst>
              <p:tags r:id="rId2"/>
            </p:custDataLst>
          </p:nvPr>
        </p:nvSpPr>
        <p:spPr>
          <a:xfrm>
            <a:off x="0" y="0"/>
            <a:ext cx="158750" cy="15875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5000" b="0" i="0" baseline="0" dirty="0">
              <a:solidFill>
                <a:schemeClr val="tx1"/>
              </a:solidFill>
              <a:latin typeface="Ubuntu" panose="020B0504030602030204" pitchFamily="34" charset="0"/>
              <a:ea typeface="+mn-ea"/>
              <a:cs typeface="+mn-cs"/>
              <a:sym typeface="Ubuntu" panose="020B0504030602030204" pitchFamily="34" charset="0"/>
            </a:endParaRPr>
          </a:p>
        </p:txBody>
      </p:sp>
      <p:pic>
        <p:nvPicPr>
          <p:cNvPr id="27" name="Picture 26">
            <a:extLst>
              <a:ext uri="{FF2B5EF4-FFF2-40B4-BE49-F238E27FC236}">
                <a16:creationId xmlns:a16="http://schemas.microsoft.com/office/drawing/2014/main" id="{2DA46A46-EA96-4234-A1A5-121F7DD55E8B}"/>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r="5523"/>
          <a:stretch/>
        </p:blipFill>
        <p:spPr>
          <a:xfrm flipH="1" flipV="1">
            <a:off x="-1" y="1066712"/>
            <a:ext cx="12192000" cy="5791288"/>
          </a:xfrm>
          <a:prstGeom prst="rect">
            <a:avLst/>
          </a:prstGeom>
        </p:spPr>
      </p:pic>
      <p:sp>
        <p:nvSpPr>
          <p:cNvPr id="25" name="Rectangle 24">
            <a:hlinkClick r:id="rId7"/>
            <a:extLst>
              <a:ext uri="{FF2B5EF4-FFF2-40B4-BE49-F238E27FC236}">
                <a16:creationId xmlns:a16="http://schemas.microsoft.com/office/drawing/2014/main" id="{9F81E28A-4FC1-4C3D-8EEF-F0B729859246}"/>
              </a:ext>
            </a:extLst>
          </p:cNvPr>
          <p:cNvSpPr/>
          <p:nvPr userDrawn="1"/>
        </p:nvSpPr>
        <p:spPr>
          <a:xfrm>
            <a:off x="6333489" y="5821999"/>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latin typeface="+mj-lt"/>
            </a:endParaRPr>
          </a:p>
        </p:txBody>
      </p:sp>
      <p:grpSp>
        <p:nvGrpSpPr>
          <p:cNvPr id="68" name="Graphic 4">
            <a:extLst>
              <a:ext uri="{FF2B5EF4-FFF2-40B4-BE49-F238E27FC236}">
                <a16:creationId xmlns:a16="http://schemas.microsoft.com/office/drawing/2014/main" id="{9C349E11-0553-4F07-9147-D67BC0882030}"/>
              </a:ext>
            </a:extLst>
          </p:cNvPr>
          <p:cNvGrpSpPr/>
          <p:nvPr userDrawn="1"/>
        </p:nvGrpSpPr>
        <p:grpSpPr>
          <a:xfrm>
            <a:off x="535833" y="486661"/>
            <a:ext cx="2464167" cy="378347"/>
            <a:chOff x="3176111" y="1257136"/>
            <a:chExt cx="5719756" cy="878207"/>
          </a:xfrm>
        </p:grpSpPr>
        <p:sp>
          <p:nvSpPr>
            <p:cNvPr id="69" name="Freeform: Shape 68">
              <a:extLst>
                <a:ext uri="{FF2B5EF4-FFF2-40B4-BE49-F238E27FC236}">
                  <a16:creationId xmlns:a16="http://schemas.microsoft.com/office/drawing/2014/main" id="{744C6E08-7763-4D03-91B7-76BDFDF7A36F}"/>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rtlCol="0" anchor="ctr"/>
            <a:lstStyle/>
            <a:p>
              <a:endParaRPr lang="de-DE">
                <a:latin typeface="Verdana" panose="020B0604030504040204" pitchFamily="34" charset="0"/>
                <a:ea typeface="Verdana" panose="020B0604030504040204" pitchFamily="34" charset="0"/>
              </a:endParaRPr>
            </a:p>
          </p:txBody>
        </p:sp>
        <p:sp>
          <p:nvSpPr>
            <p:cNvPr id="70" name="Freeform: Shape 69">
              <a:extLst>
                <a:ext uri="{FF2B5EF4-FFF2-40B4-BE49-F238E27FC236}">
                  <a16:creationId xmlns:a16="http://schemas.microsoft.com/office/drawing/2014/main" id="{1C172E70-0B70-4A1F-8C89-2ED10E799745}"/>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rtlCol="0" anchor="ctr"/>
            <a:lstStyle/>
            <a:p>
              <a:endParaRPr lang="de-DE">
                <a:latin typeface="Verdana" panose="020B0604030504040204" pitchFamily="34" charset="0"/>
                <a:ea typeface="Verdana" panose="020B0604030504040204" pitchFamily="34" charset="0"/>
              </a:endParaRPr>
            </a:p>
          </p:txBody>
        </p:sp>
        <p:sp>
          <p:nvSpPr>
            <p:cNvPr id="71" name="Freeform: Shape 70">
              <a:extLst>
                <a:ext uri="{FF2B5EF4-FFF2-40B4-BE49-F238E27FC236}">
                  <a16:creationId xmlns:a16="http://schemas.microsoft.com/office/drawing/2014/main" id="{01CF752C-B186-424A-B2D7-8B230569B3A8}"/>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rtlCol="0" anchor="ctr"/>
            <a:lstStyle/>
            <a:p>
              <a:endParaRPr lang="de-DE">
                <a:latin typeface="Verdana" panose="020B0604030504040204" pitchFamily="34" charset="0"/>
                <a:ea typeface="Verdana" panose="020B0604030504040204" pitchFamily="34" charset="0"/>
              </a:endParaRPr>
            </a:p>
          </p:txBody>
        </p:sp>
        <p:sp>
          <p:nvSpPr>
            <p:cNvPr id="72" name="Freeform: Shape 71">
              <a:extLst>
                <a:ext uri="{FF2B5EF4-FFF2-40B4-BE49-F238E27FC236}">
                  <a16:creationId xmlns:a16="http://schemas.microsoft.com/office/drawing/2014/main" id="{FDF811B1-E774-405D-BCC4-8986E192B8E5}"/>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rtlCol="0" anchor="ctr"/>
            <a:lstStyle/>
            <a:p>
              <a:endParaRPr lang="de-DE">
                <a:latin typeface="Verdana" panose="020B0604030504040204" pitchFamily="34" charset="0"/>
                <a:ea typeface="Verdana" panose="020B0604030504040204" pitchFamily="34" charset="0"/>
              </a:endParaRPr>
            </a:p>
          </p:txBody>
        </p:sp>
        <p:sp>
          <p:nvSpPr>
            <p:cNvPr id="73" name="Freeform: Shape 72">
              <a:extLst>
                <a:ext uri="{FF2B5EF4-FFF2-40B4-BE49-F238E27FC236}">
                  <a16:creationId xmlns:a16="http://schemas.microsoft.com/office/drawing/2014/main" id="{AC902DC9-11E7-469A-9B87-36E7876821AA}"/>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rtlCol="0" anchor="ctr"/>
            <a:lstStyle/>
            <a:p>
              <a:endParaRPr lang="de-DE">
                <a:latin typeface="Verdana" panose="020B0604030504040204" pitchFamily="34" charset="0"/>
                <a:ea typeface="Verdana" panose="020B0604030504040204" pitchFamily="34" charset="0"/>
              </a:endParaRPr>
            </a:p>
          </p:txBody>
        </p:sp>
        <p:sp>
          <p:nvSpPr>
            <p:cNvPr id="74" name="Freeform: Shape 73">
              <a:extLst>
                <a:ext uri="{FF2B5EF4-FFF2-40B4-BE49-F238E27FC236}">
                  <a16:creationId xmlns:a16="http://schemas.microsoft.com/office/drawing/2014/main" id="{E8B5DD36-8031-4F1B-9BC6-38CB634A2B29}"/>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rtlCol="0" anchor="ctr"/>
            <a:lstStyle/>
            <a:p>
              <a:endParaRPr lang="de-DE">
                <a:latin typeface="Verdana" panose="020B0604030504040204" pitchFamily="34" charset="0"/>
                <a:ea typeface="Verdana" panose="020B0604030504040204" pitchFamily="34" charset="0"/>
              </a:endParaRPr>
            </a:p>
          </p:txBody>
        </p:sp>
        <p:sp>
          <p:nvSpPr>
            <p:cNvPr id="75" name="Freeform: Shape 74">
              <a:extLst>
                <a:ext uri="{FF2B5EF4-FFF2-40B4-BE49-F238E27FC236}">
                  <a16:creationId xmlns:a16="http://schemas.microsoft.com/office/drawing/2014/main" id="{CFDF0CA9-6242-4230-B938-850171C906D8}"/>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rtlCol="0" anchor="ctr"/>
            <a:lstStyle/>
            <a:p>
              <a:endParaRPr lang="de-DE">
                <a:latin typeface="Verdana" panose="020B0604030504040204" pitchFamily="34" charset="0"/>
                <a:ea typeface="Verdana" panose="020B0604030504040204" pitchFamily="34" charset="0"/>
              </a:endParaRPr>
            </a:p>
          </p:txBody>
        </p:sp>
        <p:sp>
          <p:nvSpPr>
            <p:cNvPr id="76" name="Freeform: Shape 75">
              <a:extLst>
                <a:ext uri="{FF2B5EF4-FFF2-40B4-BE49-F238E27FC236}">
                  <a16:creationId xmlns:a16="http://schemas.microsoft.com/office/drawing/2014/main" id="{7CA8B73F-66B2-4AD1-9D4D-738FB4382ACE}"/>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endParaRPr lang="de-DE">
                <a:latin typeface="Verdana" panose="020B0604030504040204" pitchFamily="34" charset="0"/>
                <a:ea typeface="Verdana" panose="020B0604030504040204" pitchFamily="34" charset="0"/>
              </a:endParaRPr>
            </a:p>
          </p:txBody>
        </p:sp>
        <p:sp>
          <p:nvSpPr>
            <p:cNvPr id="77" name="Freeform: Shape 76">
              <a:extLst>
                <a:ext uri="{FF2B5EF4-FFF2-40B4-BE49-F238E27FC236}">
                  <a16:creationId xmlns:a16="http://schemas.microsoft.com/office/drawing/2014/main" id="{2F133115-576C-4C8F-AA97-E91D46A691EF}"/>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endParaRPr lang="de-DE">
                <a:latin typeface="Verdana" panose="020B0604030504040204" pitchFamily="34" charset="0"/>
                <a:ea typeface="Verdana" panose="020B0604030504040204" pitchFamily="34" charset="0"/>
              </a:endParaRPr>
            </a:p>
          </p:txBody>
        </p:sp>
        <p:sp>
          <p:nvSpPr>
            <p:cNvPr id="78" name="Freeform: Shape 77">
              <a:extLst>
                <a:ext uri="{FF2B5EF4-FFF2-40B4-BE49-F238E27FC236}">
                  <a16:creationId xmlns:a16="http://schemas.microsoft.com/office/drawing/2014/main" id="{60E8FCDE-4839-4BAA-8B98-7D2B38EFF226}"/>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endParaRPr lang="de-DE">
                <a:latin typeface="Verdana" panose="020B0604030504040204" pitchFamily="34" charset="0"/>
                <a:ea typeface="Verdana" panose="020B0604030504040204" pitchFamily="34" charset="0"/>
              </a:endParaRPr>
            </a:p>
          </p:txBody>
        </p:sp>
        <p:sp>
          <p:nvSpPr>
            <p:cNvPr id="79" name="Freeform: Shape 78">
              <a:extLst>
                <a:ext uri="{FF2B5EF4-FFF2-40B4-BE49-F238E27FC236}">
                  <a16:creationId xmlns:a16="http://schemas.microsoft.com/office/drawing/2014/main" id="{8DF87862-D2D4-4B13-96DD-4389162ED9F2}"/>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endParaRPr lang="de-DE">
                <a:latin typeface="Verdana" panose="020B0604030504040204" pitchFamily="34" charset="0"/>
                <a:ea typeface="Verdana" panose="020B0604030504040204" pitchFamily="34" charset="0"/>
              </a:endParaRPr>
            </a:p>
          </p:txBody>
        </p:sp>
        <p:sp>
          <p:nvSpPr>
            <p:cNvPr id="80" name="Freeform: Shape 79">
              <a:extLst>
                <a:ext uri="{FF2B5EF4-FFF2-40B4-BE49-F238E27FC236}">
                  <a16:creationId xmlns:a16="http://schemas.microsoft.com/office/drawing/2014/main" id="{DBDABA8A-18FC-47B5-9311-E976C0C3BBDC}"/>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endParaRPr lang="de-DE">
                <a:latin typeface="Verdana" panose="020B0604030504040204" pitchFamily="34" charset="0"/>
                <a:ea typeface="Verdana" panose="020B0604030504040204" pitchFamily="34" charset="0"/>
              </a:endParaRPr>
            </a:p>
          </p:txBody>
        </p:sp>
      </p:grpSp>
      <p:sp>
        <p:nvSpPr>
          <p:cNvPr id="2" name="Date Placeholder 1">
            <a:extLst>
              <a:ext uri="{FF2B5EF4-FFF2-40B4-BE49-F238E27FC236}">
                <a16:creationId xmlns:a16="http://schemas.microsoft.com/office/drawing/2014/main" id="{7F88FDA9-79AD-42B6-AD3B-E0B1FAC7EA43}"/>
              </a:ext>
            </a:extLst>
          </p:cNvPr>
          <p:cNvSpPr>
            <a:spLocks noGrp="1"/>
          </p:cNvSpPr>
          <p:nvPr userDrawn="1">
            <p:ph type="dt" sz="half" idx="10"/>
          </p:nvPr>
        </p:nvSpPr>
        <p:spPr>
          <a:xfrm>
            <a:off x="542388" y="6337697"/>
            <a:ext cx="2664297" cy="123111"/>
          </a:xfrm>
          <a:prstGeom prst="rect">
            <a:avLst/>
          </a:prstGeom>
        </p:spPr>
        <p:txBody>
          <a:bodyPr/>
          <a:lstStyle>
            <a:lvl1pPr algn="l">
              <a:defRPr>
                <a:solidFill>
                  <a:schemeClr val="bg1"/>
                </a:solidFill>
                <a:latin typeface="Verdana" panose="020B0604030504040204" pitchFamily="34" charset="0"/>
                <a:ea typeface="Verdana" panose="020B0604030504040204" pitchFamily="34" charset="0"/>
              </a:defRPr>
            </a:lvl1pPr>
          </a:lstStyle>
          <a:p>
            <a:pPr>
              <a:spcBef>
                <a:spcPts val="1000"/>
              </a:spcBef>
              <a:buFont typeface="Arial" panose="020B0604020202020204" pitchFamily="34" charset="0"/>
              <a:buNone/>
            </a:pPr>
            <a:endParaRPr lang="en-US" dirty="0"/>
          </a:p>
        </p:txBody>
      </p:sp>
      <p:sp>
        <p:nvSpPr>
          <p:cNvPr id="21" name="TextBox 20">
            <a:extLst>
              <a:ext uri="{FF2B5EF4-FFF2-40B4-BE49-F238E27FC236}">
                <a16:creationId xmlns:a16="http://schemas.microsoft.com/office/drawing/2014/main" id="{F5950779-2318-4524-A790-67218F485C26}"/>
              </a:ext>
            </a:extLst>
          </p:cNvPr>
          <p:cNvSpPr txBox="1"/>
          <p:nvPr userDrawn="1"/>
        </p:nvSpPr>
        <p:spPr>
          <a:xfrm>
            <a:off x="552000" y="6018833"/>
            <a:ext cx="4462119" cy="276999"/>
          </a:xfrm>
          <a:prstGeom prst="rect">
            <a:avLst/>
          </a:prstGeom>
          <a:noFill/>
        </p:spPr>
        <p:txBody>
          <a:bodyPr wrap="none" lIns="0" rtlCol="0">
            <a:spAutoFit/>
          </a:bodyPr>
          <a:lstStyle/>
          <a:p>
            <a:pPr algn="l"/>
            <a:r>
              <a:rPr lang="de-DE" sz="1200" b="1" cap="all" baseline="0" err="1">
                <a:solidFill>
                  <a:schemeClr val="bg1"/>
                </a:solidFill>
                <a:latin typeface="Verdana" panose="020B0604030504040204" pitchFamily="34" charset="0"/>
                <a:ea typeface="Verdana" panose="020B0604030504040204" pitchFamily="34" charset="0"/>
                <a:hlinkClick r:id="rId8">
                  <a:extLst>
                    <a:ext uri="{A12FA001-AC4F-418D-AE19-62706E023703}">
                      <ahyp:hlinkClr xmlns:ahyp="http://schemas.microsoft.com/office/drawing/2018/hyperlinkcolor" val="tx"/>
                    </a:ext>
                  </a:extLst>
                </a:hlinkClick>
              </a:rPr>
              <a:t>www.capgemini.com</a:t>
            </a:r>
            <a:r>
              <a:rPr lang="de-DE" sz="1200" b="1" cap="all" baseline="0">
                <a:solidFill>
                  <a:schemeClr val="bg1"/>
                </a:solidFill>
                <a:latin typeface="Verdana" panose="020B0604030504040204" pitchFamily="34" charset="0"/>
                <a:ea typeface="Verdana" panose="020B0604030504040204" pitchFamily="34" charset="0"/>
                <a:hlinkClick r:id="rId8">
                  <a:extLst>
                    <a:ext uri="{A12FA001-AC4F-418D-AE19-62706E023703}">
                      <ahyp:hlinkClr xmlns:ahyp="http://schemas.microsoft.com/office/drawing/2018/hyperlinkcolor" val="tx"/>
                    </a:ext>
                  </a:extLst>
                </a:hlinkClick>
              </a:rPr>
              <a:t>/de-de/</a:t>
            </a:r>
            <a:r>
              <a:rPr lang="de-DE" sz="1200" b="1" cap="all" baseline="0" err="1">
                <a:solidFill>
                  <a:schemeClr val="bg1"/>
                </a:solidFill>
                <a:latin typeface="Verdana" panose="020B0604030504040204" pitchFamily="34" charset="0"/>
                <a:ea typeface="Verdana" panose="020B0604030504040204" pitchFamily="34" charset="0"/>
                <a:hlinkClick r:id="rId8">
                  <a:extLst>
                    <a:ext uri="{A12FA001-AC4F-418D-AE19-62706E023703}">
                      <ahyp:hlinkClr xmlns:ahyp="http://schemas.microsoft.com/office/drawing/2018/hyperlinkcolor" val="tx"/>
                    </a:ext>
                  </a:extLst>
                </a:hlinkClick>
              </a:rPr>
              <a:t>service</a:t>
            </a:r>
            <a:r>
              <a:rPr lang="de-DE" sz="1200" b="1" cap="all" baseline="0">
                <a:solidFill>
                  <a:schemeClr val="bg1"/>
                </a:solidFill>
                <a:latin typeface="Verdana" panose="020B0604030504040204" pitchFamily="34" charset="0"/>
                <a:ea typeface="Verdana" panose="020B0604030504040204" pitchFamily="34" charset="0"/>
                <a:hlinkClick r:id="rId8">
                  <a:extLst>
                    <a:ext uri="{A12FA001-AC4F-418D-AE19-62706E023703}">
                      <ahyp:hlinkClr xmlns:ahyp="http://schemas.microsoft.com/office/drawing/2018/hyperlinkcolor" val="tx"/>
                    </a:ext>
                  </a:extLst>
                </a:hlinkClick>
              </a:rPr>
              <a:t>/</a:t>
            </a:r>
            <a:r>
              <a:rPr lang="de-DE" sz="1200" b="1" cap="all" baseline="0" err="1">
                <a:solidFill>
                  <a:schemeClr val="bg1"/>
                </a:solidFill>
                <a:latin typeface="Verdana" panose="020B0604030504040204" pitchFamily="34" charset="0"/>
                <a:ea typeface="Verdana" panose="020B0604030504040204" pitchFamily="34" charset="0"/>
                <a:hlinkClick r:id="rId8">
                  <a:extLst>
                    <a:ext uri="{A12FA001-AC4F-418D-AE19-62706E023703}">
                      <ahyp:hlinkClr xmlns:ahyp="http://schemas.microsoft.com/office/drawing/2018/hyperlinkcolor" val="tx"/>
                    </a:ext>
                  </a:extLst>
                </a:hlinkClick>
              </a:rPr>
              <a:t>invent</a:t>
            </a:r>
            <a:r>
              <a:rPr lang="de-DE" sz="1200" b="1" cap="all" baseline="0">
                <a:solidFill>
                  <a:schemeClr val="bg1"/>
                </a:solidFill>
                <a:latin typeface="Verdana" panose="020B0604030504040204" pitchFamily="34" charset="0"/>
                <a:ea typeface="Verdana" panose="020B0604030504040204" pitchFamily="34" charset="0"/>
              </a:rPr>
              <a:t> </a:t>
            </a:r>
            <a:endParaRPr lang="en-US" sz="1200" b="1" cap="all" baseline="0" dirty="0">
              <a:solidFill>
                <a:schemeClr val="bg1"/>
              </a:solidFill>
              <a:latin typeface="Verdana" panose="020B0604030504040204" pitchFamily="34" charset="0"/>
              <a:ea typeface="Verdana" panose="020B0604030504040204" pitchFamily="34" charset="0"/>
            </a:endParaRPr>
          </a:p>
        </p:txBody>
      </p:sp>
      <p:pic>
        <p:nvPicPr>
          <p:cNvPr id="28" name="Picture 27">
            <a:extLst>
              <a:ext uri="{FF2B5EF4-FFF2-40B4-BE49-F238E27FC236}">
                <a16:creationId xmlns:a16="http://schemas.microsoft.com/office/drawing/2014/main" id="{EC9E39EF-A8D0-4369-AAC2-9FB3E50E469F}"/>
              </a:ext>
            </a:extLst>
          </p:cNvPr>
          <p:cNvPicPr>
            <a:picLocks noChangeAspect="1"/>
          </p:cNvPicPr>
          <p:nvPr userDrawn="1"/>
        </p:nvPicPr>
        <p:blipFill>
          <a:blip r:embed="rId9" cstate="email">
            <a:extLst>
              <a:ext uri="{28A0092B-C50C-407E-A947-70E740481C1C}">
                <a14:useLocalDpi xmlns:a14="http://schemas.microsoft.com/office/drawing/2010/main"/>
              </a:ext>
            </a:extLst>
          </a:blip>
          <a:stretch>
            <a:fillRect/>
          </a:stretch>
        </p:blipFill>
        <p:spPr>
          <a:xfrm rot="10800000">
            <a:off x="8688680" y="1077498"/>
            <a:ext cx="3509675" cy="5791288"/>
          </a:xfrm>
          <a:prstGeom prst="rect">
            <a:avLst/>
          </a:prstGeom>
        </p:spPr>
      </p:pic>
    </p:spTree>
    <p:extLst>
      <p:ext uri="{BB962C8B-B14F-4D97-AF65-F5344CB8AC3E}">
        <p14:creationId xmlns:p14="http://schemas.microsoft.com/office/powerpoint/2010/main" val="2336541223"/>
      </p:ext>
    </p:extLst>
  </p:cSld>
  <p:clrMapOvr>
    <a:masterClrMapping/>
  </p:clrMapOvr>
  <p:extLst>
    <p:ext uri="{DCECCB84-F9BA-43D5-87BE-67443E8EF086}">
      <p15:sldGuideLst xmlns:p15="http://schemas.microsoft.com/office/powerpoint/2012/main"/>
    </p:ext>
  </p:extLst>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1_Boiler Plate">
    <p:bg>
      <p:bgPr>
        <a:solidFill>
          <a:schemeClr val="tx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F23B0F1-7FC2-4E18-83ED-3B86713C22CD}"/>
              </a:ext>
            </a:extLst>
          </p:cNvPr>
          <p:cNvGrpSpPr/>
          <p:nvPr userDrawn="1"/>
        </p:nvGrpSpPr>
        <p:grpSpPr>
          <a:xfrm>
            <a:off x="-1" y="1066712"/>
            <a:ext cx="12198356" cy="5802074"/>
            <a:chOff x="-1" y="1066712"/>
            <a:chExt cx="12198356" cy="5802074"/>
          </a:xfrm>
        </p:grpSpPr>
        <p:pic>
          <p:nvPicPr>
            <p:cNvPr id="30" name="Picture 29">
              <a:extLst>
                <a:ext uri="{FF2B5EF4-FFF2-40B4-BE49-F238E27FC236}">
                  <a16:creationId xmlns:a16="http://schemas.microsoft.com/office/drawing/2014/main" id="{7B3E10BB-E8D9-453A-8066-BA30602CC7E8}"/>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r="5523"/>
            <a:stretch/>
          </p:blipFill>
          <p:spPr>
            <a:xfrm flipH="1" flipV="1">
              <a:off x="-1" y="1066712"/>
              <a:ext cx="12192000" cy="5791288"/>
            </a:xfrm>
            <a:prstGeom prst="rect">
              <a:avLst/>
            </a:prstGeom>
          </p:spPr>
        </p:pic>
        <p:pic>
          <p:nvPicPr>
            <p:cNvPr id="31" name="Picture 30">
              <a:extLst>
                <a:ext uri="{FF2B5EF4-FFF2-40B4-BE49-F238E27FC236}">
                  <a16:creationId xmlns:a16="http://schemas.microsoft.com/office/drawing/2014/main" id="{A5AC3777-2AA3-4BA0-87A1-C8524F70B4D8}"/>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rot="10800000">
              <a:off x="8688680" y="1077498"/>
              <a:ext cx="3509675" cy="5791288"/>
            </a:xfrm>
            <a:prstGeom prst="rect">
              <a:avLst/>
            </a:prstGeom>
          </p:spPr>
        </p:pic>
      </p:grpSp>
      <p:graphicFrame>
        <p:nvGraphicFramePr>
          <p:cNvPr id="3" name="Object 2" hidden="1">
            <a:extLst>
              <a:ext uri="{FF2B5EF4-FFF2-40B4-BE49-F238E27FC236}">
                <a16:creationId xmlns:a16="http://schemas.microsoft.com/office/drawing/2014/main" id="{84DA10A8-ECF8-43A8-8755-7F9B9F9292E7}"/>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3" name="Object 2" hidden="1">
                        <a:extLst>
                          <a:ext uri="{FF2B5EF4-FFF2-40B4-BE49-F238E27FC236}">
                            <a16:creationId xmlns:a16="http://schemas.microsoft.com/office/drawing/2014/main" id="{84DA10A8-ECF8-43A8-8755-7F9B9F9292E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5" name="Rectangle 24">
            <a:hlinkClick r:id="rId7"/>
            <a:extLst>
              <a:ext uri="{FF2B5EF4-FFF2-40B4-BE49-F238E27FC236}">
                <a16:creationId xmlns:a16="http://schemas.microsoft.com/office/drawing/2014/main" id="{9F81E28A-4FC1-4C3D-8EEF-F0B729859246}"/>
              </a:ext>
            </a:extLst>
          </p:cNvPr>
          <p:cNvSpPr/>
          <p:nvPr userDrawn="1"/>
        </p:nvSpPr>
        <p:spPr>
          <a:xfrm>
            <a:off x="6333489" y="5821999"/>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latin typeface="Verdana" panose="020B0604030504040204" pitchFamily="34" charset="0"/>
              <a:ea typeface="Verdana" panose="020B0604030504040204" pitchFamily="34" charset="0"/>
            </a:endParaRPr>
          </a:p>
        </p:txBody>
      </p:sp>
      <p:grpSp>
        <p:nvGrpSpPr>
          <p:cNvPr id="56" name="Graphic 4">
            <a:extLst>
              <a:ext uri="{FF2B5EF4-FFF2-40B4-BE49-F238E27FC236}">
                <a16:creationId xmlns:a16="http://schemas.microsoft.com/office/drawing/2014/main" id="{73331263-39FE-43F6-90B6-ABA2B25004DD}"/>
              </a:ext>
            </a:extLst>
          </p:cNvPr>
          <p:cNvGrpSpPr>
            <a:grpSpLocks/>
          </p:cNvGrpSpPr>
          <p:nvPr userDrawn="1"/>
        </p:nvGrpSpPr>
        <p:grpSpPr>
          <a:xfrm>
            <a:off x="912000" y="486661"/>
            <a:ext cx="3557061" cy="546150"/>
            <a:chOff x="3176111" y="1257136"/>
            <a:chExt cx="5719756" cy="878207"/>
          </a:xfrm>
        </p:grpSpPr>
        <p:sp>
          <p:nvSpPr>
            <p:cNvPr id="57" name="Freeform: Shape 56">
              <a:extLst>
                <a:ext uri="{FF2B5EF4-FFF2-40B4-BE49-F238E27FC236}">
                  <a16:creationId xmlns:a16="http://schemas.microsoft.com/office/drawing/2014/main" id="{161AB4A7-8D84-4B95-9698-9F755DDD2933}"/>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sp>
          <p:nvSpPr>
            <p:cNvPr id="58" name="Freeform: Shape 57">
              <a:extLst>
                <a:ext uri="{FF2B5EF4-FFF2-40B4-BE49-F238E27FC236}">
                  <a16:creationId xmlns:a16="http://schemas.microsoft.com/office/drawing/2014/main" id="{DCEBB8F3-E8CD-4A50-8F6D-BF2EF29CC39D}"/>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sp>
          <p:nvSpPr>
            <p:cNvPr id="59" name="Freeform: Shape 58">
              <a:extLst>
                <a:ext uri="{FF2B5EF4-FFF2-40B4-BE49-F238E27FC236}">
                  <a16:creationId xmlns:a16="http://schemas.microsoft.com/office/drawing/2014/main" id="{AB13A629-C896-44B4-95C5-8DFD9CD6E1F1}"/>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sp>
          <p:nvSpPr>
            <p:cNvPr id="60" name="Freeform: Shape 59">
              <a:extLst>
                <a:ext uri="{FF2B5EF4-FFF2-40B4-BE49-F238E27FC236}">
                  <a16:creationId xmlns:a16="http://schemas.microsoft.com/office/drawing/2014/main" id="{47451FC2-F73A-45EC-85CA-C77A7D1A579F}"/>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sp>
          <p:nvSpPr>
            <p:cNvPr id="61" name="Freeform: Shape 60">
              <a:extLst>
                <a:ext uri="{FF2B5EF4-FFF2-40B4-BE49-F238E27FC236}">
                  <a16:creationId xmlns:a16="http://schemas.microsoft.com/office/drawing/2014/main" id="{B949F05E-8819-4120-8503-75F8529192F6}"/>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sp>
          <p:nvSpPr>
            <p:cNvPr id="62" name="Freeform: Shape 61">
              <a:extLst>
                <a:ext uri="{FF2B5EF4-FFF2-40B4-BE49-F238E27FC236}">
                  <a16:creationId xmlns:a16="http://schemas.microsoft.com/office/drawing/2014/main" id="{824D4146-BBB7-4BD7-B73D-08F89545CF9F}"/>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sp>
          <p:nvSpPr>
            <p:cNvPr id="63" name="Freeform: Shape 62">
              <a:extLst>
                <a:ext uri="{FF2B5EF4-FFF2-40B4-BE49-F238E27FC236}">
                  <a16:creationId xmlns:a16="http://schemas.microsoft.com/office/drawing/2014/main" id="{87DC32D6-0F8E-413D-AB1B-01436A4CB438}"/>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sp>
          <p:nvSpPr>
            <p:cNvPr id="64" name="Freeform: Shape 63">
              <a:extLst>
                <a:ext uri="{FF2B5EF4-FFF2-40B4-BE49-F238E27FC236}">
                  <a16:creationId xmlns:a16="http://schemas.microsoft.com/office/drawing/2014/main" id="{E8CA6709-D925-4E05-BB4C-0BDB0349BB32}"/>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sp>
          <p:nvSpPr>
            <p:cNvPr id="65" name="Freeform: Shape 64">
              <a:extLst>
                <a:ext uri="{FF2B5EF4-FFF2-40B4-BE49-F238E27FC236}">
                  <a16:creationId xmlns:a16="http://schemas.microsoft.com/office/drawing/2014/main" id="{6DE1B5DE-6344-44E7-93C7-564CE8B0A924}"/>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sp>
          <p:nvSpPr>
            <p:cNvPr id="66" name="Freeform: Shape 65">
              <a:extLst>
                <a:ext uri="{FF2B5EF4-FFF2-40B4-BE49-F238E27FC236}">
                  <a16:creationId xmlns:a16="http://schemas.microsoft.com/office/drawing/2014/main" id="{A60F606D-3DC0-4106-9323-01D1CE8ED900}"/>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sp>
          <p:nvSpPr>
            <p:cNvPr id="67" name="Freeform: Shape 66">
              <a:extLst>
                <a:ext uri="{FF2B5EF4-FFF2-40B4-BE49-F238E27FC236}">
                  <a16:creationId xmlns:a16="http://schemas.microsoft.com/office/drawing/2014/main" id="{7C92B1D5-644B-4A6B-AC3C-C664EB079FAF}"/>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sp>
          <p:nvSpPr>
            <p:cNvPr id="81" name="Freeform: Shape 80">
              <a:extLst>
                <a:ext uri="{FF2B5EF4-FFF2-40B4-BE49-F238E27FC236}">
                  <a16:creationId xmlns:a16="http://schemas.microsoft.com/office/drawing/2014/main" id="{96F1D2B3-5D37-4739-8829-B7F3D723A967}"/>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grpSp>
      <p:grpSp>
        <p:nvGrpSpPr>
          <p:cNvPr id="19" name="Group 18">
            <a:extLst>
              <a:ext uri="{FF2B5EF4-FFF2-40B4-BE49-F238E27FC236}">
                <a16:creationId xmlns:a16="http://schemas.microsoft.com/office/drawing/2014/main" id="{309EF0E7-08EF-4968-AF63-4522C9F66997}"/>
              </a:ext>
            </a:extLst>
          </p:cNvPr>
          <p:cNvGrpSpPr/>
          <p:nvPr userDrawn="1"/>
        </p:nvGrpSpPr>
        <p:grpSpPr>
          <a:xfrm>
            <a:off x="912000" y="5375940"/>
            <a:ext cx="1866702" cy="333195"/>
            <a:chOff x="426720" y="4976083"/>
            <a:chExt cx="1866702" cy="333195"/>
          </a:xfrm>
        </p:grpSpPr>
        <p:pic>
          <p:nvPicPr>
            <p:cNvPr id="20" name="Picture 2" descr="D:\My Work\Template\Icons\Social Media\LinkedIN.png">
              <a:hlinkClick r:id="rId8"/>
              <a:extLst>
                <a:ext uri="{FF2B5EF4-FFF2-40B4-BE49-F238E27FC236}">
                  <a16:creationId xmlns:a16="http://schemas.microsoft.com/office/drawing/2014/main" id="{0500779C-5AB1-476F-A174-9205FC1C32B8}"/>
                </a:ext>
              </a:extLst>
            </p:cNvPr>
            <p:cNvPicPr>
              <a:picLocks noChangeAspect="1" noChangeArrowheads="1"/>
            </p:cNvPicPr>
            <p:nvPr userDrawn="1"/>
          </p:nvPicPr>
          <p:blipFill>
            <a:blip r:embed="rId9" cstate="email">
              <a:extLst>
                <a:ext uri="{28A0092B-C50C-407E-A947-70E740481C1C}">
                  <a14:useLocalDpi xmlns:a14="http://schemas.microsoft.com/office/drawing/2010/main"/>
                </a:ext>
              </a:extLst>
            </a:blip>
            <a:srcRect/>
            <a:stretch>
              <a:fillRect/>
            </a:stretch>
          </p:blipFill>
          <p:spPr bwMode="auto">
            <a:xfrm>
              <a:off x="810097" y="4976083"/>
              <a:ext cx="333195" cy="333195"/>
            </a:xfrm>
            <a:prstGeom prst="rect">
              <a:avLst/>
            </a:prstGeom>
            <a:noFill/>
          </p:spPr>
        </p:pic>
        <p:pic>
          <p:nvPicPr>
            <p:cNvPr id="21" name="Picture 4" descr="D:\My Work\Template\Icons\Social Media\SlideShare.png">
              <a:hlinkClick r:id="rId10"/>
              <a:extLst>
                <a:ext uri="{FF2B5EF4-FFF2-40B4-BE49-F238E27FC236}">
                  <a16:creationId xmlns:a16="http://schemas.microsoft.com/office/drawing/2014/main" id="{4A5E8364-E883-486E-B906-1D2F7B39AB5B}"/>
                </a:ext>
              </a:extLst>
            </p:cNvPr>
            <p:cNvPicPr>
              <a:picLocks noChangeAspect="1" noChangeArrowheads="1"/>
            </p:cNvPicPr>
            <p:nvPr userDrawn="1"/>
          </p:nvPicPr>
          <p:blipFill>
            <a:blip r:embed="rId11" cstate="email">
              <a:extLst>
                <a:ext uri="{28A0092B-C50C-407E-A947-70E740481C1C}">
                  <a14:useLocalDpi xmlns:a14="http://schemas.microsoft.com/office/drawing/2010/main"/>
                </a:ext>
              </a:extLst>
            </a:blip>
            <a:srcRect/>
            <a:stretch>
              <a:fillRect/>
            </a:stretch>
          </p:blipFill>
          <p:spPr bwMode="auto">
            <a:xfrm>
              <a:off x="1193474" y="4976083"/>
              <a:ext cx="333195" cy="333195"/>
            </a:xfrm>
            <a:prstGeom prst="rect">
              <a:avLst/>
            </a:prstGeom>
            <a:noFill/>
          </p:spPr>
        </p:pic>
        <p:pic>
          <p:nvPicPr>
            <p:cNvPr id="22" name="Picture 5" descr="D:\My Work\Template\Icons\Social Media\Twitter.png">
              <a:hlinkClick r:id="rId12"/>
              <a:extLst>
                <a:ext uri="{FF2B5EF4-FFF2-40B4-BE49-F238E27FC236}">
                  <a16:creationId xmlns:a16="http://schemas.microsoft.com/office/drawing/2014/main" id="{4BA83DD7-107F-4BD2-8BA0-250A101A2E44}"/>
                </a:ext>
              </a:extLst>
            </p:cNvPr>
            <p:cNvPicPr>
              <a:picLocks noChangeAspect="1" noChangeArrowheads="1"/>
            </p:cNvPicPr>
            <p:nvPr userDrawn="1"/>
          </p:nvPicPr>
          <p:blipFill>
            <a:blip r:embed="rId13" cstate="email">
              <a:extLst>
                <a:ext uri="{28A0092B-C50C-407E-A947-70E740481C1C}">
                  <a14:useLocalDpi xmlns:a14="http://schemas.microsoft.com/office/drawing/2010/main"/>
                </a:ext>
              </a:extLst>
            </a:blip>
            <a:srcRect/>
            <a:stretch>
              <a:fillRect/>
            </a:stretch>
          </p:blipFill>
          <p:spPr bwMode="auto">
            <a:xfrm>
              <a:off x="1576851" y="4976083"/>
              <a:ext cx="333195" cy="333195"/>
            </a:xfrm>
            <a:prstGeom prst="rect">
              <a:avLst/>
            </a:prstGeom>
            <a:noFill/>
          </p:spPr>
        </p:pic>
        <p:pic>
          <p:nvPicPr>
            <p:cNvPr id="23" name="Picture 6" descr="D:\My Work\Template\Icons\Social Media\YouTube.png">
              <a:hlinkClick r:id="rId14"/>
              <a:extLst>
                <a:ext uri="{FF2B5EF4-FFF2-40B4-BE49-F238E27FC236}">
                  <a16:creationId xmlns:a16="http://schemas.microsoft.com/office/drawing/2014/main" id="{0EBD51BE-A122-4ED7-A914-A619F9393770}"/>
                </a:ext>
              </a:extLst>
            </p:cNvPr>
            <p:cNvPicPr>
              <a:picLocks noChangeAspect="1" noChangeArrowheads="1"/>
            </p:cNvPicPr>
            <p:nvPr userDrawn="1"/>
          </p:nvPicPr>
          <p:blipFill>
            <a:blip r:embed="rId15" cstate="email">
              <a:extLst>
                <a:ext uri="{28A0092B-C50C-407E-A947-70E740481C1C}">
                  <a14:useLocalDpi xmlns:a14="http://schemas.microsoft.com/office/drawing/2010/main"/>
                </a:ext>
              </a:extLst>
            </a:blip>
            <a:srcRect/>
            <a:stretch>
              <a:fillRect/>
            </a:stretch>
          </p:blipFill>
          <p:spPr bwMode="auto">
            <a:xfrm>
              <a:off x="1960227" y="4976083"/>
              <a:ext cx="333195" cy="333195"/>
            </a:xfrm>
            <a:prstGeom prst="rect">
              <a:avLst/>
            </a:prstGeom>
            <a:noFill/>
          </p:spPr>
        </p:pic>
        <p:pic>
          <p:nvPicPr>
            <p:cNvPr id="26" name="Picture 7" descr="D:\My Work\Template\Icons\Social Media\Facebook.png">
              <a:hlinkClick r:id="rId16"/>
              <a:extLst>
                <a:ext uri="{FF2B5EF4-FFF2-40B4-BE49-F238E27FC236}">
                  <a16:creationId xmlns:a16="http://schemas.microsoft.com/office/drawing/2014/main" id="{02576D09-2564-4F8D-AD0E-B5D4BFAC7F3C}"/>
                </a:ext>
              </a:extLst>
            </p:cNvPr>
            <p:cNvPicPr>
              <a:picLocks noChangeAspect="1" noChangeArrowheads="1"/>
            </p:cNvPicPr>
            <p:nvPr userDrawn="1"/>
          </p:nvPicPr>
          <p:blipFill>
            <a:blip r:embed="rId17" cstate="email">
              <a:extLst>
                <a:ext uri="{28A0092B-C50C-407E-A947-70E740481C1C}">
                  <a14:useLocalDpi xmlns:a14="http://schemas.microsoft.com/office/drawing/2010/main"/>
                </a:ext>
              </a:extLst>
            </a:blip>
            <a:srcRect/>
            <a:stretch>
              <a:fillRect/>
            </a:stretch>
          </p:blipFill>
          <p:spPr bwMode="auto">
            <a:xfrm>
              <a:off x="426720" y="4976083"/>
              <a:ext cx="333195" cy="333195"/>
            </a:xfrm>
            <a:prstGeom prst="rect">
              <a:avLst/>
            </a:prstGeom>
            <a:noFill/>
          </p:spPr>
        </p:pic>
      </p:grpSp>
      <p:sp>
        <p:nvSpPr>
          <p:cNvPr id="27" name="Rectangle 26">
            <a:extLst>
              <a:ext uri="{FF2B5EF4-FFF2-40B4-BE49-F238E27FC236}">
                <a16:creationId xmlns:a16="http://schemas.microsoft.com/office/drawing/2014/main" id="{4E54E351-4614-436C-9AAA-3D541A6053CB}"/>
              </a:ext>
            </a:extLst>
          </p:cNvPr>
          <p:cNvSpPr/>
          <p:nvPr userDrawn="1"/>
        </p:nvSpPr>
        <p:spPr>
          <a:xfrm>
            <a:off x="912000" y="1843049"/>
            <a:ext cx="3668557"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20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ABOUT CAPGEMINI INVENT</a:t>
            </a:r>
          </a:p>
        </p:txBody>
      </p:sp>
      <p:sp>
        <p:nvSpPr>
          <p:cNvPr id="28" name="Rectangle 27">
            <a:extLst>
              <a:ext uri="{FF2B5EF4-FFF2-40B4-BE49-F238E27FC236}">
                <a16:creationId xmlns:a16="http://schemas.microsoft.com/office/drawing/2014/main" id="{66686B2E-D660-4ED1-8550-F13F800F66CF}"/>
              </a:ext>
            </a:extLst>
          </p:cNvPr>
          <p:cNvSpPr/>
          <p:nvPr userDrawn="1"/>
        </p:nvSpPr>
        <p:spPr>
          <a:xfrm>
            <a:off x="912000" y="2201532"/>
            <a:ext cx="6794100" cy="27139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As the digital innovation, consulting and transformation brand of the Capgemini Group, Capgemini Invent helps CxOs envision and build what’s next for their organizations. Located in more than 30 offices and 22 creative studios around the world, its 6,000+ strong team combines strategy, technology, data science and creative design with deep industry expertise and insights, to develop new digital solutions and business models of the future.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Capgemini Invent is an integral part of Capgemini, a global leader in consulting, technology services and digital transformation. The Group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Capgemini is driven by the conviction that the business value of technology comes from and through people. It is a multicultural company of over 200,000 team members in more than 40 countries. The Group reported 2018 global revenues of EUR 13.2 billion. </a:t>
            </a:r>
            <a:r>
              <a:rPr kumimoji="0" lang="en-US" sz="900" b="0" i="1"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People matter, results count.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rPr>
              <a:t> </a:t>
            </a:r>
            <a:endParaRPr kumimoji="0" lang="fr-FR" sz="9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1"/>
                </a:solidFill>
                <a:effectLst/>
                <a:latin typeface="Verdana" panose="020B0604030504040204" pitchFamily="34" charset="0"/>
                <a:ea typeface="Verdana" panose="020B0604030504040204" pitchFamily="34" charset="0"/>
                <a:cs typeface="+mn-cs"/>
              </a:rPr>
              <a:t>Visit us at </a:t>
            </a:r>
            <a:r>
              <a:rPr lang="en-US" sz="900" u="sng" kern="1200" dirty="0">
                <a:solidFill>
                  <a:schemeClr val="bg1"/>
                </a:solidFill>
                <a:effectLst/>
                <a:latin typeface="Verdana" panose="020B0604030504040204" pitchFamily="34" charset="0"/>
                <a:ea typeface="Verdana" panose="020B0604030504040204" pitchFamily="34" charset="0"/>
                <a:cs typeface="+mn-cs"/>
                <a:hlinkClick r:id="rId18">
                  <a:extLst>
                    <a:ext uri="{A12FA001-AC4F-418D-AE19-62706E023703}">
                      <ahyp:hlinkClr xmlns:ahyp="http://schemas.microsoft.com/office/drawing/2018/hyperlinkcolor" val="tx"/>
                    </a:ext>
                  </a:extLst>
                </a:hlinkClick>
              </a:rPr>
              <a:t>www.capgemini.com/de-de/service/invent</a:t>
            </a:r>
            <a:r>
              <a:rPr lang="en-US" sz="900" u="sng" kern="1200" dirty="0">
                <a:solidFill>
                  <a:schemeClr val="bg1"/>
                </a:solidFill>
                <a:effectLst/>
                <a:latin typeface="Verdana" panose="020B0604030504040204" pitchFamily="34" charset="0"/>
                <a:ea typeface="Verdana" panose="020B0604030504040204" pitchFamily="34" charset="0"/>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FFFFFF"/>
              </a:solidFill>
              <a:effectLst/>
              <a:uLnTx/>
              <a:uFillTx/>
              <a:latin typeface="Verdana" panose="020B0604030504040204" pitchFamily="34" charset="0"/>
              <a:ea typeface="Verdana" panose="020B0604030504040204" pitchFamily="34" charset="0"/>
              <a:cs typeface="+mn-cs"/>
            </a:endParaRPr>
          </a:p>
        </p:txBody>
      </p:sp>
      <p:sp>
        <p:nvSpPr>
          <p:cNvPr id="29" name="Rectangle 28">
            <a:extLst>
              <a:ext uri="{FF2B5EF4-FFF2-40B4-BE49-F238E27FC236}">
                <a16:creationId xmlns:a16="http://schemas.microsoft.com/office/drawing/2014/main" id="{1842BA9A-57B7-430E-A521-5AB6DE84B676}"/>
              </a:ext>
            </a:extLst>
          </p:cNvPr>
          <p:cNvSpPr/>
          <p:nvPr userDrawn="1"/>
        </p:nvSpPr>
        <p:spPr>
          <a:xfrm>
            <a:off x="912000" y="6022593"/>
            <a:ext cx="3465612" cy="446276"/>
          </a:xfrm>
          <a:prstGeom prst="rect">
            <a:avLst/>
          </a:prstGeom>
        </p:spPr>
        <p:txBody>
          <a:bodyPr wrap="square" lIns="0" tIns="0" rIns="0" bIns="0" anchor="b" anchorCtr="0">
            <a:spAutoFit/>
          </a:bodyPr>
          <a:lstStyle/>
          <a:p>
            <a:pPr>
              <a:spcAft>
                <a:spcPts val="600"/>
              </a:spcAft>
            </a:pPr>
            <a:r>
              <a:rPr lang="en-US" sz="800" noProof="0" dirty="0">
                <a:solidFill>
                  <a:schemeClr val="bg1"/>
                </a:solidFill>
                <a:latin typeface="Verdana" panose="020B0604030504040204" pitchFamily="34" charset="0"/>
                <a:ea typeface="Verdana" panose="020B0604030504040204" pitchFamily="34" charset="0"/>
                <a:cs typeface="Arial"/>
              </a:rPr>
              <a:t>This presentation contains information that may be privileged or confidential and is the property of the Capgemini Group.</a:t>
            </a:r>
          </a:p>
          <a:p>
            <a:pPr>
              <a:spcAft>
                <a:spcPts val="600"/>
              </a:spcAft>
            </a:pPr>
            <a:r>
              <a:rPr lang="en-US" sz="800" noProof="0" dirty="0">
                <a:solidFill>
                  <a:schemeClr val="bg1"/>
                </a:solidFill>
                <a:latin typeface="Verdana" panose="020B0604030504040204" pitchFamily="34" charset="0"/>
                <a:ea typeface="Verdana" panose="020B0604030504040204" pitchFamily="34" charset="0"/>
                <a:cs typeface="Arial"/>
              </a:rPr>
              <a:t>Copyright © 2019 Capgemini. All rights reserved.</a:t>
            </a:r>
          </a:p>
        </p:txBody>
      </p:sp>
    </p:spTree>
    <p:extLst>
      <p:ext uri="{BB962C8B-B14F-4D97-AF65-F5344CB8AC3E}">
        <p14:creationId xmlns:p14="http://schemas.microsoft.com/office/powerpoint/2010/main" val="2451429247"/>
      </p:ext>
    </p:extLst>
  </p:cSld>
  <p:clrMapOvr>
    <a:masterClrMapping/>
  </p:clrMapOvr>
  <p:extLst>
    <p:ext uri="{DCECCB84-F9BA-43D5-87BE-67443E8EF086}">
      <p15:sldGuideLst xmlns:p15="http://schemas.microsoft.com/office/powerpoint/2012/main">
        <p15:guide id="3" pos="574">
          <p15:clr>
            <a:srgbClr val="FBAE40"/>
          </p15:clr>
        </p15:guide>
      </p15:sldGuideLst>
    </p:ext>
  </p:extLst>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userDrawn="1">
  <p:cSld name="2_Boiler Plate">
    <p:bg>
      <p:bgPr>
        <a:solidFill>
          <a:schemeClr val="bg1"/>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4A811A24-065F-44D2-B35D-8655A620B8A1}"/>
              </a:ext>
            </a:extLst>
          </p:cNvPr>
          <p:cNvGrpSpPr/>
          <p:nvPr userDrawn="1"/>
        </p:nvGrpSpPr>
        <p:grpSpPr>
          <a:xfrm>
            <a:off x="-1" y="1066712"/>
            <a:ext cx="12198356" cy="5802074"/>
            <a:chOff x="-1" y="1066712"/>
            <a:chExt cx="12198356" cy="5802074"/>
          </a:xfrm>
        </p:grpSpPr>
        <p:pic>
          <p:nvPicPr>
            <p:cNvPr id="30" name="Picture 29">
              <a:extLst>
                <a:ext uri="{FF2B5EF4-FFF2-40B4-BE49-F238E27FC236}">
                  <a16:creationId xmlns:a16="http://schemas.microsoft.com/office/drawing/2014/main" id="{6EC37181-73E0-4FEF-8F03-198409286781}"/>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r="5523"/>
            <a:stretch/>
          </p:blipFill>
          <p:spPr>
            <a:xfrm flipH="1" flipV="1">
              <a:off x="-1" y="1066712"/>
              <a:ext cx="12192000" cy="5791288"/>
            </a:xfrm>
            <a:prstGeom prst="rect">
              <a:avLst/>
            </a:prstGeom>
          </p:spPr>
        </p:pic>
        <p:pic>
          <p:nvPicPr>
            <p:cNvPr id="33" name="Picture 32">
              <a:extLst>
                <a:ext uri="{FF2B5EF4-FFF2-40B4-BE49-F238E27FC236}">
                  <a16:creationId xmlns:a16="http://schemas.microsoft.com/office/drawing/2014/main" id="{E00F7EA5-6C80-4BFF-AD64-48FC3A6C4A3B}"/>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rot="10800000">
              <a:off x="8688680" y="1077498"/>
              <a:ext cx="3509675" cy="5791288"/>
            </a:xfrm>
            <a:prstGeom prst="rect">
              <a:avLst/>
            </a:prstGeom>
          </p:spPr>
        </p:pic>
      </p:grpSp>
      <p:graphicFrame>
        <p:nvGraphicFramePr>
          <p:cNvPr id="3" name="Object 2" hidden="1">
            <a:extLst>
              <a:ext uri="{FF2B5EF4-FFF2-40B4-BE49-F238E27FC236}">
                <a16:creationId xmlns:a16="http://schemas.microsoft.com/office/drawing/2014/main" id="{84DA10A8-ECF8-43A8-8755-7F9B9F9292E7}"/>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3" name="Object 2" hidden="1">
                        <a:extLst>
                          <a:ext uri="{FF2B5EF4-FFF2-40B4-BE49-F238E27FC236}">
                            <a16:creationId xmlns:a16="http://schemas.microsoft.com/office/drawing/2014/main" id="{84DA10A8-ECF8-43A8-8755-7F9B9F9292E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5" name="Rectangle 24">
            <a:hlinkClick r:id="rId7"/>
            <a:extLst>
              <a:ext uri="{FF2B5EF4-FFF2-40B4-BE49-F238E27FC236}">
                <a16:creationId xmlns:a16="http://schemas.microsoft.com/office/drawing/2014/main" id="{9F81E28A-4FC1-4C3D-8EEF-F0B729859246}"/>
              </a:ext>
            </a:extLst>
          </p:cNvPr>
          <p:cNvSpPr/>
          <p:nvPr userDrawn="1"/>
        </p:nvSpPr>
        <p:spPr>
          <a:xfrm>
            <a:off x="6333489" y="5821999"/>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latin typeface="Verdana" panose="020B0604030504040204" pitchFamily="34" charset="0"/>
              <a:ea typeface="Verdana" panose="020B0604030504040204" pitchFamily="34" charset="0"/>
            </a:endParaRPr>
          </a:p>
        </p:txBody>
      </p:sp>
      <p:grpSp>
        <p:nvGrpSpPr>
          <p:cNvPr id="56" name="Graphic 4">
            <a:extLst>
              <a:ext uri="{FF2B5EF4-FFF2-40B4-BE49-F238E27FC236}">
                <a16:creationId xmlns:a16="http://schemas.microsoft.com/office/drawing/2014/main" id="{73331263-39FE-43F6-90B6-ABA2B25004DD}"/>
              </a:ext>
            </a:extLst>
          </p:cNvPr>
          <p:cNvGrpSpPr>
            <a:grpSpLocks/>
          </p:cNvGrpSpPr>
          <p:nvPr userDrawn="1"/>
        </p:nvGrpSpPr>
        <p:grpSpPr>
          <a:xfrm>
            <a:off x="912000" y="486661"/>
            <a:ext cx="3557061" cy="546150"/>
            <a:chOff x="3176111" y="1257136"/>
            <a:chExt cx="5719756" cy="878207"/>
          </a:xfrm>
        </p:grpSpPr>
        <p:sp>
          <p:nvSpPr>
            <p:cNvPr id="57" name="Freeform: Shape 56">
              <a:extLst>
                <a:ext uri="{FF2B5EF4-FFF2-40B4-BE49-F238E27FC236}">
                  <a16:creationId xmlns:a16="http://schemas.microsoft.com/office/drawing/2014/main" id="{161AB4A7-8D84-4B95-9698-9F755DDD2933}"/>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sp>
          <p:nvSpPr>
            <p:cNvPr id="58" name="Freeform: Shape 57">
              <a:extLst>
                <a:ext uri="{FF2B5EF4-FFF2-40B4-BE49-F238E27FC236}">
                  <a16:creationId xmlns:a16="http://schemas.microsoft.com/office/drawing/2014/main" id="{DCEBB8F3-E8CD-4A50-8F6D-BF2EF29CC39D}"/>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sp>
          <p:nvSpPr>
            <p:cNvPr id="59" name="Freeform: Shape 58">
              <a:extLst>
                <a:ext uri="{FF2B5EF4-FFF2-40B4-BE49-F238E27FC236}">
                  <a16:creationId xmlns:a16="http://schemas.microsoft.com/office/drawing/2014/main" id="{AB13A629-C896-44B4-95C5-8DFD9CD6E1F1}"/>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sp>
          <p:nvSpPr>
            <p:cNvPr id="60" name="Freeform: Shape 59">
              <a:extLst>
                <a:ext uri="{FF2B5EF4-FFF2-40B4-BE49-F238E27FC236}">
                  <a16:creationId xmlns:a16="http://schemas.microsoft.com/office/drawing/2014/main" id="{47451FC2-F73A-45EC-85CA-C77A7D1A579F}"/>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sp>
          <p:nvSpPr>
            <p:cNvPr id="61" name="Freeform: Shape 60">
              <a:extLst>
                <a:ext uri="{FF2B5EF4-FFF2-40B4-BE49-F238E27FC236}">
                  <a16:creationId xmlns:a16="http://schemas.microsoft.com/office/drawing/2014/main" id="{B949F05E-8819-4120-8503-75F8529192F6}"/>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sp>
          <p:nvSpPr>
            <p:cNvPr id="62" name="Freeform: Shape 61">
              <a:extLst>
                <a:ext uri="{FF2B5EF4-FFF2-40B4-BE49-F238E27FC236}">
                  <a16:creationId xmlns:a16="http://schemas.microsoft.com/office/drawing/2014/main" id="{824D4146-BBB7-4BD7-B73D-08F89545CF9F}"/>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sp>
          <p:nvSpPr>
            <p:cNvPr id="63" name="Freeform: Shape 62">
              <a:extLst>
                <a:ext uri="{FF2B5EF4-FFF2-40B4-BE49-F238E27FC236}">
                  <a16:creationId xmlns:a16="http://schemas.microsoft.com/office/drawing/2014/main" id="{87DC32D6-0F8E-413D-AB1B-01436A4CB438}"/>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sp>
          <p:nvSpPr>
            <p:cNvPr id="64" name="Freeform: Shape 63">
              <a:extLst>
                <a:ext uri="{FF2B5EF4-FFF2-40B4-BE49-F238E27FC236}">
                  <a16:creationId xmlns:a16="http://schemas.microsoft.com/office/drawing/2014/main" id="{E8CA6709-D925-4E05-BB4C-0BDB0349BB32}"/>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sp>
          <p:nvSpPr>
            <p:cNvPr id="65" name="Freeform: Shape 64">
              <a:extLst>
                <a:ext uri="{FF2B5EF4-FFF2-40B4-BE49-F238E27FC236}">
                  <a16:creationId xmlns:a16="http://schemas.microsoft.com/office/drawing/2014/main" id="{6DE1B5DE-6344-44E7-93C7-564CE8B0A924}"/>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sp>
          <p:nvSpPr>
            <p:cNvPr id="66" name="Freeform: Shape 65">
              <a:extLst>
                <a:ext uri="{FF2B5EF4-FFF2-40B4-BE49-F238E27FC236}">
                  <a16:creationId xmlns:a16="http://schemas.microsoft.com/office/drawing/2014/main" id="{A60F606D-3DC0-4106-9323-01D1CE8ED900}"/>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sp>
          <p:nvSpPr>
            <p:cNvPr id="67" name="Freeform: Shape 66">
              <a:extLst>
                <a:ext uri="{FF2B5EF4-FFF2-40B4-BE49-F238E27FC236}">
                  <a16:creationId xmlns:a16="http://schemas.microsoft.com/office/drawing/2014/main" id="{7C92B1D5-644B-4A6B-AC3C-C664EB079FAF}"/>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sp>
          <p:nvSpPr>
            <p:cNvPr id="81" name="Freeform: Shape 80">
              <a:extLst>
                <a:ext uri="{FF2B5EF4-FFF2-40B4-BE49-F238E27FC236}">
                  <a16:creationId xmlns:a16="http://schemas.microsoft.com/office/drawing/2014/main" id="{96F1D2B3-5D37-4739-8829-B7F3D723A967}"/>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latin typeface="Verdana" panose="020B0604030504040204" pitchFamily="34" charset="0"/>
                <a:ea typeface="Verdana" panose="020B0604030504040204" pitchFamily="34" charset="0"/>
              </a:endParaRPr>
            </a:p>
          </p:txBody>
        </p:sp>
      </p:grpSp>
      <p:grpSp>
        <p:nvGrpSpPr>
          <p:cNvPr id="19" name="Group 18">
            <a:extLst>
              <a:ext uri="{FF2B5EF4-FFF2-40B4-BE49-F238E27FC236}">
                <a16:creationId xmlns:a16="http://schemas.microsoft.com/office/drawing/2014/main" id="{309EF0E7-08EF-4968-AF63-4522C9F66997}"/>
              </a:ext>
            </a:extLst>
          </p:cNvPr>
          <p:cNvGrpSpPr/>
          <p:nvPr userDrawn="1"/>
        </p:nvGrpSpPr>
        <p:grpSpPr>
          <a:xfrm>
            <a:off x="912000" y="5375940"/>
            <a:ext cx="1866702" cy="333195"/>
            <a:chOff x="426720" y="4976083"/>
            <a:chExt cx="1866702" cy="333195"/>
          </a:xfrm>
        </p:grpSpPr>
        <p:pic>
          <p:nvPicPr>
            <p:cNvPr id="20" name="Picture 2" descr="D:\My Work\Template\Icons\Social Media\LinkedIN.png">
              <a:hlinkClick r:id="rId8"/>
              <a:extLst>
                <a:ext uri="{FF2B5EF4-FFF2-40B4-BE49-F238E27FC236}">
                  <a16:creationId xmlns:a16="http://schemas.microsoft.com/office/drawing/2014/main" id="{0500779C-5AB1-476F-A174-9205FC1C32B8}"/>
                </a:ext>
              </a:extLst>
            </p:cNvPr>
            <p:cNvPicPr>
              <a:picLocks noChangeAspect="1" noChangeArrowheads="1"/>
            </p:cNvPicPr>
            <p:nvPr userDrawn="1"/>
          </p:nvPicPr>
          <p:blipFill>
            <a:blip r:embed="rId9" cstate="email">
              <a:extLst>
                <a:ext uri="{28A0092B-C50C-407E-A947-70E740481C1C}">
                  <a14:useLocalDpi xmlns:a14="http://schemas.microsoft.com/office/drawing/2010/main"/>
                </a:ext>
              </a:extLst>
            </a:blip>
            <a:srcRect/>
            <a:stretch>
              <a:fillRect/>
            </a:stretch>
          </p:blipFill>
          <p:spPr bwMode="auto">
            <a:xfrm>
              <a:off x="810097" y="4976083"/>
              <a:ext cx="333195" cy="333195"/>
            </a:xfrm>
            <a:prstGeom prst="rect">
              <a:avLst/>
            </a:prstGeom>
            <a:noFill/>
          </p:spPr>
        </p:pic>
        <p:pic>
          <p:nvPicPr>
            <p:cNvPr id="21" name="Picture 4" descr="D:\My Work\Template\Icons\Social Media\SlideShare.png">
              <a:hlinkClick r:id="rId10"/>
              <a:extLst>
                <a:ext uri="{FF2B5EF4-FFF2-40B4-BE49-F238E27FC236}">
                  <a16:creationId xmlns:a16="http://schemas.microsoft.com/office/drawing/2014/main" id="{4A5E8364-E883-486E-B906-1D2F7B39AB5B}"/>
                </a:ext>
              </a:extLst>
            </p:cNvPr>
            <p:cNvPicPr>
              <a:picLocks noChangeAspect="1" noChangeArrowheads="1"/>
            </p:cNvPicPr>
            <p:nvPr userDrawn="1"/>
          </p:nvPicPr>
          <p:blipFill>
            <a:blip r:embed="rId11" cstate="email">
              <a:extLst>
                <a:ext uri="{28A0092B-C50C-407E-A947-70E740481C1C}">
                  <a14:useLocalDpi xmlns:a14="http://schemas.microsoft.com/office/drawing/2010/main"/>
                </a:ext>
              </a:extLst>
            </a:blip>
            <a:srcRect/>
            <a:stretch>
              <a:fillRect/>
            </a:stretch>
          </p:blipFill>
          <p:spPr bwMode="auto">
            <a:xfrm>
              <a:off x="1193474" y="4976083"/>
              <a:ext cx="333195" cy="333195"/>
            </a:xfrm>
            <a:prstGeom prst="rect">
              <a:avLst/>
            </a:prstGeom>
            <a:noFill/>
          </p:spPr>
        </p:pic>
        <p:pic>
          <p:nvPicPr>
            <p:cNvPr id="22" name="Picture 5" descr="D:\My Work\Template\Icons\Social Media\Twitter.png">
              <a:hlinkClick r:id="rId12"/>
              <a:extLst>
                <a:ext uri="{FF2B5EF4-FFF2-40B4-BE49-F238E27FC236}">
                  <a16:creationId xmlns:a16="http://schemas.microsoft.com/office/drawing/2014/main" id="{4BA83DD7-107F-4BD2-8BA0-250A101A2E44}"/>
                </a:ext>
              </a:extLst>
            </p:cNvPr>
            <p:cNvPicPr>
              <a:picLocks noChangeAspect="1" noChangeArrowheads="1"/>
            </p:cNvPicPr>
            <p:nvPr userDrawn="1"/>
          </p:nvPicPr>
          <p:blipFill>
            <a:blip r:embed="rId13" cstate="email">
              <a:extLst>
                <a:ext uri="{28A0092B-C50C-407E-A947-70E740481C1C}">
                  <a14:useLocalDpi xmlns:a14="http://schemas.microsoft.com/office/drawing/2010/main"/>
                </a:ext>
              </a:extLst>
            </a:blip>
            <a:srcRect/>
            <a:stretch>
              <a:fillRect/>
            </a:stretch>
          </p:blipFill>
          <p:spPr bwMode="auto">
            <a:xfrm>
              <a:off x="1576851" y="4976083"/>
              <a:ext cx="333195" cy="333195"/>
            </a:xfrm>
            <a:prstGeom prst="rect">
              <a:avLst/>
            </a:prstGeom>
            <a:noFill/>
          </p:spPr>
        </p:pic>
        <p:pic>
          <p:nvPicPr>
            <p:cNvPr id="23" name="Picture 6" descr="D:\My Work\Template\Icons\Social Media\YouTube.png">
              <a:hlinkClick r:id="rId14"/>
              <a:extLst>
                <a:ext uri="{FF2B5EF4-FFF2-40B4-BE49-F238E27FC236}">
                  <a16:creationId xmlns:a16="http://schemas.microsoft.com/office/drawing/2014/main" id="{0EBD51BE-A122-4ED7-A914-A619F9393770}"/>
                </a:ext>
              </a:extLst>
            </p:cNvPr>
            <p:cNvPicPr>
              <a:picLocks noChangeAspect="1" noChangeArrowheads="1"/>
            </p:cNvPicPr>
            <p:nvPr userDrawn="1"/>
          </p:nvPicPr>
          <p:blipFill>
            <a:blip r:embed="rId15" cstate="email">
              <a:extLst>
                <a:ext uri="{28A0092B-C50C-407E-A947-70E740481C1C}">
                  <a14:useLocalDpi xmlns:a14="http://schemas.microsoft.com/office/drawing/2010/main"/>
                </a:ext>
              </a:extLst>
            </a:blip>
            <a:srcRect/>
            <a:stretch>
              <a:fillRect/>
            </a:stretch>
          </p:blipFill>
          <p:spPr bwMode="auto">
            <a:xfrm>
              <a:off x="1960227" y="4976083"/>
              <a:ext cx="333195" cy="333195"/>
            </a:xfrm>
            <a:prstGeom prst="rect">
              <a:avLst/>
            </a:prstGeom>
            <a:noFill/>
          </p:spPr>
        </p:pic>
        <p:pic>
          <p:nvPicPr>
            <p:cNvPr id="26" name="Picture 7" descr="D:\My Work\Template\Icons\Social Media\Facebook.png">
              <a:hlinkClick r:id="rId16"/>
              <a:extLst>
                <a:ext uri="{FF2B5EF4-FFF2-40B4-BE49-F238E27FC236}">
                  <a16:creationId xmlns:a16="http://schemas.microsoft.com/office/drawing/2014/main" id="{02576D09-2564-4F8D-AD0E-B5D4BFAC7F3C}"/>
                </a:ext>
              </a:extLst>
            </p:cNvPr>
            <p:cNvPicPr>
              <a:picLocks noChangeAspect="1" noChangeArrowheads="1"/>
            </p:cNvPicPr>
            <p:nvPr userDrawn="1"/>
          </p:nvPicPr>
          <p:blipFill>
            <a:blip r:embed="rId17" cstate="email">
              <a:extLst>
                <a:ext uri="{28A0092B-C50C-407E-A947-70E740481C1C}">
                  <a14:useLocalDpi xmlns:a14="http://schemas.microsoft.com/office/drawing/2010/main"/>
                </a:ext>
              </a:extLst>
            </a:blip>
            <a:srcRect/>
            <a:stretch>
              <a:fillRect/>
            </a:stretch>
          </p:blipFill>
          <p:spPr bwMode="auto">
            <a:xfrm>
              <a:off x="426720" y="4976083"/>
              <a:ext cx="333195" cy="333195"/>
            </a:xfrm>
            <a:prstGeom prst="rect">
              <a:avLst/>
            </a:prstGeom>
            <a:noFill/>
          </p:spPr>
        </p:pic>
      </p:grpSp>
      <p:sp>
        <p:nvSpPr>
          <p:cNvPr id="27" name="Rectangle 26">
            <a:extLst>
              <a:ext uri="{FF2B5EF4-FFF2-40B4-BE49-F238E27FC236}">
                <a16:creationId xmlns:a16="http://schemas.microsoft.com/office/drawing/2014/main" id="{4E54E351-4614-436C-9AAA-3D541A6053CB}"/>
              </a:ext>
            </a:extLst>
          </p:cNvPr>
          <p:cNvSpPr/>
          <p:nvPr userDrawn="1"/>
        </p:nvSpPr>
        <p:spPr>
          <a:xfrm>
            <a:off x="912000" y="1843049"/>
            <a:ext cx="3668557"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200" normalizeH="0" baseline="0" noProof="0" dirty="0">
                <a:ln>
                  <a:noFill/>
                </a:ln>
                <a:solidFill>
                  <a:schemeClr val="tx1"/>
                </a:solidFill>
                <a:effectLst/>
                <a:uLnTx/>
                <a:uFillTx/>
                <a:latin typeface="Verdana" panose="020B0604030504040204" pitchFamily="34" charset="0"/>
                <a:ea typeface="Verdana" panose="020B0604030504040204" pitchFamily="34" charset="0"/>
                <a:cs typeface="+mn-cs"/>
              </a:rPr>
              <a:t>ABOUT CAPGEMINI INVENT</a:t>
            </a:r>
          </a:p>
        </p:txBody>
      </p:sp>
      <p:sp>
        <p:nvSpPr>
          <p:cNvPr id="28" name="Rectangle 27">
            <a:extLst>
              <a:ext uri="{FF2B5EF4-FFF2-40B4-BE49-F238E27FC236}">
                <a16:creationId xmlns:a16="http://schemas.microsoft.com/office/drawing/2014/main" id="{66686B2E-D660-4ED1-8550-F13F800F66CF}"/>
              </a:ext>
            </a:extLst>
          </p:cNvPr>
          <p:cNvSpPr/>
          <p:nvPr userDrawn="1"/>
        </p:nvSpPr>
        <p:spPr>
          <a:xfrm>
            <a:off x="912000" y="2201532"/>
            <a:ext cx="6794100" cy="27139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mn-cs"/>
              </a:rPr>
              <a:t>As the digital innovation, consulting and transformation brand of the Capgemini Group, Capgemini Invent helps CxOs envision and build what’s next for their organizations. Located in more than 30 offices and 22 creative studios around the world, its 6,000+ strong team combines strategy, technology, data science and creative design with deep industry expertise and insights, to develop new digital solutions and business models of the future.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mn-cs"/>
              </a:rPr>
              <a:t>Capgemini Invent is an integral part of Capgemini, a global leader in consulting, technology services and digital transformation. The Group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Capgemini is driven by the conviction that the business value of technology comes from and through people. It is a multicultural company of over 200,000 team members in more than 40 countries. The Group reported 2018 global revenues of EUR 13.2 billion. </a:t>
            </a:r>
            <a:r>
              <a:rPr kumimoji="0" lang="en-US" sz="900" b="0" i="1"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mn-cs"/>
              </a:rPr>
              <a:t>People matter, results count.</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mn-cs"/>
              </a:rPr>
              <a:t> </a:t>
            </a:r>
            <a:endParaRPr kumimoji="0" lang="fr-FR" sz="900" b="0" i="0" u="none" strike="noStrike" kern="1200" cap="none" spc="0" normalizeH="0" baseline="0" noProof="0" dirty="0">
              <a:ln>
                <a:noFill/>
              </a:ln>
              <a:solidFill>
                <a:schemeClr val="tx1"/>
              </a:solidFill>
              <a:effectLst/>
              <a:uLnTx/>
              <a:uFillTx/>
              <a:latin typeface="Verdana" panose="020B0604030504040204" pitchFamily="34" charset="0"/>
              <a:ea typeface="Verdana" panose="020B0604030504040204" pitchFamily="34" charset="0"/>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dirty="0">
                <a:solidFill>
                  <a:schemeClr val="tx1"/>
                </a:solidFill>
                <a:effectLst/>
                <a:latin typeface="Verdana" panose="020B0604030504040204" pitchFamily="34" charset="0"/>
                <a:ea typeface="Verdana" panose="020B0604030504040204" pitchFamily="34" charset="0"/>
                <a:cs typeface="+mn-cs"/>
              </a:rPr>
              <a:t>Visit us at </a:t>
            </a:r>
            <a:r>
              <a:rPr lang="en-US" sz="900" u="sng" kern="1200" dirty="0">
                <a:solidFill>
                  <a:sysClr val="windowText" lastClr="000000"/>
                </a:solidFill>
                <a:effectLst/>
                <a:latin typeface="Verdana" panose="020B0604030504040204" pitchFamily="34" charset="0"/>
                <a:ea typeface="Verdana" panose="020B0604030504040204" pitchFamily="34" charset="0"/>
                <a:cs typeface="+mn-cs"/>
                <a:hlinkClick r:id="rId18">
                  <a:extLst>
                    <a:ext uri="{A12FA001-AC4F-418D-AE19-62706E023703}">
                      <ahyp:hlinkClr xmlns:ahyp="http://schemas.microsoft.com/office/drawing/2018/hyperlinkcolor" val="tx"/>
                    </a:ext>
                  </a:extLst>
                </a:hlinkClick>
              </a:rPr>
              <a:t>www.capgemini.com/de-de/service/invent</a:t>
            </a:r>
            <a:r>
              <a:rPr lang="en-US" sz="900" u="sng" kern="1200" dirty="0">
                <a:solidFill>
                  <a:sysClr val="windowText" lastClr="000000"/>
                </a:solidFill>
                <a:effectLst/>
                <a:latin typeface="Verdana" panose="020B0604030504040204" pitchFamily="34" charset="0"/>
                <a:ea typeface="Verdana" panose="020B0604030504040204" pitchFamily="34" charset="0"/>
                <a:cs typeface="+mn-cs"/>
              </a:rPr>
              <a:t> </a:t>
            </a:r>
          </a:p>
        </p:txBody>
      </p:sp>
      <p:sp>
        <p:nvSpPr>
          <p:cNvPr id="29" name="Rectangle 28">
            <a:extLst>
              <a:ext uri="{FF2B5EF4-FFF2-40B4-BE49-F238E27FC236}">
                <a16:creationId xmlns:a16="http://schemas.microsoft.com/office/drawing/2014/main" id="{1842BA9A-57B7-430E-A521-5AB6DE84B676}"/>
              </a:ext>
            </a:extLst>
          </p:cNvPr>
          <p:cNvSpPr/>
          <p:nvPr userDrawn="1"/>
        </p:nvSpPr>
        <p:spPr>
          <a:xfrm>
            <a:off x="912000" y="6022593"/>
            <a:ext cx="3465612" cy="446276"/>
          </a:xfrm>
          <a:prstGeom prst="rect">
            <a:avLst/>
          </a:prstGeom>
        </p:spPr>
        <p:txBody>
          <a:bodyPr wrap="square" lIns="0" tIns="0" rIns="0" bIns="0" anchor="b" anchorCtr="0">
            <a:spAutoFit/>
          </a:bodyPr>
          <a:lstStyle/>
          <a:p>
            <a:pPr>
              <a:spcAft>
                <a:spcPts val="600"/>
              </a:spcAft>
            </a:pPr>
            <a:r>
              <a:rPr lang="en-US" sz="800" noProof="0" dirty="0">
                <a:solidFill>
                  <a:schemeClr val="tx1"/>
                </a:solidFill>
                <a:latin typeface="Verdana" panose="020B0604030504040204" pitchFamily="34" charset="0"/>
                <a:ea typeface="Verdana" panose="020B0604030504040204" pitchFamily="34" charset="0"/>
                <a:cs typeface="Arial"/>
              </a:rPr>
              <a:t>This presentation contains information that may be privileged or confidential and is the property of the Capgemini Group.</a:t>
            </a:r>
          </a:p>
          <a:p>
            <a:pPr>
              <a:spcAft>
                <a:spcPts val="600"/>
              </a:spcAft>
            </a:pPr>
            <a:r>
              <a:rPr lang="en-US" sz="800" noProof="0" dirty="0">
                <a:solidFill>
                  <a:schemeClr val="tx1"/>
                </a:solidFill>
                <a:latin typeface="Verdana" panose="020B0604030504040204" pitchFamily="34" charset="0"/>
                <a:ea typeface="Verdana" panose="020B0604030504040204" pitchFamily="34" charset="0"/>
                <a:cs typeface="Arial"/>
              </a:rPr>
              <a:t>Copyright © 2019 Capgemini. All rights reserved.</a:t>
            </a:r>
          </a:p>
        </p:txBody>
      </p:sp>
    </p:spTree>
    <p:extLst>
      <p:ext uri="{BB962C8B-B14F-4D97-AF65-F5344CB8AC3E}">
        <p14:creationId xmlns:p14="http://schemas.microsoft.com/office/powerpoint/2010/main" val="381244760"/>
      </p:ext>
    </p:extLst>
  </p:cSld>
  <p:clrMapOvr>
    <a:masterClrMapping/>
  </p:clrMapOvr>
  <p:extLst>
    <p:ext uri="{DCECCB84-F9BA-43D5-87BE-67443E8EF086}">
      <p15:sldGuideLst xmlns:p15="http://schemas.microsoft.com/office/powerpoint/2012/main">
        <p15:guide id="3" pos="574">
          <p15:clr>
            <a:srgbClr val="FBAE40"/>
          </p15:clr>
        </p15:guide>
      </p15:sldGuideLst>
    </p:ext>
  </p:extLst>
</p:sldLayout>
</file>

<file path=ppt/slideLayouts/slideLayout149.xml><?xml version="1.0" encoding="utf-8"?>
<p:sldLayout xmlns:a="http://schemas.openxmlformats.org/drawingml/2006/main" xmlns:r="http://schemas.openxmlformats.org/officeDocument/2006/relationships" xmlns:p="http://schemas.openxmlformats.org/presentationml/2006/main" userDrawn="1">
  <p:cSld name="2_Boiler Plate 1">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0FE82C-947F-4010-9F2B-F2101479F69D}"/>
              </a:ext>
            </a:extLst>
          </p:cNvPr>
          <p:cNvPicPr>
            <a:picLocks noChangeAspect="1"/>
          </p:cNvPicPr>
          <p:nvPr userDrawn="1"/>
        </p:nvPicPr>
        <p:blipFill rotWithShape="1">
          <a:blip r:embed="rId3">
            <a:extLst>
              <a:ext uri="{28A0092B-C50C-407E-A947-70E740481C1C}">
                <a14:useLocalDpi xmlns:a14="http://schemas.microsoft.com/office/drawing/2010/main"/>
              </a:ext>
            </a:extLst>
          </a:blip>
          <a:srcRect r="6549"/>
          <a:stretch/>
        </p:blipFill>
        <p:spPr>
          <a:xfrm rot="10800000">
            <a:off x="0" y="-31673"/>
            <a:ext cx="12192000" cy="6889672"/>
          </a:xfrm>
          <a:prstGeom prst="rect">
            <a:avLst/>
          </a:prstGeom>
        </p:spPr>
      </p:pic>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15">
            <a:extLst>
              <a:ext uri="{FF2B5EF4-FFF2-40B4-BE49-F238E27FC236}">
                <a16:creationId xmlns:a16="http://schemas.microsoft.com/office/drawing/2014/main" id="{9D493959-D479-46CF-9B88-C99644F86C11}"/>
              </a:ext>
            </a:extLst>
          </p:cNvPr>
          <p:cNvSpPr/>
          <p:nvPr userDrawn="1"/>
        </p:nvSpPr>
        <p:spPr>
          <a:xfrm>
            <a:off x="6130635" y="3637273"/>
            <a:ext cx="3668557"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spc="200" baseline="0" dirty="0">
                <a:solidFill>
                  <a:schemeClr val="bg1"/>
                </a:solidFill>
                <a:latin typeface="+mj-lt"/>
              </a:rPr>
              <a:t>ABOUT CAPGEMINI INVENT</a:t>
            </a:r>
          </a:p>
        </p:txBody>
      </p:sp>
      <p:pic>
        <p:nvPicPr>
          <p:cNvPr id="18" name="Picture 2" descr="D:\My Work\Template\Icons\Social Media\LinkedIN.png">
            <a:hlinkClick r:id="rId6"/>
            <a:extLst>
              <a:ext uri="{FF2B5EF4-FFF2-40B4-BE49-F238E27FC236}">
                <a16:creationId xmlns:a16="http://schemas.microsoft.com/office/drawing/2014/main" id="{0DD1957E-41EA-4B6A-AB35-8240577CD899}"/>
              </a:ext>
            </a:extLst>
          </p:cNvPr>
          <p:cNvPicPr>
            <a:picLocks noChangeAspect="1" noChangeArrowheads="1"/>
          </p:cNvPicPr>
          <p:nvPr userDrawn="1"/>
        </p:nvPicPr>
        <p:blipFill>
          <a:blip r:embed="rId7" cstate="email">
            <a:extLst>
              <a:ext uri="{28A0092B-C50C-407E-A947-70E740481C1C}">
                <a14:useLocalDpi xmlns:a14="http://schemas.microsoft.com/office/drawing/2010/main"/>
              </a:ext>
            </a:extLst>
          </a:blip>
          <a:srcRect/>
          <a:stretch>
            <a:fillRect/>
          </a:stretch>
        </p:blipFill>
        <p:spPr bwMode="auto">
          <a:xfrm>
            <a:off x="810097" y="4976083"/>
            <a:ext cx="333195" cy="333195"/>
          </a:xfrm>
          <a:prstGeom prst="rect">
            <a:avLst/>
          </a:prstGeom>
          <a:noFill/>
        </p:spPr>
      </p:pic>
      <p:pic>
        <p:nvPicPr>
          <p:cNvPr id="19" name="Picture 4" descr="D:\My Work\Template\Icons\Social Media\SlideShare.png">
            <a:hlinkClick r:id="rId8"/>
            <a:extLst>
              <a:ext uri="{FF2B5EF4-FFF2-40B4-BE49-F238E27FC236}">
                <a16:creationId xmlns:a16="http://schemas.microsoft.com/office/drawing/2014/main" id="{DDC91DD4-D921-4F72-A154-DD386349C5CC}"/>
              </a:ext>
            </a:extLst>
          </p:cNvPr>
          <p:cNvPicPr>
            <a:picLocks noChangeAspect="1" noChangeArrowheads="1"/>
          </p:cNvPicPr>
          <p:nvPr userDrawn="1"/>
        </p:nvPicPr>
        <p:blipFill>
          <a:blip r:embed="rId9" cstate="email">
            <a:extLst>
              <a:ext uri="{28A0092B-C50C-407E-A947-70E740481C1C}">
                <a14:useLocalDpi xmlns:a14="http://schemas.microsoft.com/office/drawing/2010/main"/>
              </a:ext>
            </a:extLst>
          </a:blip>
          <a:srcRect/>
          <a:stretch>
            <a:fillRect/>
          </a:stretch>
        </p:blipFill>
        <p:spPr bwMode="auto">
          <a:xfrm>
            <a:off x="1193474" y="4976083"/>
            <a:ext cx="333195" cy="333195"/>
          </a:xfrm>
          <a:prstGeom prst="rect">
            <a:avLst/>
          </a:prstGeom>
          <a:noFill/>
        </p:spPr>
      </p:pic>
      <p:pic>
        <p:nvPicPr>
          <p:cNvPr id="21" name="Picture 5" descr="D:\My Work\Template\Icons\Social Media\Twitter.png">
            <a:hlinkClick r:id="rId10"/>
            <a:extLst>
              <a:ext uri="{FF2B5EF4-FFF2-40B4-BE49-F238E27FC236}">
                <a16:creationId xmlns:a16="http://schemas.microsoft.com/office/drawing/2014/main" id="{50D41579-B18F-457F-A8A5-AF2C2B0526A1}"/>
              </a:ext>
            </a:extLst>
          </p:cNvPr>
          <p:cNvPicPr>
            <a:picLocks noChangeAspect="1" noChangeArrowheads="1"/>
          </p:cNvPicPr>
          <p:nvPr userDrawn="1"/>
        </p:nvPicPr>
        <p:blipFill>
          <a:blip r:embed="rId11" cstate="email">
            <a:extLst>
              <a:ext uri="{28A0092B-C50C-407E-A947-70E740481C1C}">
                <a14:useLocalDpi xmlns:a14="http://schemas.microsoft.com/office/drawing/2010/main"/>
              </a:ext>
            </a:extLst>
          </a:blip>
          <a:srcRect/>
          <a:stretch>
            <a:fillRect/>
          </a:stretch>
        </p:blipFill>
        <p:spPr bwMode="auto">
          <a:xfrm>
            <a:off x="1576851" y="4976083"/>
            <a:ext cx="333195" cy="333195"/>
          </a:xfrm>
          <a:prstGeom prst="rect">
            <a:avLst/>
          </a:prstGeom>
          <a:noFill/>
        </p:spPr>
      </p:pic>
      <p:pic>
        <p:nvPicPr>
          <p:cNvPr id="22" name="Picture 6" descr="D:\My Work\Template\Icons\Social Media\YouTube.png">
            <a:hlinkClick r:id="rId12"/>
            <a:extLst>
              <a:ext uri="{FF2B5EF4-FFF2-40B4-BE49-F238E27FC236}">
                <a16:creationId xmlns:a16="http://schemas.microsoft.com/office/drawing/2014/main" id="{53D4D78A-A7BD-4D62-B3A3-27E461667E06}"/>
              </a:ext>
            </a:extLst>
          </p:cNvPr>
          <p:cNvPicPr>
            <a:picLocks noChangeAspect="1" noChangeArrowheads="1"/>
          </p:cNvPicPr>
          <p:nvPr userDrawn="1"/>
        </p:nvPicPr>
        <p:blipFill>
          <a:blip r:embed="rId13" cstate="email">
            <a:extLst>
              <a:ext uri="{28A0092B-C50C-407E-A947-70E740481C1C}">
                <a14:useLocalDpi xmlns:a14="http://schemas.microsoft.com/office/drawing/2010/main"/>
              </a:ext>
            </a:extLst>
          </a:blip>
          <a:srcRect/>
          <a:stretch>
            <a:fillRect/>
          </a:stretch>
        </p:blipFill>
        <p:spPr bwMode="auto">
          <a:xfrm>
            <a:off x="1960227" y="4976083"/>
            <a:ext cx="333195" cy="333195"/>
          </a:xfrm>
          <a:prstGeom prst="rect">
            <a:avLst/>
          </a:prstGeom>
          <a:noFill/>
        </p:spPr>
      </p:pic>
      <p:pic>
        <p:nvPicPr>
          <p:cNvPr id="23" name="Picture 7" descr="D:\My Work\Template\Icons\Social Media\Facebook.png">
            <a:hlinkClick r:id="rId14"/>
            <a:extLst>
              <a:ext uri="{FF2B5EF4-FFF2-40B4-BE49-F238E27FC236}">
                <a16:creationId xmlns:a16="http://schemas.microsoft.com/office/drawing/2014/main" id="{17B8AAE7-3107-482A-9615-7D3E05FB31D2}"/>
              </a:ext>
            </a:extLst>
          </p:cNvPr>
          <p:cNvPicPr>
            <a:picLocks noChangeAspect="1" noChangeArrowheads="1"/>
          </p:cNvPicPr>
          <p:nvPr userDrawn="1"/>
        </p:nvPicPr>
        <p:blipFill>
          <a:blip r:embed="rId15" cstate="email">
            <a:extLst>
              <a:ext uri="{28A0092B-C50C-407E-A947-70E740481C1C}">
                <a14:useLocalDpi xmlns:a14="http://schemas.microsoft.com/office/drawing/2010/main"/>
              </a:ext>
            </a:extLst>
          </a:blip>
          <a:srcRect/>
          <a:stretch>
            <a:fillRect/>
          </a:stretch>
        </p:blipFill>
        <p:spPr bwMode="auto">
          <a:xfrm>
            <a:off x="426720" y="4976083"/>
            <a:ext cx="333195" cy="333195"/>
          </a:xfrm>
          <a:prstGeom prst="rect">
            <a:avLst/>
          </a:prstGeom>
          <a:noFill/>
        </p:spPr>
      </p:pic>
      <p:sp>
        <p:nvSpPr>
          <p:cNvPr id="24" name="Rectangle 23">
            <a:extLst>
              <a:ext uri="{FF2B5EF4-FFF2-40B4-BE49-F238E27FC236}">
                <a16:creationId xmlns:a16="http://schemas.microsoft.com/office/drawing/2014/main" id="{EA726FF3-09C6-4BE1-9DED-F22520BC1884}"/>
              </a:ext>
            </a:extLst>
          </p:cNvPr>
          <p:cNvSpPr/>
          <p:nvPr userDrawn="1"/>
        </p:nvSpPr>
        <p:spPr>
          <a:xfrm>
            <a:off x="426720" y="6022593"/>
            <a:ext cx="3465612" cy="446276"/>
          </a:xfrm>
          <a:prstGeom prst="rect">
            <a:avLst/>
          </a:prstGeom>
        </p:spPr>
        <p:txBody>
          <a:bodyPr wrap="square" lIns="0" tIns="0" rIns="0" bIns="0" anchor="b" anchorCtr="0">
            <a:spAutoFit/>
          </a:bodyPr>
          <a:lstStyle/>
          <a:p>
            <a:pPr>
              <a:spcAft>
                <a:spcPts val="600"/>
              </a:spcAft>
            </a:pPr>
            <a:r>
              <a:rPr lang="en-US" sz="800" noProof="0" dirty="0">
                <a:solidFill>
                  <a:schemeClr val="bg1"/>
                </a:solidFill>
                <a:latin typeface="+mj-lt"/>
                <a:cs typeface="Arial"/>
              </a:rPr>
              <a:t>This presentation contains information that may be privileged or confidential and is the property of the Capgemini Group.</a:t>
            </a:r>
          </a:p>
          <a:p>
            <a:pPr>
              <a:spcAft>
                <a:spcPts val="600"/>
              </a:spcAft>
            </a:pPr>
            <a:r>
              <a:rPr lang="en-US" sz="800" noProof="0" dirty="0">
                <a:solidFill>
                  <a:schemeClr val="bg1"/>
                </a:solidFill>
                <a:latin typeface="+mj-lt"/>
                <a:cs typeface="Arial"/>
              </a:rPr>
              <a:t>Copyright © 2021 Capgemini. All rights reserved.</a:t>
            </a:r>
          </a:p>
        </p:txBody>
      </p:sp>
      <p:sp>
        <p:nvSpPr>
          <p:cNvPr id="25" name="Rectangle 24">
            <a:hlinkClick r:id="rId16"/>
            <a:extLst>
              <a:ext uri="{FF2B5EF4-FFF2-40B4-BE49-F238E27FC236}">
                <a16:creationId xmlns:a16="http://schemas.microsoft.com/office/drawing/2014/main" id="{9F81E28A-4FC1-4C3D-8EEF-F0B729859246}"/>
              </a:ext>
            </a:extLst>
          </p:cNvPr>
          <p:cNvSpPr/>
          <p:nvPr userDrawn="1"/>
        </p:nvSpPr>
        <p:spPr>
          <a:xfrm>
            <a:off x="6333489" y="5821999"/>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latin typeface="+mj-lt"/>
            </a:endParaRPr>
          </a:p>
        </p:txBody>
      </p:sp>
      <p:grpSp>
        <p:nvGrpSpPr>
          <p:cNvPr id="26" name="Groupe 26">
            <a:extLst>
              <a:ext uri="{FF2B5EF4-FFF2-40B4-BE49-F238E27FC236}">
                <a16:creationId xmlns:a16="http://schemas.microsoft.com/office/drawing/2014/main" id="{9A7ABA97-C3D4-4777-B23E-FE59B08CBBA0}"/>
              </a:ext>
            </a:extLst>
          </p:cNvPr>
          <p:cNvGrpSpPr>
            <a:grpSpLocks noChangeAspect="1"/>
          </p:cNvGrpSpPr>
          <p:nvPr userDrawn="1"/>
        </p:nvGrpSpPr>
        <p:grpSpPr>
          <a:xfrm>
            <a:off x="444000" y="5468639"/>
            <a:ext cx="2340000" cy="181186"/>
            <a:chOff x="401412" y="4886021"/>
            <a:chExt cx="7483476" cy="579438"/>
          </a:xfrm>
          <a:solidFill>
            <a:schemeClr val="bg1"/>
          </a:solidFill>
        </p:grpSpPr>
        <p:sp>
          <p:nvSpPr>
            <p:cNvPr id="27" name="Freeform 5">
              <a:extLst>
                <a:ext uri="{FF2B5EF4-FFF2-40B4-BE49-F238E27FC236}">
                  <a16:creationId xmlns:a16="http://schemas.microsoft.com/office/drawing/2014/main" id="{5A208038-09A9-451C-88FE-F6CCA65DA5C4}"/>
                </a:ext>
              </a:extLst>
            </p:cNvPr>
            <p:cNvSpPr>
              <a:spLocks noEditPoints="1"/>
            </p:cNvSpPr>
            <p:nvPr userDrawn="1"/>
          </p:nvSpPr>
          <p:spPr bwMode="auto">
            <a:xfrm>
              <a:off x="401412" y="4930471"/>
              <a:ext cx="293688" cy="422275"/>
            </a:xfrm>
            <a:custGeom>
              <a:avLst/>
              <a:gdLst>
                <a:gd name="T0" fmla="*/ 18 w 48"/>
                <a:gd name="T1" fmla="*/ 0 h 67"/>
                <a:gd name="T2" fmla="*/ 41 w 48"/>
                <a:gd name="T3" fmla="*/ 5 h 67"/>
                <a:gd name="T4" fmla="*/ 48 w 48"/>
                <a:gd name="T5" fmla="*/ 22 h 67"/>
                <a:gd name="T6" fmla="*/ 46 w 48"/>
                <a:gd name="T7" fmla="*/ 32 h 67"/>
                <a:gd name="T8" fmla="*/ 40 w 48"/>
                <a:gd name="T9" fmla="*/ 39 h 67"/>
                <a:gd name="T10" fmla="*/ 31 w 48"/>
                <a:gd name="T11" fmla="*/ 43 h 67"/>
                <a:gd name="T12" fmla="*/ 18 w 48"/>
                <a:gd name="T13" fmla="*/ 44 h 67"/>
                <a:gd name="T14" fmla="*/ 12 w 48"/>
                <a:gd name="T15" fmla="*/ 44 h 67"/>
                <a:gd name="T16" fmla="*/ 12 w 48"/>
                <a:gd name="T17" fmla="*/ 67 h 67"/>
                <a:gd name="T18" fmla="*/ 0 w 48"/>
                <a:gd name="T19" fmla="*/ 67 h 67"/>
                <a:gd name="T20" fmla="*/ 0 w 48"/>
                <a:gd name="T21" fmla="*/ 2 h 67"/>
                <a:gd name="T22" fmla="*/ 9 w 48"/>
                <a:gd name="T23" fmla="*/ 1 h 67"/>
                <a:gd name="T24" fmla="*/ 18 w 48"/>
                <a:gd name="T25" fmla="*/ 0 h 67"/>
                <a:gd name="T26" fmla="*/ 19 w 48"/>
                <a:gd name="T27" fmla="*/ 11 h 67"/>
                <a:gd name="T28" fmla="*/ 12 w 48"/>
                <a:gd name="T29" fmla="*/ 11 h 67"/>
                <a:gd name="T30" fmla="*/ 12 w 48"/>
                <a:gd name="T31" fmla="*/ 34 h 67"/>
                <a:gd name="T32" fmla="*/ 18 w 48"/>
                <a:gd name="T33" fmla="*/ 34 h 67"/>
                <a:gd name="T34" fmla="*/ 31 w 48"/>
                <a:gd name="T35" fmla="*/ 31 h 67"/>
                <a:gd name="T36" fmla="*/ 36 w 48"/>
                <a:gd name="T37" fmla="*/ 22 h 67"/>
                <a:gd name="T38" fmla="*/ 35 w 48"/>
                <a:gd name="T39" fmla="*/ 16 h 67"/>
                <a:gd name="T40" fmla="*/ 31 w 48"/>
                <a:gd name="T41" fmla="*/ 13 h 67"/>
                <a:gd name="T42" fmla="*/ 26 w 48"/>
                <a:gd name="T43" fmla="*/ 11 h 67"/>
                <a:gd name="T44" fmla="*/ 19 w 48"/>
                <a:gd name="T45" fmla="*/ 1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8" h="67">
                  <a:moveTo>
                    <a:pt x="18" y="0"/>
                  </a:moveTo>
                  <a:cubicBezTo>
                    <a:pt x="28" y="0"/>
                    <a:pt x="36" y="2"/>
                    <a:pt x="41" y="5"/>
                  </a:cubicBezTo>
                  <a:cubicBezTo>
                    <a:pt x="46" y="9"/>
                    <a:pt x="48" y="14"/>
                    <a:pt x="48" y="22"/>
                  </a:cubicBezTo>
                  <a:cubicBezTo>
                    <a:pt x="48" y="26"/>
                    <a:pt x="48" y="29"/>
                    <a:pt x="46" y="32"/>
                  </a:cubicBezTo>
                  <a:cubicBezTo>
                    <a:pt x="45" y="35"/>
                    <a:pt x="43" y="37"/>
                    <a:pt x="40" y="39"/>
                  </a:cubicBezTo>
                  <a:cubicBezTo>
                    <a:pt x="38" y="41"/>
                    <a:pt x="35" y="42"/>
                    <a:pt x="31" y="43"/>
                  </a:cubicBezTo>
                  <a:cubicBezTo>
                    <a:pt x="27" y="44"/>
                    <a:pt x="23" y="44"/>
                    <a:pt x="18" y="44"/>
                  </a:cubicBezTo>
                  <a:cubicBezTo>
                    <a:pt x="12" y="44"/>
                    <a:pt x="12" y="44"/>
                    <a:pt x="12" y="44"/>
                  </a:cubicBezTo>
                  <a:cubicBezTo>
                    <a:pt x="12" y="67"/>
                    <a:pt x="12" y="67"/>
                    <a:pt x="12" y="67"/>
                  </a:cubicBezTo>
                  <a:cubicBezTo>
                    <a:pt x="0" y="67"/>
                    <a:pt x="0" y="67"/>
                    <a:pt x="0" y="67"/>
                  </a:cubicBezTo>
                  <a:cubicBezTo>
                    <a:pt x="0" y="2"/>
                    <a:pt x="0" y="2"/>
                    <a:pt x="0" y="2"/>
                  </a:cubicBezTo>
                  <a:cubicBezTo>
                    <a:pt x="2" y="1"/>
                    <a:pt x="6" y="1"/>
                    <a:pt x="9" y="1"/>
                  </a:cubicBezTo>
                  <a:cubicBezTo>
                    <a:pt x="12" y="0"/>
                    <a:pt x="16" y="0"/>
                    <a:pt x="18" y="0"/>
                  </a:cubicBezTo>
                  <a:close/>
                  <a:moveTo>
                    <a:pt x="19" y="11"/>
                  </a:moveTo>
                  <a:cubicBezTo>
                    <a:pt x="16" y="11"/>
                    <a:pt x="14" y="11"/>
                    <a:pt x="12" y="11"/>
                  </a:cubicBezTo>
                  <a:cubicBezTo>
                    <a:pt x="12" y="34"/>
                    <a:pt x="12" y="34"/>
                    <a:pt x="12" y="34"/>
                  </a:cubicBezTo>
                  <a:cubicBezTo>
                    <a:pt x="18" y="34"/>
                    <a:pt x="18" y="34"/>
                    <a:pt x="18" y="34"/>
                  </a:cubicBezTo>
                  <a:cubicBezTo>
                    <a:pt x="23" y="34"/>
                    <a:pt x="28" y="33"/>
                    <a:pt x="31" y="31"/>
                  </a:cubicBezTo>
                  <a:cubicBezTo>
                    <a:pt x="34" y="29"/>
                    <a:pt x="36" y="26"/>
                    <a:pt x="36" y="22"/>
                  </a:cubicBezTo>
                  <a:cubicBezTo>
                    <a:pt x="36" y="20"/>
                    <a:pt x="35" y="18"/>
                    <a:pt x="35" y="16"/>
                  </a:cubicBezTo>
                  <a:cubicBezTo>
                    <a:pt x="34" y="15"/>
                    <a:pt x="33" y="14"/>
                    <a:pt x="31" y="13"/>
                  </a:cubicBezTo>
                  <a:cubicBezTo>
                    <a:pt x="30" y="12"/>
                    <a:pt x="28" y="12"/>
                    <a:pt x="26" y="11"/>
                  </a:cubicBezTo>
                  <a:cubicBezTo>
                    <a:pt x="24" y="11"/>
                    <a:pt x="22" y="11"/>
                    <a:pt x="19" y="1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28" name="Freeform 6">
              <a:extLst>
                <a:ext uri="{FF2B5EF4-FFF2-40B4-BE49-F238E27FC236}">
                  <a16:creationId xmlns:a16="http://schemas.microsoft.com/office/drawing/2014/main" id="{1FE5D02E-DF0E-4563-A14A-01167876039D}"/>
                </a:ext>
              </a:extLst>
            </p:cNvPr>
            <p:cNvSpPr>
              <a:spLocks noEditPoints="1"/>
            </p:cNvSpPr>
            <p:nvPr userDrawn="1"/>
          </p:nvSpPr>
          <p:spPr bwMode="auto">
            <a:xfrm>
              <a:off x="714150" y="5030484"/>
              <a:ext cx="280988" cy="334963"/>
            </a:xfrm>
            <a:custGeom>
              <a:avLst/>
              <a:gdLst>
                <a:gd name="T0" fmla="*/ 0 w 46"/>
                <a:gd name="T1" fmla="*/ 27 h 53"/>
                <a:gd name="T2" fmla="*/ 2 w 46"/>
                <a:gd name="T3" fmla="*/ 15 h 53"/>
                <a:gd name="T4" fmla="*/ 8 w 46"/>
                <a:gd name="T5" fmla="*/ 7 h 53"/>
                <a:gd name="T6" fmla="*/ 15 w 46"/>
                <a:gd name="T7" fmla="*/ 2 h 53"/>
                <a:gd name="T8" fmla="*/ 24 w 46"/>
                <a:gd name="T9" fmla="*/ 0 h 53"/>
                <a:gd name="T10" fmla="*/ 40 w 46"/>
                <a:gd name="T11" fmla="*/ 6 h 53"/>
                <a:gd name="T12" fmla="*/ 46 w 46"/>
                <a:gd name="T13" fmla="*/ 26 h 53"/>
                <a:gd name="T14" fmla="*/ 46 w 46"/>
                <a:gd name="T15" fmla="*/ 28 h 53"/>
                <a:gd name="T16" fmla="*/ 46 w 46"/>
                <a:gd name="T17" fmla="*/ 30 h 53"/>
                <a:gd name="T18" fmla="*/ 12 w 46"/>
                <a:gd name="T19" fmla="*/ 30 h 53"/>
                <a:gd name="T20" fmla="*/ 17 w 46"/>
                <a:gd name="T21" fmla="*/ 39 h 53"/>
                <a:gd name="T22" fmla="*/ 28 w 46"/>
                <a:gd name="T23" fmla="*/ 43 h 53"/>
                <a:gd name="T24" fmla="*/ 35 w 46"/>
                <a:gd name="T25" fmla="*/ 42 h 53"/>
                <a:gd name="T26" fmla="*/ 41 w 46"/>
                <a:gd name="T27" fmla="*/ 40 h 53"/>
                <a:gd name="T28" fmla="*/ 43 w 46"/>
                <a:gd name="T29" fmla="*/ 50 h 53"/>
                <a:gd name="T30" fmla="*/ 40 w 46"/>
                <a:gd name="T31" fmla="*/ 51 h 53"/>
                <a:gd name="T32" fmla="*/ 36 w 46"/>
                <a:gd name="T33" fmla="*/ 52 h 53"/>
                <a:gd name="T34" fmla="*/ 31 w 46"/>
                <a:gd name="T35" fmla="*/ 52 h 53"/>
                <a:gd name="T36" fmla="*/ 26 w 46"/>
                <a:gd name="T37" fmla="*/ 53 h 53"/>
                <a:gd name="T38" fmla="*/ 15 w 46"/>
                <a:gd name="T39" fmla="*/ 51 h 53"/>
                <a:gd name="T40" fmla="*/ 7 w 46"/>
                <a:gd name="T41" fmla="*/ 45 h 53"/>
                <a:gd name="T42" fmla="*/ 2 w 46"/>
                <a:gd name="T43" fmla="*/ 37 h 53"/>
                <a:gd name="T44" fmla="*/ 0 w 46"/>
                <a:gd name="T45" fmla="*/ 27 h 53"/>
                <a:gd name="T46" fmla="*/ 34 w 46"/>
                <a:gd name="T47" fmla="*/ 21 h 53"/>
                <a:gd name="T48" fmla="*/ 34 w 46"/>
                <a:gd name="T49" fmla="*/ 17 h 53"/>
                <a:gd name="T50" fmla="*/ 32 w 46"/>
                <a:gd name="T51" fmla="*/ 13 h 53"/>
                <a:gd name="T52" fmla="*/ 28 w 46"/>
                <a:gd name="T53" fmla="*/ 11 h 53"/>
                <a:gd name="T54" fmla="*/ 24 w 46"/>
                <a:gd name="T55" fmla="*/ 10 h 53"/>
                <a:gd name="T56" fmla="*/ 19 w 46"/>
                <a:gd name="T57" fmla="*/ 11 h 53"/>
                <a:gd name="T58" fmla="*/ 16 w 46"/>
                <a:gd name="T59" fmla="*/ 13 h 53"/>
                <a:gd name="T60" fmla="*/ 14 w 46"/>
                <a:gd name="T61" fmla="*/ 17 h 53"/>
                <a:gd name="T62" fmla="*/ 13 w 46"/>
                <a:gd name="T63" fmla="*/ 21 h 53"/>
                <a:gd name="T64" fmla="*/ 34 w 46"/>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6" h="53">
                  <a:moveTo>
                    <a:pt x="0" y="27"/>
                  </a:moveTo>
                  <a:cubicBezTo>
                    <a:pt x="0" y="22"/>
                    <a:pt x="1" y="18"/>
                    <a:pt x="2" y="15"/>
                  </a:cubicBezTo>
                  <a:cubicBezTo>
                    <a:pt x="4" y="12"/>
                    <a:pt x="6" y="9"/>
                    <a:pt x="8" y="7"/>
                  </a:cubicBezTo>
                  <a:cubicBezTo>
                    <a:pt x="10" y="4"/>
                    <a:pt x="12" y="3"/>
                    <a:pt x="15" y="2"/>
                  </a:cubicBezTo>
                  <a:cubicBezTo>
                    <a:pt x="18" y="0"/>
                    <a:pt x="21" y="0"/>
                    <a:pt x="24" y="0"/>
                  </a:cubicBezTo>
                  <a:cubicBezTo>
                    <a:pt x="31" y="0"/>
                    <a:pt x="36" y="2"/>
                    <a:pt x="40" y="6"/>
                  </a:cubicBezTo>
                  <a:cubicBezTo>
                    <a:pt x="44" y="11"/>
                    <a:pt x="46" y="17"/>
                    <a:pt x="46" y="26"/>
                  </a:cubicBezTo>
                  <a:cubicBezTo>
                    <a:pt x="46" y="26"/>
                    <a:pt x="46" y="27"/>
                    <a:pt x="46" y="28"/>
                  </a:cubicBezTo>
                  <a:cubicBezTo>
                    <a:pt x="46" y="29"/>
                    <a:pt x="46" y="29"/>
                    <a:pt x="46" y="30"/>
                  </a:cubicBezTo>
                  <a:cubicBezTo>
                    <a:pt x="12" y="30"/>
                    <a:pt x="12" y="30"/>
                    <a:pt x="12" y="30"/>
                  </a:cubicBezTo>
                  <a:cubicBezTo>
                    <a:pt x="13" y="34"/>
                    <a:pt x="14" y="37"/>
                    <a:pt x="17" y="39"/>
                  </a:cubicBezTo>
                  <a:cubicBezTo>
                    <a:pt x="19" y="41"/>
                    <a:pt x="23" y="43"/>
                    <a:pt x="28" y="43"/>
                  </a:cubicBezTo>
                  <a:cubicBezTo>
                    <a:pt x="31" y="43"/>
                    <a:pt x="33" y="42"/>
                    <a:pt x="35" y="42"/>
                  </a:cubicBezTo>
                  <a:cubicBezTo>
                    <a:pt x="38" y="41"/>
                    <a:pt x="40" y="41"/>
                    <a:pt x="41" y="40"/>
                  </a:cubicBezTo>
                  <a:cubicBezTo>
                    <a:pt x="43" y="50"/>
                    <a:pt x="43" y="50"/>
                    <a:pt x="43" y="50"/>
                  </a:cubicBezTo>
                  <a:cubicBezTo>
                    <a:pt x="42" y="50"/>
                    <a:pt x="41" y="50"/>
                    <a:pt x="40" y="51"/>
                  </a:cubicBezTo>
                  <a:cubicBezTo>
                    <a:pt x="39" y="51"/>
                    <a:pt x="38" y="51"/>
                    <a:pt x="36" y="52"/>
                  </a:cubicBezTo>
                  <a:cubicBezTo>
                    <a:pt x="35" y="52"/>
                    <a:pt x="33" y="52"/>
                    <a:pt x="31" y="52"/>
                  </a:cubicBezTo>
                  <a:cubicBezTo>
                    <a:pt x="30" y="53"/>
                    <a:pt x="28" y="53"/>
                    <a:pt x="26" y="53"/>
                  </a:cubicBezTo>
                  <a:cubicBezTo>
                    <a:pt x="22" y="53"/>
                    <a:pt x="18" y="52"/>
                    <a:pt x="15" y="51"/>
                  </a:cubicBezTo>
                  <a:cubicBezTo>
                    <a:pt x="12" y="49"/>
                    <a:pt x="9" y="48"/>
                    <a:pt x="7" y="45"/>
                  </a:cubicBezTo>
                  <a:cubicBezTo>
                    <a:pt x="5" y="43"/>
                    <a:pt x="3" y="40"/>
                    <a:pt x="2" y="37"/>
                  </a:cubicBezTo>
                  <a:cubicBezTo>
                    <a:pt x="1" y="34"/>
                    <a:pt x="0" y="30"/>
                    <a:pt x="0" y="27"/>
                  </a:cubicBezTo>
                  <a:close/>
                  <a:moveTo>
                    <a:pt x="34" y="21"/>
                  </a:moveTo>
                  <a:cubicBezTo>
                    <a:pt x="34" y="20"/>
                    <a:pt x="34" y="18"/>
                    <a:pt x="34" y="17"/>
                  </a:cubicBezTo>
                  <a:cubicBezTo>
                    <a:pt x="33" y="15"/>
                    <a:pt x="32" y="14"/>
                    <a:pt x="32" y="13"/>
                  </a:cubicBezTo>
                  <a:cubicBezTo>
                    <a:pt x="31" y="12"/>
                    <a:pt x="30" y="11"/>
                    <a:pt x="28" y="11"/>
                  </a:cubicBezTo>
                  <a:cubicBezTo>
                    <a:pt x="27" y="10"/>
                    <a:pt x="26" y="10"/>
                    <a:pt x="24" y="10"/>
                  </a:cubicBezTo>
                  <a:cubicBezTo>
                    <a:pt x="22" y="10"/>
                    <a:pt x="21" y="10"/>
                    <a:pt x="19" y="11"/>
                  </a:cubicBezTo>
                  <a:cubicBezTo>
                    <a:pt x="18" y="11"/>
                    <a:pt x="17" y="12"/>
                    <a:pt x="16" y="13"/>
                  </a:cubicBezTo>
                  <a:cubicBezTo>
                    <a:pt x="15" y="14"/>
                    <a:pt x="14" y="16"/>
                    <a:pt x="14" y="17"/>
                  </a:cubicBezTo>
                  <a:cubicBezTo>
                    <a:pt x="13" y="18"/>
                    <a:pt x="13" y="20"/>
                    <a:pt x="13" y="21"/>
                  </a:cubicBezTo>
                  <a:lnTo>
                    <a:pt x="34"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29" name="Freeform 7">
              <a:extLst>
                <a:ext uri="{FF2B5EF4-FFF2-40B4-BE49-F238E27FC236}">
                  <a16:creationId xmlns:a16="http://schemas.microsoft.com/office/drawing/2014/main" id="{E87745CD-1FEA-4787-853E-B3F92946D114}"/>
                </a:ext>
              </a:extLst>
            </p:cNvPr>
            <p:cNvSpPr>
              <a:spLocks noEditPoints="1"/>
            </p:cNvSpPr>
            <p:nvPr userDrawn="1"/>
          </p:nvSpPr>
          <p:spPr bwMode="auto">
            <a:xfrm>
              <a:off x="1038000" y="5030484"/>
              <a:ext cx="298450" cy="334963"/>
            </a:xfrm>
            <a:custGeom>
              <a:avLst/>
              <a:gdLst>
                <a:gd name="T0" fmla="*/ 49 w 49"/>
                <a:gd name="T1" fmla="*/ 26 h 53"/>
                <a:gd name="T2" fmla="*/ 47 w 49"/>
                <a:gd name="T3" fmla="*/ 37 h 53"/>
                <a:gd name="T4" fmla="*/ 42 w 49"/>
                <a:gd name="T5" fmla="*/ 45 h 53"/>
                <a:gd name="T6" fmla="*/ 34 w 49"/>
                <a:gd name="T7" fmla="*/ 51 h 53"/>
                <a:gd name="T8" fmla="*/ 24 w 49"/>
                <a:gd name="T9" fmla="*/ 53 h 53"/>
                <a:gd name="T10" fmla="*/ 15 w 49"/>
                <a:gd name="T11" fmla="*/ 51 h 53"/>
                <a:gd name="T12" fmla="*/ 7 w 49"/>
                <a:gd name="T13" fmla="*/ 45 h 53"/>
                <a:gd name="T14" fmla="*/ 2 w 49"/>
                <a:gd name="T15" fmla="*/ 37 h 53"/>
                <a:gd name="T16" fmla="*/ 0 w 49"/>
                <a:gd name="T17" fmla="*/ 26 h 53"/>
                <a:gd name="T18" fmla="*/ 2 w 49"/>
                <a:gd name="T19" fmla="*/ 15 h 53"/>
                <a:gd name="T20" fmla="*/ 7 w 49"/>
                <a:gd name="T21" fmla="*/ 7 h 53"/>
                <a:gd name="T22" fmla="*/ 15 w 49"/>
                <a:gd name="T23" fmla="*/ 2 h 53"/>
                <a:gd name="T24" fmla="*/ 24 w 49"/>
                <a:gd name="T25" fmla="*/ 0 h 53"/>
                <a:gd name="T26" fmla="*/ 34 w 49"/>
                <a:gd name="T27" fmla="*/ 2 h 53"/>
                <a:gd name="T28" fmla="*/ 42 w 49"/>
                <a:gd name="T29" fmla="*/ 7 h 53"/>
                <a:gd name="T30" fmla="*/ 47 w 49"/>
                <a:gd name="T31" fmla="*/ 15 h 53"/>
                <a:gd name="T32" fmla="*/ 49 w 49"/>
                <a:gd name="T33" fmla="*/ 26 h 53"/>
                <a:gd name="T34" fmla="*/ 37 w 49"/>
                <a:gd name="T35" fmla="*/ 26 h 53"/>
                <a:gd name="T36" fmla="*/ 33 w 49"/>
                <a:gd name="T37" fmla="*/ 14 h 53"/>
                <a:gd name="T38" fmla="*/ 24 w 49"/>
                <a:gd name="T39" fmla="*/ 10 h 53"/>
                <a:gd name="T40" fmla="*/ 16 w 49"/>
                <a:gd name="T41" fmla="*/ 14 h 53"/>
                <a:gd name="T42" fmla="*/ 12 w 49"/>
                <a:gd name="T43" fmla="*/ 26 h 53"/>
                <a:gd name="T44" fmla="*/ 16 w 49"/>
                <a:gd name="T45" fmla="*/ 38 h 53"/>
                <a:gd name="T46" fmla="*/ 24 w 49"/>
                <a:gd name="T47" fmla="*/ 43 h 53"/>
                <a:gd name="T48" fmla="*/ 33 w 49"/>
                <a:gd name="T49" fmla="*/ 38 h 53"/>
                <a:gd name="T50" fmla="*/ 37 w 49"/>
                <a:gd name="T5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53">
                  <a:moveTo>
                    <a:pt x="49" y="26"/>
                  </a:moveTo>
                  <a:cubicBezTo>
                    <a:pt x="49" y="30"/>
                    <a:pt x="48" y="34"/>
                    <a:pt x="47" y="37"/>
                  </a:cubicBezTo>
                  <a:cubicBezTo>
                    <a:pt x="46" y="40"/>
                    <a:pt x="44" y="43"/>
                    <a:pt x="42" y="45"/>
                  </a:cubicBezTo>
                  <a:cubicBezTo>
                    <a:pt x="40" y="48"/>
                    <a:pt x="37" y="50"/>
                    <a:pt x="34" y="51"/>
                  </a:cubicBezTo>
                  <a:cubicBezTo>
                    <a:pt x="31" y="52"/>
                    <a:pt x="28" y="53"/>
                    <a:pt x="24" y="53"/>
                  </a:cubicBezTo>
                  <a:cubicBezTo>
                    <a:pt x="21" y="53"/>
                    <a:pt x="18" y="52"/>
                    <a:pt x="15" y="51"/>
                  </a:cubicBezTo>
                  <a:cubicBezTo>
                    <a:pt x="12" y="50"/>
                    <a:pt x="9" y="48"/>
                    <a:pt x="7" y="45"/>
                  </a:cubicBezTo>
                  <a:cubicBezTo>
                    <a:pt x="5" y="43"/>
                    <a:pt x="3" y="40"/>
                    <a:pt x="2" y="37"/>
                  </a:cubicBezTo>
                  <a:cubicBezTo>
                    <a:pt x="1" y="34"/>
                    <a:pt x="0" y="30"/>
                    <a:pt x="0" y="26"/>
                  </a:cubicBezTo>
                  <a:cubicBezTo>
                    <a:pt x="0" y="22"/>
                    <a:pt x="1" y="19"/>
                    <a:pt x="2" y="15"/>
                  </a:cubicBezTo>
                  <a:cubicBezTo>
                    <a:pt x="3" y="12"/>
                    <a:pt x="5" y="9"/>
                    <a:pt x="7" y="7"/>
                  </a:cubicBezTo>
                  <a:cubicBezTo>
                    <a:pt x="9" y="5"/>
                    <a:pt x="12" y="3"/>
                    <a:pt x="15" y="2"/>
                  </a:cubicBezTo>
                  <a:cubicBezTo>
                    <a:pt x="18" y="1"/>
                    <a:pt x="21" y="0"/>
                    <a:pt x="24" y="0"/>
                  </a:cubicBezTo>
                  <a:cubicBezTo>
                    <a:pt x="28" y="0"/>
                    <a:pt x="31" y="1"/>
                    <a:pt x="34" y="2"/>
                  </a:cubicBezTo>
                  <a:cubicBezTo>
                    <a:pt x="37" y="3"/>
                    <a:pt x="40" y="5"/>
                    <a:pt x="42" y="7"/>
                  </a:cubicBezTo>
                  <a:cubicBezTo>
                    <a:pt x="44" y="9"/>
                    <a:pt x="46" y="12"/>
                    <a:pt x="47" y="15"/>
                  </a:cubicBezTo>
                  <a:cubicBezTo>
                    <a:pt x="48" y="19"/>
                    <a:pt x="49" y="22"/>
                    <a:pt x="49" y="26"/>
                  </a:cubicBezTo>
                  <a:close/>
                  <a:moveTo>
                    <a:pt x="37" y="26"/>
                  </a:moveTo>
                  <a:cubicBezTo>
                    <a:pt x="37" y="21"/>
                    <a:pt x="36" y="17"/>
                    <a:pt x="33" y="14"/>
                  </a:cubicBezTo>
                  <a:cubicBezTo>
                    <a:pt x="31" y="11"/>
                    <a:pt x="28" y="10"/>
                    <a:pt x="24" y="10"/>
                  </a:cubicBezTo>
                  <a:cubicBezTo>
                    <a:pt x="21" y="10"/>
                    <a:pt x="18" y="11"/>
                    <a:pt x="16" y="14"/>
                  </a:cubicBezTo>
                  <a:cubicBezTo>
                    <a:pt x="13" y="17"/>
                    <a:pt x="12" y="21"/>
                    <a:pt x="12" y="26"/>
                  </a:cubicBezTo>
                  <a:cubicBezTo>
                    <a:pt x="12" y="31"/>
                    <a:pt x="13" y="35"/>
                    <a:pt x="16" y="38"/>
                  </a:cubicBezTo>
                  <a:cubicBezTo>
                    <a:pt x="18" y="41"/>
                    <a:pt x="21" y="43"/>
                    <a:pt x="24" y="43"/>
                  </a:cubicBezTo>
                  <a:cubicBezTo>
                    <a:pt x="28" y="43"/>
                    <a:pt x="31" y="41"/>
                    <a:pt x="33" y="38"/>
                  </a:cubicBezTo>
                  <a:cubicBezTo>
                    <a:pt x="36" y="35"/>
                    <a:pt x="37" y="31"/>
                    <a:pt x="37" y="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30" name="Freeform 8">
              <a:extLst>
                <a:ext uri="{FF2B5EF4-FFF2-40B4-BE49-F238E27FC236}">
                  <a16:creationId xmlns:a16="http://schemas.microsoft.com/office/drawing/2014/main" id="{736BE8F4-4385-41DC-891E-4C7A0CB2F177}"/>
                </a:ext>
              </a:extLst>
            </p:cNvPr>
            <p:cNvSpPr>
              <a:spLocks noEditPoints="1"/>
            </p:cNvSpPr>
            <p:nvPr userDrawn="1"/>
          </p:nvSpPr>
          <p:spPr bwMode="auto">
            <a:xfrm>
              <a:off x="1398362" y="5030484"/>
              <a:ext cx="274638" cy="434975"/>
            </a:xfrm>
            <a:custGeom>
              <a:avLst/>
              <a:gdLst>
                <a:gd name="T0" fmla="*/ 45 w 45"/>
                <a:gd name="T1" fmla="*/ 26 h 69"/>
                <a:gd name="T2" fmla="*/ 43 w 45"/>
                <a:gd name="T3" fmla="*/ 37 h 69"/>
                <a:gd name="T4" fmla="*/ 39 w 45"/>
                <a:gd name="T5" fmla="*/ 45 h 69"/>
                <a:gd name="T6" fmla="*/ 32 w 45"/>
                <a:gd name="T7" fmla="*/ 51 h 69"/>
                <a:gd name="T8" fmla="*/ 23 w 45"/>
                <a:gd name="T9" fmla="*/ 52 h 69"/>
                <a:gd name="T10" fmla="*/ 16 w 45"/>
                <a:gd name="T11" fmla="*/ 52 h 69"/>
                <a:gd name="T12" fmla="*/ 11 w 45"/>
                <a:gd name="T13" fmla="*/ 50 h 69"/>
                <a:gd name="T14" fmla="*/ 11 w 45"/>
                <a:gd name="T15" fmla="*/ 69 h 69"/>
                <a:gd name="T16" fmla="*/ 0 w 45"/>
                <a:gd name="T17" fmla="*/ 69 h 69"/>
                <a:gd name="T18" fmla="*/ 0 w 45"/>
                <a:gd name="T19" fmla="*/ 3 h 69"/>
                <a:gd name="T20" fmla="*/ 8 w 45"/>
                <a:gd name="T21" fmla="*/ 1 h 69"/>
                <a:gd name="T22" fmla="*/ 19 w 45"/>
                <a:gd name="T23" fmla="*/ 0 h 69"/>
                <a:gd name="T24" fmla="*/ 30 w 45"/>
                <a:gd name="T25" fmla="*/ 2 h 69"/>
                <a:gd name="T26" fmla="*/ 38 w 45"/>
                <a:gd name="T27" fmla="*/ 7 h 69"/>
                <a:gd name="T28" fmla="*/ 43 w 45"/>
                <a:gd name="T29" fmla="*/ 15 h 69"/>
                <a:gd name="T30" fmla="*/ 45 w 45"/>
                <a:gd name="T31" fmla="*/ 26 h 69"/>
                <a:gd name="T32" fmla="*/ 33 w 45"/>
                <a:gd name="T33" fmla="*/ 27 h 69"/>
                <a:gd name="T34" fmla="*/ 29 w 45"/>
                <a:gd name="T35" fmla="*/ 14 h 69"/>
                <a:gd name="T36" fmla="*/ 18 w 45"/>
                <a:gd name="T37" fmla="*/ 10 h 69"/>
                <a:gd name="T38" fmla="*/ 15 w 45"/>
                <a:gd name="T39" fmla="*/ 10 h 69"/>
                <a:gd name="T40" fmla="*/ 11 w 45"/>
                <a:gd name="T41" fmla="*/ 11 h 69"/>
                <a:gd name="T42" fmla="*/ 11 w 45"/>
                <a:gd name="T43" fmla="*/ 40 h 69"/>
                <a:gd name="T44" fmla="*/ 15 w 45"/>
                <a:gd name="T45" fmla="*/ 42 h 69"/>
                <a:gd name="T46" fmla="*/ 21 w 45"/>
                <a:gd name="T47" fmla="*/ 42 h 69"/>
                <a:gd name="T48" fmla="*/ 30 w 45"/>
                <a:gd name="T49" fmla="*/ 38 h 69"/>
                <a:gd name="T50" fmla="*/ 33 w 45"/>
                <a:gd name="T51" fmla="*/ 2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5" h="69">
                  <a:moveTo>
                    <a:pt x="45" y="26"/>
                  </a:moveTo>
                  <a:cubicBezTo>
                    <a:pt x="45" y="30"/>
                    <a:pt x="44" y="34"/>
                    <a:pt x="43" y="37"/>
                  </a:cubicBezTo>
                  <a:cubicBezTo>
                    <a:pt x="42" y="40"/>
                    <a:pt x="41" y="43"/>
                    <a:pt x="39" y="45"/>
                  </a:cubicBezTo>
                  <a:cubicBezTo>
                    <a:pt x="37" y="47"/>
                    <a:pt x="35" y="49"/>
                    <a:pt x="32" y="51"/>
                  </a:cubicBezTo>
                  <a:cubicBezTo>
                    <a:pt x="29" y="52"/>
                    <a:pt x="26" y="52"/>
                    <a:pt x="23" y="52"/>
                  </a:cubicBezTo>
                  <a:cubicBezTo>
                    <a:pt x="20" y="52"/>
                    <a:pt x="18" y="52"/>
                    <a:pt x="16" y="52"/>
                  </a:cubicBezTo>
                  <a:cubicBezTo>
                    <a:pt x="14" y="51"/>
                    <a:pt x="13" y="50"/>
                    <a:pt x="11" y="50"/>
                  </a:cubicBezTo>
                  <a:cubicBezTo>
                    <a:pt x="11" y="69"/>
                    <a:pt x="11" y="69"/>
                    <a:pt x="11" y="69"/>
                  </a:cubicBezTo>
                  <a:cubicBezTo>
                    <a:pt x="0" y="69"/>
                    <a:pt x="0" y="69"/>
                    <a:pt x="0" y="69"/>
                  </a:cubicBezTo>
                  <a:cubicBezTo>
                    <a:pt x="0" y="3"/>
                    <a:pt x="0" y="3"/>
                    <a:pt x="0" y="3"/>
                  </a:cubicBezTo>
                  <a:cubicBezTo>
                    <a:pt x="2" y="2"/>
                    <a:pt x="5" y="2"/>
                    <a:pt x="8" y="1"/>
                  </a:cubicBezTo>
                  <a:cubicBezTo>
                    <a:pt x="12" y="0"/>
                    <a:pt x="16" y="0"/>
                    <a:pt x="19" y="0"/>
                  </a:cubicBezTo>
                  <a:cubicBezTo>
                    <a:pt x="23" y="0"/>
                    <a:pt x="27" y="1"/>
                    <a:pt x="30" y="2"/>
                  </a:cubicBezTo>
                  <a:cubicBezTo>
                    <a:pt x="33" y="3"/>
                    <a:pt x="36" y="5"/>
                    <a:pt x="38" y="7"/>
                  </a:cubicBezTo>
                  <a:cubicBezTo>
                    <a:pt x="40" y="9"/>
                    <a:pt x="42" y="12"/>
                    <a:pt x="43" y="15"/>
                  </a:cubicBezTo>
                  <a:cubicBezTo>
                    <a:pt x="44" y="19"/>
                    <a:pt x="45" y="22"/>
                    <a:pt x="45" y="26"/>
                  </a:cubicBezTo>
                  <a:close/>
                  <a:moveTo>
                    <a:pt x="33" y="27"/>
                  </a:moveTo>
                  <a:cubicBezTo>
                    <a:pt x="33" y="21"/>
                    <a:pt x="32" y="17"/>
                    <a:pt x="29" y="14"/>
                  </a:cubicBezTo>
                  <a:cubicBezTo>
                    <a:pt x="27" y="12"/>
                    <a:pt x="23" y="10"/>
                    <a:pt x="18" y="10"/>
                  </a:cubicBezTo>
                  <a:cubicBezTo>
                    <a:pt x="17" y="10"/>
                    <a:pt x="16" y="10"/>
                    <a:pt x="15" y="10"/>
                  </a:cubicBezTo>
                  <a:cubicBezTo>
                    <a:pt x="14" y="10"/>
                    <a:pt x="12" y="11"/>
                    <a:pt x="11" y="11"/>
                  </a:cubicBezTo>
                  <a:cubicBezTo>
                    <a:pt x="11" y="40"/>
                    <a:pt x="11" y="40"/>
                    <a:pt x="11" y="40"/>
                  </a:cubicBezTo>
                  <a:cubicBezTo>
                    <a:pt x="12" y="40"/>
                    <a:pt x="14" y="41"/>
                    <a:pt x="15" y="42"/>
                  </a:cubicBezTo>
                  <a:cubicBezTo>
                    <a:pt x="17" y="42"/>
                    <a:pt x="19" y="42"/>
                    <a:pt x="21" y="42"/>
                  </a:cubicBezTo>
                  <a:cubicBezTo>
                    <a:pt x="25" y="42"/>
                    <a:pt x="28" y="41"/>
                    <a:pt x="30" y="38"/>
                  </a:cubicBezTo>
                  <a:cubicBezTo>
                    <a:pt x="32" y="35"/>
                    <a:pt x="33" y="31"/>
                    <a:pt x="33" y="2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31" name="Freeform 9">
              <a:extLst>
                <a:ext uri="{FF2B5EF4-FFF2-40B4-BE49-F238E27FC236}">
                  <a16:creationId xmlns:a16="http://schemas.microsoft.com/office/drawing/2014/main" id="{F61E42E2-4849-4296-AD4C-9F7E6208C913}"/>
                </a:ext>
              </a:extLst>
            </p:cNvPr>
            <p:cNvSpPr>
              <a:spLocks/>
            </p:cNvSpPr>
            <p:nvPr userDrawn="1"/>
          </p:nvSpPr>
          <p:spPr bwMode="auto">
            <a:xfrm>
              <a:off x="1734912" y="4886021"/>
              <a:ext cx="115888" cy="473075"/>
            </a:xfrm>
            <a:custGeom>
              <a:avLst/>
              <a:gdLst>
                <a:gd name="T0" fmla="*/ 17 w 19"/>
                <a:gd name="T1" fmla="*/ 75 h 75"/>
                <a:gd name="T2" fmla="*/ 9 w 19"/>
                <a:gd name="T3" fmla="*/ 74 h 75"/>
                <a:gd name="T4" fmla="*/ 3 w 19"/>
                <a:gd name="T5" fmla="*/ 71 h 75"/>
                <a:gd name="T6" fmla="*/ 1 w 19"/>
                <a:gd name="T7" fmla="*/ 66 h 75"/>
                <a:gd name="T8" fmla="*/ 0 w 19"/>
                <a:gd name="T9" fmla="*/ 60 h 75"/>
                <a:gd name="T10" fmla="*/ 0 w 19"/>
                <a:gd name="T11" fmla="*/ 2 h 75"/>
                <a:gd name="T12" fmla="*/ 11 w 19"/>
                <a:gd name="T13" fmla="*/ 0 h 75"/>
                <a:gd name="T14" fmla="*/ 11 w 19"/>
                <a:gd name="T15" fmla="*/ 57 h 75"/>
                <a:gd name="T16" fmla="*/ 12 w 19"/>
                <a:gd name="T17" fmla="*/ 61 h 75"/>
                <a:gd name="T18" fmla="*/ 13 w 19"/>
                <a:gd name="T19" fmla="*/ 63 h 75"/>
                <a:gd name="T20" fmla="*/ 15 w 19"/>
                <a:gd name="T21" fmla="*/ 65 h 75"/>
                <a:gd name="T22" fmla="*/ 19 w 19"/>
                <a:gd name="T23" fmla="*/ 66 h 75"/>
                <a:gd name="T24" fmla="*/ 17 w 19"/>
                <a:gd name="T25"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75">
                  <a:moveTo>
                    <a:pt x="17" y="75"/>
                  </a:moveTo>
                  <a:cubicBezTo>
                    <a:pt x="14" y="75"/>
                    <a:pt x="11" y="75"/>
                    <a:pt x="9" y="74"/>
                  </a:cubicBezTo>
                  <a:cubicBezTo>
                    <a:pt x="7" y="73"/>
                    <a:pt x="5" y="72"/>
                    <a:pt x="3" y="71"/>
                  </a:cubicBezTo>
                  <a:cubicBezTo>
                    <a:pt x="2" y="70"/>
                    <a:pt x="1" y="68"/>
                    <a:pt x="1" y="66"/>
                  </a:cubicBezTo>
                  <a:cubicBezTo>
                    <a:pt x="0" y="64"/>
                    <a:pt x="0" y="62"/>
                    <a:pt x="0" y="60"/>
                  </a:cubicBezTo>
                  <a:cubicBezTo>
                    <a:pt x="0" y="2"/>
                    <a:pt x="0" y="2"/>
                    <a:pt x="0" y="2"/>
                  </a:cubicBezTo>
                  <a:cubicBezTo>
                    <a:pt x="11" y="0"/>
                    <a:pt x="11" y="0"/>
                    <a:pt x="11" y="0"/>
                  </a:cubicBezTo>
                  <a:cubicBezTo>
                    <a:pt x="11" y="57"/>
                    <a:pt x="11" y="57"/>
                    <a:pt x="11" y="57"/>
                  </a:cubicBezTo>
                  <a:cubicBezTo>
                    <a:pt x="11" y="59"/>
                    <a:pt x="11" y="60"/>
                    <a:pt x="12" y="61"/>
                  </a:cubicBezTo>
                  <a:cubicBezTo>
                    <a:pt x="12" y="62"/>
                    <a:pt x="12" y="63"/>
                    <a:pt x="13" y="63"/>
                  </a:cubicBezTo>
                  <a:cubicBezTo>
                    <a:pt x="13" y="64"/>
                    <a:pt x="14" y="65"/>
                    <a:pt x="15" y="65"/>
                  </a:cubicBezTo>
                  <a:cubicBezTo>
                    <a:pt x="16" y="65"/>
                    <a:pt x="18" y="66"/>
                    <a:pt x="19" y="66"/>
                  </a:cubicBezTo>
                  <a:lnTo>
                    <a:pt x="17" y="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32" name="Freeform 10">
              <a:extLst>
                <a:ext uri="{FF2B5EF4-FFF2-40B4-BE49-F238E27FC236}">
                  <a16:creationId xmlns:a16="http://schemas.microsoft.com/office/drawing/2014/main" id="{90999C1F-E9A1-4857-94A7-BE92F2D5B14A}"/>
                </a:ext>
              </a:extLst>
            </p:cNvPr>
            <p:cNvSpPr>
              <a:spLocks noEditPoints="1"/>
            </p:cNvSpPr>
            <p:nvPr userDrawn="1"/>
          </p:nvSpPr>
          <p:spPr bwMode="auto">
            <a:xfrm>
              <a:off x="1880962" y="5030484"/>
              <a:ext cx="274638" cy="334963"/>
            </a:xfrm>
            <a:custGeom>
              <a:avLst/>
              <a:gdLst>
                <a:gd name="T0" fmla="*/ 0 w 45"/>
                <a:gd name="T1" fmla="*/ 27 h 53"/>
                <a:gd name="T2" fmla="*/ 2 w 45"/>
                <a:gd name="T3" fmla="*/ 15 h 53"/>
                <a:gd name="T4" fmla="*/ 7 w 45"/>
                <a:gd name="T5" fmla="*/ 7 h 53"/>
                <a:gd name="T6" fmla="*/ 14 w 45"/>
                <a:gd name="T7" fmla="*/ 2 h 53"/>
                <a:gd name="T8" fmla="*/ 23 w 45"/>
                <a:gd name="T9" fmla="*/ 0 h 53"/>
                <a:gd name="T10" fmla="*/ 39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0 w 45"/>
                <a:gd name="T27" fmla="*/ 40 h 53"/>
                <a:gd name="T28" fmla="*/ 42 w 45"/>
                <a:gd name="T29" fmla="*/ 50 h 53"/>
                <a:gd name="T30" fmla="*/ 39 w 45"/>
                <a:gd name="T31" fmla="*/ 51 h 53"/>
                <a:gd name="T32" fmla="*/ 35 w 45"/>
                <a:gd name="T33" fmla="*/ 52 h 53"/>
                <a:gd name="T34" fmla="*/ 31 w 45"/>
                <a:gd name="T35" fmla="*/ 52 h 53"/>
                <a:gd name="T36" fmla="*/ 26 w 45"/>
                <a:gd name="T37" fmla="*/ 53 h 53"/>
                <a:gd name="T38" fmla="*/ 14 w 45"/>
                <a:gd name="T39" fmla="*/ 51 h 53"/>
                <a:gd name="T40" fmla="*/ 6 w 45"/>
                <a:gd name="T41" fmla="*/ 45 h 53"/>
                <a:gd name="T42" fmla="*/ 1 w 45"/>
                <a:gd name="T43" fmla="*/ 37 h 53"/>
                <a:gd name="T44" fmla="*/ 0 w 45"/>
                <a:gd name="T45" fmla="*/ 27 h 53"/>
                <a:gd name="T46" fmla="*/ 33 w 45"/>
                <a:gd name="T47" fmla="*/ 21 h 53"/>
                <a:gd name="T48" fmla="*/ 33 w 45"/>
                <a:gd name="T49" fmla="*/ 17 h 53"/>
                <a:gd name="T50" fmla="*/ 31 w 45"/>
                <a:gd name="T51" fmla="*/ 13 h 53"/>
                <a:gd name="T52" fmla="*/ 28 w 45"/>
                <a:gd name="T53" fmla="*/ 11 h 53"/>
                <a:gd name="T54" fmla="*/ 23 w 45"/>
                <a:gd name="T55" fmla="*/ 10 h 53"/>
                <a:gd name="T56" fmla="*/ 18 w 45"/>
                <a:gd name="T57" fmla="*/ 11 h 53"/>
                <a:gd name="T58" fmla="*/ 15 w 45"/>
                <a:gd name="T59" fmla="*/ 13 h 53"/>
                <a:gd name="T60" fmla="*/ 13 w 45"/>
                <a:gd name="T61" fmla="*/ 17 h 53"/>
                <a:gd name="T62" fmla="*/ 12 w 45"/>
                <a:gd name="T63" fmla="*/ 21 h 53"/>
                <a:gd name="T64" fmla="*/ 33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0" y="18"/>
                    <a:pt x="2" y="15"/>
                  </a:cubicBezTo>
                  <a:cubicBezTo>
                    <a:pt x="3" y="12"/>
                    <a:pt x="5" y="9"/>
                    <a:pt x="7" y="7"/>
                  </a:cubicBezTo>
                  <a:cubicBezTo>
                    <a:pt x="9" y="4"/>
                    <a:pt x="12" y="3"/>
                    <a:pt x="14" y="2"/>
                  </a:cubicBezTo>
                  <a:cubicBezTo>
                    <a:pt x="17" y="0"/>
                    <a:pt x="20" y="0"/>
                    <a:pt x="23" y="0"/>
                  </a:cubicBezTo>
                  <a:cubicBezTo>
                    <a:pt x="30" y="0"/>
                    <a:pt x="35" y="2"/>
                    <a:pt x="39" y="6"/>
                  </a:cubicBezTo>
                  <a:cubicBezTo>
                    <a:pt x="43"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2" y="43"/>
                    <a:pt x="27" y="43"/>
                  </a:cubicBezTo>
                  <a:cubicBezTo>
                    <a:pt x="30" y="43"/>
                    <a:pt x="32" y="42"/>
                    <a:pt x="35" y="42"/>
                  </a:cubicBezTo>
                  <a:cubicBezTo>
                    <a:pt x="37" y="41"/>
                    <a:pt x="39" y="41"/>
                    <a:pt x="40" y="40"/>
                  </a:cubicBezTo>
                  <a:cubicBezTo>
                    <a:pt x="42" y="50"/>
                    <a:pt x="42" y="50"/>
                    <a:pt x="42" y="50"/>
                  </a:cubicBezTo>
                  <a:cubicBezTo>
                    <a:pt x="41" y="50"/>
                    <a:pt x="40" y="50"/>
                    <a:pt x="39" y="51"/>
                  </a:cubicBezTo>
                  <a:cubicBezTo>
                    <a:pt x="38" y="51"/>
                    <a:pt x="37" y="51"/>
                    <a:pt x="35" y="52"/>
                  </a:cubicBezTo>
                  <a:cubicBezTo>
                    <a:pt x="34" y="52"/>
                    <a:pt x="32" y="52"/>
                    <a:pt x="31" y="52"/>
                  </a:cubicBezTo>
                  <a:cubicBezTo>
                    <a:pt x="29" y="53"/>
                    <a:pt x="27" y="53"/>
                    <a:pt x="26" y="53"/>
                  </a:cubicBezTo>
                  <a:cubicBezTo>
                    <a:pt x="21" y="53"/>
                    <a:pt x="17" y="52"/>
                    <a:pt x="14" y="51"/>
                  </a:cubicBezTo>
                  <a:cubicBezTo>
                    <a:pt x="11" y="49"/>
                    <a:pt x="8" y="48"/>
                    <a:pt x="6" y="45"/>
                  </a:cubicBezTo>
                  <a:cubicBezTo>
                    <a:pt x="4" y="43"/>
                    <a:pt x="2" y="40"/>
                    <a:pt x="1" y="37"/>
                  </a:cubicBezTo>
                  <a:cubicBezTo>
                    <a:pt x="0" y="34"/>
                    <a:pt x="0" y="30"/>
                    <a:pt x="0" y="27"/>
                  </a:cubicBezTo>
                  <a:close/>
                  <a:moveTo>
                    <a:pt x="33" y="21"/>
                  </a:moveTo>
                  <a:cubicBezTo>
                    <a:pt x="33" y="20"/>
                    <a:pt x="33" y="18"/>
                    <a:pt x="33" y="17"/>
                  </a:cubicBezTo>
                  <a:cubicBezTo>
                    <a:pt x="32" y="15"/>
                    <a:pt x="32" y="14"/>
                    <a:pt x="31" y="13"/>
                  </a:cubicBezTo>
                  <a:cubicBezTo>
                    <a:pt x="30" y="12"/>
                    <a:pt x="29" y="11"/>
                    <a:pt x="28" y="11"/>
                  </a:cubicBezTo>
                  <a:cubicBezTo>
                    <a:pt x="26" y="10"/>
                    <a:pt x="25" y="10"/>
                    <a:pt x="23" y="10"/>
                  </a:cubicBezTo>
                  <a:cubicBezTo>
                    <a:pt x="21" y="10"/>
                    <a:pt x="20" y="10"/>
                    <a:pt x="18" y="11"/>
                  </a:cubicBezTo>
                  <a:cubicBezTo>
                    <a:pt x="17" y="11"/>
                    <a:pt x="16" y="12"/>
                    <a:pt x="15" y="13"/>
                  </a:cubicBezTo>
                  <a:cubicBezTo>
                    <a:pt x="14" y="14"/>
                    <a:pt x="13" y="16"/>
                    <a:pt x="13" y="17"/>
                  </a:cubicBezTo>
                  <a:cubicBezTo>
                    <a:pt x="12" y="18"/>
                    <a:pt x="12" y="20"/>
                    <a:pt x="12" y="21"/>
                  </a:cubicBezTo>
                  <a:lnTo>
                    <a:pt x="33"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33" name="Freeform 11">
              <a:extLst>
                <a:ext uri="{FF2B5EF4-FFF2-40B4-BE49-F238E27FC236}">
                  <a16:creationId xmlns:a16="http://schemas.microsoft.com/office/drawing/2014/main" id="{55510841-B679-4200-BD83-157497D64970}"/>
                </a:ext>
              </a:extLst>
            </p:cNvPr>
            <p:cNvSpPr>
              <a:spLocks/>
            </p:cNvSpPr>
            <p:nvPr userDrawn="1"/>
          </p:nvSpPr>
          <p:spPr bwMode="auto">
            <a:xfrm>
              <a:off x="2346100" y="5030484"/>
              <a:ext cx="422275" cy="322263"/>
            </a:xfrm>
            <a:custGeom>
              <a:avLst/>
              <a:gdLst>
                <a:gd name="T0" fmla="*/ 29 w 69"/>
                <a:gd name="T1" fmla="*/ 25 h 51"/>
                <a:gd name="T2" fmla="*/ 27 w 69"/>
                <a:gd name="T3" fmla="*/ 14 h 51"/>
                <a:gd name="T4" fmla="*/ 19 w 69"/>
                <a:gd name="T5" fmla="*/ 10 h 51"/>
                <a:gd name="T6" fmla="*/ 15 w 69"/>
                <a:gd name="T7" fmla="*/ 10 h 51"/>
                <a:gd name="T8" fmla="*/ 12 w 69"/>
                <a:gd name="T9" fmla="*/ 11 h 51"/>
                <a:gd name="T10" fmla="*/ 12 w 69"/>
                <a:gd name="T11" fmla="*/ 51 h 51"/>
                <a:gd name="T12" fmla="*/ 0 w 69"/>
                <a:gd name="T13" fmla="*/ 51 h 51"/>
                <a:gd name="T14" fmla="*/ 0 w 69"/>
                <a:gd name="T15" fmla="*/ 3 h 51"/>
                <a:gd name="T16" fmla="*/ 9 w 69"/>
                <a:gd name="T17" fmla="*/ 1 h 51"/>
                <a:gd name="T18" fmla="*/ 20 w 69"/>
                <a:gd name="T19" fmla="*/ 0 h 51"/>
                <a:gd name="T20" fmla="*/ 29 w 69"/>
                <a:gd name="T21" fmla="*/ 1 h 51"/>
                <a:gd name="T22" fmla="*/ 34 w 69"/>
                <a:gd name="T23" fmla="*/ 5 h 51"/>
                <a:gd name="T24" fmla="*/ 37 w 69"/>
                <a:gd name="T25" fmla="*/ 3 h 51"/>
                <a:gd name="T26" fmla="*/ 41 w 69"/>
                <a:gd name="T27" fmla="*/ 2 h 51"/>
                <a:gd name="T28" fmla="*/ 45 w 69"/>
                <a:gd name="T29" fmla="*/ 1 h 51"/>
                <a:gd name="T30" fmla="*/ 49 w 69"/>
                <a:gd name="T31" fmla="*/ 0 h 51"/>
                <a:gd name="T32" fmla="*/ 59 w 69"/>
                <a:gd name="T33" fmla="*/ 2 h 51"/>
                <a:gd name="T34" fmla="*/ 65 w 69"/>
                <a:gd name="T35" fmla="*/ 6 h 51"/>
                <a:gd name="T36" fmla="*/ 68 w 69"/>
                <a:gd name="T37" fmla="*/ 14 h 51"/>
                <a:gd name="T38" fmla="*/ 69 w 69"/>
                <a:gd name="T39" fmla="*/ 23 h 51"/>
                <a:gd name="T40" fmla="*/ 69 w 69"/>
                <a:gd name="T41" fmla="*/ 51 h 51"/>
                <a:gd name="T42" fmla="*/ 57 w 69"/>
                <a:gd name="T43" fmla="*/ 51 h 51"/>
                <a:gd name="T44" fmla="*/ 57 w 69"/>
                <a:gd name="T45" fmla="*/ 25 h 51"/>
                <a:gd name="T46" fmla="*/ 55 w 69"/>
                <a:gd name="T47" fmla="*/ 14 h 51"/>
                <a:gd name="T48" fmla="*/ 48 w 69"/>
                <a:gd name="T49" fmla="*/ 10 h 51"/>
                <a:gd name="T50" fmla="*/ 43 w 69"/>
                <a:gd name="T51" fmla="*/ 11 h 51"/>
                <a:gd name="T52" fmla="*/ 39 w 69"/>
                <a:gd name="T53" fmla="*/ 13 h 51"/>
                <a:gd name="T54" fmla="*/ 40 w 69"/>
                <a:gd name="T55" fmla="*/ 18 h 51"/>
                <a:gd name="T56" fmla="*/ 40 w 69"/>
                <a:gd name="T57" fmla="*/ 24 h 51"/>
                <a:gd name="T58" fmla="*/ 40 w 69"/>
                <a:gd name="T59" fmla="*/ 51 h 51"/>
                <a:gd name="T60" fmla="*/ 29 w 69"/>
                <a:gd name="T61" fmla="*/ 51 h 51"/>
                <a:gd name="T62" fmla="*/ 29 w 69"/>
                <a:gd name="T63"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9" h="51">
                  <a:moveTo>
                    <a:pt x="29" y="25"/>
                  </a:moveTo>
                  <a:cubicBezTo>
                    <a:pt x="29" y="20"/>
                    <a:pt x="28" y="16"/>
                    <a:pt x="27" y="14"/>
                  </a:cubicBezTo>
                  <a:cubicBezTo>
                    <a:pt x="25" y="11"/>
                    <a:pt x="23" y="10"/>
                    <a:pt x="19" y="10"/>
                  </a:cubicBezTo>
                  <a:cubicBezTo>
                    <a:pt x="18" y="10"/>
                    <a:pt x="17" y="10"/>
                    <a:pt x="15" y="10"/>
                  </a:cubicBezTo>
                  <a:cubicBezTo>
                    <a:pt x="13" y="11"/>
                    <a:pt x="12" y="11"/>
                    <a:pt x="12" y="11"/>
                  </a:cubicBezTo>
                  <a:cubicBezTo>
                    <a:pt x="12" y="51"/>
                    <a:pt x="12" y="51"/>
                    <a:pt x="12" y="51"/>
                  </a:cubicBezTo>
                  <a:cubicBezTo>
                    <a:pt x="0" y="51"/>
                    <a:pt x="0" y="51"/>
                    <a:pt x="0" y="51"/>
                  </a:cubicBezTo>
                  <a:cubicBezTo>
                    <a:pt x="0" y="3"/>
                    <a:pt x="0" y="3"/>
                    <a:pt x="0" y="3"/>
                  </a:cubicBezTo>
                  <a:cubicBezTo>
                    <a:pt x="2" y="2"/>
                    <a:pt x="5" y="2"/>
                    <a:pt x="9" y="1"/>
                  </a:cubicBezTo>
                  <a:cubicBezTo>
                    <a:pt x="12" y="0"/>
                    <a:pt x="16" y="0"/>
                    <a:pt x="20" y="0"/>
                  </a:cubicBezTo>
                  <a:cubicBezTo>
                    <a:pt x="24" y="0"/>
                    <a:pt x="26" y="1"/>
                    <a:pt x="29" y="1"/>
                  </a:cubicBezTo>
                  <a:cubicBezTo>
                    <a:pt x="31" y="2"/>
                    <a:pt x="33" y="4"/>
                    <a:pt x="34" y="5"/>
                  </a:cubicBezTo>
                  <a:cubicBezTo>
                    <a:pt x="35" y="4"/>
                    <a:pt x="36" y="4"/>
                    <a:pt x="37" y="3"/>
                  </a:cubicBezTo>
                  <a:cubicBezTo>
                    <a:pt x="38" y="3"/>
                    <a:pt x="39" y="2"/>
                    <a:pt x="41" y="2"/>
                  </a:cubicBezTo>
                  <a:cubicBezTo>
                    <a:pt x="42" y="1"/>
                    <a:pt x="43" y="1"/>
                    <a:pt x="45" y="1"/>
                  </a:cubicBezTo>
                  <a:cubicBezTo>
                    <a:pt x="46" y="0"/>
                    <a:pt x="48" y="0"/>
                    <a:pt x="49" y="0"/>
                  </a:cubicBezTo>
                  <a:cubicBezTo>
                    <a:pt x="53" y="0"/>
                    <a:pt x="56" y="1"/>
                    <a:pt x="59" y="2"/>
                  </a:cubicBezTo>
                  <a:cubicBezTo>
                    <a:pt x="62" y="3"/>
                    <a:pt x="63" y="4"/>
                    <a:pt x="65" y="6"/>
                  </a:cubicBezTo>
                  <a:cubicBezTo>
                    <a:pt x="66" y="9"/>
                    <a:pt x="67" y="11"/>
                    <a:pt x="68" y="14"/>
                  </a:cubicBezTo>
                  <a:cubicBezTo>
                    <a:pt x="68" y="17"/>
                    <a:pt x="69" y="20"/>
                    <a:pt x="69" y="23"/>
                  </a:cubicBezTo>
                  <a:cubicBezTo>
                    <a:pt x="69" y="51"/>
                    <a:pt x="69" y="51"/>
                    <a:pt x="69" y="51"/>
                  </a:cubicBezTo>
                  <a:cubicBezTo>
                    <a:pt x="57" y="51"/>
                    <a:pt x="57" y="51"/>
                    <a:pt x="57" y="51"/>
                  </a:cubicBezTo>
                  <a:cubicBezTo>
                    <a:pt x="57" y="25"/>
                    <a:pt x="57" y="25"/>
                    <a:pt x="57" y="25"/>
                  </a:cubicBezTo>
                  <a:cubicBezTo>
                    <a:pt x="57" y="20"/>
                    <a:pt x="56" y="16"/>
                    <a:pt x="55" y="14"/>
                  </a:cubicBezTo>
                  <a:cubicBezTo>
                    <a:pt x="54" y="11"/>
                    <a:pt x="51" y="10"/>
                    <a:pt x="48" y="10"/>
                  </a:cubicBezTo>
                  <a:cubicBezTo>
                    <a:pt x="46" y="10"/>
                    <a:pt x="44" y="10"/>
                    <a:pt x="43" y="11"/>
                  </a:cubicBezTo>
                  <a:cubicBezTo>
                    <a:pt x="41" y="12"/>
                    <a:pt x="40" y="12"/>
                    <a:pt x="39" y="13"/>
                  </a:cubicBezTo>
                  <a:cubicBezTo>
                    <a:pt x="39" y="14"/>
                    <a:pt x="40" y="16"/>
                    <a:pt x="40" y="18"/>
                  </a:cubicBezTo>
                  <a:cubicBezTo>
                    <a:pt x="40" y="20"/>
                    <a:pt x="40" y="22"/>
                    <a:pt x="40" y="24"/>
                  </a:cubicBezTo>
                  <a:cubicBezTo>
                    <a:pt x="40" y="51"/>
                    <a:pt x="40" y="51"/>
                    <a:pt x="40" y="51"/>
                  </a:cubicBezTo>
                  <a:cubicBezTo>
                    <a:pt x="29" y="51"/>
                    <a:pt x="29" y="51"/>
                    <a:pt x="29" y="51"/>
                  </a:cubicBezTo>
                  <a:lnTo>
                    <a:pt x="29" y="2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34" name="Freeform 12">
              <a:extLst>
                <a:ext uri="{FF2B5EF4-FFF2-40B4-BE49-F238E27FC236}">
                  <a16:creationId xmlns:a16="http://schemas.microsoft.com/office/drawing/2014/main" id="{333909EC-AA30-49D2-B39E-0474767BA1C3}"/>
                </a:ext>
              </a:extLst>
            </p:cNvPr>
            <p:cNvSpPr>
              <a:spLocks noEditPoints="1"/>
            </p:cNvSpPr>
            <p:nvPr userDrawn="1"/>
          </p:nvSpPr>
          <p:spPr bwMode="auto">
            <a:xfrm>
              <a:off x="2816000" y="5030484"/>
              <a:ext cx="250825" cy="328613"/>
            </a:xfrm>
            <a:custGeom>
              <a:avLst/>
              <a:gdLst>
                <a:gd name="T0" fmla="*/ 21 w 41"/>
                <a:gd name="T1" fmla="*/ 0 h 52"/>
                <a:gd name="T2" fmla="*/ 30 w 41"/>
                <a:gd name="T3" fmla="*/ 1 h 52"/>
                <a:gd name="T4" fmla="*/ 37 w 41"/>
                <a:gd name="T5" fmla="*/ 5 h 52"/>
                <a:gd name="T6" fmla="*/ 40 w 41"/>
                <a:gd name="T7" fmla="*/ 12 h 52"/>
                <a:gd name="T8" fmla="*/ 41 w 41"/>
                <a:gd name="T9" fmla="*/ 20 h 52"/>
                <a:gd name="T10" fmla="*/ 41 w 41"/>
                <a:gd name="T11" fmla="*/ 50 h 52"/>
                <a:gd name="T12" fmla="*/ 33 w 41"/>
                <a:gd name="T13" fmla="*/ 52 h 52"/>
                <a:gd name="T14" fmla="*/ 21 w 41"/>
                <a:gd name="T15" fmla="*/ 52 h 52"/>
                <a:gd name="T16" fmla="*/ 12 w 41"/>
                <a:gd name="T17" fmla="*/ 52 h 52"/>
                <a:gd name="T18" fmla="*/ 6 w 41"/>
                <a:gd name="T19" fmla="*/ 49 h 52"/>
                <a:gd name="T20" fmla="*/ 2 w 41"/>
                <a:gd name="T21" fmla="*/ 44 h 52"/>
                <a:gd name="T22" fmla="*/ 0 w 41"/>
                <a:gd name="T23" fmla="*/ 36 h 52"/>
                <a:gd name="T24" fmla="*/ 2 w 41"/>
                <a:gd name="T25" fmla="*/ 29 h 52"/>
                <a:gd name="T26" fmla="*/ 7 w 41"/>
                <a:gd name="T27" fmla="*/ 24 h 52"/>
                <a:gd name="T28" fmla="*/ 13 w 41"/>
                <a:gd name="T29" fmla="*/ 21 h 52"/>
                <a:gd name="T30" fmla="*/ 21 w 41"/>
                <a:gd name="T31" fmla="*/ 21 h 52"/>
                <a:gd name="T32" fmla="*/ 25 w 41"/>
                <a:gd name="T33" fmla="*/ 21 h 52"/>
                <a:gd name="T34" fmla="*/ 30 w 41"/>
                <a:gd name="T35" fmla="*/ 22 h 52"/>
                <a:gd name="T36" fmla="*/ 30 w 41"/>
                <a:gd name="T37" fmla="*/ 20 h 52"/>
                <a:gd name="T38" fmla="*/ 29 w 41"/>
                <a:gd name="T39" fmla="*/ 16 h 52"/>
                <a:gd name="T40" fmla="*/ 28 w 41"/>
                <a:gd name="T41" fmla="*/ 13 h 52"/>
                <a:gd name="T42" fmla="*/ 25 w 41"/>
                <a:gd name="T43" fmla="*/ 10 h 52"/>
                <a:gd name="T44" fmla="*/ 20 w 41"/>
                <a:gd name="T45" fmla="*/ 10 h 52"/>
                <a:gd name="T46" fmla="*/ 12 w 41"/>
                <a:gd name="T47" fmla="*/ 10 h 52"/>
                <a:gd name="T48" fmla="*/ 7 w 41"/>
                <a:gd name="T49" fmla="*/ 12 h 52"/>
                <a:gd name="T50" fmla="*/ 5 w 41"/>
                <a:gd name="T51" fmla="*/ 2 h 52"/>
                <a:gd name="T52" fmla="*/ 12 w 41"/>
                <a:gd name="T53" fmla="*/ 1 h 52"/>
                <a:gd name="T54" fmla="*/ 21 w 41"/>
                <a:gd name="T55" fmla="*/ 0 h 52"/>
                <a:gd name="T56" fmla="*/ 22 w 41"/>
                <a:gd name="T57" fmla="*/ 43 h 52"/>
                <a:gd name="T58" fmla="*/ 30 w 41"/>
                <a:gd name="T59" fmla="*/ 43 h 52"/>
                <a:gd name="T60" fmla="*/ 30 w 41"/>
                <a:gd name="T61" fmla="*/ 30 h 52"/>
                <a:gd name="T62" fmla="*/ 27 w 41"/>
                <a:gd name="T63" fmla="*/ 29 h 52"/>
                <a:gd name="T64" fmla="*/ 23 w 41"/>
                <a:gd name="T65" fmla="*/ 29 h 52"/>
                <a:gd name="T66" fmla="*/ 19 w 41"/>
                <a:gd name="T67" fmla="*/ 29 h 52"/>
                <a:gd name="T68" fmla="*/ 16 w 41"/>
                <a:gd name="T69" fmla="*/ 30 h 52"/>
                <a:gd name="T70" fmla="*/ 13 w 41"/>
                <a:gd name="T71" fmla="*/ 32 h 52"/>
                <a:gd name="T72" fmla="*/ 12 w 41"/>
                <a:gd name="T73" fmla="*/ 36 h 52"/>
                <a:gd name="T74" fmla="*/ 15 w 41"/>
                <a:gd name="T75" fmla="*/ 42 h 52"/>
                <a:gd name="T76" fmla="*/ 22 w 41"/>
                <a:gd name="T77" fmla="*/ 4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 h="52">
                  <a:moveTo>
                    <a:pt x="21" y="0"/>
                  </a:moveTo>
                  <a:cubicBezTo>
                    <a:pt x="25" y="0"/>
                    <a:pt x="28" y="0"/>
                    <a:pt x="30" y="1"/>
                  </a:cubicBezTo>
                  <a:cubicBezTo>
                    <a:pt x="33" y="2"/>
                    <a:pt x="35" y="4"/>
                    <a:pt x="37" y="5"/>
                  </a:cubicBezTo>
                  <a:cubicBezTo>
                    <a:pt x="38" y="7"/>
                    <a:pt x="39" y="9"/>
                    <a:pt x="40" y="12"/>
                  </a:cubicBezTo>
                  <a:cubicBezTo>
                    <a:pt x="41" y="14"/>
                    <a:pt x="41" y="17"/>
                    <a:pt x="41" y="20"/>
                  </a:cubicBezTo>
                  <a:cubicBezTo>
                    <a:pt x="41" y="50"/>
                    <a:pt x="41" y="50"/>
                    <a:pt x="41" y="50"/>
                  </a:cubicBezTo>
                  <a:cubicBezTo>
                    <a:pt x="39" y="51"/>
                    <a:pt x="37" y="51"/>
                    <a:pt x="33" y="52"/>
                  </a:cubicBezTo>
                  <a:cubicBezTo>
                    <a:pt x="29" y="52"/>
                    <a:pt x="25" y="52"/>
                    <a:pt x="21" y="52"/>
                  </a:cubicBezTo>
                  <a:cubicBezTo>
                    <a:pt x="18" y="52"/>
                    <a:pt x="15" y="52"/>
                    <a:pt x="12" y="52"/>
                  </a:cubicBezTo>
                  <a:cubicBezTo>
                    <a:pt x="10" y="51"/>
                    <a:pt x="8" y="50"/>
                    <a:pt x="6" y="49"/>
                  </a:cubicBezTo>
                  <a:cubicBezTo>
                    <a:pt x="4" y="47"/>
                    <a:pt x="3" y="46"/>
                    <a:pt x="2" y="44"/>
                  </a:cubicBezTo>
                  <a:cubicBezTo>
                    <a:pt x="1" y="42"/>
                    <a:pt x="0" y="39"/>
                    <a:pt x="0" y="36"/>
                  </a:cubicBezTo>
                  <a:cubicBezTo>
                    <a:pt x="0" y="33"/>
                    <a:pt x="1" y="31"/>
                    <a:pt x="2" y="29"/>
                  </a:cubicBezTo>
                  <a:cubicBezTo>
                    <a:pt x="3" y="27"/>
                    <a:pt x="5" y="25"/>
                    <a:pt x="7" y="24"/>
                  </a:cubicBezTo>
                  <a:cubicBezTo>
                    <a:pt x="9" y="23"/>
                    <a:pt x="11" y="22"/>
                    <a:pt x="13" y="21"/>
                  </a:cubicBezTo>
                  <a:cubicBezTo>
                    <a:pt x="16" y="21"/>
                    <a:pt x="19" y="21"/>
                    <a:pt x="21" y="21"/>
                  </a:cubicBezTo>
                  <a:cubicBezTo>
                    <a:pt x="23" y="21"/>
                    <a:pt x="24" y="21"/>
                    <a:pt x="25" y="21"/>
                  </a:cubicBezTo>
                  <a:cubicBezTo>
                    <a:pt x="27" y="21"/>
                    <a:pt x="28" y="21"/>
                    <a:pt x="30" y="22"/>
                  </a:cubicBezTo>
                  <a:cubicBezTo>
                    <a:pt x="30" y="20"/>
                    <a:pt x="30" y="20"/>
                    <a:pt x="30" y="20"/>
                  </a:cubicBezTo>
                  <a:cubicBezTo>
                    <a:pt x="30" y="18"/>
                    <a:pt x="30" y="17"/>
                    <a:pt x="29" y="16"/>
                  </a:cubicBezTo>
                  <a:cubicBezTo>
                    <a:pt x="29" y="15"/>
                    <a:pt x="28" y="14"/>
                    <a:pt x="28" y="13"/>
                  </a:cubicBezTo>
                  <a:cubicBezTo>
                    <a:pt x="27" y="12"/>
                    <a:pt x="26" y="11"/>
                    <a:pt x="25" y="10"/>
                  </a:cubicBezTo>
                  <a:cubicBezTo>
                    <a:pt x="23" y="10"/>
                    <a:pt x="22" y="10"/>
                    <a:pt x="20" y="10"/>
                  </a:cubicBezTo>
                  <a:cubicBezTo>
                    <a:pt x="17" y="10"/>
                    <a:pt x="14" y="10"/>
                    <a:pt x="12" y="10"/>
                  </a:cubicBezTo>
                  <a:cubicBezTo>
                    <a:pt x="10" y="11"/>
                    <a:pt x="8" y="11"/>
                    <a:pt x="7" y="12"/>
                  </a:cubicBezTo>
                  <a:cubicBezTo>
                    <a:pt x="5" y="2"/>
                    <a:pt x="5" y="2"/>
                    <a:pt x="5" y="2"/>
                  </a:cubicBezTo>
                  <a:cubicBezTo>
                    <a:pt x="7" y="2"/>
                    <a:pt x="9" y="1"/>
                    <a:pt x="12" y="1"/>
                  </a:cubicBezTo>
                  <a:cubicBezTo>
                    <a:pt x="15" y="0"/>
                    <a:pt x="18" y="0"/>
                    <a:pt x="21" y="0"/>
                  </a:cubicBezTo>
                  <a:close/>
                  <a:moveTo>
                    <a:pt x="22" y="43"/>
                  </a:moveTo>
                  <a:cubicBezTo>
                    <a:pt x="25" y="43"/>
                    <a:pt x="28" y="43"/>
                    <a:pt x="30" y="43"/>
                  </a:cubicBezTo>
                  <a:cubicBezTo>
                    <a:pt x="30" y="30"/>
                    <a:pt x="30" y="30"/>
                    <a:pt x="30" y="30"/>
                  </a:cubicBezTo>
                  <a:cubicBezTo>
                    <a:pt x="29" y="30"/>
                    <a:pt x="28" y="29"/>
                    <a:pt x="27" y="29"/>
                  </a:cubicBezTo>
                  <a:cubicBezTo>
                    <a:pt x="26" y="29"/>
                    <a:pt x="24" y="29"/>
                    <a:pt x="23" y="29"/>
                  </a:cubicBezTo>
                  <a:cubicBezTo>
                    <a:pt x="22" y="29"/>
                    <a:pt x="20" y="29"/>
                    <a:pt x="19" y="29"/>
                  </a:cubicBezTo>
                  <a:cubicBezTo>
                    <a:pt x="18" y="29"/>
                    <a:pt x="17" y="30"/>
                    <a:pt x="16" y="30"/>
                  </a:cubicBezTo>
                  <a:cubicBezTo>
                    <a:pt x="15" y="31"/>
                    <a:pt x="14" y="31"/>
                    <a:pt x="13" y="32"/>
                  </a:cubicBezTo>
                  <a:cubicBezTo>
                    <a:pt x="12" y="33"/>
                    <a:pt x="12" y="35"/>
                    <a:pt x="12" y="36"/>
                  </a:cubicBezTo>
                  <a:cubicBezTo>
                    <a:pt x="12" y="39"/>
                    <a:pt x="13" y="41"/>
                    <a:pt x="15" y="42"/>
                  </a:cubicBezTo>
                  <a:cubicBezTo>
                    <a:pt x="16" y="43"/>
                    <a:pt x="19" y="43"/>
                    <a:pt x="22" y="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35" name="Freeform 13">
              <a:extLst>
                <a:ext uri="{FF2B5EF4-FFF2-40B4-BE49-F238E27FC236}">
                  <a16:creationId xmlns:a16="http://schemas.microsoft.com/office/drawing/2014/main" id="{1113DFDA-E0B1-47E5-8DE6-79A15DDC5AFE}"/>
                </a:ext>
              </a:extLst>
            </p:cNvPr>
            <p:cNvSpPr>
              <a:spLocks/>
            </p:cNvSpPr>
            <p:nvPr userDrawn="1"/>
          </p:nvSpPr>
          <p:spPr bwMode="auto">
            <a:xfrm>
              <a:off x="3141437"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5"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5" y="67"/>
                    <a:pt x="12" y="66"/>
                    <a:pt x="9"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36" name="Freeform 14">
              <a:extLst>
                <a:ext uri="{FF2B5EF4-FFF2-40B4-BE49-F238E27FC236}">
                  <a16:creationId xmlns:a16="http://schemas.microsoft.com/office/drawing/2014/main" id="{DFF7EBE7-46DF-420A-977A-B72CB2796408}"/>
                </a:ext>
              </a:extLst>
            </p:cNvPr>
            <p:cNvSpPr>
              <a:spLocks/>
            </p:cNvSpPr>
            <p:nvPr userDrawn="1"/>
          </p:nvSpPr>
          <p:spPr bwMode="auto">
            <a:xfrm>
              <a:off x="3373212" y="4943171"/>
              <a:ext cx="188913" cy="422275"/>
            </a:xfrm>
            <a:custGeom>
              <a:avLst/>
              <a:gdLst>
                <a:gd name="T0" fmla="*/ 0 w 31"/>
                <a:gd name="T1" fmla="*/ 2 h 67"/>
                <a:gd name="T2" fmla="*/ 12 w 31"/>
                <a:gd name="T3" fmla="*/ 0 h 67"/>
                <a:gd name="T4" fmla="*/ 12 w 31"/>
                <a:gd name="T5" fmla="*/ 15 h 67"/>
                <a:gd name="T6" fmla="*/ 29 w 31"/>
                <a:gd name="T7" fmla="*/ 15 h 67"/>
                <a:gd name="T8" fmla="*/ 29 w 31"/>
                <a:gd name="T9" fmla="*/ 25 h 67"/>
                <a:gd name="T10" fmla="*/ 12 w 31"/>
                <a:gd name="T11" fmla="*/ 25 h 67"/>
                <a:gd name="T12" fmla="*/ 12 w 31"/>
                <a:gd name="T13" fmla="*/ 45 h 67"/>
                <a:gd name="T14" fmla="*/ 14 w 31"/>
                <a:gd name="T15" fmla="*/ 54 h 67"/>
                <a:gd name="T16" fmla="*/ 20 w 31"/>
                <a:gd name="T17" fmla="*/ 57 h 67"/>
                <a:gd name="T18" fmla="*/ 26 w 31"/>
                <a:gd name="T19" fmla="*/ 56 h 67"/>
                <a:gd name="T20" fmla="*/ 30 w 31"/>
                <a:gd name="T21" fmla="*/ 55 h 67"/>
                <a:gd name="T22" fmla="*/ 31 w 31"/>
                <a:gd name="T23" fmla="*/ 64 h 67"/>
                <a:gd name="T24" fmla="*/ 26 w 31"/>
                <a:gd name="T25" fmla="*/ 66 h 67"/>
                <a:gd name="T26" fmla="*/ 19 w 31"/>
                <a:gd name="T27" fmla="*/ 67 h 67"/>
                <a:gd name="T28" fmla="*/ 10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2" y="0"/>
                    <a:pt x="12" y="0"/>
                    <a:pt x="12" y="0"/>
                  </a:cubicBezTo>
                  <a:cubicBezTo>
                    <a:pt x="12" y="15"/>
                    <a:pt x="12" y="15"/>
                    <a:pt x="12" y="15"/>
                  </a:cubicBezTo>
                  <a:cubicBezTo>
                    <a:pt x="29" y="15"/>
                    <a:pt x="29" y="15"/>
                    <a:pt x="29" y="15"/>
                  </a:cubicBezTo>
                  <a:cubicBezTo>
                    <a:pt x="29" y="25"/>
                    <a:pt x="29" y="25"/>
                    <a:pt x="29" y="25"/>
                  </a:cubicBezTo>
                  <a:cubicBezTo>
                    <a:pt x="12" y="25"/>
                    <a:pt x="12" y="25"/>
                    <a:pt x="12" y="25"/>
                  </a:cubicBezTo>
                  <a:cubicBezTo>
                    <a:pt x="12" y="45"/>
                    <a:pt x="12" y="45"/>
                    <a:pt x="12" y="45"/>
                  </a:cubicBezTo>
                  <a:cubicBezTo>
                    <a:pt x="12" y="49"/>
                    <a:pt x="12" y="52"/>
                    <a:pt x="14" y="54"/>
                  </a:cubicBezTo>
                  <a:cubicBezTo>
                    <a:pt x="15" y="56"/>
                    <a:pt x="17" y="57"/>
                    <a:pt x="20" y="57"/>
                  </a:cubicBezTo>
                  <a:cubicBezTo>
                    <a:pt x="22" y="57"/>
                    <a:pt x="24" y="56"/>
                    <a:pt x="26" y="56"/>
                  </a:cubicBezTo>
                  <a:cubicBezTo>
                    <a:pt x="27" y="55"/>
                    <a:pt x="29" y="55"/>
                    <a:pt x="30" y="55"/>
                  </a:cubicBezTo>
                  <a:cubicBezTo>
                    <a:pt x="31" y="64"/>
                    <a:pt x="31" y="64"/>
                    <a:pt x="31" y="64"/>
                  </a:cubicBezTo>
                  <a:cubicBezTo>
                    <a:pt x="30" y="64"/>
                    <a:pt x="28" y="65"/>
                    <a:pt x="26" y="66"/>
                  </a:cubicBezTo>
                  <a:cubicBezTo>
                    <a:pt x="24" y="66"/>
                    <a:pt x="21" y="67"/>
                    <a:pt x="19" y="67"/>
                  </a:cubicBezTo>
                  <a:cubicBezTo>
                    <a:pt x="15" y="67"/>
                    <a:pt x="12" y="66"/>
                    <a:pt x="10"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37" name="Freeform 15">
              <a:extLst>
                <a:ext uri="{FF2B5EF4-FFF2-40B4-BE49-F238E27FC236}">
                  <a16:creationId xmlns:a16="http://schemas.microsoft.com/office/drawing/2014/main" id="{F7108A62-9DDD-43B8-AA5B-E17F6010FA10}"/>
                </a:ext>
              </a:extLst>
            </p:cNvPr>
            <p:cNvSpPr>
              <a:spLocks noEditPoints="1"/>
            </p:cNvSpPr>
            <p:nvPr userDrawn="1"/>
          </p:nvSpPr>
          <p:spPr bwMode="auto">
            <a:xfrm>
              <a:off x="3587525" y="5030484"/>
              <a:ext cx="274638" cy="334963"/>
            </a:xfrm>
            <a:custGeom>
              <a:avLst/>
              <a:gdLst>
                <a:gd name="T0" fmla="*/ 0 w 45"/>
                <a:gd name="T1" fmla="*/ 27 h 53"/>
                <a:gd name="T2" fmla="*/ 2 w 45"/>
                <a:gd name="T3" fmla="*/ 15 h 53"/>
                <a:gd name="T4" fmla="*/ 7 w 45"/>
                <a:gd name="T5" fmla="*/ 7 h 53"/>
                <a:gd name="T6" fmla="*/ 15 w 45"/>
                <a:gd name="T7" fmla="*/ 2 h 53"/>
                <a:gd name="T8" fmla="*/ 23 w 45"/>
                <a:gd name="T9" fmla="*/ 0 h 53"/>
                <a:gd name="T10" fmla="*/ 40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1 w 45"/>
                <a:gd name="T27" fmla="*/ 40 h 53"/>
                <a:gd name="T28" fmla="*/ 42 w 45"/>
                <a:gd name="T29" fmla="*/ 50 h 53"/>
                <a:gd name="T30" fmla="*/ 40 w 45"/>
                <a:gd name="T31" fmla="*/ 51 h 53"/>
                <a:gd name="T32" fmla="*/ 36 w 45"/>
                <a:gd name="T33" fmla="*/ 52 h 53"/>
                <a:gd name="T34" fmla="*/ 31 w 45"/>
                <a:gd name="T35" fmla="*/ 52 h 53"/>
                <a:gd name="T36" fmla="*/ 26 w 45"/>
                <a:gd name="T37" fmla="*/ 53 h 53"/>
                <a:gd name="T38" fmla="*/ 14 w 45"/>
                <a:gd name="T39" fmla="*/ 51 h 53"/>
                <a:gd name="T40" fmla="*/ 6 w 45"/>
                <a:gd name="T41" fmla="*/ 45 h 53"/>
                <a:gd name="T42" fmla="*/ 2 w 45"/>
                <a:gd name="T43" fmla="*/ 37 h 53"/>
                <a:gd name="T44" fmla="*/ 0 w 45"/>
                <a:gd name="T45" fmla="*/ 27 h 53"/>
                <a:gd name="T46" fmla="*/ 34 w 45"/>
                <a:gd name="T47" fmla="*/ 21 h 53"/>
                <a:gd name="T48" fmla="*/ 33 w 45"/>
                <a:gd name="T49" fmla="*/ 17 h 53"/>
                <a:gd name="T50" fmla="*/ 31 w 45"/>
                <a:gd name="T51" fmla="*/ 13 h 53"/>
                <a:gd name="T52" fmla="*/ 28 w 45"/>
                <a:gd name="T53" fmla="*/ 11 h 53"/>
                <a:gd name="T54" fmla="*/ 24 w 45"/>
                <a:gd name="T55" fmla="*/ 10 h 53"/>
                <a:gd name="T56" fmla="*/ 19 w 45"/>
                <a:gd name="T57" fmla="*/ 11 h 53"/>
                <a:gd name="T58" fmla="*/ 15 w 45"/>
                <a:gd name="T59" fmla="*/ 13 h 53"/>
                <a:gd name="T60" fmla="*/ 13 w 45"/>
                <a:gd name="T61" fmla="*/ 17 h 53"/>
                <a:gd name="T62" fmla="*/ 12 w 45"/>
                <a:gd name="T63" fmla="*/ 21 h 53"/>
                <a:gd name="T64" fmla="*/ 34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1" y="18"/>
                    <a:pt x="2" y="15"/>
                  </a:cubicBezTo>
                  <a:cubicBezTo>
                    <a:pt x="3" y="12"/>
                    <a:pt x="5" y="9"/>
                    <a:pt x="7" y="7"/>
                  </a:cubicBezTo>
                  <a:cubicBezTo>
                    <a:pt x="9" y="4"/>
                    <a:pt x="12" y="3"/>
                    <a:pt x="15" y="2"/>
                  </a:cubicBezTo>
                  <a:cubicBezTo>
                    <a:pt x="18" y="0"/>
                    <a:pt x="21" y="0"/>
                    <a:pt x="23" y="0"/>
                  </a:cubicBezTo>
                  <a:cubicBezTo>
                    <a:pt x="30" y="0"/>
                    <a:pt x="36" y="2"/>
                    <a:pt x="40" y="6"/>
                  </a:cubicBezTo>
                  <a:cubicBezTo>
                    <a:pt x="44"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3" y="43"/>
                    <a:pt x="27" y="43"/>
                  </a:cubicBezTo>
                  <a:cubicBezTo>
                    <a:pt x="30" y="43"/>
                    <a:pt x="33" y="42"/>
                    <a:pt x="35" y="42"/>
                  </a:cubicBezTo>
                  <a:cubicBezTo>
                    <a:pt x="37" y="41"/>
                    <a:pt x="39" y="41"/>
                    <a:pt x="41" y="40"/>
                  </a:cubicBezTo>
                  <a:cubicBezTo>
                    <a:pt x="42" y="50"/>
                    <a:pt x="42" y="50"/>
                    <a:pt x="42" y="50"/>
                  </a:cubicBezTo>
                  <a:cubicBezTo>
                    <a:pt x="42" y="50"/>
                    <a:pt x="41" y="50"/>
                    <a:pt x="40" y="51"/>
                  </a:cubicBezTo>
                  <a:cubicBezTo>
                    <a:pt x="38" y="51"/>
                    <a:pt x="37" y="51"/>
                    <a:pt x="36" y="52"/>
                  </a:cubicBezTo>
                  <a:cubicBezTo>
                    <a:pt x="34" y="52"/>
                    <a:pt x="33" y="52"/>
                    <a:pt x="31" y="52"/>
                  </a:cubicBezTo>
                  <a:cubicBezTo>
                    <a:pt x="29" y="53"/>
                    <a:pt x="28" y="53"/>
                    <a:pt x="26" y="53"/>
                  </a:cubicBezTo>
                  <a:cubicBezTo>
                    <a:pt x="22" y="53"/>
                    <a:pt x="18" y="52"/>
                    <a:pt x="14" y="51"/>
                  </a:cubicBezTo>
                  <a:cubicBezTo>
                    <a:pt x="11" y="49"/>
                    <a:pt x="8" y="48"/>
                    <a:pt x="6" y="45"/>
                  </a:cubicBezTo>
                  <a:cubicBezTo>
                    <a:pt x="4" y="43"/>
                    <a:pt x="3" y="40"/>
                    <a:pt x="2" y="37"/>
                  </a:cubicBezTo>
                  <a:cubicBezTo>
                    <a:pt x="1" y="34"/>
                    <a:pt x="0" y="30"/>
                    <a:pt x="0" y="27"/>
                  </a:cubicBezTo>
                  <a:close/>
                  <a:moveTo>
                    <a:pt x="34" y="21"/>
                  </a:moveTo>
                  <a:cubicBezTo>
                    <a:pt x="34" y="20"/>
                    <a:pt x="34" y="18"/>
                    <a:pt x="33" y="17"/>
                  </a:cubicBezTo>
                  <a:cubicBezTo>
                    <a:pt x="33" y="15"/>
                    <a:pt x="32" y="14"/>
                    <a:pt x="31" y="13"/>
                  </a:cubicBezTo>
                  <a:cubicBezTo>
                    <a:pt x="30" y="12"/>
                    <a:pt x="29" y="11"/>
                    <a:pt x="28" y="11"/>
                  </a:cubicBezTo>
                  <a:cubicBezTo>
                    <a:pt x="27" y="10"/>
                    <a:pt x="25" y="10"/>
                    <a:pt x="24" y="10"/>
                  </a:cubicBezTo>
                  <a:cubicBezTo>
                    <a:pt x="22" y="10"/>
                    <a:pt x="20" y="10"/>
                    <a:pt x="19" y="11"/>
                  </a:cubicBezTo>
                  <a:cubicBezTo>
                    <a:pt x="18" y="11"/>
                    <a:pt x="16" y="12"/>
                    <a:pt x="15" y="13"/>
                  </a:cubicBezTo>
                  <a:cubicBezTo>
                    <a:pt x="15" y="14"/>
                    <a:pt x="14" y="16"/>
                    <a:pt x="13" y="17"/>
                  </a:cubicBezTo>
                  <a:cubicBezTo>
                    <a:pt x="13" y="18"/>
                    <a:pt x="12" y="20"/>
                    <a:pt x="12" y="21"/>
                  </a:cubicBezTo>
                  <a:lnTo>
                    <a:pt x="34"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38" name="Freeform 16">
              <a:extLst>
                <a:ext uri="{FF2B5EF4-FFF2-40B4-BE49-F238E27FC236}">
                  <a16:creationId xmlns:a16="http://schemas.microsoft.com/office/drawing/2014/main" id="{345C6F0D-0CE1-48FC-8770-F292F203232B}"/>
                </a:ext>
              </a:extLst>
            </p:cNvPr>
            <p:cNvSpPr>
              <a:spLocks/>
            </p:cNvSpPr>
            <p:nvPr userDrawn="1"/>
          </p:nvSpPr>
          <p:spPr bwMode="auto">
            <a:xfrm>
              <a:off x="3928837" y="5030484"/>
              <a:ext cx="184150" cy="322263"/>
            </a:xfrm>
            <a:custGeom>
              <a:avLst/>
              <a:gdLst>
                <a:gd name="T0" fmla="*/ 28 w 30"/>
                <a:gd name="T1" fmla="*/ 12 h 51"/>
                <a:gd name="T2" fmla="*/ 24 w 30"/>
                <a:gd name="T3" fmla="*/ 11 h 51"/>
                <a:gd name="T4" fmla="*/ 19 w 30"/>
                <a:gd name="T5" fmla="*/ 10 h 51"/>
                <a:gd name="T6" fmla="*/ 14 w 30"/>
                <a:gd name="T7" fmla="*/ 10 h 51"/>
                <a:gd name="T8" fmla="*/ 11 w 30"/>
                <a:gd name="T9" fmla="*/ 11 h 51"/>
                <a:gd name="T10" fmla="*/ 11 w 30"/>
                <a:gd name="T11" fmla="*/ 51 h 51"/>
                <a:gd name="T12" fmla="*/ 0 w 30"/>
                <a:gd name="T13" fmla="*/ 51 h 51"/>
                <a:gd name="T14" fmla="*/ 0 w 30"/>
                <a:gd name="T15" fmla="*/ 4 h 51"/>
                <a:gd name="T16" fmla="*/ 8 w 30"/>
                <a:gd name="T17" fmla="*/ 1 h 51"/>
                <a:gd name="T18" fmla="*/ 19 w 30"/>
                <a:gd name="T19" fmla="*/ 0 h 51"/>
                <a:gd name="T20" fmla="*/ 22 w 30"/>
                <a:gd name="T21" fmla="*/ 0 h 51"/>
                <a:gd name="T22" fmla="*/ 25 w 30"/>
                <a:gd name="T23" fmla="*/ 1 h 51"/>
                <a:gd name="T24" fmla="*/ 28 w 30"/>
                <a:gd name="T25" fmla="*/ 1 h 51"/>
                <a:gd name="T26" fmla="*/ 30 w 30"/>
                <a:gd name="T27" fmla="*/ 2 h 51"/>
                <a:gd name="T28" fmla="*/ 28 w 30"/>
                <a:gd name="T29"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51">
                  <a:moveTo>
                    <a:pt x="28" y="12"/>
                  </a:moveTo>
                  <a:cubicBezTo>
                    <a:pt x="27" y="11"/>
                    <a:pt x="26" y="11"/>
                    <a:pt x="24" y="11"/>
                  </a:cubicBezTo>
                  <a:cubicBezTo>
                    <a:pt x="23" y="10"/>
                    <a:pt x="21" y="10"/>
                    <a:pt x="19" y="10"/>
                  </a:cubicBezTo>
                  <a:cubicBezTo>
                    <a:pt x="17" y="10"/>
                    <a:pt x="16" y="10"/>
                    <a:pt x="14" y="10"/>
                  </a:cubicBezTo>
                  <a:cubicBezTo>
                    <a:pt x="13" y="11"/>
                    <a:pt x="12" y="11"/>
                    <a:pt x="11" y="11"/>
                  </a:cubicBezTo>
                  <a:cubicBezTo>
                    <a:pt x="11" y="51"/>
                    <a:pt x="11" y="51"/>
                    <a:pt x="11" y="51"/>
                  </a:cubicBezTo>
                  <a:cubicBezTo>
                    <a:pt x="0" y="51"/>
                    <a:pt x="0" y="51"/>
                    <a:pt x="0" y="51"/>
                  </a:cubicBezTo>
                  <a:cubicBezTo>
                    <a:pt x="0" y="4"/>
                    <a:pt x="0" y="4"/>
                    <a:pt x="0" y="4"/>
                  </a:cubicBezTo>
                  <a:cubicBezTo>
                    <a:pt x="2" y="3"/>
                    <a:pt x="5" y="2"/>
                    <a:pt x="8" y="1"/>
                  </a:cubicBezTo>
                  <a:cubicBezTo>
                    <a:pt x="12" y="0"/>
                    <a:pt x="15" y="0"/>
                    <a:pt x="19" y="0"/>
                  </a:cubicBezTo>
                  <a:cubicBezTo>
                    <a:pt x="20" y="0"/>
                    <a:pt x="21" y="0"/>
                    <a:pt x="22" y="0"/>
                  </a:cubicBezTo>
                  <a:cubicBezTo>
                    <a:pt x="23" y="0"/>
                    <a:pt x="24" y="0"/>
                    <a:pt x="25" y="1"/>
                  </a:cubicBezTo>
                  <a:cubicBezTo>
                    <a:pt x="26" y="1"/>
                    <a:pt x="27" y="1"/>
                    <a:pt x="28" y="1"/>
                  </a:cubicBezTo>
                  <a:cubicBezTo>
                    <a:pt x="29" y="1"/>
                    <a:pt x="30" y="2"/>
                    <a:pt x="30" y="2"/>
                  </a:cubicBezTo>
                  <a:lnTo>
                    <a:pt x="28" y="1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39" name="Freeform 17">
              <a:extLst>
                <a:ext uri="{FF2B5EF4-FFF2-40B4-BE49-F238E27FC236}">
                  <a16:creationId xmlns:a16="http://schemas.microsoft.com/office/drawing/2014/main" id="{A59DA117-A374-4644-BC04-888AFAC54E66}"/>
                </a:ext>
              </a:extLst>
            </p:cNvPr>
            <p:cNvSpPr>
              <a:spLocks/>
            </p:cNvSpPr>
            <p:nvPr userDrawn="1"/>
          </p:nvSpPr>
          <p:spPr bwMode="auto">
            <a:xfrm>
              <a:off x="4100287" y="5276546"/>
              <a:ext cx="98425" cy="176213"/>
            </a:xfrm>
            <a:custGeom>
              <a:avLst/>
              <a:gdLst>
                <a:gd name="T0" fmla="*/ 16 w 16"/>
                <a:gd name="T1" fmla="*/ 0 h 28"/>
                <a:gd name="T2" fmla="*/ 16 w 16"/>
                <a:gd name="T3" fmla="*/ 2 h 28"/>
                <a:gd name="T4" fmla="*/ 16 w 16"/>
                <a:gd name="T5" fmla="*/ 4 h 28"/>
                <a:gd name="T6" fmla="*/ 14 w 16"/>
                <a:gd name="T7" fmla="*/ 16 h 28"/>
                <a:gd name="T8" fmla="*/ 9 w 16"/>
                <a:gd name="T9" fmla="*/ 28 h 28"/>
                <a:gd name="T10" fmla="*/ 0 w 16"/>
                <a:gd name="T11" fmla="*/ 25 h 28"/>
                <a:gd name="T12" fmla="*/ 3 w 16"/>
                <a:gd name="T13" fmla="*/ 14 h 28"/>
                <a:gd name="T14" fmla="*/ 4 w 16"/>
                <a:gd name="T15" fmla="*/ 5 h 28"/>
                <a:gd name="T16" fmla="*/ 4 w 16"/>
                <a:gd name="T17" fmla="*/ 2 h 28"/>
                <a:gd name="T18" fmla="*/ 4 w 16"/>
                <a:gd name="T19" fmla="*/ 0 h 28"/>
                <a:gd name="T20" fmla="*/ 16 w 16"/>
                <a:gd name="T21"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28">
                  <a:moveTo>
                    <a:pt x="16" y="0"/>
                  </a:moveTo>
                  <a:cubicBezTo>
                    <a:pt x="16" y="1"/>
                    <a:pt x="16" y="1"/>
                    <a:pt x="16" y="2"/>
                  </a:cubicBezTo>
                  <a:cubicBezTo>
                    <a:pt x="16" y="3"/>
                    <a:pt x="16" y="3"/>
                    <a:pt x="16" y="4"/>
                  </a:cubicBezTo>
                  <a:cubicBezTo>
                    <a:pt x="16" y="8"/>
                    <a:pt x="15" y="12"/>
                    <a:pt x="14" y="16"/>
                  </a:cubicBezTo>
                  <a:cubicBezTo>
                    <a:pt x="13" y="20"/>
                    <a:pt x="11" y="24"/>
                    <a:pt x="9" y="28"/>
                  </a:cubicBezTo>
                  <a:cubicBezTo>
                    <a:pt x="0" y="25"/>
                    <a:pt x="0" y="25"/>
                    <a:pt x="0" y="25"/>
                  </a:cubicBezTo>
                  <a:cubicBezTo>
                    <a:pt x="1" y="22"/>
                    <a:pt x="2" y="18"/>
                    <a:pt x="3" y="14"/>
                  </a:cubicBezTo>
                  <a:cubicBezTo>
                    <a:pt x="3" y="11"/>
                    <a:pt x="4" y="8"/>
                    <a:pt x="4" y="5"/>
                  </a:cubicBezTo>
                  <a:cubicBezTo>
                    <a:pt x="4" y="4"/>
                    <a:pt x="4" y="3"/>
                    <a:pt x="4" y="2"/>
                  </a:cubicBezTo>
                  <a:cubicBezTo>
                    <a:pt x="4" y="1"/>
                    <a:pt x="4" y="0"/>
                    <a:pt x="4" y="0"/>
                  </a:cubicBezTo>
                  <a:lnTo>
                    <a:pt x="16"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40" name="Freeform 18">
              <a:extLst>
                <a:ext uri="{FF2B5EF4-FFF2-40B4-BE49-F238E27FC236}">
                  <a16:creationId xmlns:a16="http://schemas.microsoft.com/office/drawing/2014/main" id="{EF74D334-9926-443B-8D36-5E68913EDC9A}"/>
                </a:ext>
              </a:extLst>
            </p:cNvPr>
            <p:cNvSpPr>
              <a:spLocks/>
            </p:cNvSpPr>
            <p:nvPr userDrawn="1"/>
          </p:nvSpPr>
          <p:spPr bwMode="auto">
            <a:xfrm>
              <a:off x="4393975" y="5030484"/>
              <a:ext cx="188913" cy="322263"/>
            </a:xfrm>
            <a:custGeom>
              <a:avLst/>
              <a:gdLst>
                <a:gd name="T0" fmla="*/ 29 w 31"/>
                <a:gd name="T1" fmla="*/ 12 h 51"/>
                <a:gd name="T2" fmla="*/ 25 w 31"/>
                <a:gd name="T3" fmla="*/ 11 h 51"/>
                <a:gd name="T4" fmla="*/ 19 w 31"/>
                <a:gd name="T5" fmla="*/ 10 h 51"/>
                <a:gd name="T6" fmla="*/ 15 w 31"/>
                <a:gd name="T7" fmla="*/ 10 h 51"/>
                <a:gd name="T8" fmla="*/ 12 w 31"/>
                <a:gd name="T9" fmla="*/ 11 h 51"/>
                <a:gd name="T10" fmla="*/ 12 w 31"/>
                <a:gd name="T11" fmla="*/ 51 h 51"/>
                <a:gd name="T12" fmla="*/ 0 w 31"/>
                <a:gd name="T13" fmla="*/ 51 h 51"/>
                <a:gd name="T14" fmla="*/ 0 w 31"/>
                <a:gd name="T15" fmla="*/ 4 h 51"/>
                <a:gd name="T16" fmla="*/ 9 w 31"/>
                <a:gd name="T17" fmla="*/ 1 h 51"/>
                <a:gd name="T18" fmla="*/ 20 w 31"/>
                <a:gd name="T19" fmla="*/ 0 h 51"/>
                <a:gd name="T20" fmla="*/ 22 w 31"/>
                <a:gd name="T21" fmla="*/ 0 h 51"/>
                <a:gd name="T22" fmla="*/ 25 w 31"/>
                <a:gd name="T23" fmla="*/ 1 h 51"/>
                <a:gd name="T24" fmla="*/ 28 w 31"/>
                <a:gd name="T25" fmla="*/ 1 h 51"/>
                <a:gd name="T26" fmla="*/ 31 w 31"/>
                <a:gd name="T27" fmla="*/ 2 h 51"/>
                <a:gd name="T28" fmla="*/ 29 w 31"/>
                <a:gd name="T29"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51">
                  <a:moveTo>
                    <a:pt x="29" y="12"/>
                  </a:moveTo>
                  <a:cubicBezTo>
                    <a:pt x="28" y="11"/>
                    <a:pt x="26" y="11"/>
                    <a:pt x="25" y="11"/>
                  </a:cubicBezTo>
                  <a:cubicBezTo>
                    <a:pt x="23" y="10"/>
                    <a:pt x="21" y="10"/>
                    <a:pt x="19" y="10"/>
                  </a:cubicBezTo>
                  <a:cubicBezTo>
                    <a:pt x="18" y="10"/>
                    <a:pt x="16" y="10"/>
                    <a:pt x="15" y="10"/>
                  </a:cubicBezTo>
                  <a:cubicBezTo>
                    <a:pt x="13" y="11"/>
                    <a:pt x="12" y="11"/>
                    <a:pt x="12" y="11"/>
                  </a:cubicBezTo>
                  <a:cubicBezTo>
                    <a:pt x="12" y="51"/>
                    <a:pt x="12" y="51"/>
                    <a:pt x="12" y="51"/>
                  </a:cubicBezTo>
                  <a:cubicBezTo>
                    <a:pt x="0" y="51"/>
                    <a:pt x="0" y="51"/>
                    <a:pt x="0" y="51"/>
                  </a:cubicBezTo>
                  <a:cubicBezTo>
                    <a:pt x="0" y="4"/>
                    <a:pt x="0" y="4"/>
                    <a:pt x="0" y="4"/>
                  </a:cubicBezTo>
                  <a:cubicBezTo>
                    <a:pt x="2" y="3"/>
                    <a:pt x="5" y="2"/>
                    <a:pt x="9" y="1"/>
                  </a:cubicBezTo>
                  <a:cubicBezTo>
                    <a:pt x="12" y="0"/>
                    <a:pt x="16" y="0"/>
                    <a:pt x="20" y="0"/>
                  </a:cubicBezTo>
                  <a:cubicBezTo>
                    <a:pt x="20" y="0"/>
                    <a:pt x="21" y="0"/>
                    <a:pt x="22" y="0"/>
                  </a:cubicBezTo>
                  <a:cubicBezTo>
                    <a:pt x="23" y="0"/>
                    <a:pt x="24" y="0"/>
                    <a:pt x="25" y="1"/>
                  </a:cubicBezTo>
                  <a:cubicBezTo>
                    <a:pt x="26" y="1"/>
                    <a:pt x="27" y="1"/>
                    <a:pt x="28" y="1"/>
                  </a:cubicBezTo>
                  <a:cubicBezTo>
                    <a:pt x="29" y="1"/>
                    <a:pt x="30" y="2"/>
                    <a:pt x="31" y="2"/>
                  </a:cubicBezTo>
                  <a:lnTo>
                    <a:pt x="29" y="1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41" name="Freeform 19">
              <a:extLst>
                <a:ext uri="{FF2B5EF4-FFF2-40B4-BE49-F238E27FC236}">
                  <a16:creationId xmlns:a16="http://schemas.microsoft.com/office/drawing/2014/main" id="{313A94D4-14DD-4111-B098-613DD350F6F0}"/>
                </a:ext>
              </a:extLst>
            </p:cNvPr>
            <p:cNvSpPr>
              <a:spLocks noEditPoints="1"/>
            </p:cNvSpPr>
            <p:nvPr userDrawn="1"/>
          </p:nvSpPr>
          <p:spPr bwMode="auto">
            <a:xfrm>
              <a:off x="4601938" y="5030484"/>
              <a:ext cx="274638" cy="334963"/>
            </a:xfrm>
            <a:custGeom>
              <a:avLst/>
              <a:gdLst>
                <a:gd name="T0" fmla="*/ 0 w 45"/>
                <a:gd name="T1" fmla="*/ 27 h 53"/>
                <a:gd name="T2" fmla="*/ 2 w 45"/>
                <a:gd name="T3" fmla="*/ 15 h 53"/>
                <a:gd name="T4" fmla="*/ 7 w 45"/>
                <a:gd name="T5" fmla="*/ 7 h 53"/>
                <a:gd name="T6" fmla="*/ 15 w 45"/>
                <a:gd name="T7" fmla="*/ 2 h 53"/>
                <a:gd name="T8" fmla="*/ 23 w 45"/>
                <a:gd name="T9" fmla="*/ 0 h 53"/>
                <a:gd name="T10" fmla="*/ 40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1 w 45"/>
                <a:gd name="T27" fmla="*/ 40 h 53"/>
                <a:gd name="T28" fmla="*/ 42 w 45"/>
                <a:gd name="T29" fmla="*/ 50 h 53"/>
                <a:gd name="T30" fmla="*/ 40 w 45"/>
                <a:gd name="T31" fmla="*/ 51 h 53"/>
                <a:gd name="T32" fmla="*/ 36 w 45"/>
                <a:gd name="T33" fmla="*/ 52 h 53"/>
                <a:gd name="T34" fmla="*/ 31 w 45"/>
                <a:gd name="T35" fmla="*/ 52 h 53"/>
                <a:gd name="T36" fmla="*/ 26 w 45"/>
                <a:gd name="T37" fmla="*/ 53 h 53"/>
                <a:gd name="T38" fmla="*/ 14 w 45"/>
                <a:gd name="T39" fmla="*/ 51 h 53"/>
                <a:gd name="T40" fmla="*/ 6 w 45"/>
                <a:gd name="T41" fmla="*/ 45 h 53"/>
                <a:gd name="T42" fmla="*/ 2 w 45"/>
                <a:gd name="T43" fmla="*/ 37 h 53"/>
                <a:gd name="T44" fmla="*/ 0 w 45"/>
                <a:gd name="T45" fmla="*/ 27 h 53"/>
                <a:gd name="T46" fmla="*/ 34 w 45"/>
                <a:gd name="T47" fmla="*/ 21 h 53"/>
                <a:gd name="T48" fmla="*/ 33 w 45"/>
                <a:gd name="T49" fmla="*/ 17 h 53"/>
                <a:gd name="T50" fmla="*/ 31 w 45"/>
                <a:gd name="T51" fmla="*/ 13 h 53"/>
                <a:gd name="T52" fmla="*/ 28 w 45"/>
                <a:gd name="T53" fmla="*/ 11 h 53"/>
                <a:gd name="T54" fmla="*/ 24 w 45"/>
                <a:gd name="T55" fmla="*/ 10 h 53"/>
                <a:gd name="T56" fmla="*/ 19 w 45"/>
                <a:gd name="T57" fmla="*/ 11 h 53"/>
                <a:gd name="T58" fmla="*/ 15 w 45"/>
                <a:gd name="T59" fmla="*/ 13 h 53"/>
                <a:gd name="T60" fmla="*/ 13 w 45"/>
                <a:gd name="T61" fmla="*/ 17 h 53"/>
                <a:gd name="T62" fmla="*/ 12 w 45"/>
                <a:gd name="T63" fmla="*/ 21 h 53"/>
                <a:gd name="T64" fmla="*/ 34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1" y="18"/>
                    <a:pt x="2" y="15"/>
                  </a:cubicBezTo>
                  <a:cubicBezTo>
                    <a:pt x="3" y="12"/>
                    <a:pt x="5" y="9"/>
                    <a:pt x="7" y="7"/>
                  </a:cubicBezTo>
                  <a:cubicBezTo>
                    <a:pt x="9" y="4"/>
                    <a:pt x="12" y="3"/>
                    <a:pt x="15" y="2"/>
                  </a:cubicBezTo>
                  <a:cubicBezTo>
                    <a:pt x="18" y="0"/>
                    <a:pt x="20" y="0"/>
                    <a:pt x="23" y="0"/>
                  </a:cubicBezTo>
                  <a:cubicBezTo>
                    <a:pt x="30" y="0"/>
                    <a:pt x="36" y="2"/>
                    <a:pt x="40" y="6"/>
                  </a:cubicBezTo>
                  <a:cubicBezTo>
                    <a:pt x="43"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3" y="43"/>
                    <a:pt x="27" y="43"/>
                  </a:cubicBezTo>
                  <a:cubicBezTo>
                    <a:pt x="30" y="43"/>
                    <a:pt x="33" y="42"/>
                    <a:pt x="35" y="42"/>
                  </a:cubicBezTo>
                  <a:cubicBezTo>
                    <a:pt x="37" y="41"/>
                    <a:pt x="39" y="41"/>
                    <a:pt x="41" y="40"/>
                  </a:cubicBezTo>
                  <a:cubicBezTo>
                    <a:pt x="42" y="50"/>
                    <a:pt x="42" y="50"/>
                    <a:pt x="42" y="50"/>
                  </a:cubicBezTo>
                  <a:cubicBezTo>
                    <a:pt x="42" y="50"/>
                    <a:pt x="41" y="50"/>
                    <a:pt x="40" y="51"/>
                  </a:cubicBezTo>
                  <a:cubicBezTo>
                    <a:pt x="38" y="51"/>
                    <a:pt x="37" y="51"/>
                    <a:pt x="36" y="52"/>
                  </a:cubicBezTo>
                  <a:cubicBezTo>
                    <a:pt x="34" y="52"/>
                    <a:pt x="33" y="52"/>
                    <a:pt x="31" y="52"/>
                  </a:cubicBezTo>
                  <a:cubicBezTo>
                    <a:pt x="29" y="53"/>
                    <a:pt x="28" y="53"/>
                    <a:pt x="26" y="53"/>
                  </a:cubicBezTo>
                  <a:cubicBezTo>
                    <a:pt x="22" y="53"/>
                    <a:pt x="18" y="52"/>
                    <a:pt x="14" y="51"/>
                  </a:cubicBezTo>
                  <a:cubicBezTo>
                    <a:pt x="11" y="49"/>
                    <a:pt x="8" y="48"/>
                    <a:pt x="6" y="45"/>
                  </a:cubicBezTo>
                  <a:cubicBezTo>
                    <a:pt x="4" y="43"/>
                    <a:pt x="3" y="40"/>
                    <a:pt x="2" y="37"/>
                  </a:cubicBezTo>
                  <a:cubicBezTo>
                    <a:pt x="1" y="34"/>
                    <a:pt x="0" y="30"/>
                    <a:pt x="0" y="27"/>
                  </a:cubicBezTo>
                  <a:close/>
                  <a:moveTo>
                    <a:pt x="34" y="21"/>
                  </a:moveTo>
                  <a:cubicBezTo>
                    <a:pt x="34" y="20"/>
                    <a:pt x="34" y="18"/>
                    <a:pt x="33" y="17"/>
                  </a:cubicBezTo>
                  <a:cubicBezTo>
                    <a:pt x="33" y="15"/>
                    <a:pt x="32" y="14"/>
                    <a:pt x="31" y="13"/>
                  </a:cubicBezTo>
                  <a:cubicBezTo>
                    <a:pt x="30" y="12"/>
                    <a:pt x="29" y="11"/>
                    <a:pt x="28" y="11"/>
                  </a:cubicBezTo>
                  <a:cubicBezTo>
                    <a:pt x="27" y="10"/>
                    <a:pt x="25" y="10"/>
                    <a:pt x="24" y="10"/>
                  </a:cubicBezTo>
                  <a:cubicBezTo>
                    <a:pt x="22" y="10"/>
                    <a:pt x="20" y="10"/>
                    <a:pt x="19" y="11"/>
                  </a:cubicBezTo>
                  <a:cubicBezTo>
                    <a:pt x="17" y="11"/>
                    <a:pt x="16" y="12"/>
                    <a:pt x="15" y="13"/>
                  </a:cubicBezTo>
                  <a:cubicBezTo>
                    <a:pt x="14" y="14"/>
                    <a:pt x="14" y="16"/>
                    <a:pt x="13" y="17"/>
                  </a:cubicBezTo>
                  <a:cubicBezTo>
                    <a:pt x="13" y="18"/>
                    <a:pt x="12" y="20"/>
                    <a:pt x="12" y="21"/>
                  </a:cubicBezTo>
                  <a:lnTo>
                    <a:pt x="34"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42" name="Freeform 20">
              <a:extLst>
                <a:ext uri="{FF2B5EF4-FFF2-40B4-BE49-F238E27FC236}">
                  <a16:creationId xmlns:a16="http://schemas.microsoft.com/office/drawing/2014/main" id="{25E6B7CD-3505-4929-827A-066E4FC0A268}"/>
                </a:ext>
              </a:extLst>
            </p:cNvPr>
            <p:cNvSpPr>
              <a:spLocks/>
            </p:cNvSpPr>
            <p:nvPr userDrawn="1"/>
          </p:nvSpPr>
          <p:spPr bwMode="auto">
            <a:xfrm>
              <a:off x="4919438" y="5030484"/>
              <a:ext cx="227013" cy="334963"/>
            </a:xfrm>
            <a:custGeom>
              <a:avLst/>
              <a:gdLst>
                <a:gd name="T0" fmla="*/ 16 w 37"/>
                <a:gd name="T1" fmla="*/ 43 h 53"/>
                <a:gd name="T2" fmla="*/ 23 w 37"/>
                <a:gd name="T3" fmla="*/ 42 h 53"/>
                <a:gd name="T4" fmla="*/ 25 w 37"/>
                <a:gd name="T5" fmla="*/ 38 h 53"/>
                <a:gd name="T6" fmla="*/ 23 w 37"/>
                <a:gd name="T7" fmla="*/ 34 h 53"/>
                <a:gd name="T8" fmla="*/ 15 w 37"/>
                <a:gd name="T9" fmla="*/ 30 h 53"/>
                <a:gd name="T10" fmla="*/ 10 w 37"/>
                <a:gd name="T11" fmla="*/ 28 h 53"/>
                <a:gd name="T12" fmla="*/ 5 w 37"/>
                <a:gd name="T13" fmla="*/ 25 h 53"/>
                <a:gd name="T14" fmla="*/ 2 w 37"/>
                <a:gd name="T15" fmla="*/ 21 h 53"/>
                <a:gd name="T16" fmla="*/ 1 w 37"/>
                <a:gd name="T17" fmla="*/ 15 h 53"/>
                <a:gd name="T18" fmla="*/ 6 w 37"/>
                <a:gd name="T19" fmla="*/ 4 h 53"/>
                <a:gd name="T20" fmla="*/ 20 w 37"/>
                <a:gd name="T21" fmla="*/ 0 h 53"/>
                <a:gd name="T22" fmla="*/ 28 w 37"/>
                <a:gd name="T23" fmla="*/ 1 h 53"/>
                <a:gd name="T24" fmla="*/ 34 w 37"/>
                <a:gd name="T25" fmla="*/ 2 h 53"/>
                <a:gd name="T26" fmla="*/ 32 w 37"/>
                <a:gd name="T27" fmla="*/ 12 h 53"/>
                <a:gd name="T28" fmla="*/ 27 w 37"/>
                <a:gd name="T29" fmla="*/ 10 h 53"/>
                <a:gd name="T30" fmla="*/ 20 w 37"/>
                <a:gd name="T31" fmla="*/ 9 h 53"/>
                <a:gd name="T32" fmla="*/ 15 w 37"/>
                <a:gd name="T33" fmla="*/ 11 h 53"/>
                <a:gd name="T34" fmla="*/ 13 w 37"/>
                <a:gd name="T35" fmla="*/ 14 h 53"/>
                <a:gd name="T36" fmla="*/ 13 w 37"/>
                <a:gd name="T37" fmla="*/ 17 h 53"/>
                <a:gd name="T38" fmla="*/ 14 w 37"/>
                <a:gd name="T39" fmla="*/ 18 h 53"/>
                <a:gd name="T40" fmla="*/ 17 w 37"/>
                <a:gd name="T41" fmla="*/ 20 h 53"/>
                <a:gd name="T42" fmla="*/ 21 w 37"/>
                <a:gd name="T43" fmla="*/ 22 h 53"/>
                <a:gd name="T44" fmla="*/ 28 w 37"/>
                <a:gd name="T45" fmla="*/ 25 h 53"/>
                <a:gd name="T46" fmla="*/ 33 w 37"/>
                <a:gd name="T47" fmla="*/ 28 h 53"/>
                <a:gd name="T48" fmla="*/ 36 w 37"/>
                <a:gd name="T49" fmla="*/ 32 h 53"/>
                <a:gd name="T50" fmla="*/ 37 w 37"/>
                <a:gd name="T51" fmla="*/ 38 h 53"/>
                <a:gd name="T52" fmla="*/ 31 w 37"/>
                <a:gd name="T53" fmla="*/ 49 h 53"/>
                <a:gd name="T54" fmla="*/ 16 w 37"/>
                <a:gd name="T55" fmla="*/ 53 h 53"/>
                <a:gd name="T56" fmla="*/ 6 w 37"/>
                <a:gd name="T57" fmla="*/ 52 h 53"/>
                <a:gd name="T58" fmla="*/ 0 w 37"/>
                <a:gd name="T59" fmla="*/ 50 h 53"/>
                <a:gd name="T60" fmla="*/ 2 w 37"/>
                <a:gd name="T61" fmla="*/ 40 h 53"/>
                <a:gd name="T62" fmla="*/ 8 w 37"/>
                <a:gd name="T63" fmla="*/ 42 h 53"/>
                <a:gd name="T64" fmla="*/ 16 w 37"/>
                <a:gd name="T65"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 h="53">
                  <a:moveTo>
                    <a:pt x="16" y="43"/>
                  </a:moveTo>
                  <a:cubicBezTo>
                    <a:pt x="19" y="43"/>
                    <a:pt x="22" y="43"/>
                    <a:pt x="23" y="42"/>
                  </a:cubicBezTo>
                  <a:cubicBezTo>
                    <a:pt x="24" y="41"/>
                    <a:pt x="25" y="40"/>
                    <a:pt x="25" y="38"/>
                  </a:cubicBezTo>
                  <a:cubicBezTo>
                    <a:pt x="25" y="36"/>
                    <a:pt x="24" y="35"/>
                    <a:pt x="23" y="34"/>
                  </a:cubicBezTo>
                  <a:cubicBezTo>
                    <a:pt x="21" y="33"/>
                    <a:pt x="19" y="32"/>
                    <a:pt x="15" y="30"/>
                  </a:cubicBezTo>
                  <a:cubicBezTo>
                    <a:pt x="13" y="30"/>
                    <a:pt x="11" y="29"/>
                    <a:pt x="10" y="28"/>
                  </a:cubicBezTo>
                  <a:cubicBezTo>
                    <a:pt x="8" y="27"/>
                    <a:pt x="6" y="26"/>
                    <a:pt x="5" y="25"/>
                  </a:cubicBezTo>
                  <a:cubicBezTo>
                    <a:pt x="4" y="24"/>
                    <a:pt x="3" y="22"/>
                    <a:pt x="2" y="21"/>
                  </a:cubicBezTo>
                  <a:cubicBezTo>
                    <a:pt x="1" y="19"/>
                    <a:pt x="1" y="17"/>
                    <a:pt x="1" y="15"/>
                  </a:cubicBezTo>
                  <a:cubicBezTo>
                    <a:pt x="1" y="10"/>
                    <a:pt x="3" y="7"/>
                    <a:pt x="6" y="4"/>
                  </a:cubicBezTo>
                  <a:cubicBezTo>
                    <a:pt x="9" y="1"/>
                    <a:pt x="14" y="0"/>
                    <a:pt x="20" y="0"/>
                  </a:cubicBezTo>
                  <a:cubicBezTo>
                    <a:pt x="23" y="0"/>
                    <a:pt x="26" y="0"/>
                    <a:pt x="28" y="1"/>
                  </a:cubicBezTo>
                  <a:cubicBezTo>
                    <a:pt x="31" y="1"/>
                    <a:pt x="33" y="2"/>
                    <a:pt x="34" y="2"/>
                  </a:cubicBezTo>
                  <a:cubicBezTo>
                    <a:pt x="32" y="12"/>
                    <a:pt x="32" y="12"/>
                    <a:pt x="32" y="12"/>
                  </a:cubicBezTo>
                  <a:cubicBezTo>
                    <a:pt x="31" y="11"/>
                    <a:pt x="29" y="11"/>
                    <a:pt x="27" y="10"/>
                  </a:cubicBezTo>
                  <a:cubicBezTo>
                    <a:pt x="25" y="10"/>
                    <a:pt x="23" y="9"/>
                    <a:pt x="20" y="9"/>
                  </a:cubicBezTo>
                  <a:cubicBezTo>
                    <a:pt x="18" y="9"/>
                    <a:pt x="16" y="10"/>
                    <a:pt x="15" y="11"/>
                  </a:cubicBezTo>
                  <a:cubicBezTo>
                    <a:pt x="13" y="11"/>
                    <a:pt x="13" y="13"/>
                    <a:pt x="13" y="14"/>
                  </a:cubicBezTo>
                  <a:cubicBezTo>
                    <a:pt x="13" y="15"/>
                    <a:pt x="13" y="16"/>
                    <a:pt x="13" y="17"/>
                  </a:cubicBezTo>
                  <a:cubicBezTo>
                    <a:pt x="13" y="17"/>
                    <a:pt x="14" y="18"/>
                    <a:pt x="14" y="18"/>
                  </a:cubicBezTo>
                  <a:cubicBezTo>
                    <a:pt x="15" y="19"/>
                    <a:pt x="16" y="19"/>
                    <a:pt x="17" y="20"/>
                  </a:cubicBezTo>
                  <a:cubicBezTo>
                    <a:pt x="18" y="20"/>
                    <a:pt x="20" y="21"/>
                    <a:pt x="21" y="22"/>
                  </a:cubicBezTo>
                  <a:cubicBezTo>
                    <a:pt x="24" y="23"/>
                    <a:pt x="27" y="24"/>
                    <a:pt x="28" y="25"/>
                  </a:cubicBezTo>
                  <a:cubicBezTo>
                    <a:pt x="30" y="26"/>
                    <a:pt x="32" y="27"/>
                    <a:pt x="33" y="28"/>
                  </a:cubicBezTo>
                  <a:cubicBezTo>
                    <a:pt x="34" y="29"/>
                    <a:pt x="35" y="31"/>
                    <a:pt x="36" y="32"/>
                  </a:cubicBezTo>
                  <a:cubicBezTo>
                    <a:pt x="37" y="34"/>
                    <a:pt x="37" y="36"/>
                    <a:pt x="37" y="38"/>
                  </a:cubicBezTo>
                  <a:cubicBezTo>
                    <a:pt x="37" y="43"/>
                    <a:pt x="35" y="46"/>
                    <a:pt x="31" y="49"/>
                  </a:cubicBezTo>
                  <a:cubicBezTo>
                    <a:pt x="28" y="51"/>
                    <a:pt x="23" y="53"/>
                    <a:pt x="16" y="53"/>
                  </a:cubicBezTo>
                  <a:cubicBezTo>
                    <a:pt x="12" y="53"/>
                    <a:pt x="8" y="52"/>
                    <a:pt x="6" y="52"/>
                  </a:cubicBezTo>
                  <a:cubicBezTo>
                    <a:pt x="3" y="51"/>
                    <a:pt x="1" y="50"/>
                    <a:pt x="0" y="50"/>
                  </a:cubicBezTo>
                  <a:cubicBezTo>
                    <a:pt x="2" y="40"/>
                    <a:pt x="2" y="40"/>
                    <a:pt x="2" y="40"/>
                  </a:cubicBezTo>
                  <a:cubicBezTo>
                    <a:pt x="4" y="41"/>
                    <a:pt x="6" y="41"/>
                    <a:pt x="8" y="42"/>
                  </a:cubicBezTo>
                  <a:cubicBezTo>
                    <a:pt x="11" y="43"/>
                    <a:pt x="13" y="43"/>
                    <a:pt x="16" y="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43" name="Freeform 21">
              <a:extLst>
                <a:ext uri="{FF2B5EF4-FFF2-40B4-BE49-F238E27FC236}">
                  <a16:creationId xmlns:a16="http://schemas.microsoft.com/office/drawing/2014/main" id="{BB0673E4-9C2A-495A-9B24-42ACDAA07D1E}"/>
                </a:ext>
              </a:extLst>
            </p:cNvPr>
            <p:cNvSpPr>
              <a:spLocks/>
            </p:cNvSpPr>
            <p:nvPr userDrawn="1"/>
          </p:nvSpPr>
          <p:spPr bwMode="auto">
            <a:xfrm>
              <a:off x="5195663" y="5036834"/>
              <a:ext cx="255588" cy="328613"/>
            </a:xfrm>
            <a:custGeom>
              <a:avLst/>
              <a:gdLst>
                <a:gd name="T0" fmla="*/ 42 w 42"/>
                <a:gd name="T1" fmla="*/ 49 h 52"/>
                <a:gd name="T2" fmla="*/ 33 w 42"/>
                <a:gd name="T3" fmla="*/ 51 h 52"/>
                <a:gd name="T4" fmla="*/ 21 w 42"/>
                <a:gd name="T5" fmla="*/ 52 h 52"/>
                <a:gd name="T6" fmla="*/ 11 w 42"/>
                <a:gd name="T7" fmla="*/ 50 h 52"/>
                <a:gd name="T8" fmla="*/ 5 w 42"/>
                <a:gd name="T9" fmla="*/ 45 h 52"/>
                <a:gd name="T10" fmla="*/ 1 w 42"/>
                <a:gd name="T11" fmla="*/ 38 h 52"/>
                <a:gd name="T12" fmla="*/ 0 w 42"/>
                <a:gd name="T13" fmla="*/ 28 h 52"/>
                <a:gd name="T14" fmla="*/ 0 w 42"/>
                <a:gd name="T15" fmla="*/ 0 h 52"/>
                <a:gd name="T16" fmla="*/ 12 w 42"/>
                <a:gd name="T17" fmla="*/ 0 h 52"/>
                <a:gd name="T18" fmla="*/ 12 w 42"/>
                <a:gd name="T19" fmla="*/ 26 h 52"/>
                <a:gd name="T20" fmla="*/ 14 w 42"/>
                <a:gd name="T21" fmla="*/ 38 h 52"/>
                <a:gd name="T22" fmla="*/ 22 w 42"/>
                <a:gd name="T23" fmla="*/ 41 h 52"/>
                <a:gd name="T24" fmla="*/ 27 w 42"/>
                <a:gd name="T25" fmla="*/ 41 h 52"/>
                <a:gd name="T26" fmla="*/ 30 w 42"/>
                <a:gd name="T27" fmla="*/ 41 h 52"/>
                <a:gd name="T28" fmla="*/ 30 w 42"/>
                <a:gd name="T29" fmla="*/ 0 h 52"/>
                <a:gd name="T30" fmla="*/ 42 w 42"/>
                <a:gd name="T31" fmla="*/ 0 h 52"/>
                <a:gd name="T32" fmla="*/ 42 w 42"/>
                <a:gd name="T33" fmla="*/ 4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52">
                  <a:moveTo>
                    <a:pt x="42" y="49"/>
                  </a:moveTo>
                  <a:cubicBezTo>
                    <a:pt x="40" y="49"/>
                    <a:pt x="37" y="50"/>
                    <a:pt x="33" y="51"/>
                  </a:cubicBezTo>
                  <a:cubicBezTo>
                    <a:pt x="30" y="51"/>
                    <a:pt x="26" y="52"/>
                    <a:pt x="21" y="52"/>
                  </a:cubicBezTo>
                  <a:cubicBezTo>
                    <a:pt x="17" y="52"/>
                    <a:pt x="14" y="51"/>
                    <a:pt x="11" y="50"/>
                  </a:cubicBezTo>
                  <a:cubicBezTo>
                    <a:pt x="9" y="49"/>
                    <a:pt x="6" y="47"/>
                    <a:pt x="5" y="45"/>
                  </a:cubicBezTo>
                  <a:cubicBezTo>
                    <a:pt x="3" y="43"/>
                    <a:pt x="2" y="40"/>
                    <a:pt x="1" y="38"/>
                  </a:cubicBezTo>
                  <a:cubicBezTo>
                    <a:pt x="1" y="35"/>
                    <a:pt x="0" y="32"/>
                    <a:pt x="0" y="28"/>
                  </a:cubicBezTo>
                  <a:cubicBezTo>
                    <a:pt x="0" y="0"/>
                    <a:pt x="0" y="0"/>
                    <a:pt x="0" y="0"/>
                  </a:cubicBezTo>
                  <a:cubicBezTo>
                    <a:pt x="12" y="0"/>
                    <a:pt x="12" y="0"/>
                    <a:pt x="12" y="0"/>
                  </a:cubicBezTo>
                  <a:cubicBezTo>
                    <a:pt x="12" y="26"/>
                    <a:pt x="12" y="26"/>
                    <a:pt x="12" y="26"/>
                  </a:cubicBezTo>
                  <a:cubicBezTo>
                    <a:pt x="12" y="32"/>
                    <a:pt x="13" y="36"/>
                    <a:pt x="14" y="38"/>
                  </a:cubicBezTo>
                  <a:cubicBezTo>
                    <a:pt x="16" y="40"/>
                    <a:pt x="18" y="41"/>
                    <a:pt x="22" y="41"/>
                  </a:cubicBezTo>
                  <a:cubicBezTo>
                    <a:pt x="24" y="41"/>
                    <a:pt x="25" y="41"/>
                    <a:pt x="27" y="41"/>
                  </a:cubicBezTo>
                  <a:cubicBezTo>
                    <a:pt x="28" y="41"/>
                    <a:pt x="30" y="41"/>
                    <a:pt x="30" y="41"/>
                  </a:cubicBezTo>
                  <a:cubicBezTo>
                    <a:pt x="30" y="0"/>
                    <a:pt x="30" y="0"/>
                    <a:pt x="30" y="0"/>
                  </a:cubicBezTo>
                  <a:cubicBezTo>
                    <a:pt x="42" y="0"/>
                    <a:pt x="42" y="0"/>
                    <a:pt x="42" y="0"/>
                  </a:cubicBezTo>
                  <a:lnTo>
                    <a:pt x="42" y="4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44" name="Freeform 22">
              <a:extLst>
                <a:ext uri="{FF2B5EF4-FFF2-40B4-BE49-F238E27FC236}">
                  <a16:creationId xmlns:a16="http://schemas.microsoft.com/office/drawing/2014/main" id="{7BACE70A-F6C3-4350-A63E-239D9587D764}"/>
                </a:ext>
              </a:extLst>
            </p:cNvPr>
            <p:cNvSpPr>
              <a:spLocks/>
            </p:cNvSpPr>
            <p:nvPr userDrawn="1"/>
          </p:nvSpPr>
          <p:spPr bwMode="auto">
            <a:xfrm>
              <a:off x="5530625" y="4886021"/>
              <a:ext cx="117475" cy="473075"/>
            </a:xfrm>
            <a:custGeom>
              <a:avLst/>
              <a:gdLst>
                <a:gd name="T0" fmla="*/ 17 w 19"/>
                <a:gd name="T1" fmla="*/ 75 h 75"/>
                <a:gd name="T2" fmla="*/ 9 w 19"/>
                <a:gd name="T3" fmla="*/ 74 h 75"/>
                <a:gd name="T4" fmla="*/ 3 w 19"/>
                <a:gd name="T5" fmla="*/ 71 h 75"/>
                <a:gd name="T6" fmla="*/ 0 w 19"/>
                <a:gd name="T7" fmla="*/ 66 h 75"/>
                <a:gd name="T8" fmla="*/ 0 w 19"/>
                <a:gd name="T9" fmla="*/ 60 h 75"/>
                <a:gd name="T10" fmla="*/ 0 w 19"/>
                <a:gd name="T11" fmla="*/ 2 h 75"/>
                <a:gd name="T12" fmla="*/ 11 w 19"/>
                <a:gd name="T13" fmla="*/ 0 h 75"/>
                <a:gd name="T14" fmla="*/ 11 w 19"/>
                <a:gd name="T15" fmla="*/ 57 h 75"/>
                <a:gd name="T16" fmla="*/ 12 w 19"/>
                <a:gd name="T17" fmla="*/ 61 h 75"/>
                <a:gd name="T18" fmla="*/ 13 w 19"/>
                <a:gd name="T19" fmla="*/ 63 h 75"/>
                <a:gd name="T20" fmla="*/ 15 w 19"/>
                <a:gd name="T21" fmla="*/ 65 h 75"/>
                <a:gd name="T22" fmla="*/ 19 w 19"/>
                <a:gd name="T23" fmla="*/ 66 h 75"/>
                <a:gd name="T24" fmla="*/ 17 w 19"/>
                <a:gd name="T25"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75">
                  <a:moveTo>
                    <a:pt x="17" y="75"/>
                  </a:moveTo>
                  <a:cubicBezTo>
                    <a:pt x="14" y="75"/>
                    <a:pt x="11" y="75"/>
                    <a:pt x="9" y="74"/>
                  </a:cubicBezTo>
                  <a:cubicBezTo>
                    <a:pt x="6" y="73"/>
                    <a:pt x="5" y="72"/>
                    <a:pt x="3" y="71"/>
                  </a:cubicBezTo>
                  <a:cubicBezTo>
                    <a:pt x="2" y="70"/>
                    <a:pt x="1" y="68"/>
                    <a:pt x="0" y="66"/>
                  </a:cubicBezTo>
                  <a:cubicBezTo>
                    <a:pt x="0" y="64"/>
                    <a:pt x="0" y="62"/>
                    <a:pt x="0" y="60"/>
                  </a:cubicBezTo>
                  <a:cubicBezTo>
                    <a:pt x="0" y="2"/>
                    <a:pt x="0" y="2"/>
                    <a:pt x="0" y="2"/>
                  </a:cubicBezTo>
                  <a:cubicBezTo>
                    <a:pt x="11" y="0"/>
                    <a:pt x="11" y="0"/>
                    <a:pt x="11" y="0"/>
                  </a:cubicBezTo>
                  <a:cubicBezTo>
                    <a:pt x="11" y="57"/>
                    <a:pt x="11" y="57"/>
                    <a:pt x="11" y="57"/>
                  </a:cubicBezTo>
                  <a:cubicBezTo>
                    <a:pt x="11" y="59"/>
                    <a:pt x="11" y="60"/>
                    <a:pt x="12" y="61"/>
                  </a:cubicBezTo>
                  <a:cubicBezTo>
                    <a:pt x="12" y="62"/>
                    <a:pt x="12" y="63"/>
                    <a:pt x="13" y="63"/>
                  </a:cubicBezTo>
                  <a:cubicBezTo>
                    <a:pt x="13" y="64"/>
                    <a:pt x="14" y="65"/>
                    <a:pt x="15" y="65"/>
                  </a:cubicBezTo>
                  <a:cubicBezTo>
                    <a:pt x="16" y="65"/>
                    <a:pt x="17" y="66"/>
                    <a:pt x="19" y="66"/>
                  </a:cubicBezTo>
                  <a:lnTo>
                    <a:pt x="17" y="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45" name="Freeform 23">
              <a:extLst>
                <a:ext uri="{FF2B5EF4-FFF2-40B4-BE49-F238E27FC236}">
                  <a16:creationId xmlns:a16="http://schemas.microsoft.com/office/drawing/2014/main" id="{BA945C11-EE8D-4A32-8347-B8FFB8F2F10E}"/>
                </a:ext>
              </a:extLst>
            </p:cNvPr>
            <p:cNvSpPr>
              <a:spLocks/>
            </p:cNvSpPr>
            <p:nvPr userDrawn="1"/>
          </p:nvSpPr>
          <p:spPr bwMode="auto">
            <a:xfrm>
              <a:off x="5690963"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5"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5" y="67"/>
                    <a:pt x="12" y="66"/>
                    <a:pt x="9"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46" name="Freeform 24">
              <a:extLst>
                <a:ext uri="{FF2B5EF4-FFF2-40B4-BE49-F238E27FC236}">
                  <a16:creationId xmlns:a16="http://schemas.microsoft.com/office/drawing/2014/main" id="{DB8701A0-F0F7-4D6B-B79A-2F60F01BEC92}"/>
                </a:ext>
              </a:extLst>
            </p:cNvPr>
            <p:cNvSpPr>
              <a:spLocks/>
            </p:cNvSpPr>
            <p:nvPr userDrawn="1"/>
          </p:nvSpPr>
          <p:spPr bwMode="auto">
            <a:xfrm>
              <a:off x="5903688" y="5030484"/>
              <a:ext cx="227013" cy="334963"/>
            </a:xfrm>
            <a:custGeom>
              <a:avLst/>
              <a:gdLst>
                <a:gd name="T0" fmla="*/ 16 w 37"/>
                <a:gd name="T1" fmla="*/ 43 h 53"/>
                <a:gd name="T2" fmla="*/ 23 w 37"/>
                <a:gd name="T3" fmla="*/ 42 h 53"/>
                <a:gd name="T4" fmla="*/ 25 w 37"/>
                <a:gd name="T5" fmla="*/ 38 h 53"/>
                <a:gd name="T6" fmla="*/ 23 w 37"/>
                <a:gd name="T7" fmla="*/ 34 h 53"/>
                <a:gd name="T8" fmla="*/ 15 w 37"/>
                <a:gd name="T9" fmla="*/ 30 h 53"/>
                <a:gd name="T10" fmla="*/ 9 w 37"/>
                <a:gd name="T11" fmla="*/ 28 h 53"/>
                <a:gd name="T12" fmla="*/ 5 w 37"/>
                <a:gd name="T13" fmla="*/ 25 h 53"/>
                <a:gd name="T14" fmla="*/ 2 w 37"/>
                <a:gd name="T15" fmla="*/ 21 h 53"/>
                <a:gd name="T16" fmla="*/ 1 w 37"/>
                <a:gd name="T17" fmla="*/ 15 h 53"/>
                <a:gd name="T18" fmla="*/ 6 w 37"/>
                <a:gd name="T19" fmla="*/ 4 h 53"/>
                <a:gd name="T20" fmla="*/ 20 w 37"/>
                <a:gd name="T21" fmla="*/ 0 h 53"/>
                <a:gd name="T22" fmla="*/ 28 w 37"/>
                <a:gd name="T23" fmla="*/ 1 h 53"/>
                <a:gd name="T24" fmla="*/ 34 w 37"/>
                <a:gd name="T25" fmla="*/ 2 h 53"/>
                <a:gd name="T26" fmla="*/ 32 w 37"/>
                <a:gd name="T27" fmla="*/ 12 h 53"/>
                <a:gd name="T28" fmla="*/ 27 w 37"/>
                <a:gd name="T29" fmla="*/ 10 h 53"/>
                <a:gd name="T30" fmla="*/ 20 w 37"/>
                <a:gd name="T31" fmla="*/ 9 h 53"/>
                <a:gd name="T32" fmla="*/ 15 w 37"/>
                <a:gd name="T33" fmla="*/ 11 h 53"/>
                <a:gd name="T34" fmla="*/ 12 w 37"/>
                <a:gd name="T35" fmla="*/ 14 h 53"/>
                <a:gd name="T36" fmla="*/ 13 w 37"/>
                <a:gd name="T37" fmla="*/ 17 h 53"/>
                <a:gd name="T38" fmla="*/ 14 w 37"/>
                <a:gd name="T39" fmla="*/ 18 h 53"/>
                <a:gd name="T40" fmla="*/ 17 w 37"/>
                <a:gd name="T41" fmla="*/ 20 h 53"/>
                <a:gd name="T42" fmla="*/ 21 w 37"/>
                <a:gd name="T43" fmla="*/ 22 h 53"/>
                <a:gd name="T44" fmla="*/ 28 w 37"/>
                <a:gd name="T45" fmla="*/ 25 h 53"/>
                <a:gd name="T46" fmla="*/ 33 w 37"/>
                <a:gd name="T47" fmla="*/ 28 h 53"/>
                <a:gd name="T48" fmla="*/ 36 w 37"/>
                <a:gd name="T49" fmla="*/ 32 h 53"/>
                <a:gd name="T50" fmla="*/ 37 w 37"/>
                <a:gd name="T51" fmla="*/ 38 h 53"/>
                <a:gd name="T52" fmla="*/ 31 w 37"/>
                <a:gd name="T53" fmla="*/ 49 h 53"/>
                <a:gd name="T54" fmla="*/ 16 w 37"/>
                <a:gd name="T55" fmla="*/ 53 h 53"/>
                <a:gd name="T56" fmla="*/ 5 w 37"/>
                <a:gd name="T57" fmla="*/ 52 h 53"/>
                <a:gd name="T58" fmla="*/ 0 w 37"/>
                <a:gd name="T59" fmla="*/ 50 h 53"/>
                <a:gd name="T60" fmla="*/ 2 w 37"/>
                <a:gd name="T61" fmla="*/ 40 h 53"/>
                <a:gd name="T62" fmla="*/ 8 w 37"/>
                <a:gd name="T63" fmla="*/ 42 h 53"/>
                <a:gd name="T64" fmla="*/ 16 w 37"/>
                <a:gd name="T65"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 h="53">
                  <a:moveTo>
                    <a:pt x="16" y="43"/>
                  </a:moveTo>
                  <a:cubicBezTo>
                    <a:pt x="19" y="43"/>
                    <a:pt x="21" y="43"/>
                    <a:pt x="23" y="42"/>
                  </a:cubicBezTo>
                  <a:cubicBezTo>
                    <a:pt x="24" y="41"/>
                    <a:pt x="25" y="40"/>
                    <a:pt x="25" y="38"/>
                  </a:cubicBezTo>
                  <a:cubicBezTo>
                    <a:pt x="25" y="36"/>
                    <a:pt x="24" y="35"/>
                    <a:pt x="23" y="34"/>
                  </a:cubicBezTo>
                  <a:cubicBezTo>
                    <a:pt x="21" y="33"/>
                    <a:pt x="19" y="32"/>
                    <a:pt x="15" y="30"/>
                  </a:cubicBezTo>
                  <a:cubicBezTo>
                    <a:pt x="13" y="30"/>
                    <a:pt x="11" y="29"/>
                    <a:pt x="9" y="28"/>
                  </a:cubicBezTo>
                  <a:cubicBezTo>
                    <a:pt x="8" y="27"/>
                    <a:pt x="6" y="26"/>
                    <a:pt x="5" y="25"/>
                  </a:cubicBezTo>
                  <a:cubicBezTo>
                    <a:pt x="4" y="24"/>
                    <a:pt x="3" y="22"/>
                    <a:pt x="2" y="21"/>
                  </a:cubicBezTo>
                  <a:cubicBezTo>
                    <a:pt x="1" y="19"/>
                    <a:pt x="1" y="17"/>
                    <a:pt x="1" y="15"/>
                  </a:cubicBezTo>
                  <a:cubicBezTo>
                    <a:pt x="1" y="10"/>
                    <a:pt x="2" y="7"/>
                    <a:pt x="6" y="4"/>
                  </a:cubicBezTo>
                  <a:cubicBezTo>
                    <a:pt x="9" y="1"/>
                    <a:pt x="14" y="0"/>
                    <a:pt x="20" y="0"/>
                  </a:cubicBezTo>
                  <a:cubicBezTo>
                    <a:pt x="23" y="0"/>
                    <a:pt x="25" y="0"/>
                    <a:pt x="28" y="1"/>
                  </a:cubicBezTo>
                  <a:cubicBezTo>
                    <a:pt x="31" y="1"/>
                    <a:pt x="33" y="2"/>
                    <a:pt x="34" y="2"/>
                  </a:cubicBezTo>
                  <a:cubicBezTo>
                    <a:pt x="32" y="12"/>
                    <a:pt x="32" y="12"/>
                    <a:pt x="32" y="12"/>
                  </a:cubicBezTo>
                  <a:cubicBezTo>
                    <a:pt x="31" y="11"/>
                    <a:pt x="29" y="11"/>
                    <a:pt x="27" y="10"/>
                  </a:cubicBezTo>
                  <a:cubicBezTo>
                    <a:pt x="25" y="10"/>
                    <a:pt x="23" y="9"/>
                    <a:pt x="20" y="9"/>
                  </a:cubicBezTo>
                  <a:cubicBezTo>
                    <a:pt x="18" y="9"/>
                    <a:pt x="16" y="10"/>
                    <a:pt x="15" y="11"/>
                  </a:cubicBezTo>
                  <a:cubicBezTo>
                    <a:pt x="13" y="11"/>
                    <a:pt x="12" y="13"/>
                    <a:pt x="12" y="14"/>
                  </a:cubicBezTo>
                  <a:cubicBezTo>
                    <a:pt x="12" y="15"/>
                    <a:pt x="12" y="16"/>
                    <a:pt x="13" y="17"/>
                  </a:cubicBezTo>
                  <a:cubicBezTo>
                    <a:pt x="13" y="17"/>
                    <a:pt x="14" y="18"/>
                    <a:pt x="14" y="18"/>
                  </a:cubicBezTo>
                  <a:cubicBezTo>
                    <a:pt x="15" y="19"/>
                    <a:pt x="16" y="19"/>
                    <a:pt x="17" y="20"/>
                  </a:cubicBezTo>
                  <a:cubicBezTo>
                    <a:pt x="18" y="20"/>
                    <a:pt x="20" y="21"/>
                    <a:pt x="21" y="22"/>
                  </a:cubicBezTo>
                  <a:cubicBezTo>
                    <a:pt x="24" y="23"/>
                    <a:pt x="26" y="24"/>
                    <a:pt x="28" y="25"/>
                  </a:cubicBezTo>
                  <a:cubicBezTo>
                    <a:pt x="30" y="26"/>
                    <a:pt x="32" y="27"/>
                    <a:pt x="33" y="28"/>
                  </a:cubicBezTo>
                  <a:cubicBezTo>
                    <a:pt x="34" y="29"/>
                    <a:pt x="35" y="31"/>
                    <a:pt x="36" y="32"/>
                  </a:cubicBezTo>
                  <a:cubicBezTo>
                    <a:pt x="36" y="34"/>
                    <a:pt x="37" y="36"/>
                    <a:pt x="37" y="38"/>
                  </a:cubicBezTo>
                  <a:cubicBezTo>
                    <a:pt x="37" y="43"/>
                    <a:pt x="35" y="46"/>
                    <a:pt x="31" y="49"/>
                  </a:cubicBezTo>
                  <a:cubicBezTo>
                    <a:pt x="28" y="51"/>
                    <a:pt x="23" y="53"/>
                    <a:pt x="16" y="53"/>
                  </a:cubicBezTo>
                  <a:cubicBezTo>
                    <a:pt x="12" y="53"/>
                    <a:pt x="8" y="52"/>
                    <a:pt x="5" y="52"/>
                  </a:cubicBezTo>
                  <a:cubicBezTo>
                    <a:pt x="3" y="51"/>
                    <a:pt x="1" y="50"/>
                    <a:pt x="0" y="50"/>
                  </a:cubicBezTo>
                  <a:cubicBezTo>
                    <a:pt x="2" y="40"/>
                    <a:pt x="2" y="40"/>
                    <a:pt x="2" y="40"/>
                  </a:cubicBezTo>
                  <a:cubicBezTo>
                    <a:pt x="3" y="41"/>
                    <a:pt x="6" y="41"/>
                    <a:pt x="8" y="42"/>
                  </a:cubicBezTo>
                  <a:cubicBezTo>
                    <a:pt x="10" y="43"/>
                    <a:pt x="13" y="43"/>
                    <a:pt x="16" y="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47" name="Freeform 25">
              <a:extLst>
                <a:ext uri="{FF2B5EF4-FFF2-40B4-BE49-F238E27FC236}">
                  <a16:creationId xmlns:a16="http://schemas.microsoft.com/office/drawing/2014/main" id="{6A5E9F5E-8D3C-4355-B793-3B4BF49E24CC}"/>
                </a:ext>
              </a:extLst>
            </p:cNvPr>
            <p:cNvSpPr>
              <a:spLocks/>
            </p:cNvSpPr>
            <p:nvPr userDrawn="1"/>
          </p:nvSpPr>
          <p:spPr bwMode="auto">
            <a:xfrm>
              <a:off x="6289450" y="5030484"/>
              <a:ext cx="238125" cy="334963"/>
            </a:xfrm>
            <a:custGeom>
              <a:avLst/>
              <a:gdLst>
                <a:gd name="T0" fmla="*/ 0 w 39"/>
                <a:gd name="T1" fmla="*/ 26 h 53"/>
                <a:gd name="T2" fmla="*/ 2 w 39"/>
                <a:gd name="T3" fmla="*/ 16 h 53"/>
                <a:gd name="T4" fmla="*/ 7 w 39"/>
                <a:gd name="T5" fmla="*/ 7 h 53"/>
                <a:gd name="T6" fmla="*/ 15 w 39"/>
                <a:gd name="T7" fmla="*/ 2 h 53"/>
                <a:gd name="T8" fmla="*/ 25 w 39"/>
                <a:gd name="T9" fmla="*/ 0 h 53"/>
                <a:gd name="T10" fmla="*/ 39 w 39"/>
                <a:gd name="T11" fmla="*/ 3 h 53"/>
                <a:gd name="T12" fmla="*/ 36 w 39"/>
                <a:gd name="T13" fmla="*/ 12 h 53"/>
                <a:gd name="T14" fmla="*/ 31 w 39"/>
                <a:gd name="T15" fmla="*/ 11 h 53"/>
                <a:gd name="T16" fmla="*/ 26 w 39"/>
                <a:gd name="T17" fmla="*/ 10 h 53"/>
                <a:gd name="T18" fmla="*/ 16 w 39"/>
                <a:gd name="T19" fmla="*/ 14 h 53"/>
                <a:gd name="T20" fmla="*/ 12 w 39"/>
                <a:gd name="T21" fmla="*/ 26 h 53"/>
                <a:gd name="T22" fmla="*/ 15 w 39"/>
                <a:gd name="T23" fmla="*/ 38 h 53"/>
                <a:gd name="T24" fmla="*/ 27 w 39"/>
                <a:gd name="T25" fmla="*/ 43 h 53"/>
                <a:gd name="T26" fmla="*/ 33 w 39"/>
                <a:gd name="T27" fmla="*/ 42 h 53"/>
                <a:gd name="T28" fmla="*/ 38 w 39"/>
                <a:gd name="T29" fmla="*/ 41 h 53"/>
                <a:gd name="T30" fmla="*/ 39 w 39"/>
                <a:gd name="T31" fmla="*/ 50 h 53"/>
                <a:gd name="T32" fmla="*/ 33 w 39"/>
                <a:gd name="T33" fmla="*/ 52 h 53"/>
                <a:gd name="T34" fmla="*/ 25 w 39"/>
                <a:gd name="T35" fmla="*/ 53 h 53"/>
                <a:gd name="T36" fmla="*/ 14 w 39"/>
                <a:gd name="T37" fmla="*/ 51 h 53"/>
                <a:gd name="T38" fmla="*/ 6 w 39"/>
                <a:gd name="T39" fmla="*/ 45 h 53"/>
                <a:gd name="T40" fmla="*/ 2 w 39"/>
                <a:gd name="T41" fmla="*/ 37 h 53"/>
                <a:gd name="T42" fmla="*/ 0 w 39"/>
                <a:gd name="T43"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9" h="53">
                  <a:moveTo>
                    <a:pt x="0" y="26"/>
                  </a:moveTo>
                  <a:cubicBezTo>
                    <a:pt x="0" y="23"/>
                    <a:pt x="1" y="19"/>
                    <a:pt x="2" y="16"/>
                  </a:cubicBezTo>
                  <a:cubicBezTo>
                    <a:pt x="3" y="13"/>
                    <a:pt x="5" y="10"/>
                    <a:pt x="7" y="7"/>
                  </a:cubicBezTo>
                  <a:cubicBezTo>
                    <a:pt x="9" y="5"/>
                    <a:pt x="12" y="3"/>
                    <a:pt x="15" y="2"/>
                  </a:cubicBezTo>
                  <a:cubicBezTo>
                    <a:pt x="18" y="1"/>
                    <a:pt x="21" y="0"/>
                    <a:pt x="25" y="0"/>
                  </a:cubicBezTo>
                  <a:cubicBezTo>
                    <a:pt x="30" y="0"/>
                    <a:pt x="34" y="1"/>
                    <a:pt x="39" y="3"/>
                  </a:cubicBezTo>
                  <a:cubicBezTo>
                    <a:pt x="36" y="12"/>
                    <a:pt x="36" y="12"/>
                    <a:pt x="36" y="12"/>
                  </a:cubicBezTo>
                  <a:cubicBezTo>
                    <a:pt x="35" y="11"/>
                    <a:pt x="33" y="11"/>
                    <a:pt x="31" y="11"/>
                  </a:cubicBezTo>
                  <a:cubicBezTo>
                    <a:pt x="30" y="10"/>
                    <a:pt x="28" y="10"/>
                    <a:pt x="26" y="10"/>
                  </a:cubicBezTo>
                  <a:cubicBezTo>
                    <a:pt x="21" y="10"/>
                    <a:pt x="18" y="11"/>
                    <a:pt x="16" y="14"/>
                  </a:cubicBezTo>
                  <a:cubicBezTo>
                    <a:pt x="13" y="17"/>
                    <a:pt x="12" y="21"/>
                    <a:pt x="12" y="26"/>
                  </a:cubicBezTo>
                  <a:cubicBezTo>
                    <a:pt x="12" y="31"/>
                    <a:pt x="13" y="35"/>
                    <a:pt x="15" y="38"/>
                  </a:cubicBezTo>
                  <a:cubicBezTo>
                    <a:pt x="18" y="41"/>
                    <a:pt x="21" y="43"/>
                    <a:pt x="27" y="43"/>
                  </a:cubicBezTo>
                  <a:cubicBezTo>
                    <a:pt x="29" y="43"/>
                    <a:pt x="31" y="42"/>
                    <a:pt x="33" y="42"/>
                  </a:cubicBezTo>
                  <a:cubicBezTo>
                    <a:pt x="35" y="42"/>
                    <a:pt x="36" y="41"/>
                    <a:pt x="38" y="41"/>
                  </a:cubicBezTo>
                  <a:cubicBezTo>
                    <a:pt x="39" y="50"/>
                    <a:pt x="39" y="50"/>
                    <a:pt x="39" y="50"/>
                  </a:cubicBezTo>
                  <a:cubicBezTo>
                    <a:pt x="38" y="51"/>
                    <a:pt x="36" y="51"/>
                    <a:pt x="33" y="52"/>
                  </a:cubicBezTo>
                  <a:cubicBezTo>
                    <a:pt x="31" y="52"/>
                    <a:pt x="28" y="53"/>
                    <a:pt x="25" y="53"/>
                  </a:cubicBezTo>
                  <a:cubicBezTo>
                    <a:pt x="21" y="53"/>
                    <a:pt x="17" y="52"/>
                    <a:pt x="14" y="51"/>
                  </a:cubicBezTo>
                  <a:cubicBezTo>
                    <a:pt x="11" y="49"/>
                    <a:pt x="8" y="48"/>
                    <a:pt x="6" y="45"/>
                  </a:cubicBezTo>
                  <a:cubicBezTo>
                    <a:pt x="4" y="43"/>
                    <a:pt x="3" y="40"/>
                    <a:pt x="2" y="37"/>
                  </a:cubicBezTo>
                  <a:cubicBezTo>
                    <a:pt x="1" y="34"/>
                    <a:pt x="0" y="30"/>
                    <a:pt x="0" y="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48" name="Freeform 26">
              <a:extLst>
                <a:ext uri="{FF2B5EF4-FFF2-40B4-BE49-F238E27FC236}">
                  <a16:creationId xmlns:a16="http://schemas.microsoft.com/office/drawing/2014/main" id="{34B851D5-2E68-4505-9B8C-3D6521CB7186}"/>
                </a:ext>
              </a:extLst>
            </p:cNvPr>
            <p:cNvSpPr>
              <a:spLocks noEditPoints="1"/>
            </p:cNvSpPr>
            <p:nvPr userDrawn="1"/>
          </p:nvSpPr>
          <p:spPr bwMode="auto">
            <a:xfrm>
              <a:off x="6552975" y="5030484"/>
              <a:ext cx="292100" cy="334963"/>
            </a:xfrm>
            <a:custGeom>
              <a:avLst/>
              <a:gdLst>
                <a:gd name="T0" fmla="*/ 48 w 48"/>
                <a:gd name="T1" fmla="*/ 26 h 53"/>
                <a:gd name="T2" fmla="*/ 46 w 48"/>
                <a:gd name="T3" fmla="*/ 37 h 53"/>
                <a:gd name="T4" fmla="*/ 41 w 48"/>
                <a:gd name="T5" fmla="*/ 45 h 53"/>
                <a:gd name="T6" fmla="*/ 33 w 48"/>
                <a:gd name="T7" fmla="*/ 51 h 53"/>
                <a:gd name="T8" fmla="*/ 24 w 48"/>
                <a:gd name="T9" fmla="*/ 53 h 53"/>
                <a:gd name="T10" fmla="*/ 14 w 48"/>
                <a:gd name="T11" fmla="*/ 51 h 53"/>
                <a:gd name="T12" fmla="*/ 6 w 48"/>
                <a:gd name="T13" fmla="*/ 45 h 53"/>
                <a:gd name="T14" fmla="*/ 1 w 48"/>
                <a:gd name="T15" fmla="*/ 37 h 53"/>
                <a:gd name="T16" fmla="*/ 0 w 48"/>
                <a:gd name="T17" fmla="*/ 26 h 53"/>
                <a:gd name="T18" fmla="*/ 1 w 48"/>
                <a:gd name="T19" fmla="*/ 15 h 53"/>
                <a:gd name="T20" fmla="*/ 6 w 48"/>
                <a:gd name="T21" fmla="*/ 7 h 53"/>
                <a:gd name="T22" fmla="*/ 14 w 48"/>
                <a:gd name="T23" fmla="*/ 2 h 53"/>
                <a:gd name="T24" fmla="*/ 24 w 48"/>
                <a:gd name="T25" fmla="*/ 0 h 53"/>
                <a:gd name="T26" fmla="*/ 33 w 48"/>
                <a:gd name="T27" fmla="*/ 2 h 53"/>
                <a:gd name="T28" fmla="*/ 41 w 48"/>
                <a:gd name="T29" fmla="*/ 7 h 53"/>
                <a:gd name="T30" fmla="*/ 46 w 48"/>
                <a:gd name="T31" fmla="*/ 15 h 53"/>
                <a:gd name="T32" fmla="*/ 48 w 48"/>
                <a:gd name="T33" fmla="*/ 26 h 53"/>
                <a:gd name="T34" fmla="*/ 36 w 48"/>
                <a:gd name="T35" fmla="*/ 26 h 53"/>
                <a:gd name="T36" fmla="*/ 33 w 48"/>
                <a:gd name="T37" fmla="*/ 14 h 53"/>
                <a:gd name="T38" fmla="*/ 24 w 48"/>
                <a:gd name="T39" fmla="*/ 10 h 53"/>
                <a:gd name="T40" fmla="*/ 15 w 48"/>
                <a:gd name="T41" fmla="*/ 14 h 53"/>
                <a:gd name="T42" fmla="*/ 11 w 48"/>
                <a:gd name="T43" fmla="*/ 26 h 53"/>
                <a:gd name="T44" fmla="*/ 15 w 48"/>
                <a:gd name="T45" fmla="*/ 38 h 53"/>
                <a:gd name="T46" fmla="*/ 24 w 48"/>
                <a:gd name="T47" fmla="*/ 43 h 53"/>
                <a:gd name="T48" fmla="*/ 33 w 48"/>
                <a:gd name="T49" fmla="*/ 38 h 53"/>
                <a:gd name="T50" fmla="*/ 36 w 48"/>
                <a:gd name="T5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8" h="53">
                  <a:moveTo>
                    <a:pt x="48" y="26"/>
                  </a:moveTo>
                  <a:cubicBezTo>
                    <a:pt x="48" y="30"/>
                    <a:pt x="47" y="34"/>
                    <a:pt x="46" y="37"/>
                  </a:cubicBezTo>
                  <a:cubicBezTo>
                    <a:pt x="45" y="40"/>
                    <a:pt x="43" y="43"/>
                    <a:pt x="41" y="45"/>
                  </a:cubicBezTo>
                  <a:cubicBezTo>
                    <a:pt x="39" y="48"/>
                    <a:pt x="36" y="50"/>
                    <a:pt x="33" y="51"/>
                  </a:cubicBezTo>
                  <a:cubicBezTo>
                    <a:pt x="30" y="52"/>
                    <a:pt x="27" y="53"/>
                    <a:pt x="24" y="53"/>
                  </a:cubicBezTo>
                  <a:cubicBezTo>
                    <a:pt x="20" y="53"/>
                    <a:pt x="17" y="52"/>
                    <a:pt x="14" y="51"/>
                  </a:cubicBezTo>
                  <a:cubicBezTo>
                    <a:pt x="11" y="50"/>
                    <a:pt x="8" y="48"/>
                    <a:pt x="6" y="45"/>
                  </a:cubicBezTo>
                  <a:cubicBezTo>
                    <a:pt x="4" y="43"/>
                    <a:pt x="2" y="40"/>
                    <a:pt x="1" y="37"/>
                  </a:cubicBezTo>
                  <a:cubicBezTo>
                    <a:pt x="0" y="34"/>
                    <a:pt x="0" y="30"/>
                    <a:pt x="0" y="26"/>
                  </a:cubicBezTo>
                  <a:cubicBezTo>
                    <a:pt x="0" y="22"/>
                    <a:pt x="0" y="19"/>
                    <a:pt x="1" y="15"/>
                  </a:cubicBezTo>
                  <a:cubicBezTo>
                    <a:pt x="2" y="12"/>
                    <a:pt x="4" y="9"/>
                    <a:pt x="6" y="7"/>
                  </a:cubicBezTo>
                  <a:cubicBezTo>
                    <a:pt x="8" y="5"/>
                    <a:pt x="11" y="3"/>
                    <a:pt x="14" y="2"/>
                  </a:cubicBezTo>
                  <a:cubicBezTo>
                    <a:pt x="17" y="1"/>
                    <a:pt x="20" y="0"/>
                    <a:pt x="24" y="0"/>
                  </a:cubicBezTo>
                  <a:cubicBezTo>
                    <a:pt x="27" y="0"/>
                    <a:pt x="30" y="1"/>
                    <a:pt x="33" y="2"/>
                  </a:cubicBezTo>
                  <a:cubicBezTo>
                    <a:pt x="36" y="3"/>
                    <a:pt x="39" y="5"/>
                    <a:pt x="41" y="7"/>
                  </a:cubicBezTo>
                  <a:cubicBezTo>
                    <a:pt x="43" y="9"/>
                    <a:pt x="45" y="12"/>
                    <a:pt x="46" y="15"/>
                  </a:cubicBezTo>
                  <a:cubicBezTo>
                    <a:pt x="47" y="19"/>
                    <a:pt x="48" y="22"/>
                    <a:pt x="48" y="26"/>
                  </a:cubicBezTo>
                  <a:close/>
                  <a:moveTo>
                    <a:pt x="36" y="26"/>
                  </a:moveTo>
                  <a:cubicBezTo>
                    <a:pt x="36" y="21"/>
                    <a:pt x="35" y="17"/>
                    <a:pt x="33" y="14"/>
                  </a:cubicBezTo>
                  <a:cubicBezTo>
                    <a:pt x="30" y="11"/>
                    <a:pt x="27" y="10"/>
                    <a:pt x="24" y="10"/>
                  </a:cubicBezTo>
                  <a:cubicBezTo>
                    <a:pt x="20" y="10"/>
                    <a:pt x="17" y="11"/>
                    <a:pt x="15" y="14"/>
                  </a:cubicBezTo>
                  <a:cubicBezTo>
                    <a:pt x="13" y="17"/>
                    <a:pt x="11" y="21"/>
                    <a:pt x="11" y="26"/>
                  </a:cubicBezTo>
                  <a:cubicBezTo>
                    <a:pt x="11" y="31"/>
                    <a:pt x="13" y="35"/>
                    <a:pt x="15" y="38"/>
                  </a:cubicBezTo>
                  <a:cubicBezTo>
                    <a:pt x="17" y="41"/>
                    <a:pt x="20" y="43"/>
                    <a:pt x="24" y="43"/>
                  </a:cubicBezTo>
                  <a:cubicBezTo>
                    <a:pt x="27" y="43"/>
                    <a:pt x="30" y="41"/>
                    <a:pt x="33" y="38"/>
                  </a:cubicBezTo>
                  <a:cubicBezTo>
                    <a:pt x="35" y="35"/>
                    <a:pt x="36" y="31"/>
                    <a:pt x="36" y="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49" name="Freeform 27">
              <a:extLst>
                <a:ext uri="{FF2B5EF4-FFF2-40B4-BE49-F238E27FC236}">
                  <a16:creationId xmlns:a16="http://schemas.microsoft.com/office/drawing/2014/main" id="{A5043529-B5D2-4082-80C6-2BBCBF3B2172}"/>
                </a:ext>
              </a:extLst>
            </p:cNvPr>
            <p:cNvSpPr>
              <a:spLocks/>
            </p:cNvSpPr>
            <p:nvPr userDrawn="1"/>
          </p:nvSpPr>
          <p:spPr bwMode="auto">
            <a:xfrm>
              <a:off x="6900638" y="5036834"/>
              <a:ext cx="257175" cy="328613"/>
            </a:xfrm>
            <a:custGeom>
              <a:avLst/>
              <a:gdLst>
                <a:gd name="T0" fmla="*/ 42 w 42"/>
                <a:gd name="T1" fmla="*/ 49 h 52"/>
                <a:gd name="T2" fmla="*/ 33 w 42"/>
                <a:gd name="T3" fmla="*/ 51 h 52"/>
                <a:gd name="T4" fmla="*/ 21 w 42"/>
                <a:gd name="T5" fmla="*/ 52 h 52"/>
                <a:gd name="T6" fmla="*/ 11 w 42"/>
                <a:gd name="T7" fmla="*/ 50 h 52"/>
                <a:gd name="T8" fmla="*/ 5 w 42"/>
                <a:gd name="T9" fmla="*/ 45 h 52"/>
                <a:gd name="T10" fmla="*/ 1 w 42"/>
                <a:gd name="T11" fmla="*/ 38 h 52"/>
                <a:gd name="T12" fmla="*/ 0 w 42"/>
                <a:gd name="T13" fmla="*/ 28 h 52"/>
                <a:gd name="T14" fmla="*/ 0 w 42"/>
                <a:gd name="T15" fmla="*/ 0 h 52"/>
                <a:gd name="T16" fmla="*/ 12 w 42"/>
                <a:gd name="T17" fmla="*/ 0 h 52"/>
                <a:gd name="T18" fmla="*/ 12 w 42"/>
                <a:gd name="T19" fmla="*/ 26 h 52"/>
                <a:gd name="T20" fmla="*/ 14 w 42"/>
                <a:gd name="T21" fmla="*/ 38 h 52"/>
                <a:gd name="T22" fmla="*/ 22 w 42"/>
                <a:gd name="T23" fmla="*/ 41 h 52"/>
                <a:gd name="T24" fmla="*/ 27 w 42"/>
                <a:gd name="T25" fmla="*/ 41 h 52"/>
                <a:gd name="T26" fmla="*/ 30 w 42"/>
                <a:gd name="T27" fmla="*/ 41 h 52"/>
                <a:gd name="T28" fmla="*/ 30 w 42"/>
                <a:gd name="T29" fmla="*/ 0 h 52"/>
                <a:gd name="T30" fmla="*/ 42 w 42"/>
                <a:gd name="T31" fmla="*/ 0 h 52"/>
                <a:gd name="T32" fmla="*/ 42 w 42"/>
                <a:gd name="T33" fmla="*/ 4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52">
                  <a:moveTo>
                    <a:pt x="42" y="49"/>
                  </a:moveTo>
                  <a:cubicBezTo>
                    <a:pt x="40" y="49"/>
                    <a:pt x="37" y="50"/>
                    <a:pt x="33" y="51"/>
                  </a:cubicBezTo>
                  <a:cubicBezTo>
                    <a:pt x="30" y="51"/>
                    <a:pt x="26" y="52"/>
                    <a:pt x="21" y="52"/>
                  </a:cubicBezTo>
                  <a:cubicBezTo>
                    <a:pt x="17" y="52"/>
                    <a:pt x="14" y="51"/>
                    <a:pt x="11" y="50"/>
                  </a:cubicBezTo>
                  <a:cubicBezTo>
                    <a:pt x="9" y="49"/>
                    <a:pt x="6" y="47"/>
                    <a:pt x="5" y="45"/>
                  </a:cubicBezTo>
                  <a:cubicBezTo>
                    <a:pt x="3" y="43"/>
                    <a:pt x="2" y="40"/>
                    <a:pt x="1" y="38"/>
                  </a:cubicBezTo>
                  <a:cubicBezTo>
                    <a:pt x="1" y="35"/>
                    <a:pt x="0" y="32"/>
                    <a:pt x="0" y="28"/>
                  </a:cubicBezTo>
                  <a:cubicBezTo>
                    <a:pt x="0" y="0"/>
                    <a:pt x="0" y="0"/>
                    <a:pt x="0" y="0"/>
                  </a:cubicBezTo>
                  <a:cubicBezTo>
                    <a:pt x="12" y="0"/>
                    <a:pt x="12" y="0"/>
                    <a:pt x="12" y="0"/>
                  </a:cubicBezTo>
                  <a:cubicBezTo>
                    <a:pt x="12" y="26"/>
                    <a:pt x="12" y="26"/>
                    <a:pt x="12" y="26"/>
                  </a:cubicBezTo>
                  <a:cubicBezTo>
                    <a:pt x="12" y="32"/>
                    <a:pt x="13" y="36"/>
                    <a:pt x="14" y="38"/>
                  </a:cubicBezTo>
                  <a:cubicBezTo>
                    <a:pt x="16" y="40"/>
                    <a:pt x="19" y="41"/>
                    <a:pt x="22" y="41"/>
                  </a:cubicBezTo>
                  <a:cubicBezTo>
                    <a:pt x="24" y="41"/>
                    <a:pt x="25" y="41"/>
                    <a:pt x="27" y="41"/>
                  </a:cubicBezTo>
                  <a:cubicBezTo>
                    <a:pt x="28" y="41"/>
                    <a:pt x="30" y="41"/>
                    <a:pt x="30" y="41"/>
                  </a:cubicBezTo>
                  <a:cubicBezTo>
                    <a:pt x="30" y="0"/>
                    <a:pt x="30" y="0"/>
                    <a:pt x="30" y="0"/>
                  </a:cubicBezTo>
                  <a:cubicBezTo>
                    <a:pt x="42" y="0"/>
                    <a:pt x="42" y="0"/>
                    <a:pt x="42" y="0"/>
                  </a:cubicBezTo>
                  <a:lnTo>
                    <a:pt x="42" y="4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50" name="Freeform 28">
              <a:extLst>
                <a:ext uri="{FF2B5EF4-FFF2-40B4-BE49-F238E27FC236}">
                  <a16:creationId xmlns:a16="http://schemas.microsoft.com/office/drawing/2014/main" id="{5EE8F553-B800-40BB-AAD8-6B44CEB10929}"/>
                </a:ext>
              </a:extLst>
            </p:cNvPr>
            <p:cNvSpPr>
              <a:spLocks/>
            </p:cNvSpPr>
            <p:nvPr userDrawn="1"/>
          </p:nvSpPr>
          <p:spPr bwMode="auto">
            <a:xfrm>
              <a:off x="7237188" y="5030484"/>
              <a:ext cx="257175" cy="322263"/>
            </a:xfrm>
            <a:custGeom>
              <a:avLst/>
              <a:gdLst>
                <a:gd name="T0" fmla="*/ 0 w 42"/>
                <a:gd name="T1" fmla="*/ 3 h 51"/>
                <a:gd name="T2" fmla="*/ 9 w 42"/>
                <a:gd name="T3" fmla="*/ 1 h 51"/>
                <a:gd name="T4" fmla="*/ 20 w 42"/>
                <a:gd name="T5" fmla="*/ 0 h 51"/>
                <a:gd name="T6" fmla="*/ 31 w 42"/>
                <a:gd name="T7" fmla="*/ 2 h 51"/>
                <a:gd name="T8" fmla="*/ 37 w 42"/>
                <a:gd name="T9" fmla="*/ 6 h 51"/>
                <a:gd name="T10" fmla="*/ 41 w 42"/>
                <a:gd name="T11" fmla="*/ 14 h 51"/>
                <a:gd name="T12" fmla="*/ 42 w 42"/>
                <a:gd name="T13" fmla="*/ 23 h 51"/>
                <a:gd name="T14" fmla="*/ 42 w 42"/>
                <a:gd name="T15" fmla="*/ 51 h 51"/>
                <a:gd name="T16" fmla="*/ 30 w 42"/>
                <a:gd name="T17" fmla="*/ 51 h 51"/>
                <a:gd name="T18" fmla="*/ 30 w 42"/>
                <a:gd name="T19" fmla="*/ 25 h 51"/>
                <a:gd name="T20" fmla="*/ 30 w 42"/>
                <a:gd name="T21" fmla="*/ 18 h 51"/>
                <a:gd name="T22" fmla="*/ 28 w 42"/>
                <a:gd name="T23" fmla="*/ 13 h 51"/>
                <a:gd name="T24" fmla="*/ 25 w 42"/>
                <a:gd name="T25" fmla="*/ 11 h 51"/>
                <a:gd name="T26" fmla="*/ 20 w 42"/>
                <a:gd name="T27" fmla="*/ 10 h 51"/>
                <a:gd name="T28" fmla="*/ 15 w 42"/>
                <a:gd name="T29" fmla="*/ 10 h 51"/>
                <a:gd name="T30" fmla="*/ 11 w 42"/>
                <a:gd name="T31" fmla="*/ 11 h 51"/>
                <a:gd name="T32" fmla="*/ 11 w 42"/>
                <a:gd name="T33" fmla="*/ 51 h 51"/>
                <a:gd name="T34" fmla="*/ 0 w 42"/>
                <a:gd name="T35" fmla="*/ 51 h 51"/>
                <a:gd name="T36" fmla="*/ 0 w 42"/>
                <a:gd name="T37"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51">
                  <a:moveTo>
                    <a:pt x="0" y="3"/>
                  </a:moveTo>
                  <a:cubicBezTo>
                    <a:pt x="2" y="2"/>
                    <a:pt x="5" y="2"/>
                    <a:pt x="9" y="1"/>
                  </a:cubicBezTo>
                  <a:cubicBezTo>
                    <a:pt x="12" y="0"/>
                    <a:pt x="16" y="0"/>
                    <a:pt x="20" y="0"/>
                  </a:cubicBezTo>
                  <a:cubicBezTo>
                    <a:pt x="25" y="0"/>
                    <a:pt x="28" y="1"/>
                    <a:pt x="31" y="2"/>
                  </a:cubicBezTo>
                  <a:cubicBezTo>
                    <a:pt x="34" y="3"/>
                    <a:pt x="36" y="4"/>
                    <a:pt x="37" y="6"/>
                  </a:cubicBezTo>
                  <a:cubicBezTo>
                    <a:pt x="39" y="9"/>
                    <a:pt x="40" y="11"/>
                    <a:pt x="41" y="14"/>
                  </a:cubicBezTo>
                  <a:cubicBezTo>
                    <a:pt x="41" y="17"/>
                    <a:pt x="42" y="20"/>
                    <a:pt x="42" y="23"/>
                  </a:cubicBezTo>
                  <a:cubicBezTo>
                    <a:pt x="42" y="51"/>
                    <a:pt x="42" y="51"/>
                    <a:pt x="42" y="51"/>
                  </a:cubicBezTo>
                  <a:cubicBezTo>
                    <a:pt x="30" y="51"/>
                    <a:pt x="30" y="51"/>
                    <a:pt x="30" y="51"/>
                  </a:cubicBezTo>
                  <a:cubicBezTo>
                    <a:pt x="30" y="25"/>
                    <a:pt x="30" y="25"/>
                    <a:pt x="30" y="25"/>
                  </a:cubicBezTo>
                  <a:cubicBezTo>
                    <a:pt x="30" y="22"/>
                    <a:pt x="30" y="20"/>
                    <a:pt x="30" y="18"/>
                  </a:cubicBezTo>
                  <a:cubicBezTo>
                    <a:pt x="29" y="16"/>
                    <a:pt x="29" y="15"/>
                    <a:pt x="28" y="13"/>
                  </a:cubicBezTo>
                  <a:cubicBezTo>
                    <a:pt x="27" y="12"/>
                    <a:pt x="26" y="11"/>
                    <a:pt x="25" y="11"/>
                  </a:cubicBezTo>
                  <a:cubicBezTo>
                    <a:pt x="23" y="10"/>
                    <a:pt x="22" y="10"/>
                    <a:pt x="20" y="10"/>
                  </a:cubicBezTo>
                  <a:cubicBezTo>
                    <a:pt x="18" y="10"/>
                    <a:pt x="17" y="10"/>
                    <a:pt x="15" y="10"/>
                  </a:cubicBezTo>
                  <a:cubicBezTo>
                    <a:pt x="13" y="11"/>
                    <a:pt x="12" y="11"/>
                    <a:pt x="11" y="11"/>
                  </a:cubicBezTo>
                  <a:cubicBezTo>
                    <a:pt x="11" y="51"/>
                    <a:pt x="11" y="51"/>
                    <a:pt x="11" y="51"/>
                  </a:cubicBezTo>
                  <a:cubicBezTo>
                    <a:pt x="0" y="51"/>
                    <a:pt x="0" y="51"/>
                    <a:pt x="0" y="51"/>
                  </a:cubicBezTo>
                  <a:lnTo>
                    <a:pt x="0" y="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51" name="Freeform 29">
              <a:extLst>
                <a:ext uri="{FF2B5EF4-FFF2-40B4-BE49-F238E27FC236}">
                  <a16:creationId xmlns:a16="http://schemas.microsoft.com/office/drawing/2014/main" id="{A504CBB8-2109-4DD4-BA71-EF173341A56A}"/>
                </a:ext>
              </a:extLst>
            </p:cNvPr>
            <p:cNvSpPr>
              <a:spLocks/>
            </p:cNvSpPr>
            <p:nvPr userDrawn="1"/>
          </p:nvSpPr>
          <p:spPr bwMode="auto">
            <a:xfrm>
              <a:off x="7567388"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3 w 31"/>
                <a:gd name="T31" fmla="*/ 61 h 67"/>
                <a:gd name="T32" fmla="*/ 0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4"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4" y="67"/>
                    <a:pt x="11" y="66"/>
                    <a:pt x="9" y="65"/>
                  </a:cubicBezTo>
                  <a:cubicBezTo>
                    <a:pt x="7" y="64"/>
                    <a:pt x="5" y="63"/>
                    <a:pt x="3" y="61"/>
                  </a:cubicBezTo>
                  <a:cubicBezTo>
                    <a:pt x="2" y="59"/>
                    <a:pt x="1" y="57"/>
                    <a:pt x="0"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52" name="Freeform 30">
              <a:extLst>
                <a:ext uri="{FF2B5EF4-FFF2-40B4-BE49-F238E27FC236}">
                  <a16:creationId xmlns:a16="http://schemas.microsoft.com/office/drawing/2014/main" id="{8D20F235-BF4A-4E34-986F-0A130CB48908}"/>
                </a:ext>
              </a:extLst>
            </p:cNvPr>
            <p:cNvSpPr>
              <a:spLocks/>
            </p:cNvSpPr>
            <p:nvPr userDrawn="1"/>
          </p:nvSpPr>
          <p:spPr bwMode="auto">
            <a:xfrm>
              <a:off x="7792813" y="5263846"/>
              <a:ext cx="92075" cy="101600"/>
            </a:xfrm>
            <a:custGeom>
              <a:avLst/>
              <a:gdLst>
                <a:gd name="T0" fmla="*/ 15 w 15"/>
                <a:gd name="T1" fmla="*/ 8 h 16"/>
                <a:gd name="T2" fmla="*/ 13 w 15"/>
                <a:gd name="T3" fmla="*/ 14 h 16"/>
                <a:gd name="T4" fmla="*/ 8 w 15"/>
                <a:gd name="T5" fmla="*/ 16 h 16"/>
                <a:gd name="T6" fmla="*/ 2 w 15"/>
                <a:gd name="T7" fmla="*/ 14 h 16"/>
                <a:gd name="T8" fmla="*/ 0 w 15"/>
                <a:gd name="T9" fmla="*/ 8 h 16"/>
                <a:gd name="T10" fmla="*/ 2 w 15"/>
                <a:gd name="T11" fmla="*/ 3 h 16"/>
                <a:gd name="T12" fmla="*/ 8 w 15"/>
                <a:gd name="T13" fmla="*/ 0 h 16"/>
                <a:gd name="T14" fmla="*/ 13 w 15"/>
                <a:gd name="T15" fmla="*/ 3 h 16"/>
                <a:gd name="T16" fmla="*/ 15 w 15"/>
                <a:gd name="T17"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6">
                  <a:moveTo>
                    <a:pt x="15" y="8"/>
                  </a:moveTo>
                  <a:cubicBezTo>
                    <a:pt x="15" y="10"/>
                    <a:pt x="14" y="12"/>
                    <a:pt x="13" y="14"/>
                  </a:cubicBezTo>
                  <a:cubicBezTo>
                    <a:pt x="11" y="15"/>
                    <a:pt x="10" y="16"/>
                    <a:pt x="8" y="16"/>
                  </a:cubicBezTo>
                  <a:cubicBezTo>
                    <a:pt x="5" y="16"/>
                    <a:pt x="4" y="15"/>
                    <a:pt x="2" y="14"/>
                  </a:cubicBezTo>
                  <a:cubicBezTo>
                    <a:pt x="1" y="12"/>
                    <a:pt x="0" y="10"/>
                    <a:pt x="0" y="8"/>
                  </a:cubicBezTo>
                  <a:cubicBezTo>
                    <a:pt x="0" y="6"/>
                    <a:pt x="1" y="4"/>
                    <a:pt x="2" y="3"/>
                  </a:cubicBezTo>
                  <a:cubicBezTo>
                    <a:pt x="4" y="1"/>
                    <a:pt x="5" y="0"/>
                    <a:pt x="8" y="0"/>
                  </a:cubicBezTo>
                  <a:cubicBezTo>
                    <a:pt x="10" y="0"/>
                    <a:pt x="11" y="1"/>
                    <a:pt x="13" y="3"/>
                  </a:cubicBezTo>
                  <a:cubicBezTo>
                    <a:pt x="14" y="4"/>
                    <a:pt x="15" y="6"/>
                    <a:pt x="15" y="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grpSp>
      <p:pic>
        <p:nvPicPr>
          <p:cNvPr id="53" name="Picture 52">
            <a:extLst>
              <a:ext uri="{FF2B5EF4-FFF2-40B4-BE49-F238E27FC236}">
                <a16:creationId xmlns:a16="http://schemas.microsoft.com/office/drawing/2014/main" id="{D5BF4DE0-6F5F-46E6-B698-1D6B6DC223CD}"/>
              </a:ext>
            </a:extLst>
          </p:cNvPr>
          <p:cNvPicPr>
            <a:picLocks noChangeAspect="1"/>
          </p:cNvPicPr>
          <p:nvPr userDrawn="1"/>
        </p:nvPicPr>
        <p:blipFill>
          <a:blip r:embed="rId17" cstate="email">
            <a:extLst>
              <a:ext uri="{28A0092B-C50C-407E-A947-70E740481C1C}">
                <a14:useLocalDpi xmlns:a14="http://schemas.microsoft.com/office/drawing/2010/main"/>
              </a:ext>
            </a:extLst>
          </a:blip>
          <a:stretch>
            <a:fillRect/>
          </a:stretch>
        </p:blipFill>
        <p:spPr>
          <a:xfrm>
            <a:off x="0" y="0"/>
            <a:ext cx="5497530" cy="1656011"/>
          </a:xfrm>
          <a:prstGeom prst="rect">
            <a:avLst/>
          </a:prstGeom>
        </p:spPr>
      </p:pic>
      <p:sp>
        <p:nvSpPr>
          <p:cNvPr id="55" name="Rectangle 54">
            <a:extLst>
              <a:ext uri="{FF2B5EF4-FFF2-40B4-BE49-F238E27FC236}">
                <a16:creationId xmlns:a16="http://schemas.microsoft.com/office/drawing/2014/main" id="{ECB19421-3B10-499C-A823-B62CB9DADE28}"/>
              </a:ext>
            </a:extLst>
          </p:cNvPr>
          <p:cNvSpPr/>
          <p:nvPr userDrawn="1"/>
        </p:nvSpPr>
        <p:spPr>
          <a:xfrm>
            <a:off x="6124673" y="3995756"/>
            <a:ext cx="4899531"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IN" sz="900" kern="1200" dirty="0">
                <a:solidFill>
                  <a:schemeClr val="lt1"/>
                </a:solidFill>
                <a:effectLst/>
                <a:latin typeface="+mn-lt"/>
                <a:ea typeface="+mn-ea"/>
                <a:cs typeface="+mn-cs"/>
              </a:rPr>
              <a:t>As the digital innovation, consulting and transformation brand of the Capgemini Group, Capgemini Invent helps CxOs envision and build what’s next for their organizations. Located in more than 30 offices and 25 creative studios around the world, its 7,000+ strong team combines strategy, technology, data science and creative design with deep industry expertise and insights, to develop new digital solutions and business models of the future.</a:t>
            </a:r>
          </a:p>
          <a:p>
            <a:r>
              <a:rPr lang="en-IN" sz="900" kern="1200" dirty="0">
                <a:solidFill>
                  <a:schemeClr val="lt1"/>
                </a:solidFill>
                <a:effectLst/>
                <a:latin typeface="+mn-lt"/>
                <a:ea typeface="+mn-ea"/>
                <a:cs typeface="+mn-cs"/>
              </a:rPr>
              <a:t> </a:t>
            </a:r>
          </a:p>
          <a:p>
            <a:r>
              <a:rPr lang="en-IN" sz="900" kern="1200" dirty="0">
                <a:solidFill>
                  <a:schemeClr val="lt1"/>
                </a:solidFill>
                <a:effectLst/>
                <a:latin typeface="+mn-lt"/>
                <a:ea typeface="+mn-ea"/>
                <a:cs typeface="+mn-cs"/>
              </a:rPr>
              <a:t>Capgemini Invent is an integral part of Capgemini, a global leader in consulting, digital transformation, technology and engineering services. The Group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Capgemini is driven by the conviction that the business value of technology comes from and through people. Today, it is a multicultural company of 270,000 team members in almost 50 countries. With Altran, the Group reported 2019 combined revenues of €17billion. People matter, results count.</a:t>
            </a:r>
          </a:p>
          <a:p>
            <a:endParaRPr lang="en-US" sz="900" i="1" kern="1200" dirty="0">
              <a:solidFill>
                <a:schemeClr val="lt1"/>
              </a:solidFill>
              <a:effectLst/>
              <a:latin typeface="+mn-lt"/>
              <a:ea typeface="+mn-ea"/>
              <a:cs typeface="+mn-cs"/>
            </a:endParaRPr>
          </a:p>
          <a:p>
            <a:r>
              <a:rPr lang="en-GB" sz="900" kern="1200" dirty="0">
                <a:solidFill>
                  <a:schemeClr val="lt1"/>
                </a:solidFill>
                <a:effectLst/>
                <a:latin typeface="+mn-lt"/>
                <a:ea typeface="+mn-ea"/>
                <a:cs typeface="+mn-cs"/>
              </a:rPr>
              <a:t> </a:t>
            </a:r>
            <a:endParaRPr lang="fr-FR" sz="900" kern="1200" dirty="0">
              <a:solidFill>
                <a:schemeClr val="lt1"/>
              </a:solidFill>
              <a:effectLst/>
              <a:latin typeface="+mn-lt"/>
              <a:ea typeface="+mn-ea"/>
              <a:cs typeface="+mn-cs"/>
            </a:endParaRPr>
          </a:p>
          <a:p>
            <a:r>
              <a:rPr lang="en-US" sz="900" kern="1200" dirty="0">
                <a:solidFill>
                  <a:schemeClr val="lt1"/>
                </a:solidFill>
                <a:effectLst/>
                <a:latin typeface="+mn-lt"/>
                <a:ea typeface="+mn-ea"/>
                <a:cs typeface="+mn-cs"/>
              </a:rPr>
              <a:t>Visit us at </a:t>
            </a:r>
            <a:r>
              <a:rPr lang="en-US" sz="900" u="sng" kern="1200" dirty="0">
                <a:solidFill>
                  <a:schemeClr val="lt1"/>
                </a:solidFill>
                <a:effectLst/>
                <a:latin typeface="+mn-lt"/>
                <a:ea typeface="+mn-ea"/>
                <a:cs typeface="+mn-cs"/>
                <a:hlinkClick r:id="rId18"/>
              </a:rPr>
              <a:t>www.capgemini.com/invent</a:t>
            </a:r>
            <a:endParaRPr lang="en-US" sz="900" kern="1200" dirty="0">
              <a:solidFill>
                <a:schemeClr val="bg1"/>
              </a:solidFill>
              <a:effectLst/>
              <a:latin typeface="+mj-lt"/>
              <a:ea typeface="+mn-ea"/>
              <a:cs typeface="+mn-cs"/>
            </a:endParaRPr>
          </a:p>
        </p:txBody>
      </p:sp>
    </p:spTree>
    <p:extLst>
      <p:ext uri="{BB962C8B-B14F-4D97-AF65-F5344CB8AC3E}">
        <p14:creationId xmlns:p14="http://schemas.microsoft.com/office/powerpoint/2010/main" val="2368505288"/>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150.xml><?xml version="1.0" encoding="utf-8"?>
<p:sldLayout xmlns:a="http://schemas.openxmlformats.org/drawingml/2006/main" xmlns:r="http://schemas.openxmlformats.org/officeDocument/2006/relationships" xmlns:p="http://schemas.openxmlformats.org/presentationml/2006/main" userDrawn="1">
  <p:cSld name="1_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11091600" cy="1104900"/>
          </a:xfrm>
        </p:spPr>
        <p:txBody>
          <a:bodyPr tIns="180000"/>
          <a:lstStyle>
            <a:lvl1pPr>
              <a:spcBef>
                <a:spcPts val="0"/>
              </a:spcBef>
              <a:defRPr spc="200" baseline="0"/>
            </a:lvl1pPr>
          </a:lstStyle>
          <a:p>
            <a:r>
              <a:rPr lang="en-US"/>
              <a:t>Click to edit Master title style</a:t>
            </a:r>
            <a:endParaRPr lang="en-GB"/>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a:spcBef>
                <a:spcPts val="0"/>
              </a:spcBef>
              <a:defRPr sz="22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4056950882"/>
      </p:ext>
    </p:extLst>
  </p:cSld>
  <p:clrMapOvr>
    <a:masterClrMapping/>
  </p:clrMapOvr>
</p:sldLayout>
</file>

<file path=ppt/slideLayouts/slideLayout151.xml><?xml version="1.0" encoding="utf-8"?>
<p:sldLayout xmlns:a="http://schemas.openxmlformats.org/drawingml/2006/main" xmlns:r="http://schemas.openxmlformats.org/officeDocument/2006/relationships" xmlns:p="http://schemas.openxmlformats.org/presentationml/2006/main" userDrawn="1">
  <p:cSld name="1_Blank">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246840104"/>
      </p:ext>
    </p:extLst>
  </p:cSld>
  <p:clrMapOvr>
    <a:masterClrMapping/>
  </p:clrMapOvr>
</p:sldLayout>
</file>

<file path=ppt/slideLayouts/slideLayout152.xml><?xml version="1.0" encoding="utf-8"?>
<p:sldLayout xmlns:a="http://schemas.openxmlformats.org/drawingml/2006/main" xmlns:r="http://schemas.openxmlformats.org/officeDocument/2006/relationships" xmlns:p="http://schemas.openxmlformats.org/presentationml/2006/main" userDrawn="1">
  <p:cSld name="Blank">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Picture Placeholder 13">
            <a:extLst>
              <a:ext uri="{FF2B5EF4-FFF2-40B4-BE49-F238E27FC236}">
                <a16:creationId xmlns:a16="http://schemas.microsoft.com/office/drawing/2014/main" id="{065926AF-DC29-CF4F-BD72-EE02B5D3D6A9}"/>
              </a:ext>
            </a:extLst>
          </p:cNvPr>
          <p:cNvSpPr>
            <a:spLocks noGrp="1"/>
          </p:cNvSpPr>
          <p:nvPr>
            <p:ph type="pic" sz="quarter" idx="11"/>
          </p:nvPr>
        </p:nvSpPr>
        <p:spPr>
          <a:xfrm>
            <a:off x="6096000" y="1"/>
            <a:ext cx="6096000" cy="6857999"/>
          </a:xfrm>
          <a:prstGeom prst="rect">
            <a:avLst/>
          </a:prstGeom>
        </p:spPr>
        <p:txBody>
          <a:bodyPr vert="horz" lIns="0" tIns="0" rIns="0" bIns="0" rtlCol="0">
            <a:normAutofit/>
          </a:bodyPr>
          <a:lstStyle>
            <a:lvl1pPr>
              <a:defRPr lang="en-US" dirty="0"/>
            </a:lvl1pPr>
          </a:lstStyle>
          <a:p>
            <a:pPr lvl="0"/>
            <a:r>
              <a:rPr lang="en-US" dirty="0"/>
              <a:t>Click icon to add picture</a:t>
            </a:r>
          </a:p>
        </p:txBody>
      </p:sp>
      <p:pic>
        <p:nvPicPr>
          <p:cNvPr id="6" name="Picture 5">
            <a:extLst>
              <a:ext uri="{FF2B5EF4-FFF2-40B4-BE49-F238E27FC236}">
                <a16:creationId xmlns:a16="http://schemas.microsoft.com/office/drawing/2014/main" id="{343FFE00-7875-A14B-8948-79EF88004704}"/>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551384" y="373820"/>
            <a:ext cx="1740410" cy="388180"/>
          </a:xfrm>
          <a:prstGeom prst="rect">
            <a:avLst/>
          </a:prstGeom>
        </p:spPr>
      </p:pic>
      <p:cxnSp>
        <p:nvCxnSpPr>
          <p:cNvPr id="7" name="Straight Connector 6">
            <a:extLst>
              <a:ext uri="{FF2B5EF4-FFF2-40B4-BE49-F238E27FC236}">
                <a16:creationId xmlns:a16="http://schemas.microsoft.com/office/drawing/2014/main" id="{0031DFE3-924E-684C-9204-1BE327AD2842}"/>
              </a:ext>
            </a:extLst>
          </p:cNvPr>
          <p:cNvCxnSpPr>
            <a:cxnSpLocks/>
          </p:cNvCxnSpPr>
          <p:nvPr userDrawn="1"/>
        </p:nvCxnSpPr>
        <p:spPr>
          <a:xfrm>
            <a:off x="2423592" y="312177"/>
            <a:ext cx="0" cy="449823"/>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9" name="Title 3">
            <a:extLst>
              <a:ext uri="{FF2B5EF4-FFF2-40B4-BE49-F238E27FC236}">
                <a16:creationId xmlns:a16="http://schemas.microsoft.com/office/drawing/2014/main" id="{09AAD6D6-63AE-A14A-9D6E-F0409A781EB0}"/>
              </a:ext>
            </a:extLst>
          </p:cNvPr>
          <p:cNvSpPr>
            <a:spLocks noGrp="1"/>
          </p:cNvSpPr>
          <p:nvPr>
            <p:ph type="title"/>
          </p:nvPr>
        </p:nvSpPr>
        <p:spPr>
          <a:xfrm>
            <a:off x="2639630" y="188640"/>
            <a:ext cx="3948202" cy="648072"/>
          </a:xfrm>
        </p:spPr>
        <p:txBody>
          <a:bodyPr tIns="0" anchor="ctr"/>
          <a:lstStyle>
            <a:lvl1pPr algn="l">
              <a:defRPr sz="1800">
                <a:solidFill>
                  <a:schemeClr val="bg1"/>
                </a:solidFill>
              </a:defRPr>
            </a:lvl1pPr>
          </a:lstStyle>
          <a:p>
            <a:r>
              <a:rPr lang="en-US"/>
              <a:t>Click to edit Master title style</a:t>
            </a:r>
            <a:endParaRPr lang="de-DE"/>
          </a:p>
        </p:txBody>
      </p:sp>
      <p:sp>
        <p:nvSpPr>
          <p:cNvPr id="13" name="Slide Number Placeholder 37">
            <a:extLst>
              <a:ext uri="{FF2B5EF4-FFF2-40B4-BE49-F238E27FC236}">
                <a16:creationId xmlns:a16="http://schemas.microsoft.com/office/drawing/2014/main" id="{2C4C3CF3-2892-4C69-8567-4845FBDF0DAE}"/>
              </a:ext>
            </a:extLst>
          </p:cNvPr>
          <p:cNvSpPr>
            <a:spLocks noGrp="1"/>
          </p:cNvSpPr>
          <p:nvPr>
            <p:ph type="sldNum" sz="quarter" idx="4"/>
          </p:nvPr>
        </p:nvSpPr>
        <p:spPr>
          <a:xfrm>
            <a:off x="11407951" y="6650661"/>
            <a:ext cx="232665" cy="123111"/>
          </a:xfrm>
          <a:prstGeom prst="rect">
            <a:avLst/>
          </a:prstGeom>
        </p:spPr>
        <p:txBody>
          <a:bodyPr wrap="square" lIns="0" tIns="0" rIns="0" bIns="0" anchor="ctr" anchorCtr="0">
            <a:spAutoFit/>
          </a:bodyPr>
          <a:lstStyle>
            <a:lvl1pPr>
              <a:defRPr lang="de-DE" sz="80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dirty="0"/>
          </a:p>
        </p:txBody>
      </p:sp>
      <p:sp>
        <p:nvSpPr>
          <p:cNvPr id="14" name="Retângulo 43">
            <a:extLst>
              <a:ext uri="{FF2B5EF4-FFF2-40B4-BE49-F238E27FC236}">
                <a16:creationId xmlns:a16="http://schemas.microsoft.com/office/drawing/2014/main" id="{676CE9B0-5935-4344-A739-DDB37688274B}"/>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15" name="Text Placeholder 7">
            <a:extLst>
              <a:ext uri="{FF2B5EF4-FFF2-40B4-BE49-F238E27FC236}">
                <a16:creationId xmlns:a16="http://schemas.microsoft.com/office/drawing/2014/main" id="{CB0B8D3D-6F6E-4B0E-9552-1BC04A9D9222}"/>
              </a:ext>
            </a:extLst>
          </p:cNvPr>
          <p:cNvSpPr txBox="1">
            <a:spLocks/>
          </p:cNvSpPr>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solidFill>
                  <a:schemeClr val="bg1">
                    <a:lumMod val="65000"/>
                  </a:schemeClr>
                </a:solidFill>
              </a:rPr>
              <a:t>Capgemini Invent 2021. All rights reserved </a:t>
            </a:r>
            <a:r>
              <a:rPr lang="en-US" dirty="0">
                <a:solidFill>
                  <a:schemeClr val="accent2"/>
                </a:solidFill>
              </a:rPr>
              <a:t>|</a:t>
            </a:r>
          </a:p>
        </p:txBody>
      </p:sp>
      <p:sp>
        <p:nvSpPr>
          <p:cNvPr id="16" name="Footer Placeholder 26">
            <a:extLst>
              <a:ext uri="{FF2B5EF4-FFF2-40B4-BE49-F238E27FC236}">
                <a16:creationId xmlns:a16="http://schemas.microsoft.com/office/drawing/2014/main" id="{2DD1DAE9-79C9-49E5-8EB8-CEF11ACBB291}"/>
              </a:ext>
            </a:extLst>
          </p:cNvPr>
          <p:cNvSpPr txBox="1">
            <a:spLocks/>
          </p:cNvSpPr>
          <p:nvPr userDrawn="1"/>
        </p:nvSpPr>
        <p:spPr>
          <a:xfrm>
            <a:off x="550863" y="6650661"/>
            <a:ext cx="4716524" cy="123111"/>
          </a:xfrm>
          <a:prstGeom prst="rect">
            <a:avLst/>
          </a:prstGeom>
        </p:spPr>
        <p:txBody>
          <a:bodyPr wrap="none" lIns="0" tIns="0" rIns="0" bIns="0" anchor="ctr" anchorCtr="0">
            <a:noAutofit/>
          </a:bodyPr>
          <a:lstStyle>
            <a:defPPr>
              <a:defRPr lang="pt-PT"/>
            </a:defPPr>
            <a:lvl1pPr marL="0" algn="l"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FFFFF">
                    <a:lumMod val="65000"/>
                  </a:srgbClr>
                </a:solidFill>
                <a:latin typeface="Ubuntu"/>
              </a:rPr>
              <a:t>SPNI Analytics CoE | January 2021</a:t>
            </a:r>
          </a:p>
        </p:txBody>
      </p:sp>
    </p:spTree>
    <p:extLst>
      <p:ext uri="{BB962C8B-B14F-4D97-AF65-F5344CB8AC3E}">
        <p14:creationId xmlns:p14="http://schemas.microsoft.com/office/powerpoint/2010/main" val="3250264594"/>
      </p:ext>
    </p:extLst>
  </p:cSld>
  <p:clrMapOvr>
    <a:masterClrMapping/>
  </p:clrMapOvr>
</p:sldLayout>
</file>

<file path=ppt/slideLayouts/slideLayout153.xml><?xml version="1.0" encoding="utf-8"?>
<p:sldLayout xmlns:a="http://schemas.openxmlformats.org/drawingml/2006/main" xmlns:r="http://schemas.openxmlformats.org/officeDocument/2006/relationships" xmlns:p="http://schemas.openxmlformats.org/presentationml/2006/main" userDrawn="1">
  <p:cSld name="Text with background 1">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0" y="2"/>
          <a:ext cx="195384" cy="158751"/>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3"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
                        <a:ext cx="195384" cy="1587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2"/>
            </p:custDataLst>
          </p:nvPr>
        </p:nvSpPr>
        <p:spPr>
          <a:xfrm>
            <a:off x="3" y="76140"/>
            <a:ext cx="4224755" cy="814511"/>
          </a:xfrm>
        </p:spPr>
        <p:txBody>
          <a:bodyPr>
            <a:spAutoFit/>
          </a:bodyPr>
          <a:lstStyle>
            <a:lvl1pPr>
              <a:defRPr sz="2400">
                <a:solidFill>
                  <a:schemeClr val="accent5">
                    <a:lumMod val="50000"/>
                  </a:schemeClr>
                </a:solidFill>
              </a:defRPr>
            </a:lvl1pPr>
          </a:lstStyle>
          <a:p>
            <a:pPr lvl="0"/>
            <a:r>
              <a:rPr lang="en-US" noProof="0"/>
              <a:t>Click to edit Master title style</a:t>
            </a:r>
          </a:p>
        </p:txBody>
      </p:sp>
    </p:spTree>
    <p:extLst>
      <p:ext uri="{BB962C8B-B14F-4D97-AF65-F5344CB8AC3E}">
        <p14:creationId xmlns:p14="http://schemas.microsoft.com/office/powerpoint/2010/main" val="1107654581"/>
      </p:ext>
    </p:extLst>
  </p:cSld>
  <p:clrMapOvr>
    <a:masterClrMapping/>
  </p:clrMapOvr>
</p:sldLayout>
</file>

<file path=ppt/slideLayouts/slideLayout154.xml><?xml version="1.0" encoding="utf-8"?>
<p:sldLayout xmlns:a="http://schemas.openxmlformats.org/drawingml/2006/main" xmlns:r="http://schemas.openxmlformats.org/officeDocument/2006/relationships" xmlns:p="http://schemas.openxmlformats.org/presentationml/2006/main" userDrawn="1">
  <p:cSld name="Text with background">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p:custDataLst>
              <p:tags r:id="rId1"/>
            </p:custDataLst>
          </p:nvPr>
        </p:nvGraphicFramePr>
        <p:xfrm>
          <a:off x="0" y="2"/>
          <a:ext cx="195384" cy="158751"/>
        </p:xfrm>
        <a:graphic>
          <a:graphicData uri="http://schemas.openxmlformats.org/presentationml/2006/ole">
            <mc:AlternateContent xmlns:mc="http://schemas.openxmlformats.org/markup-compatibility/2006">
              <mc:Choice xmlns:v="urn:schemas-microsoft-com:vml" Requires="v">
                <p:oleObj name="think-cell Slide" r:id="rId4" imgW="360" imgH="360" progId="">
                  <p:embed/>
                </p:oleObj>
              </mc:Choice>
              <mc:Fallback>
                <p:oleObj name="think-cell Slide" r:id="rId4" imgW="360" imgH="360" progId="">
                  <p:embed/>
                  <p:pic>
                    <p:nvPicPr>
                      <p:cNvPr id="3" name="Object 2"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0" y="2"/>
                        <a:ext cx="195384" cy="15875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re 1"/>
          <p:cNvSpPr>
            <a:spLocks noGrp="1"/>
          </p:cNvSpPr>
          <p:nvPr>
            <p:ph type="title" hasCustomPrompt="1"/>
            <p:custDataLst>
              <p:tags r:id="rId2"/>
            </p:custDataLst>
          </p:nvPr>
        </p:nvSpPr>
        <p:spPr/>
        <p:txBody>
          <a:bodyPr/>
          <a:lstStyle>
            <a:lvl1pPr>
              <a:defRPr sz="2400"/>
            </a:lvl1pPr>
          </a:lstStyle>
          <a:p>
            <a:pPr lvl="0"/>
            <a:r>
              <a:rPr lang="en-US" noProof="0"/>
              <a:t>Click to edit Master title style</a:t>
            </a:r>
          </a:p>
        </p:txBody>
      </p:sp>
    </p:spTree>
    <p:extLst>
      <p:ext uri="{BB962C8B-B14F-4D97-AF65-F5344CB8AC3E}">
        <p14:creationId xmlns:p14="http://schemas.microsoft.com/office/powerpoint/2010/main" val="146491949"/>
      </p:ext>
    </p:extLst>
  </p:cSld>
  <p:clrMapOvr>
    <a:masterClrMapping/>
  </p:clrMapOvr>
</p:sldLayout>
</file>

<file path=ppt/slideLayouts/slideLayout155.xml><?xml version="1.0" encoding="utf-8"?>
<p:sldLayout xmlns:a="http://schemas.openxmlformats.org/drawingml/2006/main" xmlns:r="http://schemas.openxmlformats.org/officeDocument/2006/relationships" xmlns:p="http://schemas.openxmlformats.org/presentationml/2006/main" userDrawn="1">
  <p:cSld name="MAIN THEME">
    <p:spTree>
      <p:nvGrpSpPr>
        <p:cNvPr id="1" name=""/>
        <p:cNvGrpSpPr/>
        <p:nvPr/>
      </p:nvGrpSpPr>
      <p:grpSpPr>
        <a:xfrm>
          <a:off x="0" y="0"/>
          <a:ext cx="0" cy="0"/>
          <a:chOff x="0" y="0"/>
          <a:chExt cx="0" cy="0"/>
        </a:xfrm>
      </p:grpSpPr>
      <p:sp>
        <p:nvSpPr>
          <p:cNvPr id="3" name="Retângulo 43">
            <a:extLst>
              <a:ext uri="{FF2B5EF4-FFF2-40B4-BE49-F238E27FC236}">
                <a16:creationId xmlns:a16="http://schemas.microsoft.com/office/drawing/2014/main" id="{25FC8637-25BD-4C09-AF25-56B4243DAB3D}"/>
              </a:ext>
            </a:extLst>
          </p:cNvPr>
          <p:cNvSpPr/>
          <p:nvPr userDrawn="1"/>
        </p:nvSpPr>
        <p:spPr>
          <a:xfrm>
            <a:off x="11784013" y="6555758"/>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cxnSp>
        <p:nvCxnSpPr>
          <p:cNvPr id="7" name="Conector reto 49">
            <a:extLst>
              <a:ext uri="{FF2B5EF4-FFF2-40B4-BE49-F238E27FC236}">
                <a16:creationId xmlns:a16="http://schemas.microsoft.com/office/drawing/2014/main" id="{6B6D7F6B-C184-4C2B-8EB7-067E0C1E8DF2}"/>
              </a:ext>
            </a:extLst>
          </p:cNvPr>
          <p:cNvCxnSpPr>
            <a:cxnSpLocks/>
          </p:cNvCxnSpPr>
          <p:nvPr userDrawn="1"/>
        </p:nvCxnSpPr>
        <p:spPr>
          <a:xfrm flipV="1">
            <a:off x="2235924" y="6587911"/>
            <a:ext cx="0" cy="155576"/>
          </a:xfrm>
          <a:prstGeom prst="line">
            <a:avLst/>
          </a:prstGeom>
          <a:solidFill>
            <a:schemeClr val="tx1"/>
          </a:solidFill>
          <a:ln w="12700" cap="rnd">
            <a:solidFill>
              <a:schemeClr val="accent2"/>
            </a:solidFill>
            <a:round/>
          </a:ln>
        </p:spPr>
        <p:style>
          <a:lnRef idx="1">
            <a:schemeClr val="accent1"/>
          </a:lnRef>
          <a:fillRef idx="0">
            <a:schemeClr val="accent1"/>
          </a:fillRef>
          <a:effectRef idx="0">
            <a:schemeClr val="accent1"/>
          </a:effectRef>
          <a:fontRef idx="minor">
            <a:schemeClr val="tx1"/>
          </a:fontRef>
        </p:style>
      </p:cxnSp>
      <p:sp>
        <p:nvSpPr>
          <p:cNvPr id="9" name="Retângulo 43">
            <a:extLst>
              <a:ext uri="{FF2B5EF4-FFF2-40B4-BE49-F238E27FC236}">
                <a16:creationId xmlns:a16="http://schemas.microsoft.com/office/drawing/2014/main" id="{834ADCB4-BFB1-450D-8F6D-64217F4CD92C}"/>
              </a:ext>
            </a:extLst>
          </p:cNvPr>
          <p:cNvSpPr/>
          <p:nvPr userDrawn="1"/>
        </p:nvSpPr>
        <p:spPr>
          <a:xfrm>
            <a:off x="2363629"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2021 Capgemini Invent. All rights reserved.</a:t>
            </a:r>
          </a:p>
        </p:txBody>
      </p:sp>
      <p:sp>
        <p:nvSpPr>
          <p:cNvPr id="6" name="Retângulo 43">
            <a:extLst>
              <a:ext uri="{FF2B5EF4-FFF2-40B4-BE49-F238E27FC236}">
                <a16:creationId xmlns:a16="http://schemas.microsoft.com/office/drawing/2014/main" id="{4654E0D4-BCCC-4B8B-A768-9E7D07F722A8}"/>
              </a:ext>
            </a:extLst>
          </p:cNvPr>
          <p:cNvSpPr/>
          <p:nvPr userDrawn="1"/>
        </p:nvSpPr>
        <p:spPr>
          <a:xfrm>
            <a:off x="533297" y="6565283"/>
            <a:ext cx="1695553" cy="205919"/>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SPNI  Digital Transformation</a:t>
            </a:r>
          </a:p>
        </p:txBody>
      </p:sp>
    </p:spTree>
    <p:extLst>
      <p:ext uri="{BB962C8B-B14F-4D97-AF65-F5344CB8AC3E}">
        <p14:creationId xmlns:p14="http://schemas.microsoft.com/office/powerpoint/2010/main" val="164221684"/>
      </p:ext>
    </p:extLst>
  </p:cSld>
  <p:clrMapOvr>
    <a:masterClrMapping/>
  </p:clrMapOvr>
</p:sldLayout>
</file>

<file path=ppt/slideLayouts/slideLayout156.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535CC730-2D2A-4526-8A02-2947562E59F8}"/>
              </a:ext>
            </a:extLst>
          </p:cNvPr>
          <p:cNvGraphicFramePr>
            <a:graphicFrameLocks noChangeAspect="1"/>
          </p:cNvGraphicFramePr>
          <p:nvPr userDrawn="1">
            <p:custDataLst>
              <p:tags r:id="rId1"/>
            </p:custDataLst>
            <p:extLst>
              <p:ext uri="{D42A27DB-BD31-4B8C-83A1-F6EECF244321}">
                <p14:modId xmlns:p14="http://schemas.microsoft.com/office/powerpoint/2010/main" val="382708955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 name="Object 1" hidden="1">
                        <a:extLst>
                          <a:ext uri="{FF2B5EF4-FFF2-40B4-BE49-F238E27FC236}">
                            <a16:creationId xmlns:a16="http://schemas.microsoft.com/office/drawing/2014/main" id="{535CC730-2D2A-4526-8A02-2947562E59F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3A0BA9B0-3DAE-4749-8DE9-854BA8D1802B}"/>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dirty="0">
              <a:solidFill>
                <a:schemeClr val="tx1"/>
              </a:solidFill>
              <a:latin typeface="Ubuntu" panose="020B0504030602030204" pitchFamily="34" charset="0"/>
              <a:ea typeface="+mj-ea"/>
              <a:cs typeface="+mj-cs"/>
              <a:sym typeface="Ubuntu" panose="020B0504030602030204" pitchFamily="34" charset="0"/>
            </a:endParaRPr>
          </a:p>
        </p:txBody>
      </p:sp>
      <p:sp>
        <p:nvSpPr>
          <p:cNvPr id="5" name="Title 4">
            <a:extLst>
              <a:ext uri="{FF2B5EF4-FFF2-40B4-BE49-F238E27FC236}">
                <a16:creationId xmlns:a16="http://schemas.microsoft.com/office/drawing/2014/main" id="{B5B15895-2835-468A-AD6E-B8C687DB6771}"/>
              </a:ext>
            </a:extLst>
          </p:cNvPr>
          <p:cNvSpPr>
            <a:spLocks noGrp="1"/>
          </p:cNvSpPr>
          <p:nvPr>
            <p:ph type="title"/>
          </p:nvPr>
        </p:nvSpPr>
        <p:spPr/>
        <p:txBody>
          <a:bodyPr/>
          <a:lstStyle/>
          <a:p>
            <a:r>
              <a:rPr lang="en-US"/>
              <a:t>Click to edit Master title style</a:t>
            </a:r>
            <a:endParaRPr lang="de-DE"/>
          </a:p>
        </p:txBody>
      </p:sp>
      <p:sp>
        <p:nvSpPr>
          <p:cNvPr id="10" name="Date Placeholder 1"/>
          <p:cNvSpPr>
            <a:spLocks noGrp="1"/>
          </p:cNvSpPr>
          <p:nvPr>
            <p:ph type="dt" sz="half" idx="12"/>
          </p:nvPr>
        </p:nvSpPr>
        <p:spPr>
          <a:xfrm>
            <a:off x="9192344" y="6650661"/>
            <a:ext cx="2119242" cy="123111"/>
          </a:xfrm>
        </p:spPr>
        <p:txBody>
          <a:bodyPr/>
          <a:lstStyle/>
          <a:p>
            <a:pPr>
              <a:spcBef>
                <a:spcPts val="1000"/>
              </a:spcBef>
              <a:buFont typeface="Arial" panose="020B0604020202020204" pitchFamily="34" charset="0"/>
              <a:buNone/>
            </a:pPr>
            <a:r>
              <a:rPr lang="en-US" dirty="0"/>
              <a:t>© Capgemini Invent 2019. All rights reserved.</a:t>
            </a:r>
          </a:p>
        </p:txBody>
      </p:sp>
      <p:sp>
        <p:nvSpPr>
          <p:cNvPr id="14" name="Footer Placeholder 4"/>
          <p:cNvSpPr>
            <a:spLocks noGrp="1"/>
          </p:cNvSpPr>
          <p:nvPr>
            <p:ph type="ftr" sz="quarter" idx="13"/>
          </p:nvPr>
        </p:nvSpPr>
        <p:spPr>
          <a:xfrm>
            <a:off x="550863" y="6650661"/>
            <a:ext cx="4716524" cy="123111"/>
          </a:xfrm>
        </p:spPr>
        <p:txBody>
          <a:bodyPr/>
          <a:lstStyle/>
          <a:p>
            <a:pPr>
              <a:spcBef>
                <a:spcPts val="1000"/>
              </a:spcBef>
              <a:buFont typeface="Arial" panose="020B0604020202020204" pitchFamily="34" charset="0"/>
              <a:buNone/>
            </a:pPr>
            <a:r>
              <a:rPr lang="en-US" dirty="0"/>
              <a:t>Nissan MX RFI Data Monetization for VCS | November 2020</a:t>
            </a:r>
          </a:p>
        </p:txBody>
      </p:sp>
      <p:sp>
        <p:nvSpPr>
          <p:cNvPr id="15" name="Slide Number Placeholder 6"/>
          <p:cNvSpPr>
            <a:spLocks noGrp="1"/>
          </p:cNvSpPr>
          <p:nvPr>
            <p:ph type="sldNum" sz="quarter" idx="14"/>
          </p:nvPr>
        </p:nvSpPr>
        <p:spPr>
          <a:xfrm>
            <a:off x="11407951" y="6650661"/>
            <a:ext cx="232665" cy="123111"/>
          </a:xfrm>
        </p:spPr>
        <p:txBody>
          <a:bodyPr/>
          <a:lstStyle/>
          <a:p>
            <a:fld id="{5D9A5160-6218-4E5A-B9E6-B93E3DAE377C}" type="slidenum">
              <a:rPr lang="en-US" smtClean="0"/>
              <a:pPr/>
              <a:t>‹#›</a:t>
            </a:fld>
            <a:endParaRPr lang="en-US" dirty="0"/>
          </a:p>
        </p:txBody>
      </p:sp>
      <p:sp>
        <p:nvSpPr>
          <p:cNvPr id="16" name="TextBox 15"/>
          <p:cNvSpPr txBox="1"/>
          <p:nvPr userDrawn="1">
            <p:custDataLst>
              <p:tags r:id="rId3"/>
            </p:custDataLst>
          </p:nvPr>
        </p:nvSpPr>
        <p:spPr>
          <a:xfrm>
            <a:off x="8102301"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dirty="0">
                <a:solidFill>
                  <a:schemeClr val="bg1">
                    <a:lumMod val="65000"/>
                  </a:schemeClr>
                </a:solidFill>
                <a:cs typeface="Times New Roman" pitchFamily="18" charset="0"/>
              </a:rPr>
              <a:t>Company Confidential</a:t>
            </a:r>
            <a:endParaRPr lang="en-GB" sz="800" b="1" dirty="0">
              <a:solidFill>
                <a:schemeClr val="bg1">
                  <a:lumMod val="65000"/>
                </a:schemeClr>
              </a:solidFill>
              <a:ea typeface="Times New Roman" pitchFamily="18" charset="0"/>
              <a:cs typeface="Times New Roman" pitchFamily="18" charset="0"/>
            </a:endParaRPr>
          </a:p>
        </p:txBody>
      </p:sp>
    </p:spTree>
    <p:extLst>
      <p:ext uri="{BB962C8B-B14F-4D97-AF65-F5344CB8AC3E}">
        <p14:creationId xmlns:p14="http://schemas.microsoft.com/office/powerpoint/2010/main" val="2251534368"/>
      </p:ext>
    </p:extLst>
  </p:cSld>
  <p:clrMapOvr>
    <a:masterClrMapping/>
  </p:clrMapOvr>
</p:sldLayout>
</file>

<file path=ppt/slideLayouts/slideLayout157.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chemeClr val="tx2"/>
        </a:solidFill>
        <a:effectLst/>
      </p:bgPr>
    </p:bg>
    <p:spTree>
      <p:nvGrpSpPr>
        <p:cNvPr id="1" name=""/>
        <p:cNvGrpSpPr/>
        <p:nvPr/>
      </p:nvGrpSpPr>
      <p:grpSpPr>
        <a:xfrm>
          <a:off x="0" y="0"/>
          <a:ext cx="0" cy="0"/>
          <a:chOff x="0" y="0"/>
          <a:chExt cx="0" cy="0"/>
        </a:xfrm>
      </p:grpSpPr>
      <p:graphicFrame>
        <p:nvGraphicFramePr>
          <p:cNvPr id="4" name="Object 3" hidden="1">
            <a:extLst>
              <a:ext uri="{FF2B5EF4-FFF2-40B4-BE49-F238E27FC236}">
                <a16:creationId xmlns:a16="http://schemas.microsoft.com/office/drawing/2014/main" id="{664050B3-4C6B-4B8B-AB7F-004801BF3427}"/>
              </a:ext>
            </a:extLst>
          </p:cNvPr>
          <p:cNvGraphicFramePr>
            <a:graphicFrameLocks noChangeAspect="1"/>
          </p:cNvGraphicFramePr>
          <p:nvPr userDrawn="1">
            <p:custDataLst>
              <p:tags r:id="rId1"/>
            </p:custDataLst>
            <p:extLst>
              <p:ext uri="{D42A27DB-BD31-4B8C-83A1-F6EECF244321}">
                <p14:modId xmlns:p14="http://schemas.microsoft.com/office/powerpoint/2010/main" val="11340405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5" imgH="394" progId="TCLayout.ActiveDocument.1">
                  <p:embed/>
                </p:oleObj>
              </mc:Choice>
              <mc:Fallback>
                <p:oleObj name="think-cell Slide" r:id="rId5" imgW="395" imgH="394" progId="TCLayout.ActiveDocument.1">
                  <p:embed/>
                  <p:pic>
                    <p:nvPicPr>
                      <p:cNvPr id="4" name="Object 3" hidden="1">
                        <a:extLst>
                          <a:ext uri="{FF2B5EF4-FFF2-40B4-BE49-F238E27FC236}">
                            <a16:creationId xmlns:a16="http://schemas.microsoft.com/office/drawing/2014/main" id="{664050B3-4C6B-4B8B-AB7F-004801BF342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 name="Rectangle 1" hidden="1">
            <a:extLst>
              <a:ext uri="{FF2B5EF4-FFF2-40B4-BE49-F238E27FC236}">
                <a16:creationId xmlns:a16="http://schemas.microsoft.com/office/drawing/2014/main" id="{05DCB80F-3242-44E5-9991-350FE7364BEF}"/>
              </a:ext>
            </a:extLst>
          </p:cNvPr>
          <p:cNvSpPr/>
          <p:nvPr userDrawn="1">
            <p:custDataLst>
              <p:tags r:id="rId2"/>
            </p:custDataLst>
          </p:nvPr>
        </p:nvSpPr>
        <p:spPr>
          <a:xfrm>
            <a:off x="0" y="0"/>
            <a:ext cx="158750" cy="158750"/>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3000" b="0" i="0" baseline="0" dirty="0">
              <a:solidFill>
                <a:schemeClr val="tx1"/>
              </a:solidFill>
              <a:latin typeface="Ubuntu" panose="020B0504030602030204" pitchFamily="34" charset="0"/>
              <a:ea typeface="+mn-ea"/>
              <a:cs typeface="+mn-cs"/>
              <a:sym typeface="Ubuntu" panose="020B0504030602030204" pitchFamily="34" charset="0"/>
            </a:endParaRPr>
          </a:p>
        </p:txBody>
      </p:sp>
      <p:pic>
        <p:nvPicPr>
          <p:cNvPr id="3" name="Picture 2">
            <a:extLst>
              <a:ext uri="{FF2B5EF4-FFF2-40B4-BE49-F238E27FC236}">
                <a16:creationId xmlns:a16="http://schemas.microsoft.com/office/drawing/2014/main" id="{4C3838DB-DD02-4394-9288-6241B74BBDDC}"/>
              </a:ext>
            </a:extLst>
          </p:cNvPr>
          <p:cNvPicPr>
            <a:picLocks noChangeAspect="1"/>
          </p:cNvPicPr>
          <p:nvPr userDrawn="1"/>
        </p:nvPicPr>
        <p:blipFill rotWithShape="1">
          <a:blip r:embed="rId7" cstate="screen">
            <a:extLst>
              <a:ext uri="{28A0092B-C50C-407E-A947-70E740481C1C}">
                <a14:useLocalDpi xmlns:a14="http://schemas.microsoft.com/office/drawing/2010/main"/>
              </a:ext>
            </a:extLst>
          </a:blip>
          <a:srcRect b="6806"/>
          <a:stretch/>
        </p:blipFill>
        <p:spPr>
          <a:xfrm rot="16200000">
            <a:off x="2770730" y="-2563271"/>
            <a:ext cx="6650542" cy="12191998"/>
          </a:xfrm>
          <a:prstGeom prst="rect">
            <a:avLst/>
          </a:prstGeom>
        </p:spPr>
      </p:pic>
      <p:sp>
        <p:nvSpPr>
          <p:cNvPr id="22" name="Subtitle 2"/>
          <p:cNvSpPr>
            <a:spLocks noGrp="1"/>
          </p:cNvSpPr>
          <p:nvPr>
            <p:ph type="subTitle" idx="1" hasCustomPrompt="1"/>
          </p:nvPr>
        </p:nvSpPr>
        <p:spPr>
          <a:xfrm>
            <a:off x="1080000" y="5435302"/>
            <a:ext cx="6234859" cy="369962"/>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rmAutofit/>
          </a:bodyPr>
          <a:lstStyle>
            <a:lvl1pPr>
              <a:lnSpc>
                <a:spcPct val="100000"/>
              </a:lnSpc>
              <a:spcBef>
                <a:spcPts val="0"/>
              </a:spcBef>
              <a:defRPr lang="en-US" sz="2000" spc="0" baseline="0" dirty="0">
                <a:solidFill>
                  <a:schemeClr val="bg1"/>
                </a:solidFill>
              </a:defRPr>
            </a:lvl1pPr>
          </a:lstStyle>
          <a:p>
            <a:pPr marR="0" lvl="0" fontAlgn="auto">
              <a:spcAft>
                <a:spcPts val="0"/>
              </a:spcAft>
              <a:buClrTx/>
              <a:buSzTx/>
              <a:tabLst/>
            </a:pPr>
            <a:r>
              <a:rPr lang="en-US"/>
              <a:t>Click to insert location and date</a:t>
            </a:r>
          </a:p>
        </p:txBody>
      </p:sp>
      <p:grpSp>
        <p:nvGrpSpPr>
          <p:cNvPr id="24" name="Graphic 4">
            <a:extLst>
              <a:ext uri="{FF2B5EF4-FFF2-40B4-BE49-F238E27FC236}">
                <a16:creationId xmlns:a16="http://schemas.microsoft.com/office/drawing/2014/main" id="{2866234A-554F-4BBB-A5CF-58DAAC7A7927}"/>
              </a:ext>
            </a:extLst>
          </p:cNvPr>
          <p:cNvGrpSpPr>
            <a:grpSpLocks/>
          </p:cNvGrpSpPr>
          <p:nvPr userDrawn="1"/>
        </p:nvGrpSpPr>
        <p:grpSpPr>
          <a:xfrm>
            <a:off x="8109338" y="486661"/>
            <a:ext cx="3557061" cy="546150"/>
            <a:chOff x="3176111" y="1257136"/>
            <a:chExt cx="5719756" cy="878207"/>
          </a:xfrm>
        </p:grpSpPr>
        <p:sp>
          <p:nvSpPr>
            <p:cNvPr id="25" name="Freeform: Shape 24">
              <a:extLst>
                <a:ext uri="{FF2B5EF4-FFF2-40B4-BE49-F238E27FC236}">
                  <a16:creationId xmlns:a16="http://schemas.microsoft.com/office/drawing/2014/main" id="{48A48368-23F7-435B-9C36-2DB5837D88E6}"/>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6" name="Freeform: Shape 25">
              <a:extLst>
                <a:ext uri="{FF2B5EF4-FFF2-40B4-BE49-F238E27FC236}">
                  <a16:creationId xmlns:a16="http://schemas.microsoft.com/office/drawing/2014/main" id="{EF823941-B648-418E-B46F-23726D3EC4CE}"/>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7" name="Freeform: Shape 26">
              <a:extLst>
                <a:ext uri="{FF2B5EF4-FFF2-40B4-BE49-F238E27FC236}">
                  <a16:creationId xmlns:a16="http://schemas.microsoft.com/office/drawing/2014/main" id="{F0DDDCC1-860C-4945-8B70-CB8FE5BAA464}"/>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8" name="Freeform: Shape 27">
              <a:extLst>
                <a:ext uri="{FF2B5EF4-FFF2-40B4-BE49-F238E27FC236}">
                  <a16:creationId xmlns:a16="http://schemas.microsoft.com/office/drawing/2014/main" id="{C087AF91-C341-4CEE-9EEF-42CD356BCA8B}"/>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29" name="Freeform: Shape 28">
              <a:extLst>
                <a:ext uri="{FF2B5EF4-FFF2-40B4-BE49-F238E27FC236}">
                  <a16:creationId xmlns:a16="http://schemas.microsoft.com/office/drawing/2014/main" id="{0FFAD3AB-1B8D-4DCE-8040-514FBE18CCF8}"/>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0" name="Freeform: Shape 29">
              <a:extLst>
                <a:ext uri="{FF2B5EF4-FFF2-40B4-BE49-F238E27FC236}">
                  <a16:creationId xmlns:a16="http://schemas.microsoft.com/office/drawing/2014/main" id="{FB5A9034-EBBB-4FEA-9CF9-86A220F932DC}"/>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1" name="Freeform: Shape 30">
              <a:extLst>
                <a:ext uri="{FF2B5EF4-FFF2-40B4-BE49-F238E27FC236}">
                  <a16:creationId xmlns:a16="http://schemas.microsoft.com/office/drawing/2014/main" id="{5C7C0D9E-8588-453F-A5CF-C2800171BD3E}"/>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2" name="Freeform: Shape 31">
              <a:extLst>
                <a:ext uri="{FF2B5EF4-FFF2-40B4-BE49-F238E27FC236}">
                  <a16:creationId xmlns:a16="http://schemas.microsoft.com/office/drawing/2014/main" id="{38D15F60-3C20-437A-AC32-E3F31953F8D2}"/>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33" name="Freeform: Shape 32">
              <a:extLst>
                <a:ext uri="{FF2B5EF4-FFF2-40B4-BE49-F238E27FC236}">
                  <a16:creationId xmlns:a16="http://schemas.microsoft.com/office/drawing/2014/main" id="{09E32212-A802-47EC-A9CF-ADC9656D0885}"/>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4" name="Freeform: Shape 33">
              <a:extLst>
                <a:ext uri="{FF2B5EF4-FFF2-40B4-BE49-F238E27FC236}">
                  <a16:creationId xmlns:a16="http://schemas.microsoft.com/office/drawing/2014/main" id="{420F68B9-AD51-4ED7-8602-A5B10D62DCFB}"/>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5" name="Freeform: Shape 34">
              <a:extLst>
                <a:ext uri="{FF2B5EF4-FFF2-40B4-BE49-F238E27FC236}">
                  <a16:creationId xmlns:a16="http://schemas.microsoft.com/office/drawing/2014/main" id="{918D92F8-44A3-4D30-AA4B-735DA73F2CE6}"/>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36" name="Freeform: Shape 35">
              <a:extLst>
                <a:ext uri="{FF2B5EF4-FFF2-40B4-BE49-F238E27FC236}">
                  <a16:creationId xmlns:a16="http://schemas.microsoft.com/office/drawing/2014/main" id="{DC992723-DD27-4C2D-B33E-BA86F4AD2894}"/>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sp>
        <p:nvSpPr>
          <p:cNvPr id="6" name="Text Placeholder 5">
            <a:extLst>
              <a:ext uri="{FF2B5EF4-FFF2-40B4-BE49-F238E27FC236}">
                <a16:creationId xmlns:a16="http://schemas.microsoft.com/office/drawing/2014/main" id="{450A95E3-5780-42DC-9996-E26F09FF5EBD}"/>
              </a:ext>
            </a:extLst>
          </p:cNvPr>
          <p:cNvSpPr>
            <a:spLocks noGrp="1"/>
          </p:cNvSpPr>
          <p:nvPr>
            <p:ph type="body" sz="quarter" idx="12" hasCustomPrompt="1"/>
          </p:nvPr>
        </p:nvSpPr>
        <p:spPr>
          <a:xfrm>
            <a:off x="1080000" y="5949281"/>
            <a:ext cx="6240136" cy="503908"/>
          </a:xfrm>
          <a:prstGeom prst="rect">
            <a:avLst/>
          </a:prstGeom>
        </p:spPr>
        <p:txBody>
          <a:bodyPr lIns="0" rIns="0" anchor="b" anchorCtr="0">
            <a:noAutofit/>
          </a:bodyPr>
          <a:lstStyle>
            <a:lvl1pPr>
              <a:spcBef>
                <a:spcPts val="0"/>
              </a:spcBef>
              <a:defRPr sz="1600" b="0">
                <a:solidFill>
                  <a:schemeClr val="bg1"/>
                </a:solidFill>
              </a:defRPr>
            </a:lvl1pPr>
            <a:lvl2pPr>
              <a:defRPr sz="1400"/>
            </a:lvl2pPr>
            <a:lvl3pPr>
              <a:defRPr sz="1400"/>
            </a:lvl3pPr>
            <a:lvl4pPr>
              <a:defRPr sz="1400"/>
            </a:lvl4pPr>
            <a:lvl5pPr>
              <a:defRPr sz="1400"/>
            </a:lvl5pPr>
          </a:lstStyle>
          <a:p>
            <a:pPr lvl="0"/>
            <a:r>
              <a:rPr lang="en-US"/>
              <a:t>Optional: Click to insert name</a:t>
            </a:r>
          </a:p>
        </p:txBody>
      </p:sp>
      <p:sp>
        <p:nvSpPr>
          <p:cNvPr id="5" name="Title 4">
            <a:extLst>
              <a:ext uri="{FF2B5EF4-FFF2-40B4-BE49-F238E27FC236}">
                <a16:creationId xmlns:a16="http://schemas.microsoft.com/office/drawing/2014/main" id="{26E8D06D-29A8-47AF-A4B7-3EF420F61462}"/>
              </a:ext>
            </a:extLst>
          </p:cNvPr>
          <p:cNvSpPr>
            <a:spLocks noGrp="1"/>
          </p:cNvSpPr>
          <p:nvPr>
            <p:ph type="title"/>
          </p:nvPr>
        </p:nvSpPr>
        <p:spPr>
          <a:xfrm>
            <a:off x="1080000" y="3979863"/>
            <a:ext cx="6234859" cy="1295400"/>
          </a:xfrm>
          <a:prstGeom prst="rect">
            <a:avLst/>
          </a:prstGeom>
        </p:spPr>
        <p:txBody>
          <a:bodyPr vert="horz" lIns="0" tIns="0" rIns="0" bIns="0" rtlCol="0" anchor="b" anchorCtr="0">
            <a:noAutofit/>
          </a:bodyPr>
          <a:lstStyle>
            <a:lvl1pPr>
              <a:defRPr lang="de-DE" sz="3000" cap="all" spc="800">
                <a:solidFill>
                  <a:schemeClr val="bg1"/>
                </a:solidFill>
                <a:ea typeface="+mn-ea"/>
                <a:cs typeface="+mn-cs"/>
              </a:defRPr>
            </a:lvl1pPr>
          </a:lstStyle>
          <a:p>
            <a:pPr lvl="0">
              <a:spcBef>
                <a:spcPts val="0"/>
              </a:spcBef>
              <a:buFont typeface="Arial" panose="020B0604020202020204" pitchFamily="34" charset="0"/>
            </a:pPr>
            <a:r>
              <a:rPr lang="en-US"/>
              <a:t>Click to edit Master title style</a:t>
            </a:r>
            <a:endParaRPr lang="de-DE"/>
          </a:p>
        </p:txBody>
      </p:sp>
      <p:sp>
        <p:nvSpPr>
          <p:cNvPr id="37" name="TextBox 36"/>
          <p:cNvSpPr txBox="1"/>
          <p:nvPr userDrawn="1">
            <p:custDataLst>
              <p:tags r:id="rId3"/>
            </p:custDataLst>
          </p:nvPr>
        </p:nvSpPr>
        <p:spPr>
          <a:xfrm>
            <a:off x="10005270" y="6268479"/>
            <a:ext cx="1635064" cy="184666"/>
          </a:xfrm>
          <a:prstGeom prst="rect">
            <a:avLst/>
          </a:prstGeom>
          <a:noFill/>
        </p:spPr>
        <p:txBody>
          <a:bodyPr vert="horz" wrap="none" lIns="0" tIns="0" rIns="0" bIns="0" rtlCol="0" anchor="ctr" anchorCtr="0">
            <a:spAutoFit/>
          </a:bodyPr>
          <a:lstStyle/>
          <a:p>
            <a:pPr algn="r">
              <a:spcBef>
                <a:spcPts val="1000"/>
              </a:spcBef>
            </a:pPr>
            <a:r>
              <a:rPr lang="en-GB" sz="1200" b="1" dirty="0">
                <a:solidFill>
                  <a:schemeClr val="accent2">
                    <a:lumMod val="100000"/>
                  </a:schemeClr>
                </a:solidFill>
                <a:latin typeface="Ubuntu" panose="020B0504030602030204"/>
                <a:cs typeface="Times New Roman" pitchFamily="18" charset="0"/>
              </a:rPr>
              <a:t>Company Confidential</a:t>
            </a:r>
            <a:endParaRPr lang="en-GB" sz="1200" b="1" dirty="0">
              <a:solidFill>
                <a:schemeClr val="accent2">
                  <a:lumMod val="100000"/>
                </a:schemeClr>
              </a:solidFill>
              <a:latin typeface="Ubuntu" panose="020B0504030602030204"/>
              <a:ea typeface="Times New Roman" pitchFamily="18" charset="0"/>
              <a:cs typeface="Times New Roman" pitchFamily="18" charset="0"/>
            </a:endParaRPr>
          </a:p>
        </p:txBody>
      </p:sp>
    </p:spTree>
    <p:extLst>
      <p:ext uri="{BB962C8B-B14F-4D97-AF65-F5344CB8AC3E}">
        <p14:creationId xmlns:p14="http://schemas.microsoft.com/office/powerpoint/2010/main" val="3932234749"/>
      </p:ext>
    </p:extLst>
  </p:cSld>
  <p:clrMapOvr>
    <a:masterClrMapping/>
  </p:clrMapOvr>
  <p:extLst>
    <p:ext uri="{DCECCB84-F9BA-43D5-87BE-67443E8EF086}">
      <p15:sldGuideLst xmlns:p15="http://schemas.microsoft.com/office/powerpoint/2012/main"/>
    </p:ext>
  </p:extLst>
</p:sldLayout>
</file>

<file path=ppt/slideLayouts/slideLayout158.xml><?xml version="1.0" encoding="utf-8"?>
<p:sldLayout xmlns:a="http://schemas.openxmlformats.org/drawingml/2006/main" xmlns:r="http://schemas.openxmlformats.org/officeDocument/2006/relationships" xmlns:p="http://schemas.openxmlformats.org/presentationml/2006/main" preserve="1" userDrawn="1">
  <p:cSld name="1_Title Only">
    <p:spTree>
      <p:nvGrpSpPr>
        <p:cNvPr id="1" name=""/>
        <p:cNvGrpSpPr/>
        <p:nvPr/>
      </p:nvGrpSpPr>
      <p:grpSpPr>
        <a:xfrm>
          <a:off x="0" y="0"/>
          <a:ext cx="0" cy="0"/>
          <a:chOff x="0" y="0"/>
          <a:chExt cx="0" cy="0"/>
        </a:xfrm>
      </p:grpSpPr>
      <p:graphicFrame>
        <p:nvGraphicFramePr>
          <p:cNvPr id="2" name="Object 1" hidden="1">
            <a:extLst>
              <a:ext uri="{FF2B5EF4-FFF2-40B4-BE49-F238E27FC236}">
                <a16:creationId xmlns:a16="http://schemas.microsoft.com/office/drawing/2014/main" id="{535CC730-2D2A-4526-8A02-2947562E59F8}"/>
              </a:ext>
            </a:extLst>
          </p:cNvPr>
          <p:cNvGraphicFramePr>
            <a:graphicFrameLocks noChangeAspect="1"/>
          </p:cNvGraphicFramePr>
          <p:nvPr userDrawn="1">
            <p:custDataLst>
              <p:tags r:id="rId1"/>
            </p:custDataLst>
            <p:extLst>
              <p:ext uri="{D42A27DB-BD31-4B8C-83A1-F6EECF244321}">
                <p14:modId xmlns:p14="http://schemas.microsoft.com/office/powerpoint/2010/main" val="47143796"/>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2" name="Object 1" hidden="1">
                        <a:extLst>
                          <a:ext uri="{FF2B5EF4-FFF2-40B4-BE49-F238E27FC236}">
                            <a16:creationId xmlns:a16="http://schemas.microsoft.com/office/drawing/2014/main" id="{535CC730-2D2A-4526-8A02-2947562E59F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3A0BA9B0-3DAE-4749-8DE9-854BA8D1802B}"/>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dirty="0">
              <a:solidFill>
                <a:schemeClr val="tx1"/>
              </a:solidFill>
              <a:latin typeface="Ubuntu" panose="020B0504030602030204" pitchFamily="34" charset="0"/>
              <a:ea typeface="+mj-ea"/>
              <a:cs typeface="+mj-cs"/>
              <a:sym typeface="Ubuntu" panose="020B0504030602030204" pitchFamily="34" charset="0"/>
            </a:endParaRPr>
          </a:p>
        </p:txBody>
      </p:sp>
      <p:sp>
        <p:nvSpPr>
          <p:cNvPr id="5" name="Title 4">
            <a:extLst>
              <a:ext uri="{FF2B5EF4-FFF2-40B4-BE49-F238E27FC236}">
                <a16:creationId xmlns:a16="http://schemas.microsoft.com/office/drawing/2014/main" id="{B5B15895-2835-468A-AD6E-B8C687DB6771}"/>
              </a:ext>
            </a:extLst>
          </p:cNvPr>
          <p:cNvSpPr>
            <a:spLocks noGrp="1"/>
          </p:cNvSpPr>
          <p:nvPr>
            <p:ph type="title"/>
          </p:nvPr>
        </p:nvSpPr>
        <p:spPr>
          <a:xfrm>
            <a:off x="551384" y="8744"/>
            <a:ext cx="10872000" cy="1116000"/>
          </a:xfrm>
          <a:prstGeom prst="rect">
            <a:avLst/>
          </a:prstGeom>
        </p:spPr>
        <p:txBody>
          <a:bodyPr/>
          <a:lstStyle/>
          <a:p>
            <a:r>
              <a:rPr lang="en-US"/>
              <a:t>Click to edit Master title style</a:t>
            </a:r>
            <a:endParaRPr lang="de-DE"/>
          </a:p>
        </p:txBody>
      </p:sp>
      <p:sp>
        <p:nvSpPr>
          <p:cNvPr id="10" name="Date Placeholder 1"/>
          <p:cNvSpPr>
            <a:spLocks noGrp="1"/>
          </p:cNvSpPr>
          <p:nvPr>
            <p:ph type="dt" sz="half" idx="12"/>
          </p:nvPr>
        </p:nvSpPr>
        <p:spPr>
          <a:xfrm>
            <a:off x="9192344" y="6650661"/>
            <a:ext cx="2119242" cy="123111"/>
          </a:xfrm>
          <a:prstGeom prst="rect">
            <a:avLst/>
          </a:prstGeom>
        </p:spPr>
        <p:txBody>
          <a:bodyPr/>
          <a:lstStyle/>
          <a:p>
            <a:pPr>
              <a:spcBef>
                <a:spcPts val="1000"/>
              </a:spcBef>
              <a:buFont typeface="Arial" panose="020B0604020202020204" pitchFamily="34" charset="0"/>
              <a:buNone/>
            </a:pPr>
            <a:r>
              <a:rPr lang="en-US" dirty="0"/>
              <a:t>© Capgemini Invent 2020. All rights reserved.</a:t>
            </a:r>
          </a:p>
        </p:txBody>
      </p:sp>
      <p:sp>
        <p:nvSpPr>
          <p:cNvPr id="14" name="Footer Placeholder 4"/>
          <p:cNvSpPr>
            <a:spLocks noGrp="1"/>
          </p:cNvSpPr>
          <p:nvPr>
            <p:ph type="ftr" sz="quarter" idx="13"/>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dirty="0"/>
              <a:t>CCI Analytics CoE | December 2020</a:t>
            </a:r>
          </a:p>
        </p:txBody>
      </p:sp>
      <p:sp>
        <p:nvSpPr>
          <p:cNvPr id="15" name="Slide Number Placeholder 6"/>
          <p:cNvSpPr>
            <a:spLocks noGrp="1"/>
          </p:cNvSpPr>
          <p:nvPr>
            <p:ph type="sldNum" sz="quarter" idx="14"/>
          </p:nvPr>
        </p:nvSpPr>
        <p:spPr>
          <a:xfrm>
            <a:off x="11407951" y="6650661"/>
            <a:ext cx="232665" cy="123111"/>
          </a:xfrm>
          <a:prstGeom prst="rect">
            <a:avLst/>
          </a:prstGeom>
        </p:spPr>
        <p:txBody>
          <a:bodyPr/>
          <a:lstStyle>
            <a:lvl1pPr>
              <a:defRPr/>
            </a:lvl1pPr>
          </a:lstStyle>
          <a:p>
            <a:fld id="{5D9A5160-6218-4E5A-B9E6-B93E3DAE377C}" type="slidenum">
              <a:rPr lang="en-US" smtClean="0"/>
              <a:pPr/>
              <a:t>‹#›</a:t>
            </a:fld>
            <a:endParaRPr lang="en-US" dirty="0"/>
          </a:p>
        </p:txBody>
      </p:sp>
      <p:grpSp>
        <p:nvGrpSpPr>
          <p:cNvPr id="12" name="Groupe 1">
            <a:extLst>
              <a:ext uri="{FF2B5EF4-FFF2-40B4-BE49-F238E27FC236}">
                <a16:creationId xmlns:a16="http://schemas.microsoft.com/office/drawing/2014/main" id="{F28AF623-5CFB-6E4D-A2FD-5C050ED8560B}"/>
              </a:ext>
            </a:extLst>
          </p:cNvPr>
          <p:cNvGrpSpPr/>
          <p:nvPr userDrawn="1"/>
        </p:nvGrpSpPr>
        <p:grpSpPr>
          <a:xfrm>
            <a:off x="11501102" y="171573"/>
            <a:ext cx="419436" cy="388988"/>
            <a:chOff x="11501102" y="171573"/>
            <a:chExt cx="419436" cy="388988"/>
          </a:xfrm>
        </p:grpSpPr>
        <p:sp>
          <p:nvSpPr>
            <p:cNvPr id="13" name="Freeform 13">
              <a:extLst>
                <a:ext uri="{FF2B5EF4-FFF2-40B4-BE49-F238E27FC236}">
                  <a16:creationId xmlns:a16="http://schemas.microsoft.com/office/drawing/2014/main" id="{52CABE57-F7CB-F643-8326-C94038E47952}"/>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6" name="Freeform 14">
              <a:extLst>
                <a:ext uri="{FF2B5EF4-FFF2-40B4-BE49-F238E27FC236}">
                  <a16:creationId xmlns:a16="http://schemas.microsoft.com/office/drawing/2014/main" id="{54E487B1-FB51-9B4D-926E-9517067EC614}"/>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20" name="TextBox 19">
            <a:extLst>
              <a:ext uri="{FF2B5EF4-FFF2-40B4-BE49-F238E27FC236}">
                <a16:creationId xmlns:a16="http://schemas.microsoft.com/office/drawing/2014/main" id="{7D00A6C9-C982-8543-8ECB-68E2EA122451}"/>
              </a:ext>
            </a:extLst>
          </p:cNvPr>
          <p:cNvSpPr txBox="1"/>
          <p:nvPr userDrawn="1">
            <p:custDataLst>
              <p:tags r:id="rId3"/>
            </p:custDataLst>
          </p:nvPr>
        </p:nvSpPr>
        <p:spPr>
          <a:xfrm>
            <a:off x="8030294"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dirty="0">
                <a:solidFill>
                  <a:schemeClr val="bg1">
                    <a:lumMod val="65000"/>
                  </a:schemeClr>
                </a:solidFill>
                <a:cs typeface="Times New Roman" pitchFamily="18" charset="0"/>
              </a:rPr>
              <a:t>Company Confidential</a:t>
            </a:r>
            <a:endParaRPr lang="en-GB" sz="800" b="1" dirty="0">
              <a:solidFill>
                <a:schemeClr val="bg1">
                  <a:lumMod val="65000"/>
                </a:schemeClr>
              </a:solidFill>
              <a:ea typeface="Times New Roman" pitchFamily="18" charset="0"/>
              <a:cs typeface="Times New Roman" pitchFamily="18" charset="0"/>
            </a:endParaRPr>
          </a:p>
        </p:txBody>
      </p:sp>
    </p:spTree>
    <p:extLst>
      <p:ext uri="{BB962C8B-B14F-4D97-AF65-F5344CB8AC3E}">
        <p14:creationId xmlns:p14="http://schemas.microsoft.com/office/powerpoint/2010/main" val="2764346792"/>
      </p:ext>
    </p:extLst>
  </p:cSld>
  <p:clrMapOvr>
    <a:masterClrMapping/>
  </p:clrMapOvr>
</p:sldLayout>
</file>

<file path=ppt/slideLayouts/slideLayout159.xml><?xml version="1.0" encoding="utf-8"?>
<p:sldLayout xmlns:a="http://schemas.openxmlformats.org/drawingml/2006/main" xmlns:r="http://schemas.openxmlformats.org/officeDocument/2006/relationships" xmlns:p="http://schemas.openxmlformats.org/presentationml/2006/main" preserve="1" userDrawn="1">
  <p:cSld name="2_Title Only">
    <p:spTree>
      <p:nvGrpSpPr>
        <p:cNvPr id="1" name=""/>
        <p:cNvGrpSpPr/>
        <p:nvPr/>
      </p:nvGrpSpPr>
      <p:grpSpPr>
        <a:xfrm>
          <a:off x="0" y="0"/>
          <a:ext cx="0" cy="0"/>
          <a:chOff x="0" y="0"/>
          <a:chExt cx="0" cy="0"/>
        </a:xfrm>
      </p:grpSpPr>
      <p:pic>
        <p:nvPicPr>
          <p:cNvPr id="17" name="Picture 16">
            <a:extLst>
              <a:ext uri="{FF2B5EF4-FFF2-40B4-BE49-F238E27FC236}">
                <a16:creationId xmlns:a16="http://schemas.microsoft.com/office/drawing/2014/main" id="{C1A08135-0BC4-9C42-A938-93ED84E2F8C7}"/>
              </a:ext>
            </a:extLst>
          </p:cNvPr>
          <p:cNvPicPr>
            <a:picLocks noChangeAspect="1"/>
          </p:cNvPicPr>
          <p:nvPr userDrawn="1"/>
        </p:nvPicPr>
        <p:blipFill rotWithShape="1">
          <a:blip r:embed="rId5" cstate="email">
            <a:extLst>
              <a:ext uri="{28A0092B-C50C-407E-A947-70E740481C1C}">
                <a14:useLocalDpi xmlns:a14="http://schemas.microsoft.com/office/drawing/2010/main"/>
              </a:ext>
            </a:extLst>
          </a:blip>
          <a:srcRect r="8656"/>
          <a:stretch/>
        </p:blipFill>
        <p:spPr>
          <a:xfrm>
            <a:off x="8653225" y="0"/>
            <a:ext cx="3538775" cy="6858000"/>
          </a:xfrm>
          <a:prstGeom prst="rect">
            <a:avLst/>
          </a:prstGeom>
        </p:spPr>
      </p:pic>
      <p:graphicFrame>
        <p:nvGraphicFramePr>
          <p:cNvPr id="2" name="Object 1" hidden="1">
            <a:extLst>
              <a:ext uri="{FF2B5EF4-FFF2-40B4-BE49-F238E27FC236}">
                <a16:creationId xmlns:a16="http://schemas.microsoft.com/office/drawing/2014/main" id="{535CC730-2D2A-4526-8A02-2947562E59F8}"/>
              </a:ext>
            </a:extLst>
          </p:cNvPr>
          <p:cNvGraphicFramePr>
            <a:graphicFrameLocks noChangeAspect="1"/>
          </p:cNvGraphicFramePr>
          <p:nvPr userDrawn="1">
            <p:custDataLst>
              <p:tags r:id="rId1"/>
            </p:custDataLst>
            <p:extLst>
              <p:ext uri="{D42A27DB-BD31-4B8C-83A1-F6EECF244321}">
                <p14:modId xmlns:p14="http://schemas.microsoft.com/office/powerpoint/2010/main" val="1479326011"/>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6" imgW="270" imgH="270" progId="TCLayout.ActiveDocument.1">
                  <p:embed/>
                </p:oleObj>
              </mc:Choice>
              <mc:Fallback>
                <p:oleObj name="think-cell Slide" r:id="rId6" imgW="270" imgH="270" progId="TCLayout.ActiveDocument.1">
                  <p:embed/>
                  <p:pic>
                    <p:nvPicPr>
                      <p:cNvPr id="2" name="Object 1" hidden="1">
                        <a:extLst>
                          <a:ext uri="{FF2B5EF4-FFF2-40B4-BE49-F238E27FC236}">
                            <a16:creationId xmlns:a16="http://schemas.microsoft.com/office/drawing/2014/main" id="{535CC730-2D2A-4526-8A02-2947562E59F8}"/>
                          </a:ext>
                        </a:extLst>
                      </p:cNvPr>
                      <p:cNvPicPr/>
                      <p:nvPr/>
                    </p:nvPicPr>
                    <p:blipFill>
                      <a:blip r:embed="rId7"/>
                      <a:stretch>
                        <a:fillRect/>
                      </a:stretch>
                    </p:blipFill>
                    <p:spPr>
                      <a:xfrm>
                        <a:off x="1588" y="1588"/>
                        <a:ext cx="1588" cy="1588"/>
                      </a:xfrm>
                      <a:prstGeom prst="rect">
                        <a:avLst/>
                      </a:prstGeom>
                    </p:spPr>
                  </p:pic>
                </p:oleObj>
              </mc:Fallback>
            </mc:AlternateContent>
          </a:graphicData>
        </a:graphic>
      </p:graphicFrame>
      <p:sp>
        <p:nvSpPr>
          <p:cNvPr id="7" name="Rectangle 6" hidden="1">
            <a:extLst>
              <a:ext uri="{FF2B5EF4-FFF2-40B4-BE49-F238E27FC236}">
                <a16:creationId xmlns:a16="http://schemas.microsoft.com/office/drawing/2014/main" id="{3A0BA9B0-3DAE-4749-8DE9-854BA8D1802B}"/>
              </a:ext>
            </a:extLst>
          </p:cNvPr>
          <p:cNvSpPr/>
          <p:nvPr userDrawn="1">
            <p:custDataLst>
              <p:tags r:id="rId2"/>
            </p:custDataLst>
          </p:nvPr>
        </p:nvSpPr>
        <p:spPr>
          <a:xfrm>
            <a:off x="0" y="0"/>
            <a:ext cx="158750" cy="15875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100000"/>
              </a:lnSpc>
              <a:spcBef>
                <a:spcPct val="0"/>
              </a:spcBef>
              <a:spcAft>
                <a:spcPct val="0"/>
              </a:spcAft>
            </a:pPr>
            <a:endParaRPr lang="en-US" sz="2800" b="0" i="0" baseline="0" dirty="0">
              <a:solidFill>
                <a:schemeClr val="tx1"/>
              </a:solidFill>
              <a:latin typeface="Ubuntu" panose="020B0504030602030204" pitchFamily="34" charset="0"/>
              <a:ea typeface="+mj-ea"/>
              <a:cs typeface="+mj-cs"/>
              <a:sym typeface="Ubuntu" panose="020B0504030602030204" pitchFamily="34" charset="0"/>
            </a:endParaRPr>
          </a:p>
        </p:txBody>
      </p:sp>
      <p:sp>
        <p:nvSpPr>
          <p:cNvPr id="5" name="Title 4">
            <a:extLst>
              <a:ext uri="{FF2B5EF4-FFF2-40B4-BE49-F238E27FC236}">
                <a16:creationId xmlns:a16="http://schemas.microsoft.com/office/drawing/2014/main" id="{B5B15895-2835-468A-AD6E-B8C687DB6771}"/>
              </a:ext>
            </a:extLst>
          </p:cNvPr>
          <p:cNvSpPr>
            <a:spLocks noGrp="1"/>
          </p:cNvSpPr>
          <p:nvPr>
            <p:ph type="title"/>
          </p:nvPr>
        </p:nvSpPr>
        <p:spPr>
          <a:xfrm>
            <a:off x="551384" y="8744"/>
            <a:ext cx="10872000" cy="1116000"/>
          </a:xfrm>
          <a:prstGeom prst="rect">
            <a:avLst/>
          </a:prstGeom>
        </p:spPr>
        <p:txBody>
          <a:bodyPr/>
          <a:lstStyle/>
          <a:p>
            <a:r>
              <a:rPr lang="en-US"/>
              <a:t>Click to edit Master title style</a:t>
            </a:r>
            <a:endParaRPr lang="de-DE"/>
          </a:p>
        </p:txBody>
      </p:sp>
      <p:sp>
        <p:nvSpPr>
          <p:cNvPr id="10" name="Date Placeholder 1"/>
          <p:cNvSpPr>
            <a:spLocks noGrp="1"/>
          </p:cNvSpPr>
          <p:nvPr>
            <p:ph type="dt" sz="half" idx="12"/>
          </p:nvPr>
        </p:nvSpPr>
        <p:spPr>
          <a:xfrm>
            <a:off x="9192344" y="6650661"/>
            <a:ext cx="2119242" cy="123111"/>
          </a:xfrm>
          <a:prstGeom prst="rect">
            <a:avLst/>
          </a:prstGeom>
        </p:spPr>
        <p:txBody>
          <a:bodyPr/>
          <a:lstStyle/>
          <a:p>
            <a:pPr>
              <a:spcBef>
                <a:spcPts val="1000"/>
              </a:spcBef>
              <a:buFont typeface="Arial" panose="020B0604020202020204" pitchFamily="34" charset="0"/>
              <a:buNone/>
            </a:pPr>
            <a:r>
              <a:rPr lang="en-US" dirty="0"/>
              <a:t>© Capgemini Invent 2020. All rights reserved.</a:t>
            </a:r>
          </a:p>
        </p:txBody>
      </p:sp>
      <p:sp>
        <p:nvSpPr>
          <p:cNvPr id="14" name="Footer Placeholder 4"/>
          <p:cNvSpPr>
            <a:spLocks noGrp="1"/>
          </p:cNvSpPr>
          <p:nvPr>
            <p:ph type="ftr" sz="quarter" idx="13"/>
          </p:nvPr>
        </p:nvSpPr>
        <p:spPr>
          <a:xfrm>
            <a:off x="550863" y="6650661"/>
            <a:ext cx="4716524" cy="123111"/>
          </a:xfrm>
          <a:prstGeom prst="rect">
            <a:avLst/>
          </a:prstGeom>
        </p:spPr>
        <p:txBody>
          <a:bodyPr/>
          <a:lstStyle/>
          <a:p>
            <a:pPr>
              <a:spcBef>
                <a:spcPts val="1000"/>
              </a:spcBef>
              <a:buFont typeface="Arial" panose="020B0604020202020204" pitchFamily="34" charset="0"/>
              <a:buNone/>
            </a:pPr>
            <a:r>
              <a:rPr lang="en-US" dirty="0"/>
              <a:t>CCI Analytics CoE | December 2020</a:t>
            </a:r>
          </a:p>
        </p:txBody>
      </p:sp>
      <p:sp>
        <p:nvSpPr>
          <p:cNvPr id="15" name="Slide Number Placeholder 6"/>
          <p:cNvSpPr>
            <a:spLocks noGrp="1"/>
          </p:cNvSpPr>
          <p:nvPr>
            <p:ph type="sldNum" sz="quarter" idx="14"/>
          </p:nvPr>
        </p:nvSpPr>
        <p:spPr>
          <a:xfrm>
            <a:off x="11407951" y="6650661"/>
            <a:ext cx="232665" cy="123111"/>
          </a:xfrm>
          <a:prstGeom prst="rect">
            <a:avLst/>
          </a:prstGeom>
        </p:spPr>
        <p:txBody>
          <a:bodyPr/>
          <a:lstStyle>
            <a:lvl1pPr>
              <a:defRPr/>
            </a:lvl1pPr>
          </a:lstStyle>
          <a:p>
            <a:fld id="{5D9A5160-6218-4E5A-B9E6-B93E3DAE377C}" type="slidenum">
              <a:rPr lang="en-US" smtClean="0"/>
              <a:pPr/>
              <a:t>‹#›</a:t>
            </a:fld>
            <a:endParaRPr lang="en-US" dirty="0"/>
          </a:p>
        </p:txBody>
      </p:sp>
      <p:sp>
        <p:nvSpPr>
          <p:cNvPr id="20" name="TextBox 19">
            <a:extLst>
              <a:ext uri="{FF2B5EF4-FFF2-40B4-BE49-F238E27FC236}">
                <a16:creationId xmlns:a16="http://schemas.microsoft.com/office/drawing/2014/main" id="{7D00A6C9-C982-8543-8ECB-68E2EA122451}"/>
              </a:ext>
            </a:extLst>
          </p:cNvPr>
          <p:cNvSpPr txBox="1"/>
          <p:nvPr userDrawn="1">
            <p:custDataLst>
              <p:tags r:id="rId3"/>
            </p:custDataLst>
          </p:nvPr>
        </p:nvSpPr>
        <p:spPr>
          <a:xfrm>
            <a:off x="8030294"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dirty="0">
                <a:solidFill>
                  <a:schemeClr val="bg1">
                    <a:lumMod val="65000"/>
                  </a:schemeClr>
                </a:solidFill>
                <a:cs typeface="Times New Roman" pitchFamily="18" charset="0"/>
              </a:rPr>
              <a:t>Company Confidential</a:t>
            </a:r>
            <a:endParaRPr lang="en-GB" sz="800" b="1" dirty="0">
              <a:solidFill>
                <a:schemeClr val="bg1">
                  <a:lumMod val="65000"/>
                </a:schemeClr>
              </a:solidFill>
              <a:ea typeface="Times New Roman" pitchFamily="18" charset="0"/>
              <a:cs typeface="Times New Roman" pitchFamily="18" charset="0"/>
            </a:endParaRPr>
          </a:p>
        </p:txBody>
      </p:sp>
      <p:grpSp>
        <p:nvGrpSpPr>
          <p:cNvPr id="22" name="Group 37">
            <a:extLst>
              <a:ext uri="{FF2B5EF4-FFF2-40B4-BE49-F238E27FC236}">
                <a16:creationId xmlns:a16="http://schemas.microsoft.com/office/drawing/2014/main" id="{EE30F6F6-A4DF-4A48-9E70-10AA4E766424}"/>
              </a:ext>
            </a:extLst>
          </p:cNvPr>
          <p:cNvGrpSpPr/>
          <p:nvPr userDrawn="1"/>
        </p:nvGrpSpPr>
        <p:grpSpPr>
          <a:xfrm>
            <a:off x="11501102" y="171573"/>
            <a:ext cx="419436" cy="388087"/>
            <a:chOff x="5481638" y="2859088"/>
            <a:chExt cx="1231900" cy="1139825"/>
          </a:xfrm>
          <a:solidFill>
            <a:schemeClr val="bg1"/>
          </a:solidFill>
        </p:grpSpPr>
        <p:sp>
          <p:nvSpPr>
            <p:cNvPr id="23" name="Freeform 320">
              <a:extLst>
                <a:ext uri="{FF2B5EF4-FFF2-40B4-BE49-F238E27FC236}">
                  <a16:creationId xmlns:a16="http://schemas.microsoft.com/office/drawing/2014/main" id="{0D174656-5363-684B-9DF6-CF6EEBECCAA5}"/>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24" name="Freeform 321">
              <a:extLst>
                <a:ext uri="{FF2B5EF4-FFF2-40B4-BE49-F238E27FC236}">
                  <a16:creationId xmlns:a16="http://schemas.microsoft.com/office/drawing/2014/main" id="{EB82FE58-19F0-DB40-AB0E-9AFE4719ABD1}"/>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069660997"/>
      </p:ext>
    </p:extLst>
  </p:cSld>
  <p:clrMapOvr>
    <a:masterClrMapping/>
  </p:clrMapOvr>
</p:sldLayout>
</file>

<file path=ppt/slideLayouts/slideLayout160.xml><?xml version="1.0" encoding="utf-8"?>
<p:sldLayout xmlns:a="http://schemas.openxmlformats.org/drawingml/2006/main" xmlns:r="http://schemas.openxmlformats.org/officeDocument/2006/relationships" xmlns:p="http://schemas.openxmlformats.org/presentationml/2006/main" showMasterSp="0" preserve="1" userDrawn="1">
  <p:cSld name="3_Boiler Plate">
    <p:bg>
      <p:bgPr>
        <a:solidFill>
          <a:schemeClr val="tx2"/>
        </a:solidFill>
        <a:effectLst/>
      </p:bgPr>
    </p:bg>
    <p:spTree>
      <p:nvGrpSpPr>
        <p:cNvPr id="1" name=""/>
        <p:cNvGrpSpPr/>
        <p:nvPr/>
      </p:nvGrpSpPr>
      <p:grpSpPr>
        <a:xfrm>
          <a:off x="0" y="0"/>
          <a:ext cx="0" cy="0"/>
          <a:chOff x="0" y="0"/>
          <a:chExt cx="0" cy="0"/>
        </a:xfrm>
      </p:grpSpPr>
      <p:grpSp>
        <p:nvGrpSpPr>
          <p:cNvPr id="2" name="Group 1">
            <a:extLst>
              <a:ext uri="{FF2B5EF4-FFF2-40B4-BE49-F238E27FC236}">
                <a16:creationId xmlns:a16="http://schemas.microsoft.com/office/drawing/2014/main" id="{5F23B0F1-7FC2-4E18-83ED-3B86713C22CD}"/>
              </a:ext>
            </a:extLst>
          </p:cNvPr>
          <p:cNvGrpSpPr/>
          <p:nvPr userDrawn="1"/>
        </p:nvGrpSpPr>
        <p:grpSpPr>
          <a:xfrm>
            <a:off x="-1" y="1066712"/>
            <a:ext cx="12198356" cy="5802074"/>
            <a:chOff x="-1" y="1066712"/>
            <a:chExt cx="12198356" cy="5802074"/>
          </a:xfrm>
        </p:grpSpPr>
        <p:pic>
          <p:nvPicPr>
            <p:cNvPr id="30" name="Picture 29">
              <a:extLst>
                <a:ext uri="{FF2B5EF4-FFF2-40B4-BE49-F238E27FC236}">
                  <a16:creationId xmlns:a16="http://schemas.microsoft.com/office/drawing/2014/main" id="{7B3E10BB-E8D9-453A-8066-BA30602CC7E8}"/>
                </a:ext>
              </a:extLst>
            </p:cNvPr>
            <p:cNvPicPr>
              <a:picLocks noChangeAspect="1"/>
            </p:cNvPicPr>
            <p:nvPr userDrawn="1"/>
          </p:nvPicPr>
          <p:blipFill rotWithShape="1">
            <a:blip r:embed="rId3" cstate="email">
              <a:extLst>
                <a:ext uri="{28A0092B-C50C-407E-A947-70E740481C1C}">
                  <a14:useLocalDpi xmlns:a14="http://schemas.microsoft.com/office/drawing/2010/main"/>
                </a:ext>
              </a:extLst>
            </a:blip>
            <a:srcRect r="5523"/>
            <a:stretch/>
          </p:blipFill>
          <p:spPr>
            <a:xfrm flipH="1" flipV="1">
              <a:off x="-1" y="1066712"/>
              <a:ext cx="12192000" cy="5791288"/>
            </a:xfrm>
            <a:prstGeom prst="rect">
              <a:avLst/>
            </a:prstGeom>
          </p:spPr>
        </p:pic>
        <p:pic>
          <p:nvPicPr>
            <p:cNvPr id="31" name="Picture 30">
              <a:extLst>
                <a:ext uri="{FF2B5EF4-FFF2-40B4-BE49-F238E27FC236}">
                  <a16:creationId xmlns:a16="http://schemas.microsoft.com/office/drawing/2014/main" id="{A5AC3777-2AA3-4BA0-87A1-C8524F70B4D8}"/>
                </a:ext>
              </a:extLst>
            </p:cNvPr>
            <p:cNvPicPr>
              <a:picLocks noChangeAspect="1"/>
            </p:cNvPicPr>
            <p:nvPr userDrawn="1"/>
          </p:nvPicPr>
          <p:blipFill>
            <a:blip r:embed="rId4" cstate="email">
              <a:extLst>
                <a:ext uri="{28A0092B-C50C-407E-A947-70E740481C1C}">
                  <a14:useLocalDpi xmlns:a14="http://schemas.microsoft.com/office/drawing/2010/main"/>
                </a:ext>
              </a:extLst>
            </a:blip>
            <a:stretch>
              <a:fillRect/>
            </a:stretch>
          </p:blipFill>
          <p:spPr>
            <a:xfrm rot="10800000">
              <a:off x="8688680" y="1077498"/>
              <a:ext cx="3509675" cy="5791288"/>
            </a:xfrm>
            <a:prstGeom prst="rect">
              <a:avLst/>
            </a:prstGeom>
          </p:spPr>
        </p:pic>
      </p:grpSp>
      <p:graphicFrame>
        <p:nvGraphicFramePr>
          <p:cNvPr id="3" name="Object 2" hidden="1">
            <a:extLst>
              <a:ext uri="{FF2B5EF4-FFF2-40B4-BE49-F238E27FC236}">
                <a16:creationId xmlns:a16="http://schemas.microsoft.com/office/drawing/2014/main" id="{84DA10A8-ECF8-43A8-8755-7F9B9F9292E7}"/>
              </a:ext>
            </a:extLst>
          </p:cNvPr>
          <p:cNvGraphicFramePr>
            <a:graphicFrameLocks noChangeAspect="1"/>
          </p:cNvGraphicFramePr>
          <p:nvPr userDrawn="1">
            <p:custDataLst>
              <p:tags r:id="rId1"/>
            </p:custDataLst>
            <p:extLst>
              <p:ext uri="{D42A27DB-BD31-4B8C-83A1-F6EECF244321}">
                <p14:modId xmlns:p14="http://schemas.microsoft.com/office/powerpoint/2010/main" val="3157755292"/>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3" name="Object 2" hidden="1">
                        <a:extLst>
                          <a:ext uri="{FF2B5EF4-FFF2-40B4-BE49-F238E27FC236}">
                            <a16:creationId xmlns:a16="http://schemas.microsoft.com/office/drawing/2014/main" id="{84DA10A8-ECF8-43A8-8755-7F9B9F9292E7}"/>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5" name="Rectangle 24">
            <a:hlinkClick r:id="rId7"/>
            <a:extLst>
              <a:ext uri="{FF2B5EF4-FFF2-40B4-BE49-F238E27FC236}">
                <a16:creationId xmlns:a16="http://schemas.microsoft.com/office/drawing/2014/main" id="{9F81E28A-4FC1-4C3D-8EEF-F0B729859246}"/>
              </a:ext>
            </a:extLst>
          </p:cNvPr>
          <p:cNvSpPr/>
          <p:nvPr userDrawn="1"/>
        </p:nvSpPr>
        <p:spPr>
          <a:xfrm>
            <a:off x="6333489" y="5821999"/>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latin typeface="+mj-lt"/>
            </a:endParaRPr>
          </a:p>
        </p:txBody>
      </p:sp>
      <p:grpSp>
        <p:nvGrpSpPr>
          <p:cNvPr id="56" name="Graphic 4">
            <a:extLst>
              <a:ext uri="{FF2B5EF4-FFF2-40B4-BE49-F238E27FC236}">
                <a16:creationId xmlns:a16="http://schemas.microsoft.com/office/drawing/2014/main" id="{73331263-39FE-43F6-90B6-ABA2B25004DD}"/>
              </a:ext>
            </a:extLst>
          </p:cNvPr>
          <p:cNvGrpSpPr>
            <a:grpSpLocks/>
          </p:cNvGrpSpPr>
          <p:nvPr userDrawn="1"/>
        </p:nvGrpSpPr>
        <p:grpSpPr>
          <a:xfrm>
            <a:off x="912000" y="486661"/>
            <a:ext cx="3557061" cy="546150"/>
            <a:chOff x="3176111" y="1257136"/>
            <a:chExt cx="5719756" cy="878207"/>
          </a:xfrm>
        </p:grpSpPr>
        <p:sp>
          <p:nvSpPr>
            <p:cNvPr id="57" name="Freeform: Shape 56">
              <a:extLst>
                <a:ext uri="{FF2B5EF4-FFF2-40B4-BE49-F238E27FC236}">
                  <a16:creationId xmlns:a16="http://schemas.microsoft.com/office/drawing/2014/main" id="{161AB4A7-8D84-4B95-9698-9F755DDD2933}"/>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58" name="Freeform: Shape 57">
              <a:extLst>
                <a:ext uri="{FF2B5EF4-FFF2-40B4-BE49-F238E27FC236}">
                  <a16:creationId xmlns:a16="http://schemas.microsoft.com/office/drawing/2014/main" id="{DCEBB8F3-E8CD-4A50-8F6D-BF2EF29CC39D}"/>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59" name="Freeform: Shape 58">
              <a:extLst>
                <a:ext uri="{FF2B5EF4-FFF2-40B4-BE49-F238E27FC236}">
                  <a16:creationId xmlns:a16="http://schemas.microsoft.com/office/drawing/2014/main" id="{AB13A629-C896-44B4-95C5-8DFD9CD6E1F1}"/>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60" name="Freeform: Shape 59">
              <a:extLst>
                <a:ext uri="{FF2B5EF4-FFF2-40B4-BE49-F238E27FC236}">
                  <a16:creationId xmlns:a16="http://schemas.microsoft.com/office/drawing/2014/main" id="{47451FC2-F73A-45EC-85CA-C77A7D1A579F}"/>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61" name="Freeform: Shape 60">
              <a:extLst>
                <a:ext uri="{FF2B5EF4-FFF2-40B4-BE49-F238E27FC236}">
                  <a16:creationId xmlns:a16="http://schemas.microsoft.com/office/drawing/2014/main" id="{B949F05E-8819-4120-8503-75F8529192F6}"/>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62" name="Freeform: Shape 61">
              <a:extLst>
                <a:ext uri="{FF2B5EF4-FFF2-40B4-BE49-F238E27FC236}">
                  <a16:creationId xmlns:a16="http://schemas.microsoft.com/office/drawing/2014/main" id="{824D4146-BBB7-4BD7-B73D-08F89545CF9F}"/>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63" name="Freeform: Shape 62">
              <a:extLst>
                <a:ext uri="{FF2B5EF4-FFF2-40B4-BE49-F238E27FC236}">
                  <a16:creationId xmlns:a16="http://schemas.microsoft.com/office/drawing/2014/main" id="{87DC32D6-0F8E-413D-AB1B-01436A4CB438}"/>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64" name="Freeform: Shape 63">
              <a:extLst>
                <a:ext uri="{FF2B5EF4-FFF2-40B4-BE49-F238E27FC236}">
                  <a16:creationId xmlns:a16="http://schemas.microsoft.com/office/drawing/2014/main" id="{E8CA6709-D925-4E05-BB4C-0BDB0349BB32}"/>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lIns="73152" tIns="36576" rIns="73152" bIns="36576" rtlCol="0" anchor="ctr"/>
            <a:lstStyle/>
            <a:p>
              <a:endParaRPr lang="de-DE"/>
            </a:p>
          </p:txBody>
        </p:sp>
        <p:sp>
          <p:nvSpPr>
            <p:cNvPr id="65" name="Freeform: Shape 64">
              <a:extLst>
                <a:ext uri="{FF2B5EF4-FFF2-40B4-BE49-F238E27FC236}">
                  <a16:creationId xmlns:a16="http://schemas.microsoft.com/office/drawing/2014/main" id="{6DE1B5DE-6344-44E7-93C7-564CE8B0A924}"/>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66" name="Freeform: Shape 65">
              <a:extLst>
                <a:ext uri="{FF2B5EF4-FFF2-40B4-BE49-F238E27FC236}">
                  <a16:creationId xmlns:a16="http://schemas.microsoft.com/office/drawing/2014/main" id="{A60F606D-3DC0-4106-9323-01D1CE8ED900}"/>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67" name="Freeform: Shape 66">
              <a:extLst>
                <a:ext uri="{FF2B5EF4-FFF2-40B4-BE49-F238E27FC236}">
                  <a16:creationId xmlns:a16="http://schemas.microsoft.com/office/drawing/2014/main" id="{7C92B1D5-644B-4A6B-AC3C-C664EB079FAF}"/>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lIns="73152" tIns="36576" rIns="73152" bIns="36576" rtlCol="0" anchor="ctr"/>
            <a:lstStyle/>
            <a:p>
              <a:endParaRPr lang="de-DE"/>
            </a:p>
          </p:txBody>
        </p:sp>
        <p:sp>
          <p:nvSpPr>
            <p:cNvPr id="81" name="Freeform: Shape 80">
              <a:extLst>
                <a:ext uri="{FF2B5EF4-FFF2-40B4-BE49-F238E27FC236}">
                  <a16:creationId xmlns:a16="http://schemas.microsoft.com/office/drawing/2014/main" id="{96F1D2B3-5D37-4739-8829-B7F3D723A967}"/>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lIns="73152" tIns="36576" rIns="73152" bIns="36576" rtlCol="0" anchor="ctr"/>
            <a:lstStyle/>
            <a:p>
              <a:endParaRPr lang="de-DE"/>
            </a:p>
          </p:txBody>
        </p:sp>
      </p:grpSp>
      <p:grpSp>
        <p:nvGrpSpPr>
          <p:cNvPr id="19" name="Group 18">
            <a:extLst>
              <a:ext uri="{FF2B5EF4-FFF2-40B4-BE49-F238E27FC236}">
                <a16:creationId xmlns:a16="http://schemas.microsoft.com/office/drawing/2014/main" id="{309EF0E7-08EF-4968-AF63-4522C9F66997}"/>
              </a:ext>
            </a:extLst>
          </p:cNvPr>
          <p:cNvGrpSpPr/>
          <p:nvPr userDrawn="1"/>
        </p:nvGrpSpPr>
        <p:grpSpPr>
          <a:xfrm>
            <a:off x="912000" y="5375940"/>
            <a:ext cx="1866702" cy="333195"/>
            <a:chOff x="426720" y="4976083"/>
            <a:chExt cx="1866702" cy="333195"/>
          </a:xfrm>
        </p:grpSpPr>
        <p:pic>
          <p:nvPicPr>
            <p:cNvPr id="20" name="Picture 2">
              <a:hlinkClick r:id="rId8"/>
              <a:extLst>
                <a:ext uri="{FF2B5EF4-FFF2-40B4-BE49-F238E27FC236}">
                  <a16:creationId xmlns:a16="http://schemas.microsoft.com/office/drawing/2014/main" id="{0500779C-5AB1-476F-A174-9205FC1C32B8}"/>
                </a:ext>
              </a:extLst>
            </p:cNvPr>
            <p:cNvPicPr>
              <a:picLocks noChangeAspect="1" noChangeArrowheads="1"/>
            </p:cNvPicPr>
            <p:nvPr userDrawn="1"/>
          </p:nvPicPr>
          <p:blipFill>
            <a:blip r:embed="rId9" cstate="email">
              <a:extLst>
                <a:ext uri="{28A0092B-C50C-407E-A947-70E740481C1C}">
                  <a14:useLocalDpi xmlns:a14="http://schemas.microsoft.com/office/drawing/2010/main"/>
                </a:ext>
              </a:extLst>
            </a:blip>
            <a:srcRect/>
            <a:stretch>
              <a:fillRect/>
            </a:stretch>
          </p:blipFill>
          <p:spPr bwMode="auto">
            <a:xfrm>
              <a:off x="810097" y="4976083"/>
              <a:ext cx="333195" cy="333195"/>
            </a:xfrm>
            <a:prstGeom prst="rect">
              <a:avLst/>
            </a:prstGeom>
            <a:noFill/>
          </p:spPr>
        </p:pic>
        <p:pic>
          <p:nvPicPr>
            <p:cNvPr id="21" name="Picture 4">
              <a:hlinkClick r:id="rId10"/>
              <a:extLst>
                <a:ext uri="{FF2B5EF4-FFF2-40B4-BE49-F238E27FC236}">
                  <a16:creationId xmlns:a16="http://schemas.microsoft.com/office/drawing/2014/main" id="{4A5E8364-E883-486E-B906-1D2F7B39AB5B}"/>
                </a:ext>
              </a:extLst>
            </p:cNvPr>
            <p:cNvPicPr>
              <a:picLocks noChangeAspect="1" noChangeArrowheads="1"/>
            </p:cNvPicPr>
            <p:nvPr userDrawn="1"/>
          </p:nvPicPr>
          <p:blipFill>
            <a:blip r:embed="rId11" cstate="email">
              <a:extLst>
                <a:ext uri="{28A0092B-C50C-407E-A947-70E740481C1C}">
                  <a14:useLocalDpi xmlns:a14="http://schemas.microsoft.com/office/drawing/2010/main"/>
                </a:ext>
              </a:extLst>
            </a:blip>
            <a:srcRect/>
            <a:stretch>
              <a:fillRect/>
            </a:stretch>
          </p:blipFill>
          <p:spPr bwMode="auto">
            <a:xfrm>
              <a:off x="1193474" y="4976083"/>
              <a:ext cx="333195" cy="333195"/>
            </a:xfrm>
            <a:prstGeom prst="rect">
              <a:avLst/>
            </a:prstGeom>
            <a:noFill/>
          </p:spPr>
        </p:pic>
        <p:pic>
          <p:nvPicPr>
            <p:cNvPr id="22" name="Picture 5">
              <a:hlinkClick r:id="rId12"/>
              <a:extLst>
                <a:ext uri="{FF2B5EF4-FFF2-40B4-BE49-F238E27FC236}">
                  <a16:creationId xmlns:a16="http://schemas.microsoft.com/office/drawing/2014/main" id="{4BA83DD7-107F-4BD2-8BA0-250A101A2E44}"/>
                </a:ext>
              </a:extLst>
            </p:cNvPr>
            <p:cNvPicPr>
              <a:picLocks noChangeAspect="1" noChangeArrowheads="1"/>
            </p:cNvPicPr>
            <p:nvPr userDrawn="1"/>
          </p:nvPicPr>
          <p:blipFill>
            <a:blip r:embed="rId13" cstate="email">
              <a:extLst>
                <a:ext uri="{28A0092B-C50C-407E-A947-70E740481C1C}">
                  <a14:useLocalDpi xmlns:a14="http://schemas.microsoft.com/office/drawing/2010/main"/>
                </a:ext>
              </a:extLst>
            </a:blip>
            <a:srcRect/>
            <a:stretch>
              <a:fillRect/>
            </a:stretch>
          </p:blipFill>
          <p:spPr bwMode="auto">
            <a:xfrm>
              <a:off x="1576851" y="4976083"/>
              <a:ext cx="333195" cy="333195"/>
            </a:xfrm>
            <a:prstGeom prst="rect">
              <a:avLst/>
            </a:prstGeom>
            <a:noFill/>
          </p:spPr>
        </p:pic>
        <p:pic>
          <p:nvPicPr>
            <p:cNvPr id="23" name="Picture 6">
              <a:hlinkClick r:id="rId14"/>
              <a:extLst>
                <a:ext uri="{FF2B5EF4-FFF2-40B4-BE49-F238E27FC236}">
                  <a16:creationId xmlns:a16="http://schemas.microsoft.com/office/drawing/2014/main" id="{0EBD51BE-A122-4ED7-A914-A619F9393770}"/>
                </a:ext>
              </a:extLst>
            </p:cNvPr>
            <p:cNvPicPr>
              <a:picLocks noChangeAspect="1" noChangeArrowheads="1"/>
            </p:cNvPicPr>
            <p:nvPr userDrawn="1"/>
          </p:nvPicPr>
          <p:blipFill>
            <a:blip r:embed="rId15" cstate="email">
              <a:extLst>
                <a:ext uri="{28A0092B-C50C-407E-A947-70E740481C1C}">
                  <a14:useLocalDpi xmlns:a14="http://schemas.microsoft.com/office/drawing/2010/main"/>
                </a:ext>
              </a:extLst>
            </a:blip>
            <a:srcRect/>
            <a:stretch>
              <a:fillRect/>
            </a:stretch>
          </p:blipFill>
          <p:spPr bwMode="auto">
            <a:xfrm>
              <a:off x="1960227" y="4976083"/>
              <a:ext cx="333195" cy="333195"/>
            </a:xfrm>
            <a:prstGeom prst="rect">
              <a:avLst/>
            </a:prstGeom>
            <a:noFill/>
          </p:spPr>
        </p:pic>
        <p:pic>
          <p:nvPicPr>
            <p:cNvPr id="26" name="Picture 7">
              <a:hlinkClick r:id="rId16"/>
              <a:extLst>
                <a:ext uri="{FF2B5EF4-FFF2-40B4-BE49-F238E27FC236}">
                  <a16:creationId xmlns:a16="http://schemas.microsoft.com/office/drawing/2014/main" id="{02576D09-2564-4F8D-AD0E-B5D4BFAC7F3C}"/>
                </a:ext>
              </a:extLst>
            </p:cNvPr>
            <p:cNvPicPr>
              <a:picLocks noChangeAspect="1" noChangeArrowheads="1"/>
            </p:cNvPicPr>
            <p:nvPr userDrawn="1"/>
          </p:nvPicPr>
          <p:blipFill>
            <a:blip r:embed="rId17" cstate="email">
              <a:extLst>
                <a:ext uri="{28A0092B-C50C-407E-A947-70E740481C1C}">
                  <a14:useLocalDpi xmlns:a14="http://schemas.microsoft.com/office/drawing/2010/main"/>
                </a:ext>
              </a:extLst>
            </a:blip>
            <a:srcRect/>
            <a:stretch>
              <a:fillRect/>
            </a:stretch>
          </p:blipFill>
          <p:spPr bwMode="auto">
            <a:xfrm>
              <a:off x="426720" y="4976083"/>
              <a:ext cx="333195" cy="333195"/>
            </a:xfrm>
            <a:prstGeom prst="rect">
              <a:avLst/>
            </a:prstGeom>
            <a:noFill/>
          </p:spPr>
        </p:pic>
      </p:grpSp>
      <p:sp>
        <p:nvSpPr>
          <p:cNvPr id="27" name="Rectangle 26">
            <a:extLst>
              <a:ext uri="{FF2B5EF4-FFF2-40B4-BE49-F238E27FC236}">
                <a16:creationId xmlns:a16="http://schemas.microsoft.com/office/drawing/2014/main" id="{4E54E351-4614-436C-9AAA-3D541A6053CB}"/>
              </a:ext>
            </a:extLst>
          </p:cNvPr>
          <p:cNvSpPr/>
          <p:nvPr userDrawn="1"/>
        </p:nvSpPr>
        <p:spPr>
          <a:xfrm>
            <a:off x="912000" y="1507383"/>
            <a:ext cx="3668557"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200" normalizeH="0" baseline="0" noProof="0" dirty="0">
                <a:ln>
                  <a:noFill/>
                </a:ln>
                <a:solidFill>
                  <a:srgbClr val="FFFFFF"/>
                </a:solidFill>
                <a:effectLst/>
                <a:uLnTx/>
                <a:uFillTx/>
                <a:latin typeface="+mn-lt"/>
                <a:ea typeface="+mn-ea"/>
                <a:cs typeface="+mn-cs"/>
              </a:rPr>
              <a:t>ABOUT CAPGEMINI INVENT</a:t>
            </a:r>
          </a:p>
        </p:txBody>
      </p:sp>
      <p:sp>
        <p:nvSpPr>
          <p:cNvPr id="28" name="Rectangle 27">
            <a:extLst>
              <a:ext uri="{FF2B5EF4-FFF2-40B4-BE49-F238E27FC236}">
                <a16:creationId xmlns:a16="http://schemas.microsoft.com/office/drawing/2014/main" id="{66686B2E-D660-4ED1-8550-F13F800F66CF}"/>
              </a:ext>
            </a:extLst>
          </p:cNvPr>
          <p:cNvSpPr/>
          <p:nvPr userDrawn="1"/>
        </p:nvSpPr>
        <p:spPr>
          <a:xfrm>
            <a:off x="912000" y="1865866"/>
            <a:ext cx="7988932" cy="271393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mn-lt"/>
                <a:ea typeface="+mn-ea"/>
                <a:cs typeface="+mn-cs"/>
              </a:rPr>
              <a:t>As the digital innovation, consulting and transformation brand of the Capgemini Group, Capgemini Invent helps CxOs envision and build what’s next for their organizations. Located in more than 30 offices and 25 creative studios around the world, its 7,000+ strong team combines strategy, technology, data science and creative design with deep industry expertise and insights, to develop new digital solutions and business models of the future.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mn-lt"/>
                <a:ea typeface="+mn-ea"/>
                <a:cs typeface="+mn-cs"/>
              </a:rPr>
              <a:t>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900" b="0" i="0" u="none" strike="noStrike" kern="1200" cap="none" spc="0" normalizeH="0" baseline="0" noProof="0" dirty="0">
                <a:ln>
                  <a:noFill/>
                </a:ln>
                <a:solidFill>
                  <a:srgbClr val="FFFFFF"/>
                </a:solidFill>
                <a:effectLst/>
                <a:uLnTx/>
                <a:uFillTx/>
                <a:latin typeface="+mn-lt"/>
                <a:ea typeface="+mn-ea"/>
                <a:cs typeface="+mn-cs"/>
              </a:rPr>
              <a:t>Capgemini Invent is an integral part of Capgemini, a global leader in consulting, digital transformation, technology and engineering services. The Group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Capgemini is driven by the conviction that the business value of technology comes from and through people. Today, it is a multicultural company of 270,000 team members in almost 50 countries. With Altran, the Group reported 2019 combined revenues of €17billion.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Ubuntu" panose="020B0504030602030204" pitchFamily="34" charset="0"/>
                <a:ea typeface="+mn-ea"/>
                <a:cs typeface="+mn-cs"/>
              </a:rPr>
              <a:t> </a:t>
            </a:r>
            <a:endParaRPr kumimoji="0" lang="fr-FR" sz="900" b="0" i="0" u="none" strike="noStrike" kern="1200" cap="none" spc="0" normalizeH="0" baseline="0" noProof="0" dirty="0">
              <a:ln>
                <a:noFill/>
              </a:ln>
              <a:solidFill>
                <a:srgbClr val="FFFFFF"/>
              </a:solidFill>
              <a:effectLst/>
              <a:uLnTx/>
              <a:uFillTx/>
              <a:latin typeface="Ubuntu" panose="020B0504030602030204" pitchFamily="34" charset="0"/>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kern="1200" dirty="0">
                <a:solidFill>
                  <a:schemeClr val="bg1"/>
                </a:solidFill>
                <a:effectLst/>
                <a:latin typeface="+mn-lt"/>
                <a:ea typeface="+mn-ea"/>
                <a:cs typeface="+mn-cs"/>
              </a:rPr>
              <a:t>Visit us at </a:t>
            </a:r>
            <a:r>
              <a:rPr lang="de-DE" sz="900" dirty="0">
                <a:solidFill>
                  <a:schemeClr val="bg1"/>
                </a:solidFill>
                <a:hlinkClick r:id="rId18">
                  <a:extLst>
                    <a:ext uri="{A12FA001-AC4F-418D-AE19-62706E023703}">
                      <ahyp:hlinkClr xmlns:ahyp="http://schemas.microsoft.com/office/drawing/2018/hyperlinkcolor" val="tx"/>
                    </a:ext>
                  </a:extLst>
                </a:hlinkClick>
              </a:rPr>
              <a:t>www.capgemini.com/invent</a:t>
            </a:r>
            <a:endParaRPr lang="en-US" sz="900" u="sng" kern="1200" dirty="0">
              <a:solidFill>
                <a:schemeClr val="bg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900" b="0" i="0" u="none" strike="noStrike" kern="1200" cap="none" spc="0" normalizeH="0" baseline="0" noProof="0" dirty="0">
              <a:ln>
                <a:noFill/>
              </a:ln>
              <a:solidFill>
                <a:srgbClr val="FFFFFF"/>
              </a:solidFill>
              <a:effectLst/>
              <a:uLnTx/>
              <a:uFillTx/>
              <a:latin typeface="Ubuntu" panose="020B0504030602030204" pitchFamily="34" charset="0"/>
              <a:ea typeface="+mn-ea"/>
              <a:cs typeface="+mn-cs"/>
            </a:endParaRPr>
          </a:p>
        </p:txBody>
      </p:sp>
      <p:sp>
        <p:nvSpPr>
          <p:cNvPr id="29" name="Rectangle 28">
            <a:extLst>
              <a:ext uri="{FF2B5EF4-FFF2-40B4-BE49-F238E27FC236}">
                <a16:creationId xmlns:a16="http://schemas.microsoft.com/office/drawing/2014/main" id="{1842BA9A-57B7-430E-A521-5AB6DE84B676}"/>
              </a:ext>
            </a:extLst>
          </p:cNvPr>
          <p:cNvSpPr/>
          <p:nvPr userDrawn="1"/>
        </p:nvSpPr>
        <p:spPr>
          <a:xfrm>
            <a:off x="912000" y="6022593"/>
            <a:ext cx="3465612" cy="446276"/>
          </a:xfrm>
          <a:prstGeom prst="rect">
            <a:avLst/>
          </a:prstGeom>
        </p:spPr>
        <p:txBody>
          <a:bodyPr wrap="square" lIns="0" tIns="0" rIns="0" bIns="0" anchor="b" anchorCtr="0">
            <a:spAutoFit/>
          </a:bodyPr>
          <a:lstStyle/>
          <a:p>
            <a:pPr>
              <a:spcAft>
                <a:spcPts val="600"/>
              </a:spcAft>
            </a:pPr>
            <a:r>
              <a:rPr lang="en-US" sz="800" noProof="0" dirty="0">
                <a:solidFill>
                  <a:schemeClr val="bg1"/>
                </a:solidFill>
                <a:latin typeface="+mn-lt"/>
                <a:cs typeface="Arial"/>
              </a:rPr>
              <a:t>This presentation contains information that may be privileged or confidential and is the property of the Capgemini Group.</a:t>
            </a:r>
          </a:p>
          <a:p>
            <a:pPr>
              <a:spcAft>
                <a:spcPts val="600"/>
              </a:spcAft>
            </a:pPr>
            <a:r>
              <a:rPr lang="en-US" sz="800" noProof="0" dirty="0">
                <a:solidFill>
                  <a:schemeClr val="bg1"/>
                </a:solidFill>
                <a:latin typeface="+mn-lt"/>
                <a:cs typeface="Arial"/>
              </a:rPr>
              <a:t>© 2019 Capgemini Invent. All rights reserved.</a:t>
            </a:r>
          </a:p>
        </p:txBody>
      </p:sp>
    </p:spTree>
    <p:extLst>
      <p:ext uri="{BB962C8B-B14F-4D97-AF65-F5344CB8AC3E}">
        <p14:creationId xmlns:p14="http://schemas.microsoft.com/office/powerpoint/2010/main" val="3211913781"/>
      </p:ext>
    </p:extLst>
  </p:cSld>
  <p:clrMapOvr>
    <a:masterClrMapping/>
  </p:clrMapOvr>
  <p:extLst>
    <p:ext uri="{DCECCB84-F9BA-43D5-87BE-67443E8EF086}">
      <p15:sldGuideLst xmlns:p15="http://schemas.microsoft.com/office/powerpoint/2012/main">
        <p15:guide id="3" pos="574">
          <p15:clr>
            <a:srgbClr val="FBAE40"/>
          </p15:clr>
        </p15:guide>
      </p15:sldGuideLst>
    </p:ext>
  </p:extLst>
</p:sldLayout>
</file>

<file path=ppt/slideLayouts/slideLayout161.xml><?xml version="1.0" encoding="utf-8"?>
<p:sldLayout xmlns:a="http://schemas.openxmlformats.org/drawingml/2006/main" xmlns:r="http://schemas.openxmlformats.org/officeDocument/2006/relationships" xmlns:p="http://schemas.openxmlformats.org/presentationml/2006/main" userDrawn="1">
  <p:cSld name="5_Vide">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7" name="Groupe 1">
            <a:extLst>
              <a:ext uri="{FF2B5EF4-FFF2-40B4-BE49-F238E27FC236}">
                <a16:creationId xmlns:a16="http://schemas.microsoft.com/office/drawing/2014/main" id="{707EED09-29B3-7F4F-B0CA-F908B59DACF0}"/>
              </a:ext>
            </a:extLst>
          </p:cNvPr>
          <p:cNvGrpSpPr/>
          <p:nvPr userDrawn="1"/>
        </p:nvGrpSpPr>
        <p:grpSpPr>
          <a:xfrm>
            <a:off x="11501102" y="171573"/>
            <a:ext cx="419436" cy="388988"/>
            <a:chOff x="11501102" y="171573"/>
            <a:chExt cx="419436" cy="388988"/>
          </a:xfrm>
        </p:grpSpPr>
        <p:sp>
          <p:nvSpPr>
            <p:cNvPr id="8" name="Freeform 13">
              <a:extLst>
                <a:ext uri="{FF2B5EF4-FFF2-40B4-BE49-F238E27FC236}">
                  <a16:creationId xmlns:a16="http://schemas.microsoft.com/office/drawing/2014/main" id="{377E5E9B-5CC4-BD4D-85FD-EB57DBF40ABA}"/>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9" name="Freeform 14">
              <a:extLst>
                <a:ext uri="{FF2B5EF4-FFF2-40B4-BE49-F238E27FC236}">
                  <a16:creationId xmlns:a16="http://schemas.microsoft.com/office/drawing/2014/main" id="{4AC804AF-A225-4B49-9B53-237A8605D0C5}"/>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pic>
        <p:nvPicPr>
          <p:cNvPr id="10" name="Picture 9" descr="A group of people posing for a photo&#10;&#10;Description automatically generated">
            <a:extLst>
              <a:ext uri="{FF2B5EF4-FFF2-40B4-BE49-F238E27FC236}">
                <a16:creationId xmlns:a16="http://schemas.microsoft.com/office/drawing/2014/main" id="{D06149F6-6A97-A141-B8CB-2292C39FBDBA}"/>
              </a:ext>
            </a:extLst>
          </p:cNvPr>
          <p:cNvPicPr>
            <a:picLocks noChangeAspect="1"/>
          </p:cNvPicPr>
          <p:nvPr userDrawn="1"/>
        </p:nvPicPr>
        <p:blipFill>
          <a:blip r:embed="rId5" cstate="email">
            <a:extLst>
              <a:ext uri="{28A0092B-C50C-407E-A947-70E740481C1C}">
                <a14:useLocalDpi xmlns:a14="http://schemas.microsoft.com/office/drawing/2010/main"/>
              </a:ext>
            </a:extLst>
          </a:blip>
          <a:stretch>
            <a:fillRect/>
          </a:stretch>
        </p:blipFill>
        <p:spPr>
          <a:xfrm>
            <a:off x="3611" y="0"/>
            <a:ext cx="12188389" cy="6858000"/>
          </a:xfrm>
          <a:prstGeom prst="rect">
            <a:avLst/>
          </a:prstGeom>
        </p:spPr>
      </p:pic>
      <p:pic>
        <p:nvPicPr>
          <p:cNvPr id="11" name="Picture 10">
            <a:extLst>
              <a:ext uri="{FF2B5EF4-FFF2-40B4-BE49-F238E27FC236}">
                <a16:creationId xmlns:a16="http://schemas.microsoft.com/office/drawing/2014/main" id="{59D064A2-E476-1046-9125-9B4532BD18DF}"/>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t="-297"/>
          <a:stretch/>
        </p:blipFill>
        <p:spPr>
          <a:xfrm>
            <a:off x="0" y="0"/>
            <a:ext cx="8602924" cy="6858000"/>
          </a:xfrm>
          <a:prstGeom prst="rect">
            <a:avLst/>
          </a:prstGeom>
        </p:spPr>
      </p:pic>
      <p:sp>
        <p:nvSpPr>
          <p:cNvPr id="12" name="Rectangle 11">
            <a:extLst>
              <a:ext uri="{FF2B5EF4-FFF2-40B4-BE49-F238E27FC236}">
                <a16:creationId xmlns:a16="http://schemas.microsoft.com/office/drawing/2014/main" id="{29955E93-4280-E54B-A23F-C98F8553525E}"/>
              </a:ext>
            </a:extLst>
          </p:cNvPr>
          <p:cNvSpPr/>
          <p:nvPr userDrawn="1"/>
        </p:nvSpPr>
        <p:spPr>
          <a:xfrm>
            <a:off x="0" y="0"/>
            <a:ext cx="6672064" cy="6957392"/>
          </a:xfrm>
          <a:prstGeom prst="rect">
            <a:avLst/>
          </a:prstGeom>
          <a:gradFill flip="none" rotWithShape="1">
            <a:gsLst>
              <a:gs pos="0">
                <a:schemeClr val="bg1">
                  <a:alpha val="0"/>
                </a:schemeClr>
              </a:gs>
              <a:gs pos="54000">
                <a:schemeClr val="bg1"/>
              </a:gs>
              <a:gs pos="100000">
                <a:schemeClr val="bg1"/>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Ubuntu" panose="020B0504030602030204" pitchFamily="34" charset="0"/>
              <a:ea typeface="+mn-ea"/>
              <a:cs typeface="+mn-cs"/>
            </a:endParaRPr>
          </a:p>
        </p:txBody>
      </p:sp>
      <p:sp>
        <p:nvSpPr>
          <p:cNvPr id="13" name="Rectangle 12">
            <a:extLst>
              <a:ext uri="{FF2B5EF4-FFF2-40B4-BE49-F238E27FC236}">
                <a16:creationId xmlns:a16="http://schemas.microsoft.com/office/drawing/2014/main" id="{00CB367B-DCE3-D849-83A8-EFD7B48EF0B1}"/>
              </a:ext>
            </a:extLst>
          </p:cNvPr>
          <p:cNvSpPr/>
          <p:nvPr userDrawn="1"/>
        </p:nvSpPr>
        <p:spPr>
          <a:xfrm>
            <a:off x="515938" y="6129300"/>
            <a:ext cx="5543550" cy="323888"/>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nchorCtr="0"/>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prstClr val="black"/>
                </a:solidFill>
                <a:effectLst/>
                <a:uLnTx/>
                <a:uFillTx/>
                <a:latin typeface="Ubuntu" panose="020B0504030602030204" pitchFamily="34" charset="0"/>
                <a:ea typeface="+mn-ea"/>
                <a:cs typeface="+mn-cs"/>
              </a:rPr>
              <a:t>Private and Confidential. For discussion purposes only. All rights reserved.</a:t>
            </a:r>
          </a:p>
        </p:txBody>
      </p:sp>
      <p:pic>
        <p:nvPicPr>
          <p:cNvPr id="14" name="Graphic 9">
            <a:extLst>
              <a:ext uri="{FF2B5EF4-FFF2-40B4-BE49-F238E27FC236}">
                <a16:creationId xmlns:a16="http://schemas.microsoft.com/office/drawing/2014/main" id="{D4B87BBA-8F93-8F42-9B5E-CEE18098F694}"/>
              </a:ext>
            </a:extLst>
          </p:cNvPr>
          <p:cNvPicPr>
            <a:picLocks noChangeAspect="1"/>
          </p:cNvPicPr>
          <p:nvPr userDrawn="1"/>
        </p:nvPicPr>
        <p:blipFill>
          <a:blip r:embed="rId7" cstate="email">
            <a:extLst>
              <a:ext uri="{28A0092B-C50C-407E-A947-70E740481C1C}">
                <a14:useLocalDpi xmlns:a14="http://schemas.microsoft.com/office/drawing/2010/main"/>
              </a:ext>
              <a:ext uri="{96DAC541-7B7A-43D3-8B79-37D633B846F1}">
                <asvg:svgBlip xmlns:asvg="http://schemas.microsoft.com/office/drawing/2016/SVG/main" r:embed="rId8"/>
              </a:ext>
            </a:extLst>
          </a:blip>
          <a:stretch>
            <a:fillRect/>
          </a:stretch>
        </p:blipFill>
        <p:spPr>
          <a:xfrm>
            <a:off x="618094" y="1097002"/>
            <a:ext cx="3108960" cy="693617"/>
          </a:xfrm>
          <a:prstGeom prst="rect">
            <a:avLst/>
          </a:prstGeom>
        </p:spPr>
      </p:pic>
      <p:cxnSp>
        <p:nvCxnSpPr>
          <p:cNvPr id="15" name="Straight Connector 14">
            <a:extLst>
              <a:ext uri="{FF2B5EF4-FFF2-40B4-BE49-F238E27FC236}">
                <a16:creationId xmlns:a16="http://schemas.microsoft.com/office/drawing/2014/main" id="{FCF6162E-3072-3245-B83F-EC245454927F}"/>
              </a:ext>
            </a:extLst>
          </p:cNvPr>
          <p:cNvCxnSpPr/>
          <p:nvPr userDrawn="1"/>
        </p:nvCxnSpPr>
        <p:spPr>
          <a:xfrm>
            <a:off x="4038600" y="853221"/>
            <a:ext cx="0" cy="1005840"/>
          </a:xfrm>
          <a:prstGeom prst="line">
            <a:avLst/>
          </a:prstGeom>
          <a:ln w="19050">
            <a:solidFill>
              <a:schemeClr val="accent3"/>
            </a:solidFill>
          </a:ln>
        </p:spPr>
        <p:style>
          <a:lnRef idx="1">
            <a:schemeClr val="accent1"/>
          </a:lnRef>
          <a:fillRef idx="0">
            <a:schemeClr val="accent1"/>
          </a:fillRef>
          <a:effectRef idx="0">
            <a:schemeClr val="accent1"/>
          </a:effectRef>
          <a:fontRef idx="minor">
            <a:schemeClr val="tx1"/>
          </a:fontRef>
        </p:style>
      </p:cxnSp>
      <p:pic>
        <p:nvPicPr>
          <p:cNvPr id="16" name="Picture 4" descr="Image result for cox communications logo png">
            <a:extLst>
              <a:ext uri="{FF2B5EF4-FFF2-40B4-BE49-F238E27FC236}">
                <a16:creationId xmlns:a16="http://schemas.microsoft.com/office/drawing/2014/main" id="{6B2035C2-B3BA-0C46-A6A6-21B038C2F005}"/>
              </a:ext>
            </a:extLst>
          </p:cNvPr>
          <p:cNvPicPr>
            <a:picLocks noChangeAspect="1" noChangeArrowheads="1"/>
          </p:cNvPicPr>
          <p:nvPr userDrawn="1"/>
        </p:nvPicPr>
        <p:blipFill>
          <a:blip r:embed="rId9" cstate="email">
            <a:clrChange>
              <a:clrFrom>
                <a:srgbClr val="FFFFFF"/>
              </a:clrFrom>
              <a:clrTo>
                <a:srgbClr val="FFFFFF">
                  <a:alpha val="0"/>
                </a:srgbClr>
              </a:clrTo>
            </a:clrChange>
            <a:extLst>
              <a:ext uri="{28A0092B-C50C-407E-A947-70E740481C1C}">
                <a14:useLocalDpi xmlns:a14="http://schemas.microsoft.com/office/drawing/2010/main"/>
              </a:ext>
            </a:extLst>
          </a:blip>
          <a:srcRect/>
          <a:stretch>
            <a:fillRect/>
          </a:stretch>
        </p:blipFill>
        <p:spPr bwMode="auto">
          <a:xfrm>
            <a:off x="4287996" y="1125595"/>
            <a:ext cx="1427004" cy="4744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56370151"/>
      </p:ext>
    </p:extLst>
  </p:cSld>
  <p:clrMapOvr>
    <a:masterClrMapping/>
  </p:clrMapOvr>
</p:sldLayout>
</file>

<file path=ppt/slideLayouts/slideLayout162.xml><?xml version="1.0" encoding="utf-8"?>
<p:sldLayout xmlns:a="http://schemas.openxmlformats.org/drawingml/2006/main" xmlns:r="http://schemas.openxmlformats.org/officeDocument/2006/relationships" xmlns:p="http://schemas.openxmlformats.org/presentationml/2006/main" preserve="1" userDrawn="1">
  <p:cSld name="6_Vide">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0" name="Picture 9" descr="A picture containing person, table, indoor, person&#10;&#10;Description automatically generated">
            <a:extLst>
              <a:ext uri="{FF2B5EF4-FFF2-40B4-BE49-F238E27FC236}">
                <a16:creationId xmlns:a16="http://schemas.microsoft.com/office/drawing/2014/main" id="{C1A45637-DA70-6E45-A649-EA1903B469E3}"/>
              </a:ext>
            </a:extLst>
          </p:cNvPr>
          <p:cNvPicPr>
            <a:picLocks noChangeAspect="1"/>
          </p:cNvPicPr>
          <p:nvPr userDrawn="1"/>
        </p:nvPicPr>
        <p:blipFill rotWithShape="1">
          <a:blip r:embed="rId6" cstate="email">
            <a:extLst>
              <a:ext uri="{28A0092B-C50C-407E-A947-70E740481C1C}">
                <a14:useLocalDpi xmlns:a14="http://schemas.microsoft.com/office/drawing/2010/main"/>
              </a:ext>
            </a:extLst>
          </a:blip>
          <a:srcRect/>
          <a:stretch/>
        </p:blipFill>
        <p:spPr>
          <a:xfrm>
            <a:off x="1" y="0"/>
            <a:ext cx="12192000" cy="6858001"/>
          </a:xfrm>
          <a:prstGeom prst="rect">
            <a:avLst/>
          </a:prstGeom>
        </p:spPr>
      </p:pic>
      <p:sp>
        <p:nvSpPr>
          <p:cNvPr id="11" name="Rectangle 10">
            <a:extLst>
              <a:ext uri="{FF2B5EF4-FFF2-40B4-BE49-F238E27FC236}">
                <a16:creationId xmlns:a16="http://schemas.microsoft.com/office/drawing/2014/main" id="{6EDD509B-E906-3942-B256-E89E47B368E6}"/>
              </a:ext>
            </a:extLst>
          </p:cNvPr>
          <p:cNvSpPr/>
          <p:nvPr userDrawn="1"/>
        </p:nvSpPr>
        <p:spPr>
          <a:xfrm>
            <a:off x="0" y="1"/>
            <a:ext cx="6878385" cy="6858000"/>
          </a:xfrm>
          <a:prstGeom prst="rect">
            <a:avLst/>
          </a:prstGeom>
          <a:gradFill flip="none" rotWithShape="1">
            <a:gsLst>
              <a:gs pos="0">
                <a:srgbClr val="0070AD">
                  <a:lumMod val="75000"/>
                  <a:alpha val="74000"/>
                </a:srgbClr>
              </a:gs>
              <a:gs pos="100000">
                <a:srgbClr val="0070AD">
                  <a:alpha val="0"/>
                </a:srgbClr>
              </a:gs>
            </a:gsLst>
            <a:lin ang="0" scaled="1"/>
            <a:tileRect/>
          </a:gra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70AD">
                  <a:lumMod val="50000"/>
                </a:srgbClr>
              </a:solidFill>
              <a:effectLst/>
              <a:uLnTx/>
              <a:uFillTx/>
              <a:latin typeface="Ubuntu" panose="020B0504030602030204" pitchFamily="34" charset="0"/>
              <a:ea typeface="+mn-ea"/>
              <a:cs typeface="+mn-cs"/>
            </a:endParaRPr>
          </a:p>
        </p:txBody>
      </p:sp>
      <p:sp>
        <p:nvSpPr>
          <p:cNvPr id="13" name="Freeform: Shape 12">
            <a:extLst>
              <a:ext uri="{FF2B5EF4-FFF2-40B4-BE49-F238E27FC236}">
                <a16:creationId xmlns:a16="http://schemas.microsoft.com/office/drawing/2014/main" id="{08BB8E78-8A2F-6344-B1CF-6770F69C176C}"/>
              </a:ext>
            </a:extLst>
          </p:cNvPr>
          <p:cNvSpPr>
            <a:spLocks/>
          </p:cNvSpPr>
          <p:nvPr userDrawn="1"/>
        </p:nvSpPr>
        <p:spPr bwMode="auto">
          <a:xfrm rot="19512968" flipH="1">
            <a:off x="-1126705" y="1227938"/>
            <a:ext cx="3414669" cy="6922434"/>
          </a:xfrm>
          <a:custGeom>
            <a:avLst/>
            <a:gdLst>
              <a:gd name="connsiteX0" fmla="*/ 0 w 3414669"/>
              <a:gd name="connsiteY0" fmla="*/ 0 h 6922434"/>
              <a:gd name="connsiteX1" fmla="*/ 3414669 w 3414669"/>
              <a:gd name="connsiteY1" fmla="*/ 4916018 h 6922434"/>
              <a:gd name="connsiteX2" fmla="*/ 526078 w 3414669"/>
              <a:gd name="connsiteY2" fmla="*/ 6922434 h 6922434"/>
              <a:gd name="connsiteX3" fmla="*/ 533758 w 3414669"/>
              <a:gd name="connsiteY3" fmla="*/ 6913692 h 6922434"/>
              <a:gd name="connsiteX4" fmla="*/ 1140051 w 3414669"/>
              <a:gd name="connsiteY4" fmla="*/ 5504457 h 6922434"/>
              <a:gd name="connsiteX5" fmla="*/ 49477 w 3414669"/>
              <a:gd name="connsiteY5" fmla="*/ 96223 h 6922434"/>
              <a:gd name="connsiteX6" fmla="*/ 0 w 3414669"/>
              <a:gd name="connsiteY6" fmla="*/ 0 h 6922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414669" h="6922434">
                <a:moveTo>
                  <a:pt x="0" y="0"/>
                </a:moveTo>
                <a:lnTo>
                  <a:pt x="3414669" y="4916018"/>
                </a:lnTo>
                <a:lnTo>
                  <a:pt x="526078" y="6922434"/>
                </a:lnTo>
                <a:lnTo>
                  <a:pt x="533758" y="6913692"/>
                </a:lnTo>
                <a:cubicBezTo>
                  <a:pt x="847130" y="6536458"/>
                  <a:pt x="1063040" y="6063836"/>
                  <a:pt x="1140051" y="5504457"/>
                </a:cubicBezTo>
                <a:cubicBezTo>
                  <a:pt x="-712572" y="4480185"/>
                  <a:pt x="1750010" y="3504258"/>
                  <a:pt x="49477" y="96223"/>
                </a:cubicBezTo>
                <a:lnTo>
                  <a:pt x="0" y="0"/>
                </a:lnTo>
                <a:close/>
              </a:path>
            </a:pathLst>
          </a:custGeom>
          <a:solidFill>
            <a:srgbClr val="2B143D"/>
          </a:solidFill>
          <a:ln>
            <a:noFill/>
          </a:ln>
        </p:spPr>
        <p:txBody>
          <a:bodyPr vert="horz" wrap="square" lIns="91440" tIns="45720" rIns="91440" bIns="45720" numCol="1" anchor="t" anchorCtr="0" compatLnSpc="1">
            <a:prstTxWarp prst="textNoShape">
              <a:avLst/>
            </a:prstTxWarp>
          </a:bodyPr>
          <a:lstStyle/>
          <a:p>
            <a:pPr marL="0" marR="0" lvl="0" indent="0"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dirty="0">
              <a:ln>
                <a:noFill/>
              </a:ln>
              <a:solidFill>
                <a:srgbClr val="000000"/>
              </a:solidFill>
              <a:effectLst/>
              <a:uLnTx/>
              <a:uFillTx/>
              <a:latin typeface="Ubuntu" panose="020B0504030602030204" pitchFamily="34" charset="0"/>
            </a:endParaRPr>
          </a:p>
        </p:txBody>
      </p:sp>
      <p:sp>
        <p:nvSpPr>
          <p:cNvPr id="14" name="L-Shape 7">
            <a:extLst>
              <a:ext uri="{FF2B5EF4-FFF2-40B4-BE49-F238E27FC236}">
                <a16:creationId xmlns:a16="http://schemas.microsoft.com/office/drawing/2014/main" id="{F5A941E8-C2E4-ED45-B782-1A9026F91017}"/>
              </a:ext>
            </a:extLst>
          </p:cNvPr>
          <p:cNvSpPr/>
          <p:nvPr userDrawn="1"/>
        </p:nvSpPr>
        <p:spPr>
          <a:xfrm flipV="1">
            <a:off x="912361" y="2027343"/>
            <a:ext cx="1166880" cy="967809"/>
          </a:xfrm>
          <a:prstGeom prst="corner">
            <a:avLst>
              <a:gd name="adj1" fmla="val 11944"/>
              <a:gd name="adj2" fmla="val 10495"/>
            </a:avLst>
          </a:prstGeom>
          <a:solidFill>
            <a:srgbClr val="8EC63E"/>
          </a:solidFill>
          <a:ln w="25400" cap="flat" cmpd="sng" algn="ctr">
            <a:noFill/>
            <a:prstDash val="solid"/>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2400" b="0" i="0" u="none" strike="noStrike" kern="0" cap="none" spc="0" normalizeH="0" baseline="0" noProof="0" dirty="0">
              <a:ln>
                <a:noFill/>
              </a:ln>
              <a:solidFill>
                <a:srgbClr val="0070AD">
                  <a:lumMod val="50000"/>
                </a:srgbClr>
              </a:solidFill>
              <a:effectLst/>
              <a:uLnTx/>
              <a:uFillTx/>
              <a:latin typeface="Ubuntu" panose="020B0504030602030204" pitchFamily="34" charset="0"/>
              <a:ea typeface="+mn-ea"/>
              <a:cs typeface="+mn-cs"/>
            </a:endParaRPr>
          </a:p>
        </p:txBody>
      </p:sp>
      <p:grpSp>
        <p:nvGrpSpPr>
          <p:cNvPr id="16" name="Group 37">
            <a:extLst>
              <a:ext uri="{FF2B5EF4-FFF2-40B4-BE49-F238E27FC236}">
                <a16:creationId xmlns:a16="http://schemas.microsoft.com/office/drawing/2014/main" id="{59EB7671-C720-9747-BC0B-CB06D8E013EB}"/>
              </a:ext>
            </a:extLst>
          </p:cNvPr>
          <p:cNvGrpSpPr/>
          <p:nvPr userDrawn="1"/>
        </p:nvGrpSpPr>
        <p:grpSpPr>
          <a:xfrm>
            <a:off x="11501102" y="171573"/>
            <a:ext cx="419436" cy="388087"/>
            <a:chOff x="5481638" y="2859088"/>
            <a:chExt cx="1231900" cy="1139825"/>
          </a:xfrm>
          <a:solidFill>
            <a:schemeClr val="bg1"/>
          </a:solidFill>
        </p:grpSpPr>
        <p:sp>
          <p:nvSpPr>
            <p:cNvPr id="17" name="Freeform 320">
              <a:extLst>
                <a:ext uri="{FF2B5EF4-FFF2-40B4-BE49-F238E27FC236}">
                  <a16:creationId xmlns:a16="http://schemas.microsoft.com/office/drawing/2014/main" id="{5536B5B9-0214-554E-90AD-92508754C1C0}"/>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8" name="Freeform 321">
              <a:extLst>
                <a:ext uri="{FF2B5EF4-FFF2-40B4-BE49-F238E27FC236}">
                  <a16:creationId xmlns:a16="http://schemas.microsoft.com/office/drawing/2014/main" id="{ADF3E02E-CC06-464E-B302-1986D898BD7D}"/>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12" name="Date Placeholder 34">
            <a:extLst>
              <a:ext uri="{FF2B5EF4-FFF2-40B4-BE49-F238E27FC236}">
                <a16:creationId xmlns:a16="http://schemas.microsoft.com/office/drawing/2014/main" id="{CE32BA9F-A929-43C3-A126-BE808DA6C293}"/>
              </a:ext>
            </a:extLst>
          </p:cNvPr>
          <p:cNvSpPr>
            <a:spLocks noGrp="1"/>
          </p:cNvSpPr>
          <p:nvPr>
            <p:ph type="dt" sz="half" idx="2"/>
          </p:nvPr>
        </p:nvSpPr>
        <p:spPr>
          <a:xfrm>
            <a:off x="9192344" y="6650661"/>
            <a:ext cx="2119242" cy="123111"/>
          </a:xfrm>
          <a:prstGeom prst="rect">
            <a:avLst/>
          </a:prstGeom>
        </p:spPr>
        <p:txBody>
          <a:bodyPr wrap="none" lIns="0" tIns="0" rIns="0" bIns="0" anchor="ctr" anchorCtr="0">
            <a:noAutofit/>
          </a:bodyPr>
          <a:lstStyle>
            <a:lvl1pPr>
              <a:defRPr lang="de-DE" sz="800" smtClean="0">
                <a:solidFill>
                  <a:schemeClr val="bg1">
                    <a:lumMod val="65000"/>
                  </a:schemeClr>
                </a:solidFill>
                <a:latin typeface="+mn-lt"/>
              </a:defRPr>
            </a:lvl1pPr>
          </a:lstStyle>
          <a:p>
            <a:pPr algn="r">
              <a:spcBef>
                <a:spcPts val="1000"/>
              </a:spcBef>
              <a:buFont typeface="Arial" panose="020B0604020202020204" pitchFamily="34" charset="0"/>
              <a:buNone/>
            </a:pPr>
            <a:r>
              <a:rPr lang="en-US" dirty="0"/>
              <a:t>© Capgemini Invent 2020. All rights reserved.</a:t>
            </a:r>
          </a:p>
        </p:txBody>
      </p:sp>
      <p:sp>
        <p:nvSpPr>
          <p:cNvPr id="15" name="Slide Number Placeholder 37">
            <a:extLst>
              <a:ext uri="{FF2B5EF4-FFF2-40B4-BE49-F238E27FC236}">
                <a16:creationId xmlns:a16="http://schemas.microsoft.com/office/drawing/2014/main" id="{86191D7A-9AD7-4B81-A951-D3381DDA190E}"/>
              </a:ext>
            </a:extLst>
          </p:cNvPr>
          <p:cNvSpPr>
            <a:spLocks noGrp="1"/>
          </p:cNvSpPr>
          <p:nvPr>
            <p:ph type="sldNum" sz="quarter" idx="4"/>
          </p:nvPr>
        </p:nvSpPr>
        <p:spPr>
          <a:xfrm>
            <a:off x="11407951" y="6650661"/>
            <a:ext cx="232665" cy="123111"/>
          </a:xfrm>
          <a:prstGeom prst="rect">
            <a:avLst/>
          </a:prstGeom>
        </p:spPr>
        <p:txBody>
          <a:bodyPr wrap="square" lIns="0" tIns="0" rIns="0" bIns="0" anchor="ctr" anchorCtr="0">
            <a:spAutoFit/>
          </a:bodyPr>
          <a:lstStyle>
            <a:lvl1pPr>
              <a:defRPr lang="de-DE" sz="80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dirty="0"/>
          </a:p>
        </p:txBody>
      </p:sp>
      <p:sp>
        <p:nvSpPr>
          <p:cNvPr id="19" name="Footer Placeholder 9">
            <a:extLst>
              <a:ext uri="{FF2B5EF4-FFF2-40B4-BE49-F238E27FC236}">
                <a16:creationId xmlns:a16="http://schemas.microsoft.com/office/drawing/2014/main" id="{BD13480D-4A3B-4538-80E4-68B329251475}"/>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dirty="0"/>
              <a:t>CCI Analytics CoE | December 2020</a:t>
            </a:r>
          </a:p>
        </p:txBody>
      </p:sp>
      <p:sp>
        <p:nvSpPr>
          <p:cNvPr id="20" name="TextBox 19">
            <a:extLst>
              <a:ext uri="{FF2B5EF4-FFF2-40B4-BE49-F238E27FC236}">
                <a16:creationId xmlns:a16="http://schemas.microsoft.com/office/drawing/2014/main" id="{2E98FD1C-5CC5-42A8-A8E6-CB822467192F}"/>
              </a:ext>
            </a:extLst>
          </p:cNvPr>
          <p:cNvSpPr txBox="1"/>
          <p:nvPr userDrawn="1">
            <p:custDataLst>
              <p:tags r:id="rId2"/>
            </p:custDataLst>
          </p:nvPr>
        </p:nvSpPr>
        <p:spPr>
          <a:xfrm>
            <a:off x="8030294" y="6650661"/>
            <a:ext cx="1090042" cy="123111"/>
          </a:xfrm>
          <a:prstGeom prst="rect">
            <a:avLst/>
          </a:prstGeom>
          <a:noFill/>
        </p:spPr>
        <p:txBody>
          <a:bodyPr vert="horz" wrap="none" lIns="0" tIns="0" rIns="0" bIns="0" rtlCol="0" anchor="ctr" anchorCtr="0">
            <a:spAutoFit/>
          </a:bodyPr>
          <a:lstStyle/>
          <a:p>
            <a:pPr algn="r">
              <a:spcBef>
                <a:spcPts val="1000"/>
              </a:spcBef>
              <a:spcAft>
                <a:spcPts val="0"/>
              </a:spcAft>
            </a:pPr>
            <a:r>
              <a:rPr lang="en-GB" sz="800" b="1" dirty="0">
                <a:solidFill>
                  <a:schemeClr val="bg1">
                    <a:lumMod val="65000"/>
                  </a:schemeClr>
                </a:solidFill>
                <a:cs typeface="Times New Roman" pitchFamily="18" charset="0"/>
              </a:rPr>
              <a:t>Company Confidential</a:t>
            </a:r>
            <a:endParaRPr lang="en-GB" sz="800" b="1" dirty="0">
              <a:solidFill>
                <a:schemeClr val="bg1">
                  <a:lumMod val="65000"/>
                </a:schemeClr>
              </a:solidFill>
              <a:ea typeface="Times New Roman" pitchFamily="18" charset="0"/>
              <a:cs typeface="Times New Roman" pitchFamily="18" charset="0"/>
            </a:endParaRPr>
          </a:p>
        </p:txBody>
      </p:sp>
    </p:spTree>
    <p:extLst>
      <p:ext uri="{BB962C8B-B14F-4D97-AF65-F5344CB8AC3E}">
        <p14:creationId xmlns:p14="http://schemas.microsoft.com/office/powerpoint/2010/main" val="3062742246"/>
      </p:ext>
    </p:extLst>
  </p:cSld>
  <p:clrMapOvr>
    <a:masterClrMapping/>
  </p:clrMapOvr>
</p:sldLayout>
</file>

<file path=ppt/slideLayouts/slideLayout163.xml><?xml version="1.0" encoding="utf-8"?>
<p:sldLayout xmlns:a="http://schemas.openxmlformats.org/drawingml/2006/main" xmlns:r="http://schemas.openxmlformats.org/officeDocument/2006/relationships" xmlns:p="http://schemas.openxmlformats.org/presentationml/2006/main" preserve="1" userDrawn="1">
  <p:cSld name="3_Boiler Plate 1">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0FE82C-947F-4010-9F2B-F2101479F69D}"/>
              </a:ext>
            </a:extLst>
          </p:cNvPr>
          <p:cNvPicPr>
            <a:picLocks noChangeAspect="1"/>
          </p:cNvPicPr>
          <p:nvPr userDrawn="1"/>
        </p:nvPicPr>
        <p:blipFill rotWithShape="1">
          <a:blip r:embed="rId3">
            <a:extLst>
              <a:ext uri="{28A0092B-C50C-407E-A947-70E740481C1C}">
                <a14:useLocalDpi xmlns:a14="http://schemas.microsoft.com/office/drawing/2010/main"/>
              </a:ext>
            </a:extLst>
          </a:blip>
          <a:srcRect r="6549"/>
          <a:stretch/>
        </p:blipFill>
        <p:spPr>
          <a:xfrm rot="10800000">
            <a:off x="0" y="-31673"/>
            <a:ext cx="12192000" cy="6889672"/>
          </a:xfrm>
          <a:prstGeom prst="rect">
            <a:avLst/>
          </a:prstGeom>
        </p:spPr>
      </p:pic>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15">
            <a:extLst>
              <a:ext uri="{FF2B5EF4-FFF2-40B4-BE49-F238E27FC236}">
                <a16:creationId xmlns:a16="http://schemas.microsoft.com/office/drawing/2014/main" id="{9D493959-D479-46CF-9B88-C99644F86C11}"/>
              </a:ext>
            </a:extLst>
          </p:cNvPr>
          <p:cNvSpPr/>
          <p:nvPr userDrawn="1"/>
        </p:nvSpPr>
        <p:spPr>
          <a:xfrm>
            <a:off x="6130635" y="3637273"/>
            <a:ext cx="3668557"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spc="200" baseline="0" dirty="0">
                <a:solidFill>
                  <a:schemeClr val="bg1"/>
                </a:solidFill>
                <a:latin typeface="+mj-lt"/>
              </a:rPr>
              <a:t>ABOUT CAPGEMINI INVENT</a:t>
            </a:r>
          </a:p>
        </p:txBody>
      </p:sp>
      <p:pic>
        <p:nvPicPr>
          <p:cNvPr id="18" name="Picture 2" descr="D:\My Work\Template\Icons\Social Media\LinkedIN.png">
            <a:hlinkClick r:id="rId6"/>
            <a:extLst>
              <a:ext uri="{FF2B5EF4-FFF2-40B4-BE49-F238E27FC236}">
                <a16:creationId xmlns:a16="http://schemas.microsoft.com/office/drawing/2014/main" id="{0DD1957E-41EA-4B6A-AB35-8240577CD899}"/>
              </a:ext>
            </a:extLst>
          </p:cNvPr>
          <p:cNvPicPr>
            <a:picLocks noChangeAspect="1" noChangeArrowheads="1"/>
          </p:cNvPicPr>
          <p:nvPr userDrawn="1"/>
        </p:nvPicPr>
        <p:blipFill>
          <a:blip r:embed="rId7" cstate="email">
            <a:extLst>
              <a:ext uri="{28A0092B-C50C-407E-A947-70E740481C1C}">
                <a14:useLocalDpi xmlns:a14="http://schemas.microsoft.com/office/drawing/2010/main"/>
              </a:ext>
            </a:extLst>
          </a:blip>
          <a:srcRect/>
          <a:stretch>
            <a:fillRect/>
          </a:stretch>
        </p:blipFill>
        <p:spPr bwMode="auto">
          <a:xfrm>
            <a:off x="810097" y="4976083"/>
            <a:ext cx="333195" cy="333195"/>
          </a:xfrm>
          <a:prstGeom prst="rect">
            <a:avLst/>
          </a:prstGeom>
          <a:noFill/>
        </p:spPr>
      </p:pic>
      <p:pic>
        <p:nvPicPr>
          <p:cNvPr id="19" name="Picture 4" descr="D:\My Work\Template\Icons\Social Media\SlideShare.png">
            <a:hlinkClick r:id="rId8"/>
            <a:extLst>
              <a:ext uri="{FF2B5EF4-FFF2-40B4-BE49-F238E27FC236}">
                <a16:creationId xmlns:a16="http://schemas.microsoft.com/office/drawing/2014/main" id="{DDC91DD4-D921-4F72-A154-DD386349C5CC}"/>
              </a:ext>
            </a:extLst>
          </p:cNvPr>
          <p:cNvPicPr>
            <a:picLocks noChangeAspect="1" noChangeArrowheads="1"/>
          </p:cNvPicPr>
          <p:nvPr userDrawn="1"/>
        </p:nvPicPr>
        <p:blipFill>
          <a:blip r:embed="rId9" cstate="email">
            <a:extLst>
              <a:ext uri="{28A0092B-C50C-407E-A947-70E740481C1C}">
                <a14:useLocalDpi xmlns:a14="http://schemas.microsoft.com/office/drawing/2010/main"/>
              </a:ext>
            </a:extLst>
          </a:blip>
          <a:srcRect/>
          <a:stretch>
            <a:fillRect/>
          </a:stretch>
        </p:blipFill>
        <p:spPr bwMode="auto">
          <a:xfrm>
            <a:off x="1193474" y="4976083"/>
            <a:ext cx="333195" cy="333195"/>
          </a:xfrm>
          <a:prstGeom prst="rect">
            <a:avLst/>
          </a:prstGeom>
          <a:noFill/>
        </p:spPr>
      </p:pic>
      <p:pic>
        <p:nvPicPr>
          <p:cNvPr id="21" name="Picture 5" descr="D:\My Work\Template\Icons\Social Media\Twitter.png">
            <a:hlinkClick r:id="rId10"/>
            <a:extLst>
              <a:ext uri="{FF2B5EF4-FFF2-40B4-BE49-F238E27FC236}">
                <a16:creationId xmlns:a16="http://schemas.microsoft.com/office/drawing/2014/main" id="{50D41579-B18F-457F-A8A5-AF2C2B0526A1}"/>
              </a:ext>
            </a:extLst>
          </p:cNvPr>
          <p:cNvPicPr>
            <a:picLocks noChangeAspect="1" noChangeArrowheads="1"/>
          </p:cNvPicPr>
          <p:nvPr userDrawn="1"/>
        </p:nvPicPr>
        <p:blipFill>
          <a:blip r:embed="rId11" cstate="email">
            <a:extLst>
              <a:ext uri="{28A0092B-C50C-407E-A947-70E740481C1C}">
                <a14:useLocalDpi xmlns:a14="http://schemas.microsoft.com/office/drawing/2010/main"/>
              </a:ext>
            </a:extLst>
          </a:blip>
          <a:srcRect/>
          <a:stretch>
            <a:fillRect/>
          </a:stretch>
        </p:blipFill>
        <p:spPr bwMode="auto">
          <a:xfrm>
            <a:off x="1576851" y="4976083"/>
            <a:ext cx="333195" cy="333195"/>
          </a:xfrm>
          <a:prstGeom prst="rect">
            <a:avLst/>
          </a:prstGeom>
          <a:noFill/>
        </p:spPr>
      </p:pic>
      <p:pic>
        <p:nvPicPr>
          <p:cNvPr id="22" name="Picture 6" descr="D:\My Work\Template\Icons\Social Media\YouTube.png">
            <a:hlinkClick r:id="rId12"/>
            <a:extLst>
              <a:ext uri="{FF2B5EF4-FFF2-40B4-BE49-F238E27FC236}">
                <a16:creationId xmlns:a16="http://schemas.microsoft.com/office/drawing/2014/main" id="{53D4D78A-A7BD-4D62-B3A3-27E461667E06}"/>
              </a:ext>
            </a:extLst>
          </p:cNvPr>
          <p:cNvPicPr>
            <a:picLocks noChangeAspect="1" noChangeArrowheads="1"/>
          </p:cNvPicPr>
          <p:nvPr userDrawn="1"/>
        </p:nvPicPr>
        <p:blipFill>
          <a:blip r:embed="rId13" cstate="email">
            <a:extLst>
              <a:ext uri="{28A0092B-C50C-407E-A947-70E740481C1C}">
                <a14:useLocalDpi xmlns:a14="http://schemas.microsoft.com/office/drawing/2010/main"/>
              </a:ext>
            </a:extLst>
          </a:blip>
          <a:srcRect/>
          <a:stretch>
            <a:fillRect/>
          </a:stretch>
        </p:blipFill>
        <p:spPr bwMode="auto">
          <a:xfrm>
            <a:off x="1960227" y="4976083"/>
            <a:ext cx="333195" cy="333195"/>
          </a:xfrm>
          <a:prstGeom prst="rect">
            <a:avLst/>
          </a:prstGeom>
          <a:noFill/>
        </p:spPr>
      </p:pic>
      <p:pic>
        <p:nvPicPr>
          <p:cNvPr id="23" name="Picture 7" descr="D:\My Work\Template\Icons\Social Media\Facebook.png">
            <a:hlinkClick r:id="rId14"/>
            <a:extLst>
              <a:ext uri="{FF2B5EF4-FFF2-40B4-BE49-F238E27FC236}">
                <a16:creationId xmlns:a16="http://schemas.microsoft.com/office/drawing/2014/main" id="{17B8AAE7-3107-482A-9615-7D3E05FB31D2}"/>
              </a:ext>
            </a:extLst>
          </p:cNvPr>
          <p:cNvPicPr>
            <a:picLocks noChangeAspect="1" noChangeArrowheads="1"/>
          </p:cNvPicPr>
          <p:nvPr userDrawn="1"/>
        </p:nvPicPr>
        <p:blipFill>
          <a:blip r:embed="rId15" cstate="email">
            <a:extLst>
              <a:ext uri="{28A0092B-C50C-407E-A947-70E740481C1C}">
                <a14:useLocalDpi xmlns:a14="http://schemas.microsoft.com/office/drawing/2010/main"/>
              </a:ext>
            </a:extLst>
          </a:blip>
          <a:srcRect/>
          <a:stretch>
            <a:fillRect/>
          </a:stretch>
        </p:blipFill>
        <p:spPr bwMode="auto">
          <a:xfrm>
            <a:off x="426720" y="4976083"/>
            <a:ext cx="333195" cy="333195"/>
          </a:xfrm>
          <a:prstGeom prst="rect">
            <a:avLst/>
          </a:prstGeom>
          <a:noFill/>
        </p:spPr>
      </p:pic>
      <p:sp>
        <p:nvSpPr>
          <p:cNvPr id="24" name="Rectangle 23">
            <a:extLst>
              <a:ext uri="{FF2B5EF4-FFF2-40B4-BE49-F238E27FC236}">
                <a16:creationId xmlns:a16="http://schemas.microsoft.com/office/drawing/2014/main" id="{EA726FF3-09C6-4BE1-9DED-F22520BC1884}"/>
              </a:ext>
            </a:extLst>
          </p:cNvPr>
          <p:cNvSpPr/>
          <p:nvPr userDrawn="1"/>
        </p:nvSpPr>
        <p:spPr>
          <a:xfrm>
            <a:off x="426720" y="6022593"/>
            <a:ext cx="3465612" cy="446276"/>
          </a:xfrm>
          <a:prstGeom prst="rect">
            <a:avLst/>
          </a:prstGeom>
        </p:spPr>
        <p:txBody>
          <a:bodyPr wrap="square" lIns="0" tIns="0" rIns="0" bIns="0" anchor="b" anchorCtr="0">
            <a:spAutoFit/>
          </a:bodyPr>
          <a:lstStyle/>
          <a:p>
            <a:pPr>
              <a:spcAft>
                <a:spcPts val="600"/>
              </a:spcAft>
            </a:pPr>
            <a:r>
              <a:rPr lang="en-US" sz="800" noProof="0" dirty="0">
                <a:solidFill>
                  <a:schemeClr val="bg1"/>
                </a:solidFill>
                <a:latin typeface="+mj-lt"/>
                <a:cs typeface="Arial"/>
              </a:rPr>
              <a:t>This presentation contains information that may be privileged or confidential and is the property of the Capgemini Group.</a:t>
            </a:r>
          </a:p>
          <a:p>
            <a:pPr>
              <a:spcAft>
                <a:spcPts val="600"/>
              </a:spcAft>
            </a:pPr>
            <a:r>
              <a:rPr lang="en-US" sz="800" noProof="0" dirty="0">
                <a:solidFill>
                  <a:schemeClr val="bg1"/>
                </a:solidFill>
                <a:latin typeface="+mj-lt"/>
                <a:cs typeface="Arial"/>
              </a:rPr>
              <a:t>Copyright © 2020 Capgemini. All rights reserved.</a:t>
            </a:r>
          </a:p>
        </p:txBody>
      </p:sp>
      <p:sp>
        <p:nvSpPr>
          <p:cNvPr id="25" name="Rectangle 24">
            <a:hlinkClick r:id="rId16"/>
            <a:extLst>
              <a:ext uri="{FF2B5EF4-FFF2-40B4-BE49-F238E27FC236}">
                <a16:creationId xmlns:a16="http://schemas.microsoft.com/office/drawing/2014/main" id="{9F81E28A-4FC1-4C3D-8EEF-F0B729859246}"/>
              </a:ext>
            </a:extLst>
          </p:cNvPr>
          <p:cNvSpPr/>
          <p:nvPr userDrawn="1"/>
        </p:nvSpPr>
        <p:spPr>
          <a:xfrm>
            <a:off x="6333489" y="5821999"/>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chemeClr val="bg1"/>
              </a:solidFill>
              <a:latin typeface="+mj-lt"/>
            </a:endParaRPr>
          </a:p>
        </p:txBody>
      </p:sp>
      <p:grpSp>
        <p:nvGrpSpPr>
          <p:cNvPr id="26" name="Groupe 26">
            <a:extLst>
              <a:ext uri="{FF2B5EF4-FFF2-40B4-BE49-F238E27FC236}">
                <a16:creationId xmlns:a16="http://schemas.microsoft.com/office/drawing/2014/main" id="{9A7ABA97-C3D4-4777-B23E-FE59B08CBBA0}"/>
              </a:ext>
            </a:extLst>
          </p:cNvPr>
          <p:cNvGrpSpPr>
            <a:grpSpLocks noChangeAspect="1"/>
          </p:cNvGrpSpPr>
          <p:nvPr userDrawn="1"/>
        </p:nvGrpSpPr>
        <p:grpSpPr>
          <a:xfrm>
            <a:off x="444000" y="5468639"/>
            <a:ext cx="2340000" cy="181186"/>
            <a:chOff x="401412" y="4886021"/>
            <a:chExt cx="7483476" cy="579438"/>
          </a:xfrm>
          <a:solidFill>
            <a:schemeClr val="bg1"/>
          </a:solidFill>
        </p:grpSpPr>
        <p:sp>
          <p:nvSpPr>
            <p:cNvPr id="27" name="Freeform 5">
              <a:extLst>
                <a:ext uri="{FF2B5EF4-FFF2-40B4-BE49-F238E27FC236}">
                  <a16:creationId xmlns:a16="http://schemas.microsoft.com/office/drawing/2014/main" id="{5A208038-09A9-451C-88FE-F6CCA65DA5C4}"/>
                </a:ext>
              </a:extLst>
            </p:cNvPr>
            <p:cNvSpPr>
              <a:spLocks noEditPoints="1"/>
            </p:cNvSpPr>
            <p:nvPr userDrawn="1"/>
          </p:nvSpPr>
          <p:spPr bwMode="auto">
            <a:xfrm>
              <a:off x="401412" y="4930471"/>
              <a:ext cx="293688" cy="422275"/>
            </a:xfrm>
            <a:custGeom>
              <a:avLst/>
              <a:gdLst>
                <a:gd name="T0" fmla="*/ 18 w 48"/>
                <a:gd name="T1" fmla="*/ 0 h 67"/>
                <a:gd name="T2" fmla="*/ 41 w 48"/>
                <a:gd name="T3" fmla="*/ 5 h 67"/>
                <a:gd name="T4" fmla="*/ 48 w 48"/>
                <a:gd name="T5" fmla="*/ 22 h 67"/>
                <a:gd name="T6" fmla="*/ 46 w 48"/>
                <a:gd name="T7" fmla="*/ 32 h 67"/>
                <a:gd name="T8" fmla="*/ 40 w 48"/>
                <a:gd name="T9" fmla="*/ 39 h 67"/>
                <a:gd name="T10" fmla="*/ 31 w 48"/>
                <a:gd name="T11" fmla="*/ 43 h 67"/>
                <a:gd name="T12" fmla="*/ 18 w 48"/>
                <a:gd name="T13" fmla="*/ 44 h 67"/>
                <a:gd name="T14" fmla="*/ 12 w 48"/>
                <a:gd name="T15" fmla="*/ 44 h 67"/>
                <a:gd name="T16" fmla="*/ 12 w 48"/>
                <a:gd name="T17" fmla="*/ 67 h 67"/>
                <a:gd name="T18" fmla="*/ 0 w 48"/>
                <a:gd name="T19" fmla="*/ 67 h 67"/>
                <a:gd name="T20" fmla="*/ 0 w 48"/>
                <a:gd name="T21" fmla="*/ 2 h 67"/>
                <a:gd name="T22" fmla="*/ 9 w 48"/>
                <a:gd name="T23" fmla="*/ 1 h 67"/>
                <a:gd name="T24" fmla="*/ 18 w 48"/>
                <a:gd name="T25" fmla="*/ 0 h 67"/>
                <a:gd name="T26" fmla="*/ 19 w 48"/>
                <a:gd name="T27" fmla="*/ 11 h 67"/>
                <a:gd name="T28" fmla="*/ 12 w 48"/>
                <a:gd name="T29" fmla="*/ 11 h 67"/>
                <a:gd name="T30" fmla="*/ 12 w 48"/>
                <a:gd name="T31" fmla="*/ 34 h 67"/>
                <a:gd name="T32" fmla="*/ 18 w 48"/>
                <a:gd name="T33" fmla="*/ 34 h 67"/>
                <a:gd name="T34" fmla="*/ 31 w 48"/>
                <a:gd name="T35" fmla="*/ 31 h 67"/>
                <a:gd name="T36" fmla="*/ 36 w 48"/>
                <a:gd name="T37" fmla="*/ 22 h 67"/>
                <a:gd name="T38" fmla="*/ 35 w 48"/>
                <a:gd name="T39" fmla="*/ 16 h 67"/>
                <a:gd name="T40" fmla="*/ 31 w 48"/>
                <a:gd name="T41" fmla="*/ 13 h 67"/>
                <a:gd name="T42" fmla="*/ 26 w 48"/>
                <a:gd name="T43" fmla="*/ 11 h 67"/>
                <a:gd name="T44" fmla="*/ 19 w 48"/>
                <a:gd name="T45" fmla="*/ 1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8" h="67">
                  <a:moveTo>
                    <a:pt x="18" y="0"/>
                  </a:moveTo>
                  <a:cubicBezTo>
                    <a:pt x="28" y="0"/>
                    <a:pt x="36" y="2"/>
                    <a:pt x="41" y="5"/>
                  </a:cubicBezTo>
                  <a:cubicBezTo>
                    <a:pt x="46" y="9"/>
                    <a:pt x="48" y="14"/>
                    <a:pt x="48" y="22"/>
                  </a:cubicBezTo>
                  <a:cubicBezTo>
                    <a:pt x="48" y="26"/>
                    <a:pt x="48" y="29"/>
                    <a:pt x="46" y="32"/>
                  </a:cubicBezTo>
                  <a:cubicBezTo>
                    <a:pt x="45" y="35"/>
                    <a:pt x="43" y="37"/>
                    <a:pt x="40" y="39"/>
                  </a:cubicBezTo>
                  <a:cubicBezTo>
                    <a:pt x="38" y="41"/>
                    <a:pt x="35" y="42"/>
                    <a:pt x="31" y="43"/>
                  </a:cubicBezTo>
                  <a:cubicBezTo>
                    <a:pt x="27" y="44"/>
                    <a:pt x="23" y="44"/>
                    <a:pt x="18" y="44"/>
                  </a:cubicBezTo>
                  <a:cubicBezTo>
                    <a:pt x="12" y="44"/>
                    <a:pt x="12" y="44"/>
                    <a:pt x="12" y="44"/>
                  </a:cubicBezTo>
                  <a:cubicBezTo>
                    <a:pt x="12" y="67"/>
                    <a:pt x="12" y="67"/>
                    <a:pt x="12" y="67"/>
                  </a:cubicBezTo>
                  <a:cubicBezTo>
                    <a:pt x="0" y="67"/>
                    <a:pt x="0" y="67"/>
                    <a:pt x="0" y="67"/>
                  </a:cubicBezTo>
                  <a:cubicBezTo>
                    <a:pt x="0" y="2"/>
                    <a:pt x="0" y="2"/>
                    <a:pt x="0" y="2"/>
                  </a:cubicBezTo>
                  <a:cubicBezTo>
                    <a:pt x="2" y="1"/>
                    <a:pt x="6" y="1"/>
                    <a:pt x="9" y="1"/>
                  </a:cubicBezTo>
                  <a:cubicBezTo>
                    <a:pt x="12" y="0"/>
                    <a:pt x="16" y="0"/>
                    <a:pt x="18" y="0"/>
                  </a:cubicBezTo>
                  <a:close/>
                  <a:moveTo>
                    <a:pt x="19" y="11"/>
                  </a:moveTo>
                  <a:cubicBezTo>
                    <a:pt x="16" y="11"/>
                    <a:pt x="14" y="11"/>
                    <a:pt x="12" y="11"/>
                  </a:cubicBezTo>
                  <a:cubicBezTo>
                    <a:pt x="12" y="34"/>
                    <a:pt x="12" y="34"/>
                    <a:pt x="12" y="34"/>
                  </a:cubicBezTo>
                  <a:cubicBezTo>
                    <a:pt x="18" y="34"/>
                    <a:pt x="18" y="34"/>
                    <a:pt x="18" y="34"/>
                  </a:cubicBezTo>
                  <a:cubicBezTo>
                    <a:pt x="23" y="34"/>
                    <a:pt x="28" y="33"/>
                    <a:pt x="31" y="31"/>
                  </a:cubicBezTo>
                  <a:cubicBezTo>
                    <a:pt x="34" y="29"/>
                    <a:pt x="36" y="26"/>
                    <a:pt x="36" y="22"/>
                  </a:cubicBezTo>
                  <a:cubicBezTo>
                    <a:pt x="36" y="20"/>
                    <a:pt x="35" y="18"/>
                    <a:pt x="35" y="16"/>
                  </a:cubicBezTo>
                  <a:cubicBezTo>
                    <a:pt x="34" y="15"/>
                    <a:pt x="33" y="14"/>
                    <a:pt x="31" y="13"/>
                  </a:cubicBezTo>
                  <a:cubicBezTo>
                    <a:pt x="30" y="12"/>
                    <a:pt x="28" y="12"/>
                    <a:pt x="26" y="11"/>
                  </a:cubicBezTo>
                  <a:cubicBezTo>
                    <a:pt x="24" y="11"/>
                    <a:pt x="22" y="11"/>
                    <a:pt x="19" y="1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28" name="Freeform 6">
              <a:extLst>
                <a:ext uri="{FF2B5EF4-FFF2-40B4-BE49-F238E27FC236}">
                  <a16:creationId xmlns:a16="http://schemas.microsoft.com/office/drawing/2014/main" id="{1FE5D02E-DF0E-4563-A14A-01167876039D}"/>
                </a:ext>
              </a:extLst>
            </p:cNvPr>
            <p:cNvSpPr>
              <a:spLocks noEditPoints="1"/>
            </p:cNvSpPr>
            <p:nvPr userDrawn="1"/>
          </p:nvSpPr>
          <p:spPr bwMode="auto">
            <a:xfrm>
              <a:off x="714150" y="5030484"/>
              <a:ext cx="280988" cy="334963"/>
            </a:xfrm>
            <a:custGeom>
              <a:avLst/>
              <a:gdLst>
                <a:gd name="T0" fmla="*/ 0 w 46"/>
                <a:gd name="T1" fmla="*/ 27 h 53"/>
                <a:gd name="T2" fmla="*/ 2 w 46"/>
                <a:gd name="T3" fmla="*/ 15 h 53"/>
                <a:gd name="T4" fmla="*/ 8 w 46"/>
                <a:gd name="T5" fmla="*/ 7 h 53"/>
                <a:gd name="T6" fmla="*/ 15 w 46"/>
                <a:gd name="T7" fmla="*/ 2 h 53"/>
                <a:gd name="T8" fmla="*/ 24 w 46"/>
                <a:gd name="T9" fmla="*/ 0 h 53"/>
                <a:gd name="T10" fmla="*/ 40 w 46"/>
                <a:gd name="T11" fmla="*/ 6 h 53"/>
                <a:gd name="T12" fmla="*/ 46 w 46"/>
                <a:gd name="T13" fmla="*/ 26 h 53"/>
                <a:gd name="T14" fmla="*/ 46 w 46"/>
                <a:gd name="T15" fmla="*/ 28 h 53"/>
                <a:gd name="T16" fmla="*/ 46 w 46"/>
                <a:gd name="T17" fmla="*/ 30 h 53"/>
                <a:gd name="T18" fmla="*/ 12 w 46"/>
                <a:gd name="T19" fmla="*/ 30 h 53"/>
                <a:gd name="T20" fmla="*/ 17 w 46"/>
                <a:gd name="T21" fmla="*/ 39 h 53"/>
                <a:gd name="T22" fmla="*/ 28 w 46"/>
                <a:gd name="T23" fmla="*/ 43 h 53"/>
                <a:gd name="T24" fmla="*/ 35 w 46"/>
                <a:gd name="T25" fmla="*/ 42 h 53"/>
                <a:gd name="T26" fmla="*/ 41 w 46"/>
                <a:gd name="T27" fmla="*/ 40 h 53"/>
                <a:gd name="T28" fmla="*/ 43 w 46"/>
                <a:gd name="T29" fmla="*/ 50 h 53"/>
                <a:gd name="T30" fmla="*/ 40 w 46"/>
                <a:gd name="T31" fmla="*/ 51 h 53"/>
                <a:gd name="T32" fmla="*/ 36 w 46"/>
                <a:gd name="T33" fmla="*/ 52 h 53"/>
                <a:gd name="T34" fmla="*/ 31 w 46"/>
                <a:gd name="T35" fmla="*/ 52 h 53"/>
                <a:gd name="T36" fmla="*/ 26 w 46"/>
                <a:gd name="T37" fmla="*/ 53 h 53"/>
                <a:gd name="T38" fmla="*/ 15 w 46"/>
                <a:gd name="T39" fmla="*/ 51 h 53"/>
                <a:gd name="T40" fmla="*/ 7 w 46"/>
                <a:gd name="T41" fmla="*/ 45 h 53"/>
                <a:gd name="T42" fmla="*/ 2 w 46"/>
                <a:gd name="T43" fmla="*/ 37 h 53"/>
                <a:gd name="T44" fmla="*/ 0 w 46"/>
                <a:gd name="T45" fmla="*/ 27 h 53"/>
                <a:gd name="T46" fmla="*/ 34 w 46"/>
                <a:gd name="T47" fmla="*/ 21 h 53"/>
                <a:gd name="T48" fmla="*/ 34 w 46"/>
                <a:gd name="T49" fmla="*/ 17 h 53"/>
                <a:gd name="T50" fmla="*/ 32 w 46"/>
                <a:gd name="T51" fmla="*/ 13 h 53"/>
                <a:gd name="T52" fmla="*/ 28 w 46"/>
                <a:gd name="T53" fmla="*/ 11 h 53"/>
                <a:gd name="T54" fmla="*/ 24 w 46"/>
                <a:gd name="T55" fmla="*/ 10 h 53"/>
                <a:gd name="T56" fmla="*/ 19 w 46"/>
                <a:gd name="T57" fmla="*/ 11 h 53"/>
                <a:gd name="T58" fmla="*/ 16 w 46"/>
                <a:gd name="T59" fmla="*/ 13 h 53"/>
                <a:gd name="T60" fmla="*/ 14 w 46"/>
                <a:gd name="T61" fmla="*/ 17 h 53"/>
                <a:gd name="T62" fmla="*/ 13 w 46"/>
                <a:gd name="T63" fmla="*/ 21 h 53"/>
                <a:gd name="T64" fmla="*/ 34 w 46"/>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6" h="53">
                  <a:moveTo>
                    <a:pt x="0" y="27"/>
                  </a:moveTo>
                  <a:cubicBezTo>
                    <a:pt x="0" y="22"/>
                    <a:pt x="1" y="18"/>
                    <a:pt x="2" y="15"/>
                  </a:cubicBezTo>
                  <a:cubicBezTo>
                    <a:pt x="4" y="12"/>
                    <a:pt x="6" y="9"/>
                    <a:pt x="8" y="7"/>
                  </a:cubicBezTo>
                  <a:cubicBezTo>
                    <a:pt x="10" y="4"/>
                    <a:pt x="12" y="3"/>
                    <a:pt x="15" y="2"/>
                  </a:cubicBezTo>
                  <a:cubicBezTo>
                    <a:pt x="18" y="0"/>
                    <a:pt x="21" y="0"/>
                    <a:pt x="24" y="0"/>
                  </a:cubicBezTo>
                  <a:cubicBezTo>
                    <a:pt x="31" y="0"/>
                    <a:pt x="36" y="2"/>
                    <a:pt x="40" y="6"/>
                  </a:cubicBezTo>
                  <a:cubicBezTo>
                    <a:pt x="44" y="11"/>
                    <a:pt x="46" y="17"/>
                    <a:pt x="46" y="26"/>
                  </a:cubicBezTo>
                  <a:cubicBezTo>
                    <a:pt x="46" y="26"/>
                    <a:pt x="46" y="27"/>
                    <a:pt x="46" y="28"/>
                  </a:cubicBezTo>
                  <a:cubicBezTo>
                    <a:pt x="46" y="29"/>
                    <a:pt x="46" y="29"/>
                    <a:pt x="46" y="30"/>
                  </a:cubicBezTo>
                  <a:cubicBezTo>
                    <a:pt x="12" y="30"/>
                    <a:pt x="12" y="30"/>
                    <a:pt x="12" y="30"/>
                  </a:cubicBezTo>
                  <a:cubicBezTo>
                    <a:pt x="13" y="34"/>
                    <a:pt x="14" y="37"/>
                    <a:pt x="17" y="39"/>
                  </a:cubicBezTo>
                  <a:cubicBezTo>
                    <a:pt x="19" y="41"/>
                    <a:pt x="23" y="43"/>
                    <a:pt x="28" y="43"/>
                  </a:cubicBezTo>
                  <a:cubicBezTo>
                    <a:pt x="31" y="43"/>
                    <a:pt x="33" y="42"/>
                    <a:pt x="35" y="42"/>
                  </a:cubicBezTo>
                  <a:cubicBezTo>
                    <a:pt x="38" y="41"/>
                    <a:pt x="40" y="41"/>
                    <a:pt x="41" y="40"/>
                  </a:cubicBezTo>
                  <a:cubicBezTo>
                    <a:pt x="43" y="50"/>
                    <a:pt x="43" y="50"/>
                    <a:pt x="43" y="50"/>
                  </a:cubicBezTo>
                  <a:cubicBezTo>
                    <a:pt x="42" y="50"/>
                    <a:pt x="41" y="50"/>
                    <a:pt x="40" y="51"/>
                  </a:cubicBezTo>
                  <a:cubicBezTo>
                    <a:pt x="39" y="51"/>
                    <a:pt x="38" y="51"/>
                    <a:pt x="36" y="52"/>
                  </a:cubicBezTo>
                  <a:cubicBezTo>
                    <a:pt x="35" y="52"/>
                    <a:pt x="33" y="52"/>
                    <a:pt x="31" y="52"/>
                  </a:cubicBezTo>
                  <a:cubicBezTo>
                    <a:pt x="30" y="53"/>
                    <a:pt x="28" y="53"/>
                    <a:pt x="26" y="53"/>
                  </a:cubicBezTo>
                  <a:cubicBezTo>
                    <a:pt x="22" y="53"/>
                    <a:pt x="18" y="52"/>
                    <a:pt x="15" y="51"/>
                  </a:cubicBezTo>
                  <a:cubicBezTo>
                    <a:pt x="12" y="49"/>
                    <a:pt x="9" y="48"/>
                    <a:pt x="7" y="45"/>
                  </a:cubicBezTo>
                  <a:cubicBezTo>
                    <a:pt x="5" y="43"/>
                    <a:pt x="3" y="40"/>
                    <a:pt x="2" y="37"/>
                  </a:cubicBezTo>
                  <a:cubicBezTo>
                    <a:pt x="1" y="34"/>
                    <a:pt x="0" y="30"/>
                    <a:pt x="0" y="27"/>
                  </a:cubicBezTo>
                  <a:close/>
                  <a:moveTo>
                    <a:pt x="34" y="21"/>
                  </a:moveTo>
                  <a:cubicBezTo>
                    <a:pt x="34" y="20"/>
                    <a:pt x="34" y="18"/>
                    <a:pt x="34" y="17"/>
                  </a:cubicBezTo>
                  <a:cubicBezTo>
                    <a:pt x="33" y="15"/>
                    <a:pt x="32" y="14"/>
                    <a:pt x="32" y="13"/>
                  </a:cubicBezTo>
                  <a:cubicBezTo>
                    <a:pt x="31" y="12"/>
                    <a:pt x="30" y="11"/>
                    <a:pt x="28" y="11"/>
                  </a:cubicBezTo>
                  <a:cubicBezTo>
                    <a:pt x="27" y="10"/>
                    <a:pt x="26" y="10"/>
                    <a:pt x="24" y="10"/>
                  </a:cubicBezTo>
                  <a:cubicBezTo>
                    <a:pt x="22" y="10"/>
                    <a:pt x="21" y="10"/>
                    <a:pt x="19" y="11"/>
                  </a:cubicBezTo>
                  <a:cubicBezTo>
                    <a:pt x="18" y="11"/>
                    <a:pt x="17" y="12"/>
                    <a:pt x="16" y="13"/>
                  </a:cubicBezTo>
                  <a:cubicBezTo>
                    <a:pt x="15" y="14"/>
                    <a:pt x="14" y="16"/>
                    <a:pt x="14" y="17"/>
                  </a:cubicBezTo>
                  <a:cubicBezTo>
                    <a:pt x="13" y="18"/>
                    <a:pt x="13" y="20"/>
                    <a:pt x="13" y="21"/>
                  </a:cubicBezTo>
                  <a:lnTo>
                    <a:pt x="34"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29" name="Freeform 7">
              <a:extLst>
                <a:ext uri="{FF2B5EF4-FFF2-40B4-BE49-F238E27FC236}">
                  <a16:creationId xmlns:a16="http://schemas.microsoft.com/office/drawing/2014/main" id="{E87745CD-1FEA-4787-853E-B3F92946D114}"/>
                </a:ext>
              </a:extLst>
            </p:cNvPr>
            <p:cNvSpPr>
              <a:spLocks noEditPoints="1"/>
            </p:cNvSpPr>
            <p:nvPr userDrawn="1"/>
          </p:nvSpPr>
          <p:spPr bwMode="auto">
            <a:xfrm>
              <a:off x="1038000" y="5030484"/>
              <a:ext cx="298450" cy="334963"/>
            </a:xfrm>
            <a:custGeom>
              <a:avLst/>
              <a:gdLst>
                <a:gd name="T0" fmla="*/ 49 w 49"/>
                <a:gd name="T1" fmla="*/ 26 h 53"/>
                <a:gd name="T2" fmla="*/ 47 w 49"/>
                <a:gd name="T3" fmla="*/ 37 h 53"/>
                <a:gd name="T4" fmla="*/ 42 w 49"/>
                <a:gd name="T5" fmla="*/ 45 h 53"/>
                <a:gd name="T6" fmla="*/ 34 w 49"/>
                <a:gd name="T7" fmla="*/ 51 h 53"/>
                <a:gd name="T8" fmla="*/ 24 w 49"/>
                <a:gd name="T9" fmla="*/ 53 h 53"/>
                <a:gd name="T10" fmla="*/ 15 w 49"/>
                <a:gd name="T11" fmla="*/ 51 h 53"/>
                <a:gd name="T12" fmla="*/ 7 w 49"/>
                <a:gd name="T13" fmla="*/ 45 h 53"/>
                <a:gd name="T14" fmla="*/ 2 w 49"/>
                <a:gd name="T15" fmla="*/ 37 h 53"/>
                <a:gd name="T16" fmla="*/ 0 w 49"/>
                <a:gd name="T17" fmla="*/ 26 h 53"/>
                <a:gd name="T18" fmla="*/ 2 w 49"/>
                <a:gd name="T19" fmla="*/ 15 h 53"/>
                <a:gd name="T20" fmla="*/ 7 w 49"/>
                <a:gd name="T21" fmla="*/ 7 h 53"/>
                <a:gd name="T22" fmla="*/ 15 w 49"/>
                <a:gd name="T23" fmla="*/ 2 h 53"/>
                <a:gd name="T24" fmla="*/ 24 w 49"/>
                <a:gd name="T25" fmla="*/ 0 h 53"/>
                <a:gd name="T26" fmla="*/ 34 w 49"/>
                <a:gd name="T27" fmla="*/ 2 h 53"/>
                <a:gd name="T28" fmla="*/ 42 w 49"/>
                <a:gd name="T29" fmla="*/ 7 h 53"/>
                <a:gd name="T30" fmla="*/ 47 w 49"/>
                <a:gd name="T31" fmla="*/ 15 h 53"/>
                <a:gd name="T32" fmla="*/ 49 w 49"/>
                <a:gd name="T33" fmla="*/ 26 h 53"/>
                <a:gd name="T34" fmla="*/ 37 w 49"/>
                <a:gd name="T35" fmla="*/ 26 h 53"/>
                <a:gd name="T36" fmla="*/ 33 w 49"/>
                <a:gd name="T37" fmla="*/ 14 h 53"/>
                <a:gd name="T38" fmla="*/ 24 w 49"/>
                <a:gd name="T39" fmla="*/ 10 h 53"/>
                <a:gd name="T40" fmla="*/ 16 w 49"/>
                <a:gd name="T41" fmla="*/ 14 h 53"/>
                <a:gd name="T42" fmla="*/ 12 w 49"/>
                <a:gd name="T43" fmla="*/ 26 h 53"/>
                <a:gd name="T44" fmla="*/ 16 w 49"/>
                <a:gd name="T45" fmla="*/ 38 h 53"/>
                <a:gd name="T46" fmla="*/ 24 w 49"/>
                <a:gd name="T47" fmla="*/ 43 h 53"/>
                <a:gd name="T48" fmla="*/ 33 w 49"/>
                <a:gd name="T49" fmla="*/ 38 h 53"/>
                <a:gd name="T50" fmla="*/ 37 w 49"/>
                <a:gd name="T5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53">
                  <a:moveTo>
                    <a:pt x="49" y="26"/>
                  </a:moveTo>
                  <a:cubicBezTo>
                    <a:pt x="49" y="30"/>
                    <a:pt x="48" y="34"/>
                    <a:pt x="47" y="37"/>
                  </a:cubicBezTo>
                  <a:cubicBezTo>
                    <a:pt x="46" y="40"/>
                    <a:pt x="44" y="43"/>
                    <a:pt x="42" y="45"/>
                  </a:cubicBezTo>
                  <a:cubicBezTo>
                    <a:pt x="40" y="48"/>
                    <a:pt x="37" y="50"/>
                    <a:pt x="34" y="51"/>
                  </a:cubicBezTo>
                  <a:cubicBezTo>
                    <a:pt x="31" y="52"/>
                    <a:pt x="28" y="53"/>
                    <a:pt x="24" y="53"/>
                  </a:cubicBezTo>
                  <a:cubicBezTo>
                    <a:pt x="21" y="53"/>
                    <a:pt x="18" y="52"/>
                    <a:pt x="15" y="51"/>
                  </a:cubicBezTo>
                  <a:cubicBezTo>
                    <a:pt x="12" y="50"/>
                    <a:pt x="9" y="48"/>
                    <a:pt x="7" y="45"/>
                  </a:cubicBezTo>
                  <a:cubicBezTo>
                    <a:pt x="5" y="43"/>
                    <a:pt x="3" y="40"/>
                    <a:pt x="2" y="37"/>
                  </a:cubicBezTo>
                  <a:cubicBezTo>
                    <a:pt x="1" y="34"/>
                    <a:pt x="0" y="30"/>
                    <a:pt x="0" y="26"/>
                  </a:cubicBezTo>
                  <a:cubicBezTo>
                    <a:pt x="0" y="22"/>
                    <a:pt x="1" y="19"/>
                    <a:pt x="2" y="15"/>
                  </a:cubicBezTo>
                  <a:cubicBezTo>
                    <a:pt x="3" y="12"/>
                    <a:pt x="5" y="9"/>
                    <a:pt x="7" y="7"/>
                  </a:cubicBezTo>
                  <a:cubicBezTo>
                    <a:pt x="9" y="5"/>
                    <a:pt x="12" y="3"/>
                    <a:pt x="15" y="2"/>
                  </a:cubicBezTo>
                  <a:cubicBezTo>
                    <a:pt x="18" y="1"/>
                    <a:pt x="21" y="0"/>
                    <a:pt x="24" y="0"/>
                  </a:cubicBezTo>
                  <a:cubicBezTo>
                    <a:pt x="28" y="0"/>
                    <a:pt x="31" y="1"/>
                    <a:pt x="34" y="2"/>
                  </a:cubicBezTo>
                  <a:cubicBezTo>
                    <a:pt x="37" y="3"/>
                    <a:pt x="40" y="5"/>
                    <a:pt x="42" y="7"/>
                  </a:cubicBezTo>
                  <a:cubicBezTo>
                    <a:pt x="44" y="9"/>
                    <a:pt x="46" y="12"/>
                    <a:pt x="47" y="15"/>
                  </a:cubicBezTo>
                  <a:cubicBezTo>
                    <a:pt x="48" y="19"/>
                    <a:pt x="49" y="22"/>
                    <a:pt x="49" y="26"/>
                  </a:cubicBezTo>
                  <a:close/>
                  <a:moveTo>
                    <a:pt x="37" y="26"/>
                  </a:moveTo>
                  <a:cubicBezTo>
                    <a:pt x="37" y="21"/>
                    <a:pt x="36" y="17"/>
                    <a:pt x="33" y="14"/>
                  </a:cubicBezTo>
                  <a:cubicBezTo>
                    <a:pt x="31" y="11"/>
                    <a:pt x="28" y="10"/>
                    <a:pt x="24" y="10"/>
                  </a:cubicBezTo>
                  <a:cubicBezTo>
                    <a:pt x="21" y="10"/>
                    <a:pt x="18" y="11"/>
                    <a:pt x="16" y="14"/>
                  </a:cubicBezTo>
                  <a:cubicBezTo>
                    <a:pt x="13" y="17"/>
                    <a:pt x="12" y="21"/>
                    <a:pt x="12" y="26"/>
                  </a:cubicBezTo>
                  <a:cubicBezTo>
                    <a:pt x="12" y="31"/>
                    <a:pt x="13" y="35"/>
                    <a:pt x="16" y="38"/>
                  </a:cubicBezTo>
                  <a:cubicBezTo>
                    <a:pt x="18" y="41"/>
                    <a:pt x="21" y="43"/>
                    <a:pt x="24" y="43"/>
                  </a:cubicBezTo>
                  <a:cubicBezTo>
                    <a:pt x="28" y="43"/>
                    <a:pt x="31" y="41"/>
                    <a:pt x="33" y="38"/>
                  </a:cubicBezTo>
                  <a:cubicBezTo>
                    <a:pt x="36" y="35"/>
                    <a:pt x="37" y="31"/>
                    <a:pt x="37" y="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30" name="Freeform 8">
              <a:extLst>
                <a:ext uri="{FF2B5EF4-FFF2-40B4-BE49-F238E27FC236}">
                  <a16:creationId xmlns:a16="http://schemas.microsoft.com/office/drawing/2014/main" id="{736BE8F4-4385-41DC-891E-4C7A0CB2F177}"/>
                </a:ext>
              </a:extLst>
            </p:cNvPr>
            <p:cNvSpPr>
              <a:spLocks noEditPoints="1"/>
            </p:cNvSpPr>
            <p:nvPr userDrawn="1"/>
          </p:nvSpPr>
          <p:spPr bwMode="auto">
            <a:xfrm>
              <a:off x="1398362" y="5030484"/>
              <a:ext cx="274638" cy="434975"/>
            </a:xfrm>
            <a:custGeom>
              <a:avLst/>
              <a:gdLst>
                <a:gd name="T0" fmla="*/ 45 w 45"/>
                <a:gd name="T1" fmla="*/ 26 h 69"/>
                <a:gd name="T2" fmla="*/ 43 w 45"/>
                <a:gd name="T3" fmla="*/ 37 h 69"/>
                <a:gd name="T4" fmla="*/ 39 w 45"/>
                <a:gd name="T5" fmla="*/ 45 h 69"/>
                <a:gd name="T6" fmla="*/ 32 w 45"/>
                <a:gd name="T7" fmla="*/ 51 h 69"/>
                <a:gd name="T8" fmla="*/ 23 w 45"/>
                <a:gd name="T9" fmla="*/ 52 h 69"/>
                <a:gd name="T10" fmla="*/ 16 w 45"/>
                <a:gd name="T11" fmla="*/ 52 h 69"/>
                <a:gd name="T12" fmla="*/ 11 w 45"/>
                <a:gd name="T13" fmla="*/ 50 h 69"/>
                <a:gd name="T14" fmla="*/ 11 w 45"/>
                <a:gd name="T15" fmla="*/ 69 h 69"/>
                <a:gd name="T16" fmla="*/ 0 w 45"/>
                <a:gd name="T17" fmla="*/ 69 h 69"/>
                <a:gd name="T18" fmla="*/ 0 w 45"/>
                <a:gd name="T19" fmla="*/ 3 h 69"/>
                <a:gd name="T20" fmla="*/ 8 w 45"/>
                <a:gd name="T21" fmla="*/ 1 h 69"/>
                <a:gd name="T22" fmla="*/ 19 w 45"/>
                <a:gd name="T23" fmla="*/ 0 h 69"/>
                <a:gd name="T24" fmla="*/ 30 w 45"/>
                <a:gd name="T25" fmla="*/ 2 h 69"/>
                <a:gd name="T26" fmla="*/ 38 w 45"/>
                <a:gd name="T27" fmla="*/ 7 h 69"/>
                <a:gd name="T28" fmla="*/ 43 w 45"/>
                <a:gd name="T29" fmla="*/ 15 h 69"/>
                <a:gd name="T30" fmla="*/ 45 w 45"/>
                <a:gd name="T31" fmla="*/ 26 h 69"/>
                <a:gd name="T32" fmla="*/ 33 w 45"/>
                <a:gd name="T33" fmla="*/ 27 h 69"/>
                <a:gd name="T34" fmla="*/ 29 w 45"/>
                <a:gd name="T35" fmla="*/ 14 h 69"/>
                <a:gd name="T36" fmla="*/ 18 w 45"/>
                <a:gd name="T37" fmla="*/ 10 h 69"/>
                <a:gd name="T38" fmla="*/ 15 w 45"/>
                <a:gd name="T39" fmla="*/ 10 h 69"/>
                <a:gd name="T40" fmla="*/ 11 w 45"/>
                <a:gd name="T41" fmla="*/ 11 h 69"/>
                <a:gd name="T42" fmla="*/ 11 w 45"/>
                <a:gd name="T43" fmla="*/ 40 h 69"/>
                <a:gd name="T44" fmla="*/ 15 w 45"/>
                <a:gd name="T45" fmla="*/ 42 h 69"/>
                <a:gd name="T46" fmla="*/ 21 w 45"/>
                <a:gd name="T47" fmla="*/ 42 h 69"/>
                <a:gd name="T48" fmla="*/ 30 w 45"/>
                <a:gd name="T49" fmla="*/ 38 h 69"/>
                <a:gd name="T50" fmla="*/ 33 w 45"/>
                <a:gd name="T51" fmla="*/ 2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5" h="69">
                  <a:moveTo>
                    <a:pt x="45" y="26"/>
                  </a:moveTo>
                  <a:cubicBezTo>
                    <a:pt x="45" y="30"/>
                    <a:pt x="44" y="34"/>
                    <a:pt x="43" y="37"/>
                  </a:cubicBezTo>
                  <a:cubicBezTo>
                    <a:pt x="42" y="40"/>
                    <a:pt x="41" y="43"/>
                    <a:pt x="39" y="45"/>
                  </a:cubicBezTo>
                  <a:cubicBezTo>
                    <a:pt x="37" y="47"/>
                    <a:pt x="35" y="49"/>
                    <a:pt x="32" y="51"/>
                  </a:cubicBezTo>
                  <a:cubicBezTo>
                    <a:pt x="29" y="52"/>
                    <a:pt x="26" y="52"/>
                    <a:pt x="23" y="52"/>
                  </a:cubicBezTo>
                  <a:cubicBezTo>
                    <a:pt x="20" y="52"/>
                    <a:pt x="18" y="52"/>
                    <a:pt x="16" y="52"/>
                  </a:cubicBezTo>
                  <a:cubicBezTo>
                    <a:pt x="14" y="51"/>
                    <a:pt x="13" y="50"/>
                    <a:pt x="11" y="50"/>
                  </a:cubicBezTo>
                  <a:cubicBezTo>
                    <a:pt x="11" y="69"/>
                    <a:pt x="11" y="69"/>
                    <a:pt x="11" y="69"/>
                  </a:cubicBezTo>
                  <a:cubicBezTo>
                    <a:pt x="0" y="69"/>
                    <a:pt x="0" y="69"/>
                    <a:pt x="0" y="69"/>
                  </a:cubicBezTo>
                  <a:cubicBezTo>
                    <a:pt x="0" y="3"/>
                    <a:pt x="0" y="3"/>
                    <a:pt x="0" y="3"/>
                  </a:cubicBezTo>
                  <a:cubicBezTo>
                    <a:pt x="2" y="2"/>
                    <a:pt x="5" y="2"/>
                    <a:pt x="8" y="1"/>
                  </a:cubicBezTo>
                  <a:cubicBezTo>
                    <a:pt x="12" y="0"/>
                    <a:pt x="16" y="0"/>
                    <a:pt x="19" y="0"/>
                  </a:cubicBezTo>
                  <a:cubicBezTo>
                    <a:pt x="23" y="0"/>
                    <a:pt x="27" y="1"/>
                    <a:pt x="30" y="2"/>
                  </a:cubicBezTo>
                  <a:cubicBezTo>
                    <a:pt x="33" y="3"/>
                    <a:pt x="36" y="5"/>
                    <a:pt x="38" y="7"/>
                  </a:cubicBezTo>
                  <a:cubicBezTo>
                    <a:pt x="40" y="9"/>
                    <a:pt x="42" y="12"/>
                    <a:pt x="43" y="15"/>
                  </a:cubicBezTo>
                  <a:cubicBezTo>
                    <a:pt x="44" y="19"/>
                    <a:pt x="45" y="22"/>
                    <a:pt x="45" y="26"/>
                  </a:cubicBezTo>
                  <a:close/>
                  <a:moveTo>
                    <a:pt x="33" y="27"/>
                  </a:moveTo>
                  <a:cubicBezTo>
                    <a:pt x="33" y="21"/>
                    <a:pt x="32" y="17"/>
                    <a:pt x="29" y="14"/>
                  </a:cubicBezTo>
                  <a:cubicBezTo>
                    <a:pt x="27" y="12"/>
                    <a:pt x="23" y="10"/>
                    <a:pt x="18" y="10"/>
                  </a:cubicBezTo>
                  <a:cubicBezTo>
                    <a:pt x="17" y="10"/>
                    <a:pt x="16" y="10"/>
                    <a:pt x="15" y="10"/>
                  </a:cubicBezTo>
                  <a:cubicBezTo>
                    <a:pt x="14" y="10"/>
                    <a:pt x="12" y="11"/>
                    <a:pt x="11" y="11"/>
                  </a:cubicBezTo>
                  <a:cubicBezTo>
                    <a:pt x="11" y="40"/>
                    <a:pt x="11" y="40"/>
                    <a:pt x="11" y="40"/>
                  </a:cubicBezTo>
                  <a:cubicBezTo>
                    <a:pt x="12" y="40"/>
                    <a:pt x="14" y="41"/>
                    <a:pt x="15" y="42"/>
                  </a:cubicBezTo>
                  <a:cubicBezTo>
                    <a:pt x="17" y="42"/>
                    <a:pt x="19" y="42"/>
                    <a:pt x="21" y="42"/>
                  </a:cubicBezTo>
                  <a:cubicBezTo>
                    <a:pt x="25" y="42"/>
                    <a:pt x="28" y="41"/>
                    <a:pt x="30" y="38"/>
                  </a:cubicBezTo>
                  <a:cubicBezTo>
                    <a:pt x="32" y="35"/>
                    <a:pt x="33" y="31"/>
                    <a:pt x="33" y="2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31" name="Freeform 9">
              <a:extLst>
                <a:ext uri="{FF2B5EF4-FFF2-40B4-BE49-F238E27FC236}">
                  <a16:creationId xmlns:a16="http://schemas.microsoft.com/office/drawing/2014/main" id="{F61E42E2-4849-4296-AD4C-9F7E6208C913}"/>
                </a:ext>
              </a:extLst>
            </p:cNvPr>
            <p:cNvSpPr>
              <a:spLocks/>
            </p:cNvSpPr>
            <p:nvPr userDrawn="1"/>
          </p:nvSpPr>
          <p:spPr bwMode="auto">
            <a:xfrm>
              <a:off x="1734912" y="4886021"/>
              <a:ext cx="115888" cy="473075"/>
            </a:xfrm>
            <a:custGeom>
              <a:avLst/>
              <a:gdLst>
                <a:gd name="T0" fmla="*/ 17 w 19"/>
                <a:gd name="T1" fmla="*/ 75 h 75"/>
                <a:gd name="T2" fmla="*/ 9 w 19"/>
                <a:gd name="T3" fmla="*/ 74 h 75"/>
                <a:gd name="T4" fmla="*/ 3 w 19"/>
                <a:gd name="T5" fmla="*/ 71 h 75"/>
                <a:gd name="T6" fmla="*/ 1 w 19"/>
                <a:gd name="T7" fmla="*/ 66 h 75"/>
                <a:gd name="T8" fmla="*/ 0 w 19"/>
                <a:gd name="T9" fmla="*/ 60 h 75"/>
                <a:gd name="T10" fmla="*/ 0 w 19"/>
                <a:gd name="T11" fmla="*/ 2 h 75"/>
                <a:gd name="T12" fmla="*/ 11 w 19"/>
                <a:gd name="T13" fmla="*/ 0 h 75"/>
                <a:gd name="T14" fmla="*/ 11 w 19"/>
                <a:gd name="T15" fmla="*/ 57 h 75"/>
                <a:gd name="T16" fmla="*/ 12 w 19"/>
                <a:gd name="T17" fmla="*/ 61 h 75"/>
                <a:gd name="T18" fmla="*/ 13 w 19"/>
                <a:gd name="T19" fmla="*/ 63 h 75"/>
                <a:gd name="T20" fmla="*/ 15 w 19"/>
                <a:gd name="T21" fmla="*/ 65 h 75"/>
                <a:gd name="T22" fmla="*/ 19 w 19"/>
                <a:gd name="T23" fmla="*/ 66 h 75"/>
                <a:gd name="T24" fmla="*/ 17 w 19"/>
                <a:gd name="T25"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75">
                  <a:moveTo>
                    <a:pt x="17" y="75"/>
                  </a:moveTo>
                  <a:cubicBezTo>
                    <a:pt x="14" y="75"/>
                    <a:pt x="11" y="75"/>
                    <a:pt x="9" y="74"/>
                  </a:cubicBezTo>
                  <a:cubicBezTo>
                    <a:pt x="7" y="73"/>
                    <a:pt x="5" y="72"/>
                    <a:pt x="3" y="71"/>
                  </a:cubicBezTo>
                  <a:cubicBezTo>
                    <a:pt x="2" y="70"/>
                    <a:pt x="1" y="68"/>
                    <a:pt x="1" y="66"/>
                  </a:cubicBezTo>
                  <a:cubicBezTo>
                    <a:pt x="0" y="64"/>
                    <a:pt x="0" y="62"/>
                    <a:pt x="0" y="60"/>
                  </a:cubicBezTo>
                  <a:cubicBezTo>
                    <a:pt x="0" y="2"/>
                    <a:pt x="0" y="2"/>
                    <a:pt x="0" y="2"/>
                  </a:cubicBezTo>
                  <a:cubicBezTo>
                    <a:pt x="11" y="0"/>
                    <a:pt x="11" y="0"/>
                    <a:pt x="11" y="0"/>
                  </a:cubicBezTo>
                  <a:cubicBezTo>
                    <a:pt x="11" y="57"/>
                    <a:pt x="11" y="57"/>
                    <a:pt x="11" y="57"/>
                  </a:cubicBezTo>
                  <a:cubicBezTo>
                    <a:pt x="11" y="59"/>
                    <a:pt x="11" y="60"/>
                    <a:pt x="12" y="61"/>
                  </a:cubicBezTo>
                  <a:cubicBezTo>
                    <a:pt x="12" y="62"/>
                    <a:pt x="12" y="63"/>
                    <a:pt x="13" y="63"/>
                  </a:cubicBezTo>
                  <a:cubicBezTo>
                    <a:pt x="13" y="64"/>
                    <a:pt x="14" y="65"/>
                    <a:pt x="15" y="65"/>
                  </a:cubicBezTo>
                  <a:cubicBezTo>
                    <a:pt x="16" y="65"/>
                    <a:pt x="18" y="66"/>
                    <a:pt x="19" y="66"/>
                  </a:cubicBezTo>
                  <a:lnTo>
                    <a:pt x="17" y="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32" name="Freeform 10">
              <a:extLst>
                <a:ext uri="{FF2B5EF4-FFF2-40B4-BE49-F238E27FC236}">
                  <a16:creationId xmlns:a16="http://schemas.microsoft.com/office/drawing/2014/main" id="{90999C1F-E9A1-4857-94A7-BE92F2D5B14A}"/>
                </a:ext>
              </a:extLst>
            </p:cNvPr>
            <p:cNvSpPr>
              <a:spLocks noEditPoints="1"/>
            </p:cNvSpPr>
            <p:nvPr userDrawn="1"/>
          </p:nvSpPr>
          <p:spPr bwMode="auto">
            <a:xfrm>
              <a:off x="1880962" y="5030484"/>
              <a:ext cx="274638" cy="334963"/>
            </a:xfrm>
            <a:custGeom>
              <a:avLst/>
              <a:gdLst>
                <a:gd name="T0" fmla="*/ 0 w 45"/>
                <a:gd name="T1" fmla="*/ 27 h 53"/>
                <a:gd name="T2" fmla="*/ 2 w 45"/>
                <a:gd name="T3" fmla="*/ 15 h 53"/>
                <a:gd name="T4" fmla="*/ 7 w 45"/>
                <a:gd name="T5" fmla="*/ 7 h 53"/>
                <a:gd name="T6" fmla="*/ 14 w 45"/>
                <a:gd name="T7" fmla="*/ 2 h 53"/>
                <a:gd name="T8" fmla="*/ 23 w 45"/>
                <a:gd name="T9" fmla="*/ 0 h 53"/>
                <a:gd name="T10" fmla="*/ 39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0 w 45"/>
                <a:gd name="T27" fmla="*/ 40 h 53"/>
                <a:gd name="T28" fmla="*/ 42 w 45"/>
                <a:gd name="T29" fmla="*/ 50 h 53"/>
                <a:gd name="T30" fmla="*/ 39 w 45"/>
                <a:gd name="T31" fmla="*/ 51 h 53"/>
                <a:gd name="T32" fmla="*/ 35 w 45"/>
                <a:gd name="T33" fmla="*/ 52 h 53"/>
                <a:gd name="T34" fmla="*/ 31 w 45"/>
                <a:gd name="T35" fmla="*/ 52 h 53"/>
                <a:gd name="T36" fmla="*/ 26 w 45"/>
                <a:gd name="T37" fmla="*/ 53 h 53"/>
                <a:gd name="T38" fmla="*/ 14 w 45"/>
                <a:gd name="T39" fmla="*/ 51 h 53"/>
                <a:gd name="T40" fmla="*/ 6 w 45"/>
                <a:gd name="T41" fmla="*/ 45 h 53"/>
                <a:gd name="T42" fmla="*/ 1 w 45"/>
                <a:gd name="T43" fmla="*/ 37 h 53"/>
                <a:gd name="T44" fmla="*/ 0 w 45"/>
                <a:gd name="T45" fmla="*/ 27 h 53"/>
                <a:gd name="T46" fmla="*/ 33 w 45"/>
                <a:gd name="T47" fmla="*/ 21 h 53"/>
                <a:gd name="T48" fmla="*/ 33 w 45"/>
                <a:gd name="T49" fmla="*/ 17 h 53"/>
                <a:gd name="T50" fmla="*/ 31 w 45"/>
                <a:gd name="T51" fmla="*/ 13 h 53"/>
                <a:gd name="T52" fmla="*/ 28 w 45"/>
                <a:gd name="T53" fmla="*/ 11 h 53"/>
                <a:gd name="T54" fmla="*/ 23 w 45"/>
                <a:gd name="T55" fmla="*/ 10 h 53"/>
                <a:gd name="T56" fmla="*/ 18 w 45"/>
                <a:gd name="T57" fmla="*/ 11 h 53"/>
                <a:gd name="T58" fmla="*/ 15 w 45"/>
                <a:gd name="T59" fmla="*/ 13 h 53"/>
                <a:gd name="T60" fmla="*/ 13 w 45"/>
                <a:gd name="T61" fmla="*/ 17 h 53"/>
                <a:gd name="T62" fmla="*/ 12 w 45"/>
                <a:gd name="T63" fmla="*/ 21 h 53"/>
                <a:gd name="T64" fmla="*/ 33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0" y="18"/>
                    <a:pt x="2" y="15"/>
                  </a:cubicBezTo>
                  <a:cubicBezTo>
                    <a:pt x="3" y="12"/>
                    <a:pt x="5" y="9"/>
                    <a:pt x="7" y="7"/>
                  </a:cubicBezTo>
                  <a:cubicBezTo>
                    <a:pt x="9" y="4"/>
                    <a:pt x="12" y="3"/>
                    <a:pt x="14" y="2"/>
                  </a:cubicBezTo>
                  <a:cubicBezTo>
                    <a:pt x="17" y="0"/>
                    <a:pt x="20" y="0"/>
                    <a:pt x="23" y="0"/>
                  </a:cubicBezTo>
                  <a:cubicBezTo>
                    <a:pt x="30" y="0"/>
                    <a:pt x="35" y="2"/>
                    <a:pt x="39" y="6"/>
                  </a:cubicBezTo>
                  <a:cubicBezTo>
                    <a:pt x="43"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2" y="43"/>
                    <a:pt x="27" y="43"/>
                  </a:cubicBezTo>
                  <a:cubicBezTo>
                    <a:pt x="30" y="43"/>
                    <a:pt x="32" y="42"/>
                    <a:pt x="35" y="42"/>
                  </a:cubicBezTo>
                  <a:cubicBezTo>
                    <a:pt x="37" y="41"/>
                    <a:pt x="39" y="41"/>
                    <a:pt x="40" y="40"/>
                  </a:cubicBezTo>
                  <a:cubicBezTo>
                    <a:pt x="42" y="50"/>
                    <a:pt x="42" y="50"/>
                    <a:pt x="42" y="50"/>
                  </a:cubicBezTo>
                  <a:cubicBezTo>
                    <a:pt x="41" y="50"/>
                    <a:pt x="40" y="50"/>
                    <a:pt x="39" y="51"/>
                  </a:cubicBezTo>
                  <a:cubicBezTo>
                    <a:pt x="38" y="51"/>
                    <a:pt x="37" y="51"/>
                    <a:pt x="35" y="52"/>
                  </a:cubicBezTo>
                  <a:cubicBezTo>
                    <a:pt x="34" y="52"/>
                    <a:pt x="32" y="52"/>
                    <a:pt x="31" y="52"/>
                  </a:cubicBezTo>
                  <a:cubicBezTo>
                    <a:pt x="29" y="53"/>
                    <a:pt x="27" y="53"/>
                    <a:pt x="26" y="53"/>
                  </a:cubicBezTo>
                  <a:cubicBezTo>
                    <a:pt x="21" y="53"/>
                    <a:pt x="17" y="52"/>
                    <a:pt x="14" y="51"/>
                  </a:cubicBezTo>
                  <a:cubicBezTo>
                    <a:pt x="11" y="49"/>
                    <a:pt x="8" y="48"/>
                    <a:pt x="6" y="45"/>
                  </a:cubicBezTo>
                  <a:cubicBezTo>
                    <a:pt x="4" y="43"/>
                    <a:pt x="2" y="40"/>
                    <a:pt x="1" y="37"/>
                  </a:cubicBezTo>
                  <a:cubicBezTo>
                    <a:pt x="0" y="34"/>
                    <a:pt x="0" y="30"/>
                    <a:pt x="0" y="27"/>
                  </a:cubicBezTo>
                  <a:close/>
                  <a:moveTo>
                    <a:pt x="33" y="21"/>
                  </a:moveTo>
                  <a:cubicBezTo>
                    <a:pt x="33" y="20"/>
                    <a:pt x="33" y="18"/>
                    <a:pt x="33" y="17"/>
                  </a:cubicBezTo>
                  <a:cubicBezTo>
                    <a:pt x="32" y="15"/>
                    <a:pt x="32" y="14"/>
                    <a:pt x="31" y="13"/>
                  </a:cubicBezTo>
                  <a:cubicBezTo>
                    <a:pt x="30" y="12"/>
                    <a:pt x="29" y="11"/>
                    <a:pt x="28" y="11"/>
                  </a:cubicBezTo>
                  <a:cubicBezTo>
                    <a:pt x="26" y="10"/>
                    <a:pt x="25" y="10"/>
                    <a:pt x="23" y="10"/>
                  </a:cubicBezTo>
                  <a:cubicBezTo>
                    <a:pt x="21" y="10"/>
                    <a:pt x="20" y="10"/>
                    <a:pt x="18" y="11"/>
                  </a:cubicBezTo>
                  <a:cubicBezTo>
                    <a:pt x="17" y="11"/>
                    <a:pt x="16" y="12"/>
                    <a:pt x="15" y="13"/>
                  </a:cubicBezTo>
                  <a:cubicBezTo>
                    <a:pt x="14" y="14"/>
                    <a:pt x="13" y="16"/>
                    <a:pt x="13" y="17"/>
                  </a:cubicBezTo>
                  <a:cubicBezTo>
                    <a:pt x="12" y="18"/>
                    <a:pt x="12" y="20"/>
                    <a:pt x="12" y="21"/>
                  </a:cubicBezTo>
                  <a:lnTo>
                    <a:pt x="33"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33" name="Freeform 11">
              <a:extLst>
                <a:ext uri="{FF2B5EF4-FFF2-40B4-BE49-F238E27FC236}">
                  <a16:creationId xmlns:a16="http://schemas.microsoft.com/office/drawing/2014/main" id="{55510841-B679-4200-BD83-157497D64970}"/>
                </a:ext>
              </a:extLst>
            </p:cNvPr>
            <p:cNvSpPr>
              <a:spLocks/>
            </p:cNvSpPr>
            <p:nvPr userDrawn="1"/>
          </p:nvSpPr>
          <p:spPr bwMode="auto">
            <a:xfrm>
              <a:off x="2346100" y="5030484"/>
              <a:ext cx="422275" cy="322263"/>
            </a:xfrm>
            <a:custGeom>
              <a:avLst/>
              <a:gdLst>
                <a:gd name="T0" fmla="*/ 29 w 69"/>
                <a:gd name="T1" fmla="*/ 25 h 51"/>
                <a:gd name="T2" fmla="*/ 27 w 69"/>
                <a:gd name="T3" fmla="*/ 14 h 51"/>
                <a:gd name="T4" fmla="*/ 19 w 69"/>
                <a:gd name="T5" fmla="*/ 10 h 51"/>
                <a:gd name="T6" fmla="*/ 15 w 69"/>
                <a:gd name="T7" fmla="*/ 10 h 51"/>
                <a:gd name="T8" fmla="*/ 12 w 69"/>
                <a:gd name="T9" fmla="*/ 11 h 51"/>
                <a:gd name="T10" fmla="*/ 12 w 69"/>
                <a:gd name="T11" fmla="*/ 51 h 51"/>
                <a:gd name="T12" fmla="*/ 0 w 69"/>
                <a:gd name="T13" fmla="*/ 51 h 51"/>
                <a:gd name="T14" fmla="*/ 0 w 69"/>
                <a:gd name="T15" fmla="*/ 3 h 51"/>
                <a:gd name="T16" fmla="*/ 9 w 69"/>
                <a:gd name="T17" fmla="*/ 1 h 51"/>
                <a:gd name="T18" fmla="*/ 20 w 69"/>
                <a:gd name="T19" fmla="*/ 0 h 51"/>
                <a:gd name="T20" fmla="*/ 29 w 69"/>
                <a:gd name="T21" fmla="*/ 1 h 51"/>
                <a:gd name="T22" fmla="*/ 34 w 69"/>
                <a:gd name="T23" fmla="*/ 5 h 51"/>
                <a:gd name="T24" fmla="*/ 37 w 69"/>
                <a:gd name="T25" fmla="*/ 3 h 51"/>
                <a:gd name="T26" fmla="*/ 41 w 69"/>
                <a:gd name="T27" fmla="*/ 2 h 51"/>
                <a:gd name="T28" fmla="*/ 45 w 69"/>
                <a:gd name="T29" fmla="*/ 1 h 51"/>
                <a:gd name="T30" fmla="*/ 49 w 69"/>
                <a:gd name="T31" fmla="*/ 0 h 51"/>
                <a:gd name="T32" fmla="*/ 59 w 69"/>
                <a:gd name="T33" fmla="*/ 2 h 51"/>
                <a:gd name="T34" fmla="*/ 65 w 69"/>
                <a:gd name="T35" fmla="*/ 6 h 51"/>
                <a:gd name="T36" fmla="*/ 68 w 69"/>
                <a:gd name="T37" fmla="*/ 14 h 51"/>
                <a:gd name="T38" fmla="*/ 69 w 69"/>
                <a:gd name="T39" fmla="*/ 23 h 51"/>
                <a:gd name="T40" fmla="*/ 69 w 69"/>
                <a:gd name="T41" fmla="*/ 51 h 51"/>
                <a:gd name="T42" fmla="*/ 57 w 69"/>
                <a:gd name="T43" fmla="*/ 51 h 51"/>
                <a:gd name="T44" fmla="*/ 57 w 69"/>
                <a:gd name="T45" fmla="*/ 25 h 51"/>
                <a:gd name="T46" fmla="*/ 55 w 69"/>
                <a:gd name="T47" fmla="*/ 14 h 51"/>
                <a:gd name="T48" fmla="*/ 48 w 69"/>
                <a:gd name="T49" fmla="*/ 10 h 51"/>
                <a:gd name="T50" fmla="*/ 43 w 69"/>
                <a:gd name="T51" fmla="*/ 11 h 51"/>
                <a:gd name="T52" fmla="*/ 39 w 69"/>
                <a:gd name="T53" fmla="*/ 13 h 51"/>
                <a:gd name="T54" fmla="*/ 40 w 69"/>
                <a:gd name="T55" fmla="*/ 18 h 51"/>
                <a:gd name="T56" fmla="*/ 40 w 69"/>
                <a:gd name="T57" fmla="*/ 24 h 51"/>
                <a:gd name="T58" fmla="*/ 40 w 69"/>
                <a:gd name="T59" fmla="*/ 51 h 51"/>
                <a:gd name="T60" fmla="*/ 29 w 69"/>
                <a:gd name="T61" fmla="*/ 51 h 51"/>
                <a:gd name="T62" fmla="*/ 29 w 69"/>
                <a:gd name="T63"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9" h="51">
                  <a:moveTo>
                    <a:pt x="29" y="25"/>
                  </a:moveTo>
                  <a:cubicBezTo>
                    <a:pt x="29" y="20"/>
                    <a:pt x="28" y="16"/>
                    <a:pt x="27" y="14"/>
                  </a:cubicBezTo>
                  <a:cubicBezTo>
                    <a:pt x="25" y="11"/>
                    <a:pt x="23" y="10"/>
                    <a:pt x="19" y="10"/>
                  </a:cubicBezTo>
                  <a:cubicBezTo>
                    <a:pt x="18" y="10"/>
                    <a:pt x="17" y="10"/>
                    <a:pt x="15" y="10"/>
                  </a:cubicBezTo>
                  <a:cubicBezTo>
                    <a:pt x="13" y="11"/>
                    <a:pt x="12" y="11"/>
                    <a:pt x="12" y="11"/>
                  </a:cubicBezTo>
                  <a:cubicBezTo>
                    <a:pt x="12" y="51"/>
                    <a:pt x="12" y="51"/>
                    <a:pt x="12" y="51"/>
                  </a:cubicBezTo>
                  <a:cubicBezTo>
                    <a:pt x="0" y="51"/>
                    <a:pt x="0" y="51"/>
                    <a:pt x="0" y="51"/>
                  </a:cubicBezTo>
                  <a:cubicBezTo>
                    <a:pt x="0" y="3"/>
                    <a:pt x="0" y="3"/>
                    <a:pt x="0" y="3"/>
                  </a:cubicBezTo>
                  <a:cubicBezTo>
                    <a:pt x="2" y="2"/>
                    <a:pt x="5" y="2"/>
                    <a:pt x="9" y="1"/>
                  </a:cubicBezTo>
                  <a:cubicBezTo>
                    <a:pt x="12" y="0"/>
                    <a:pt x="16" y="0"/>
                    <a:pt x="20" y="0"/>
                  </a:cubicBezTo>
                  <a:cubicBezTo>
                    <a:pt x="24" y="0"/>
                    <a:pt x="26" y="1"/>
                    <a:pt x="29" y="1"/>
                  </a:cubicBezTo>
                  <a:cubicBezTo>
                    <a:pt x="31" y="2"/>
                    <a:pt x="33" y="4"/>
                    <a:pt x="34" y="5"/>
                  </a:cubicBezTo>
                  <a:cubicBezTo>
                    <a:pt x="35" y="4"/>
                    <a:pt x="36" y="4"/>
                    <a:pt x="37" y="3"/>
                  </a:cubicBezTo>
                  <a:cubicBezTo>
                    <a:pt x="38" y="3"/>
                    <a:pt x="39" y="2"/>
                    <a:pt x="41" y="2"/>
                  </a:cubicBezTo>
                  <a:cubicBezTo>
                    <a:pt x="42" y="1"/>
                    <a:pt x="43" y="1"/>
                    <a:pt x="45" y="1"/>
                  </a:cubicBezTo>
                  <a:cubicBezTo>
                    <a:pt x="46" y="0"/>
                    <a:pt x="48" y="0"/>
                    <a:pt x="49" y="0"/>
                  </a:cubicBezTo>
                  <a:cubicBezTo>
                    <a:pt x="53" y="0"/>
                    <a:pt x="56" y="1"/>
                    <a:pt x="59" y="2"/>
                  </a:cubicBezTo>
                  <a:cubicBezTo>
                    <a:pt x="62" y="3"/>
                    <a:pt x="63" y="4"/>
                    <a:pt x="65" y="6"/>
                  </a:cubicBezTo>
                  <a:cubicBezTo>
                    <a:pt x="66" y="9"/>
                    <a:pt x="67" y="11"/>
                    <a:pt x="68" y="14"/>
                  </a:cubicBezTo>
                  <a:cubicBezTo>
                    <a:pt x="68" y="17"/>
                    <a:pt x="69" y="20"/>
                    <a:pt x="69" y="23"/>
                  </a:cubicBezTo>
                  <a:cubicBezTo>
                    <a:pt x="69" y="51"/>
                    <a:pt x="69" y="51"/>
                    <a:pt x="69" y="51"/>
                  </a:cubicBezTo>
                  <a:cubicBezTo>
                    <a:pt x="57" y="51"/>
                    <a:pt x="57" y="51"/>
                    <a:pt x="57" y="51"/>
                  </a:cubicBezTo>
                  <a:cubicBezTo>
                    <a:pt x="57" y="25"/>
                    <a:pt x="57" y="25"/>
                    <a:pt x="57" y="25"/>
                  </a:cubicBezTo>
                  <a:cubicBezTo>
                    <a:pt x="57" y="20"/>
                    <a:pt x="56" y="16"/>
                    <a:pt x="55" y="14"/>
                  </a:cubicBezTo>
                  <a:cubicBezTo>
                    <a:pt x="54" y="11"/>
                    <a:pt x="51" y="10"/>
                    <a:pt x="48" y="10"/>
                  </a:cubicBezTo>
                  <a:cubicBezTo>
                    <a:pt x="46" y="10"/>
                    <a:pt x="44" y="10"/>
                    <a:pt x="43" y="11"/>
                  </a:cubicBezTo>
                  <a:cubicBezTo>
                    <a:pt x="41" y="12"/>
                    <a:pt x="40" y="12"/>
                    <a:pt x="39" y="13"/>
                  </a:cubicBezTo>
                  <a:cubicBezTo>
                    <a:pt x="39" y="14"/>
                    <a:pt x="40" y="16"/>
                    <a:pt x="40" y="18"/>
                  </a:cubicBezTo>
                  <a:cubicBezTo>
                    <a:pt x="40" y="20"/>
                    <a:pt x="40" y="22"/>
                    <a:pt x="40" y="24"/>
                  </a:cubicBezTo>
                  <a:cubicBezTo>
                    <a:pt x="40" y="51"/>
                    <a:pt x="40" y="51"/>
                    <a:pt x="40" y="51"/>
                  </a:cubicBezTo>
                  <a:cubicBezTo>
                    <a:pt x="29" y="51"/>
                    <a:pt x="29" y="51"/>
                    <a:pt x="29" y="51"/>
                  </a:cubicBezTo>
                  <a:lnTo>
                    <a:pt x="29" y="2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34" name="Freeform 12">
              <a:extLst>
                <a:ext uri="{FF2B5EF4-FFF2-40B4-BE49-F238E27FC236}">
                  <a16:creationId xmlns:a16="http://schemas.microsoft.com/office/drawing/2014/main" id="{333909EC-AA30-49D2-B39E-0474767BA1C3}"/>
                </a:ext>
              </a:extLst>
            </p:cNvPr>
            <p:cNvSpPr>
              <a:spLocks noEditPoints="1"/>
            </p:cNvSpPr>
            <p:nvPr userDrawn="1"/>
          </p:nvSpPr>
          <p:spPr bwMode="auto">
            <a:xfrm>
              <a:off x="2816000" y="5030484"/>
              <a:ext cx="250825" cy="328613"/>
            </a:xfrm>
            <a:custGeom>
              <a:avLst/>
              <a:gdLst>
                <a:gd name="T0" fmla="*/ 21 w 41"/>
                <a:gd name="T1" fmla="*/ 0 h 52"/>
                <a:gd name="T2" fmla="*/ 30 w 41"/>
                <a:gd name="T3" fmla="*/ 1 h 52"/>
                <a:gd name="T4" fmla="*/ 37 w 41"/>
                <a:gd name="T5" fmla="*/ 5 h 52"/>
                <a:gd name="T6" fmla="*/ 40 w 41"/>
                <a:gd name="T7" fmla="*/ 12 h 52"/>
                <a:gd name="T8" fmla="*/ 41 w 41"/>
                <a:gd name="T9" fmla="*/ 20 h 52"/>
                <a:gd name="T10" fmla="*/ 41 w 41"/>
                <a:gd name="T11" fmla="*/ 50 h 52"/>
                <a:gd name="T12" fmla="*/ 33 w 41"/>
                <a:gd name="T13" fmla="*/ 52 h 52"/>
                <a:gd name="T14" fmla="*/ 21 w 41"/>
                <a:gd name="T15" fmla="*/ 52 h 52"/>
                <a:gd name="T16" fmla="*/ 12 w 41"/>
                <a:gd name="T17" fmla="*/ 52 h 52"/>
                <a:gd name="T18" fmla="*/ 6 w 41"/>
                <a:gd name="T19" fmla="*/ 49 h 52"/>
                <a:gd name="T20" fmla="*/ 2 w 41"/>
                <a:gd name="T21" fmla="*/ 44 h 52"/>
                <a:gd name="T22" fmla="*/ 0 w 41"/>
                <a:gd name="T23" fmla="*/ 36 h 52"/>
                <a:gd name="T24" fmla="*/ 2 w 41"/>
                <a:gd name="T25" fmla="*/ 29 h 52"/>
                <a:gd name="T26" fmla="*/ 7 w 41"/>
                <a:gd name="T27" fmla="*/ 24 h 52"/>
                <a:gd name="T28" fmla="*/ 13 w 41"/>
                <a:gd name="T29" fmla="*/ 21 h 52"/>
                <a:gd name="T30" fmla="*/ 21 w 41"/>
                <a:gd name="T31" fmla="*/ 21 h 52"/>
                <a:gd name="T32" fmla="*/ 25 w 41"/>
                <a:gd name="T33" fmla="*/ 21 h 52"/>
                <a:gd name="T34" fmla="*/ 30 w 41"/>
                <a:gd name="T35" fmla="*/ 22 h 52"/>
                <a:gd name="T36" fmla="*/ 30 w 41"/>
                <a:gd name="T37" fmla="*/ 20 h 52"/>
                <a:gd name="T38" fmla="*/ 29 w 41"/>
                <a:gd name="T39" fmla="*/ 16 h 52"/>
                <a:gd name="T40" fmla="*/ 28 w 41"/>
                <a:gd name="T41" fmla="*/ 13 h 52"/>
                <a:gd name="T42" fmla="*/ 25 w 41"/>
                <a:gd name="T43" fmla="*/ 10 h 52"/>
                <a:gd name="T44" fmla="*/ 20 w 41"/>
                <a:gd name="T45" fmla="*/ 10 h 52"/>
                <a:gd name="T46" fmla="*/ 12 w 41"/>
                <a:gd name="T47" fmla="*/ 10 h 52"/>
                <a:gd name="T48" fmla="*/ 7 w 41"/>
                <a:gd name="T49" fmla="*/ 12 h 52"/>
                <a:gd name="T50" fmla="*/ 5 w 41"/>
                <a:gd name="T51" fmla="*/ 2 h 52"/>
                <a:gd name="T52" fmla="*/ 12 w 41"/>
                <a:gd name="T53" fmla="*/ 1 h 52"/>
                <a:gd name="T54" fmla="*/ 21 w 41"/>
                <a:gd name="T55" fmla="*/ 0 h 52"/>
                <a:gd name="T56" fmla="*/ 22 w 41"/>
                <a:gd name="T57" fmla="*/ 43 h 52"/>
                <a:gd name="T58" fmla="*/ 30 w 41"/>
                <a:gd name="T59" fmla="*/ 43 h 52"/>
                <a:gd name="T60" fmla="*/ 30 w 41"/>
                <a:gd name="T61" fmla="*/ 30 h 52"/>
                <a:gd name="T62" fmla="*/ 27 w 41"/>
                <a:gd name="T63" fmla="*/ 29 h 52"/>
                <a:gd name="T64" fmla="*/ 23 w 41"/>
                <a:gd name="T65" fmla="*/ 29 h 52"/>
                <a:gd name="T66" fmla="*/ 19 w 41"/>
                <a:gd name="T67" fmla="*/ 29 h 52"/>
                <a:gd name="T68" fmla="*/ 16 w 41"/>
                <a:gd name="T69" fmla="*/ 30 h 52"/>
                <a:gd name="T70" fmla="*/ 13 w 41"/>
                <a:gd name="T71" fmla="*/ 32 h 52"/>
                <a:gd name="T72" fmla="*/ 12 w 41"/>
                <a:gd name="T73" fmla="*/ 36 h 52"/>
                <a:gd name="T74" fmla="*/ 15 w 41"/>
                <a:gd name="T75" fmla="*/ 42 h 52"/>
                <a:gd name="T76" fmla="*/ 22 w 41"/>
                <a:gd name="T77" fmla="*/ 4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 h="52">
                  <a:moveTo>
                    <a:pt x="21" y="0"/>
                  </a:moveTo>
                  <a:cubicBezTo>
                    <a:pt x="25" y="0"/>
                    <a:pt x="28" y="0"/>
                    <a:pt x="30" y="1"/>
                  </a:cubicBezTo>
                  <a:cubicBezTo>
                    <a:pt x="33" y="2"/>
                    <a:pt x="35" y="4"/>
                    <a:pt x="37" y="5"/>
                  </a:cubicBezTo>
                  <a:cubicBezTo>
                    <a:pt x="38" y="7"/>
                    <a:pt x="39" y="9"/>
                    <a:pt x="40" y="12"/>
                  </a:cubicBezTo>
                  <a:cubicBezTo>
                    <a:pt x="41" y="14"/>
                    <a:pt x="41" y="17"/>
                    <a:pt x="41" y="20"/>
                  </a:cubicBezTo>
                  <a:cubicBezTo>
                    <a:pt x="41" y="50"/>
                    <a:pt x="41" y="50"/>
                    <a:pt x="41" y="50"/>
                  </a:cubicBezTo>
                  <a:cubicBezTo>
                    <a:pt x="39" y="51"/>
                    <a:pt x="37" y="51"/>
                    <a:pt x="33" y="52"/>
                  </a:cubicBezTo>
                  <a:cubicBezTo>
                    <a:pt x="29" y="52"/>
                    <a:pt x="25" y="52"/>
                    <a:pt x="21" y="52"/>
                  </a:cubicBezTo>
                  <a:cubicBezTo>
                    <a:pt x="18" y="52"/>
                    <a:pt x="15" y="52"/>
                    <a:pt x="12" y="52"/>
                  </a:cubicBezTo>
                  <a:cubicBezTo>
                    <a:pt x="10" y="51"/>
                    <a:pt x="8" y="50"/>
                    <a:pt x="6" y="49"/>
                  </a:cubicBezTo>
                  <a:cubicBezTo>
                    <a:pt x="4" y="47"/>
                    <a:pt x="3" y="46"/>
                    <a:pt x="2" y="44"/>
                  </a:cubicBezTo>
                  <a:cubicBezTo>
                    <a:pt x="1" y="42"/>
                    <a:pt x="0" y="39"/>
                    <a:pt x="0" y="36"/>
                  </a:cubicBezTo>
                  <a:cubicBezTo>
                    <a:pt x="0" y="33"/>
                    <a:pt x="1" y="31"/>
                    <a:pt x="2" y="29"/>
                  </a:cubicBezTo>
                  <a:cubicBezTo>
                    <a:pt x="3" y="27"/>
                    <a:pt x="5" y="25"/>
                    <a:pt x="7" y="24"/>
                  </a:cubicBezTo>
                  <a:cubicBezTo>
                    <a:pt x="9" y="23"/>
                    <a:pt x="11" y="22"/>
                    <a:pt x="13" y="21"/>
                  </a:cubicBezTo>
                  <a:cubicBezTo>
                    <a:pt x="16" y="21"/>
                    <a:pt x="19" y="21"/>
                    <a:pt x="21" y="21"/>
                  </a:cubicBezTo>
                  <a:cubicBezTo>
                    <a:pt x="23" y="21"/>
                    <a:pt x="24" y="21"/>
                    <a:pt x="25" y="21"/>
                  </a:cubicBezTo>
                  <a:cubicBezTo>
                    <a:pt x="27" y="21"/>
                    <a:pt x="28" y="21"/>
                    <a:pt x="30" y="22"/>
                  </a:cubicBezTo>
                  <a:cubicBezTo>
                    <a:pt x="30" y="20"/>
                    <a:pt x="30" y="20"/>
                    <a:pt x="30" y="20"/>
                  </a:cubicBezTo>
                  <a:cubicBezTo>
                    <a:pt x="30" y="18"/>
                    <a:pt x="30" y="17"/>
                    <a:pt x="29" y="16"/>
                  </a:cubicBezTo>
                  <a:cubicBezTo>
                    <a:pt x="29" y="15"/>
                    <a:pt x="28" y="14"/>
                    <a:pt x="28" y="13"/>
                  </a:cubicBezTo>
                  <a:cubicBezTo>
                    <a:pt x="27" y="12"/>
                    <a:pt x="26" y="11"/>
                    <a:pt x="25" y="10"/>
                  </a:cubicBezTo>
                  <a:cubicBezTo>
                    <a:pt x="23" y="10"/>
                    <a:pt x="22" y="10"/>
                    <a:pt x="20" y="10"/>
                  </a:cubicBezTo>
                  <a:cubicBezTo>
                    <a:pt x="17" y="10"/>
                    <a:pt x="14" y="10"/>
                    <a:pt x="12" y="10"/>
                  </a:cubicBezTo>
                  <a:cubicBezTo>
                    <a:pt x="10" y="11"/>
                    <a:pt x="8" y="11"/>
                    <a:pt x="7" y="12"/>
                  </a:cubicBezTo>
                  <a:cubicBezTo>
                    <a:pt x="5" y="2"/>
                    <a:pt x="5" y="2"/>
                    <a:pt x="5" y="2"/>
                  </a:cubicBezTo>
                  <a:cubicBezTo>
                    <a:pt x="7" y="2"/>
                    <a:pt x="9" y="1"/>
                    <a:pt x="12" y="1"/>
                  </a:cubicBezTo>
                  <a:cubicBezTo>
                    <a:pt x="15" y="0"/>
                    <a:pt x="18" y="0"/>
                    <a:pt x="21" y="0"/>
                  </a:cubicBezTo>
                  <a:close/>
                  <a:moveTo>
                    <a:pt x="22" y="43"/>
                  </a:moveTo>
                  <a:cubicBezTo>
                    <a:pt x="25" y="43"/>
                    <a:pt x="28" y="43"/>
                    <a:pt x="30" y="43"/>
                  </a:cubicBezTo>
                  <a:cubicBezTo>
                    <a:pt x="30" y="30"/>
                    <a:pt x="30" y="30"/>
                    <a:pt x="30" y="30"/>
                  </a:cubicBezTo>
                  <a:cubicBezTo>
                    <a:pt x="29" y="30"/>
                    <a:pt x="28" y="29"/>
                    <a:pt x="27" y="29"/>
                  </a:cubicBezTo>
                  <a:cubicBezTo>
                    <a:pt x="26" y="29"/>
                    <a:pt x="24" y="29"/>
                    <a:pt x="23" y="29"/>
                  </a:cubicBezTo>
                  <a:cubicBezTo>
                    <a:pt x="22" y="29"/>
                    <a:pt x="20" y="29"/>
                    <a:pt x="19" y="29"/>
                  </a:cubicBezTo>
                  <a:cubicBezTo>
                    <a:pt x="18" y="29"/>
                    <a:pt x="17" y="30"/>
                    <a:pt x="16" y="30"/>
                  </a:cubicBezTo>
                  <a:cubicBezTo>
                    <a:pt x="15" y="31"/>
                    <a:pt x="14" y="31"/>
                    <a:pt x="13" y="32"/>
                  </a:cubicBezTo>
                  <a:cubicBezTo>
                    <a:pt x="12" y="33"/>
                    <a:pt x="12" y="35"/>
                    <a:pt x="12" y="36"/>
                  </a:cubicBezTo>
                  <a:cubicBezTo>
                    <a:pt x="12" y="39"/>
                    <a:pt x="13" y="41"/>
                    <a:pt x="15" y="42"/>
                  </a:cubicBezTo>
                  <a:cubicBezTo>
                    <a:pt x="16" y="43"/>
                    <a:pt x="19" y="43"/>
                    <a:pt x="22" y="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35" name="Freeform 13">
              <a:extLst>
                <a:ext uri="{FF2B5EF4-FFF2-40B4-BE49-F238E27FC236}">
                  <a16:creationId xmlns:a16="http://schemas.microsoft.com/office/drawing/2014/main" id="{1113DFDA-E0B1-47E5-8DE6-79A15DDC5AFE}"/>
                </a:ext>
              </a:extLst>
            </p:cNvPr>
            <p:cNvSpPr>
              <a:spLocks/>
            </p:cNvSpPr>
            <p:nvPr userDrawn="1"/>
          </p:nvSpPr>
          <p:spPr bwMode="auto">
            <a:xfrm>
              <a:off x="3141437"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5"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5" y="67"/>
                    <a:pt x="12" y="66"/>
                    <a:pt x="9"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36" name="Freeform 14">
              <a:extLst>
                <a:ext uri="{FF2B5EF4-FFF2-40B4-BE49-F238E27FC236}">
                  <a16:creationId xmlns:a16="http://schemas.microsoft.com/office/drawing/2014/main" id="{DFF7EBE7-46DF-420A-977A-B72CB2796408}"/>
                </a:ext>
              </a:extLst>
            </p:cNvPr>
            <p:cNvSpPr>
              <a:spLocks/>
            </p:cNvSpPr>
            <p:nvPr userDrawn="1"/>
          </p:nvSpPr>
          <p:spPr bwMode="auto">
            <a:xfrm>
              <a:off x="3373212" y="4943171"/>
              <a:ext cx="188913" cy="422275"/>
            </a:xfrm>
            <a:custGeom>
              <a:avLst/>
              <a:gdLst>
                <a:gd name="T0" fmla="*/ 0 w 31"/>
                <a:gd name="T1" fmla="*/ 2 h 67"/>
                <a:gd name="T2" fmla="*/ 12 w 31"/>
                <a:gd name="T3" fmla="*/ 0 h 67"/>
                <a:gd name="T4" fmla="*/ 12 w 31"/>
                <a:gd name="T5" fmla="*/ 15 h 67"/>
                <a:gd name="T6" fmla="*/ 29 w 31"/>
                <a:gd name="T7" fmla="*/ 15 h 67"/>
                <a:gd name="T8" fmla="*/ 29 w 31"/>
                <a:gd name="T9" fmla="*/ 25 h 67"/>
                <a:gd name="T10" fmla="*/ 12 w 31"/>
                <a:gd name="T11" fmla="*/ 25 h 67"/>
                <a:gd name="T12" fmla="*/ 12 w 31"/>
                <a:gd name="T13" fmla="*/ 45 h 67"/>
                <a:gd name="T14" fmla="*/ 14 w 31"/>
                <a:gd name="T15" fmla="*/ 54 h 67"/>
                <a:gd name="T16" fmla="*/ 20 w 31"/>
                <a:gd name="T17" fmla="*/ 57 h 67"/>
                <a:gd name="T18" fmla="*/ 26 w 31"/>
                <a:gd name="T19" fmla="*/ 56 h 67"/>
                <a:gd name="T20" fmla="*/ 30 w 31"/>
                <a:gd name="T21" fmla="*/ 55 h 67"/>
                <a:gd name="T22" fmla="*/ 31 w 31"/>
                <a:gd name="T23" fmla="*/ 64 h 67"/>
                <a:gd name="T24" fmla="*/ 26 w 31"/>
                <a:gd name="T25" fmla="*/ 66 h 67"/>
                <a:gd name="T26" fmla="*/ 19 w 31"/>
                <a:gd name="T27" fmla="*/ 67 h 67"/>
                <a:gd name="T28" fmla="*/ 10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2" y="0"/>
                    <a:pt x="12" y="0"/>
                    <a:pt x="12" y="0"/>
                  </a:cubicBezTo>
                  <a:cubicBezTo>
                    <a:pt x="12" y="15"/>
                    <a:pt x="12" y="15"/>
                    <a:pt x="12" y="15"/>
                  </a:cubicBezTo>
                  <a:cubicBezTo>
                    <a:pt x="29" y="15"/>
                    <a:pt x="29" y="15"/>
                    <a:pt x="29" y="15"/>
                  </a:cubicBezTo>
                  <a:cubicBezTo>
                    <a:pt x="29" y="25"/>
                    <a:pt x="29" y="25"/>
                    <a:pt x="29" y="25"/>
                  </a:cubicBezTo>
                  <a:cubicBezTo>
                    <a:pt x="12" y="25"/>
                    <a:pt x="12" y="25"/>
                    <a:pt x="12" y="25"/>
                  </a:cubicBezTo>
                  <a:cubicBezTo>
                    <a:pt x="12" y="45"/>
                    <a:pt x="12" y="45"/>
                    <a:pt x="12" y="45"/>
                  </a:cubicBezTo>
                  <a:cubicBezTo>
                    <a:pt x="12" y="49"/>
                    <a:pt x="12" y="52"/>
                    <a:pt x="14" y="54"/>
                  </a:cubicBezTo>
                  <a:cubicBezTo>
                    <a:pt x="15" y="56"/>
                    <a:pt x="17" y="57"/>
                    <a:pt x="20" y="57"/>
                  </a:cubicBezTo>
                  <a:cubicBezTo>
                    <a:pt x="22" y="57"/>
                    <a:pt x="24" y="56"/>
                    <a:pt x="26" y="56"/>
                  </a:cubicBezTo>
                  <a:cubicBezTo>
                    <a:pt x="27" y="55"/>
                    <a:pt x="29" y="55"/>
                    <a:pt x="30" y="55"/>
                  </a:cubicBezTo>
                  <a:cubicBezTo>
                    <a:pt x="31" y="64"/>
                    <a:pt x="31" y="64"/>
                    <a:pt x="31" y="64"/>
                  </a:cubicBezTo>
                  <a:cubicBezTo>
                    <a:pt x="30" y="64"/>
                    <a:pt x="28" y="65"/>
                    <a:pt x="26" y="66"/>
                  </a:cubicBezTo>
                  <a:cubicBezTo>
                    <a:pt x="24" y="66"/>
                    <a:pt x="21" y="67"/>
                    <a:pt x="19" y="67"/>
                  </a:cubicBezTo>
                  <a:cubicBezTo>
                    <a:pt x="15" y="67"/>
                    <a:pt x="12" y="66"/>
                    <a:pt x="10"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37" name="Freeform 15">
              <a:extLst>
                <a:ext uri="{FF2B5EF4-FFF2-40B4-BE49-F238E27FC236}">
                  <a16:creationId xmlns:a16="http://schemas.microsoft.com/office/drawing/2014/main" id="{F7108A62-9DDD-43B8-AA5B-E17F6010FA10}"/>
                </a:ext>
              </a:extLst>
            </p:cNvPr>
            <p:cNvSpPr>
              <a:spLocks noEditPoints="1"/>
            </p:cNvSpPr>
            <p:nvPr userDrawn="1"/>
          </p:nvSpPr>
          <p:spPr bwMode="auto">
            <a:xfrm>
              <a:off x="3587525" y="5030484"/>
              <a:ext cx="274638" cy="334963"/>
            </a:xfrm>
            <a:custGeom>
              <a:avLst/>
              <a:gdLst>
                <a:gd name="T0" fmla="*/ 0 w 45"/>
                <a:gd name="T1" fmla="*/ 27 h 53"/>
                <a:gd name="T2" fmla="*/ 2 w 45"/>
                <a:gd name="T3" fmla="*/ 15 h 53"/>
                <a:gd name="T4" fmla="*/ 7 w 45"/>
                <a:gd name="T5" fmla="*/ 7 h 53"/>
                <a:gd name="T6" fmla="*/ 15 w 45"/>
                <a:gd name="T7" fmla="*/ 2 h 53"/>
                <a:gd name="T8" fmla="*/ 23 w 45"/>
                <a:gd name="T9" fmla="*/ 0 h 53"/>
                <a:gd name="T10" fmla="*/ 40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1 w 45"/>
                <a:gd name="T27" fmla="*/ 40 h 53"/>
                <a:gd name="T28" fmla="*/ 42 w 45"/>
                <a:gd name="T29" fmla="*/ 50 h 53"/>
                <a:gd name="T30" fmla="*/ 40 w 45"/>
                <a:gd name="T31" fmla="*/ 51 h 53"/>
                <a:gd name="T32" fmla="*/ 36 w 45"/>
                <a:gd name="T33" fmla="*/ 52 h 53"/>
                <a:gd name="T34" fmla="*/ 31 w 45"/>
                <a:gd name="T35" fmla="*/ 52 h 53"/>
                <a:gd name="T36" fmla="*/ 26 w 45"/>
                <a:gd name="T37" fmla="*/ 53 h 53"/>
                <a:gd name="T38" fmla="*/ 14 w 45"/>
                <a:gd name="T39" fmla="*/ 51 h 53"/>
                <a:gd name="T40" fmla="*/ 6 w 45"/>
                <a:gd name="T41" fmla="*/ 45 h 53"/>
                <a:gd name="T42" fmla="*/ 2 w 45"/>
                <a:gd name="T43" fmla="*/ 37 h 53"/>
                <a:gd name="T44" fmla="*/ 0 w 45"/>
                <a:gd name="T45" fmla="*/ 27 h 53"/>
                <a:gd name="T46" fmla="*/ 34 w 45"/>
                <a:gd name="T47" fmla="*/ 21 h 53"/>
                <a:gd name="T48" fmla="*/ 33 w 45"/>
                <a:gd name="T49" fmla="*/ 17 h 53"/>
                <a:gd name="T50" fmla="*/ 31 w 45"/>
                <a:gd name="T51" fmla="*/ 13 h 53"/>
                <a:gd name="T52" fmla="*/ 28 w 45"/>
                <a:gd name="T53" fmla="*/ 11 h 53"/>
                <a:gd name="T54" fmla="*/ 24 w 45"/>
                <a:gd name="T55" fmla="*/ 10 h 53"/>
                <a:gd name="T56" fmla="*/ 19 w 45"/>
                <a:gd name="T57" fmla="*/ 11 h 53"/>
                <a:gd name="T58" fmla="*/ 15 w 45"/>
                <a:gd name="T59" fmla="*/ 13 h 53"/>
                <a:gd name="T60" fmla="*/ 13 w 45"/>
                <a:gd name="T61" fmla="*/ 17 h 53"/>
                <a:gd name="T62" fmla="*/ 12 w 45"/>
                <a:gd name="T63" fmla="*/ 21 h 53"/>
                <a:gd name="T64" fmla="*/ 34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1" y="18"/>
                    <a:pt x="2" y="15"/>
                  </a:cubicBezTo>
                  <a:cubicBezTo>
                    <a:pt x="3" y="12"/>
                    <a:pt x="5" y="9"/>
                    <a:pt x="7" y="7"/>
                  </a:cubicBezTo>
                  <a:cubicBezTo>
                    <a:pt x="9" y="4"/>
                    <a:pt x="12" y="3"/>
                    <a:pt x="15" y="2"/>
                  </a:cubicBezTo>
                  <a:cubicBezTo>
                    <a:pt x="18" y="0"/>
                    <a:pt x="21" y="0"/>
                    <a:pt x="23" y="0"/>
                  </a:cubicBezTo>
                  <a:cubicBezTo>
                    <a:pt x="30" y="0"/>
                    <a:pt x="36" y="2"/>
                    <a:pt x="40" y="6"/>
                  </a:cubicBezTo>
                  <a:cubicBezTo>
                    <a:pt x="44"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3" y="43"/>
                    <a:pt x="27" y="43"/>
                  </a:cubicBezTo>
                  <a:cubicBezTo>
                    <a:pt x="30" y="43"/>
                    <a:pt x="33" y="42"/>
                    <a:pt x="35" y="42"/>
                  </a:cubicBezTo>
                  <a:cubicBezTo>
                    <a:pt x="37" y="41"/>
                    <a:pt x="39" y="41"/>
                    <a:pt x="41" y="40"/>
                  </a:cubicBezTo>
                  <a:cubicBezTo>
                    <a:pt x="42" y="50"/>
                    <a:pt x="42" y="50"/>
                    <a:pt x="42" y="50"/>
                  </a:cubicBezTo>
                  <a:cubicBezTo>
                    <a:pt x="42" y="50"/>
                    <a:pt x="41" y="50"/>
                    <a:pt x="40" y="51"/>
                  </a:cubicBezTo>
                  <a:cubicBezTo>
                    <a:pt x="38" y="51"/>
                    <a:pt x="37" y="51"/>
                    <a:pt x="36" y="52"/>
                  </a:cubicBezTo>
                  <a:cubicBezTo>
                    <a:pt x="34" y="52"/>
                    <a:pt x="33" y="52"/>
                    <a:pt x="31" y="52"/>
                  </a:cubicBezTo>
                  <a:cubicBezTo>
                    <a:pt x="29" y="53"/>
                    <a:pt x="28" y="53"/>
                    <a:pt x="26" y="53"/>
                  </a:cubicBezTo>
                  <a:cubicBezTo>
                    <a:pt x="22" y="53"/>
                    <a:pt x="18" y="52"/>
                    <a:pt x="14" y="51"/>
                  </a:cubicBezTo>
                  <a:cubicBezTo>
                    <a:pt x="11" y="49"/>
                    <a:pt x="8" y="48"/>
                    <a:pt x="6" y="45"/>
                  </a:cubicBezTo>
                  <a:cubicBezTo>
                    <a:pt x="4" y="43"/>
                    <a:pt x="3" y="40"/>
                    <a:pt x="2" y="37"/>
                  </a:cubicBezTo>
                  <a:cubicBezTo>
                    <a:pt x="1" y="34"/>
                    <a:pt x="0" y="30"/>
                    <a:pt x="0" y="27"/>
                  </a:cubicBezTo>
                  <a:close/>
                  <a:moveTo>
                    <a:pt x="34" y="21"/>
                  </a:moveTo>
                  <a:cubicBezTo>
                    <a:pt x="34" y="20"/>
                    <a:pt x="34" y="18"/>
                    <a:pt x="33" y="17"/>
                  </a:cubicBezTo>
                  <a:cubicBezTo>
                    <a:pt x="33" y="15"/>
                    <a:pt x="32" y="14"/>
                    <a:pt x="31" y="13"/>
                  </a:cubicBezTo>
                  <a:cubicBezTo>
                    <a:pt x="30" y="12"/>
                    <a:pt x="29" y="11"/>
                    <a:pt x="28" y="11"/>
                  </a:cubicBezTo>
                  <a:cubicBezTo>
                    <a:pt x="27" y="10"/>
                    <a:pt x="25" y="10"/>
                    <a:pt x="24" y="10"/>
                  </a:cubicBezTo>
                  <a:cubicBezTo>
                    <a:pt x="22" y="10"/>
                    <a:pt x="20" y="10"/>
                    <a:pt x="19" y="11"/>
                  </a:cubicBezTo>
                  <a:cubicBezTo>
                    <a:pt x="18" y="11"/>
                    <a:pt x="16" y="12"/>
                    <a:pt x="15" y="13"/>
                  </a:cubicBezTo>
                  <a:cubicBezTo>
                    <a:pt x="15" y="14"/>
                    <a:pt x="14" y="16"/>
                    <a:pt x="13" y="17"/>
                  </a:cubicBezTo>
                  <a:cubicBezTo>
                    <a:pt x="13" y="18"/>
                    <a:pt x="12" y="20"/>
                    <a:pt x="12" y="21"/>
                  </a:cubicBezTo>
                  <a:lnTo>
                    <a:pt x="34"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38" name="Freeform 16">
              <a:extLst>
                <a:ext uri="{FF2B5EF4-FFF2-40B4-BE49-F238E27FC236}">
                  <a16:creationId xmlns:a16="http://schemas.microsoft.com/office/drawing/2014/main" id="{345C6F0D-0CE1-48FC-8770-F292F203232B}"/>
                </a:ext>
              </a:extLst>
            </p:cNvPr>
            <p:cNvSpPr>
              <a:spLocks/>
            </p:cNvSpPr>
            <p:nvPr userDrawn="1"/>
          </p:nvSpPr>
          <p:spPr bwMode="auto">
            <a:xfrm>
              <a:off x="3928837" y="5030484"/>
              <a:ext cx="184150" cy="322263"/>
            </a:xfrm>
            <a:custGeom>
              <a:avLst/>
              <a:gdLst>
                <a:gd name="T0" fmla="*/ 28 w 30"/>
                <a:gd name="T1" fmla="*/ 12 h 51"/>
                <a:gd name="T2" fmla="*/ 24 w 30"/>
                <a:gd name="T3" fmla="*/ 11 h 51"/>
                <a:gd name="T4" fmla="*/ 19 w 30"/>
                <a:gd name="T5" fmla="*/ 10 h 51"/>
                <a:gd name="T6" fmla="*/ 14 w 30"/>
                <a:gd name="T7" fmla="*/ 10 h 51"/>
                <a:gd name="T8" fmla="*/ 11 w 30"/>
                <a:gd name="T9" fmla="*/ 11 h 51"/>
                <a:gd name="T10" fmla="*/ 11 w 30"/>
                <a:gd name="T11" fmla="*/ 51 h 51"/>
                <a:gd name="T12" fmla="*/ 0 w 30"/>
                <a:gd name="T13" fmla="*/ 51 h 51"/>
                <a:gd name="T14" fmla="*/ 0 w 30"/>
                <a:gd name="T15" fmla="*/ 4 h 51"/>
                <a:gd name="T16" fmla="*/ 8 w 30"/>
                <a:gd name="T17" fmla="*/ 1 h 51"/>
                <a:gd name="T18" fmla="*/ 19 w 30"/>
                <a:gd name="T19" fmla="*/ 0 h 51"/>
                <a:gd name="T20" fmla="*/ 22 w 30"/>
                <a:gd name="T21" fmla="*/ 0 h 51"/>
                <a:gd name="T22" fmla="*/ 25 w 30"/>
                <a:gd name="T23" fmla="*/ 1 h 51"/>
                <a:gd name="T24" fmla="*/ 28 w 30"/>
                <a:gd name="T25" fmla="*/ 1 h 51"/>
                <a:gd name="T26" fmla="*/ 30 w 30"/>
                <a:gd name="T27" fmla="*/ 2 h 51"/>
                <a:gd name="T28" fmla="*/ 28 w 30"/>
                <a:gd name="T29"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51">
                  <a:moveTo>
                    <a:pt x="28" y="12"/>
                  </a:moveTo>
                  <a:cubicBezTo>
                    <a:pt x="27" y="11"/>
                    <a:pt x="26" y="11"/>
                    <a:pt x="24" y="11"/>
                  </a:cubicBezTo>
                  <a:cubicBezTo>
                    <a:pt x="23" y="10"/>
                    <a:pt x="21" y="10"/>
                    <a:pt x="19" y="10"/>
                  </a:cubicBezTo>
                  <a:cubicBezTo>
                    <a:pt x="17" y="10"/>
                    <a:pt x="16" y="10"/>
                    <a:pt x="14" y="10"/>
                  </a:cubicBezTo>
                  <a:cubicBezTo>
                    <a:pt x="13" y="11"/>
                    <a:pt x="12" y="11"/>
                    <a:pt x="11" y="11"/>
                  </a:cubicBezTo>
                  <a:cubicBezTo>
                    <a:pt x="11" y="51"/>
                    <a:pt x="11" y="51"/>
                    <a:pt x="11" y="51"/>
                  </a:cubicBezTo>
                  <a:cubicBezTo>
                    <a:pt x="0" y="51"/>
                    <a:pt x="0" y="51"/>
                    <a:pt x="0" y="51"/>
                  </a:cubicBezTo>
                  <a:cubicBezTo>
                    <a:pt x="0" y="4"/>
                    <a:pt x="0" y="4"/>
                    <a:pt x="0" y="4"/>
                  </a:cubicBezTo>
                  <a:cubicBezTo>
                    <a:pt x="2" y="3"/>
                    <a:pt x="5" y="2"/>
                    <a:pt x="8" y="1"/>
                  </a:cubicBezTo>
                  <a:cubicBezTo>
                    <a:pt x="12" y="0"/>
                    <a:pt x="15" y="0"/>
                    <a:pt x="19" y="0"/>
                  </a:cubicBezTo>
                  <a:cubicBezTo>
                    <a:pt x="20" y="0"/>
                    <a:pt x="21" y="0"/>
                    <a:pt x="22" y="0"/>
                  </a:cubicBezTo>
                  <a:cubicBezTo>
                    <a:pt x="23" y="0"/>
                    <a:pt x="24" y="0"/>
                    <a:pt x="25" y="1"/>
                  </a:cubicBezTo>
                  <a:cubicBezTo>
                    <a:pt x="26" y="1"/>
                    <a:pt x="27" y="1"/>
                    <a:pt x="28" y="1"/>
                  </a:cubicBezTo>
                  <a:cubicBezTo>
                    <a:pt x="29" y="1"/>
                    <a:pt x="30" y="2"/>
                    <a:pt x="30" y="2"/>
                  </a:cubicBezTo>
                  <a:lnTo>
                    <a:pt x="28" y="1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39" name="Freeform 17">
              <a:extLst>
                <a:ext uri="{FF2B5EF4-FFF2-40B4-BE49-F238E27FC236}">
                  <a16:creationId xmlns:a16="http://schemas.microsoft.com/office/drawing/2014/main" id="{A59DA117-A374-4644-BC04-888AFAC54E66}"/>
                </a:ext>
              </a:extLst>
            </p:cNvPr>
            <p:cNvSpPr>
              <a:spLocks/>
            </p:cNvSpPr>
            <p:nvPr userDrawn="1"/>
          </p:nvSpPr>
          <p:spPr bwMode="auto">
            <a:xfrm>
              <a:off x="4100287" y="5276546"/>
              <a:ext cx="98425" cy="176213"/>
            </a:xfrm>
            <a:custGeom>
              <a:avLst/>
              <a:gdLst>
                <a:gd name="T0" fmla="*/ 16 w 16"/>
                <a:gd name="T1" fmla="*/ 0 h 28"/>
                <a:gd name="T2" fmla="*/ 16 w 16"/>
                <a:gd name="T3" fmla="*/ 2 h 28"/>
                <a:gd name="T4" fmla="*/ 16 w 16"/>
                <a:gd name="T5" fmla="*/ 4 h 28"/>
                <a:gd name="T6" fmla="*/ 14 w 16"/>
                <a:gd name="T7" fmla="*/ 16 h 28"/>
                <a:gd name="T8" fmla="*/ 9 w 16"/>
                <a:gd name="T9" fmla="*/ 28 h 28"/>
                <a:gd name="T10" fmla="*/ 0 w 16"/>
                <a:gd name="T11" fmla="*/ 25 h 28"/>
                <a:gd name="T12" fmla="*/ 3 w 16"/>
                <a:gd name="T13" fmla="*/ 14 h 28"/>
                <a:gd name="T14" fmla="*/ 4 w 16"/>
                <a:gd name="T15" fmla="*/ 5 h 28"/>
                <a:gd name="T16" fmla="*/ 4 w 16"/>
                <a:gd name="T17" fmla="*/ 2 h 28"/>
                <a:gd name="T18" fmla="*/ 4 w 16"/>
                <a:gd name="T19" fmla="*/ 0 h 28"/>
                <a:gd name="T20" fmla="*/ 16 w 16"/>
                <a:gd name="T21"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28">
                  <a:moveTo>
                    <a:pt x="16" y="0"/>
                  </a:moveTo>
                  <a:cubicBezTo>
                    <a:pt x="16" y="1"/>
                    <a:pt x="16" y="1"/>
                    <a:pt x="16" y="2"/>
                  </a:cubicBezTo>
                  <a:cubicBezTo>
                    <a:pt x="16" y="3"/>
                    <a:pt x="16" y="3"/>
                    <a:pt x="16" y="4"/>
                  </a:cubicBezTo>
                  <a:cubicBezTo>
                    <a:pt x="16" y="8"/>
                    <a:pt x="15" y="12"/>
                    <a:pt x="14" y="16"/>
                  </a:cubicBezTo>
                  <a:cubicBezTo>
                    <a:pt x="13" y="20"/>
                    <a:pt x="11" y="24"/>
                    <a:pt x="9" y="28"/>
                  </a:cubicBezTo>
                  <a:cubicBezTo>
                    <a:pt x="0" y="25"/>
                    <a:pt x="0" y="25"/>
                    <a:pt x="0" y="25"/>
                  </a:cubicBezTo>
                  <a:cubicBezTo>
                    <a:pt x="1" y="22"/>
                    <a:pt x="2" y="18"/>
                    <a:pt x="3" y="14"/>
                  </a:cubicBezTo>
                  <a:cubicBezTo>
                    <a:pt x="3" y="11"/>
                    <a:pt x="4" y="8"/>
                    <a:pt x="4" y="5"/>
                  </a:cubicBezTo>
                  <a:cubicBezTo>
                    <a:pt x="4" y="4"/>
                    <a:pt x="4" y="3"/>
                    <a:pt x="4" y="2"/>
                  </a:cubicBezTo>
                  <a:cubicBezTo>
                    <a:pt x="4" y="1"/>
                    <a:pt x="4" y="0"/>
                    <a:pt x="4" y="0"/>
                  </a:cubicBezTo>
                  <a:lnTo>
                    <a:pt x="16"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40" name="Freeform 18">
              <a:extLst>
                <a:ext uri="{FF2B5EF4-FFF2-40B4-BE49-F238E27FC236}">
                  <a16:creationId xmlns:a16="http://schemas.microsoft.com/office/drawing/2014/main" id="{EF74D334-9926-443B-8D36-5E68913EDC9A}"/>
                </a:ext>
              </a:extLst>
            </p:cNvPr>
            <p:cNvSpPr>
              <a:spLocks/>
            </p:cNvSpPr>
            <p:nvPr userDrawn="1"/>
          </p:nvSpPr>
          <p:spPr bwMode="auto">
            <a:xfrm>
              <a:off x="4393975" y="5030484"/>
              <a:ext cx="188913" cy="322263"/>
            </a:xfrm>
            <a:custGeom>
              <a:avLst/>
              <a:gdLst>
                <a:gd name="T0" fmla="*/ 29 w 31"/>
                <a:gd name="T1" fmla="*/ 12 h 51"/>
                <a:gd name="T2" fmla="*/ 25 w 31"/>
                <a:gd name="T3" fmla="*/ 11 h 51"/>
                <a:gd name="T4" fmla="*/ 19 w 31"/>
                <a:gd name="T5" fmla="*/ 10 h 51"/>
                <a:gd name="T6" fmla="*/ 15 w 31"/>
                <a:gd name="T7" fmla="*/ 10 h 51"/>
                <a:gd name="T8" fmla="*/ 12 w 31"/>
                <a:gd name="T9" fmla="*/ 11 h 51"/>
                <a:gd name="T10" fmla="*/ 12 w 31"/>
                <a:gd name="T11" fmla="*/ 51 h 51"/>
                <a:gd name="T12" fmla="*/ 0 w 31"/>
                <a:gd name="T13" fmla="*/ 51 h 51"/>
                <a:gd name="T14" fmla="*/ 0 w 31"/>
                <a:gd name="T15" fmla="*/ 4 h 51"/>
                <a:gd name="T16" fmla="*/ 9 w 31"/>
                <a:gd name="T17" fmla="*/ 1 h 51"/>
                <a:gd name="T18" fmla="*/ 20 w 31"/>
                <a:gd name="T19" fmla="*/ 0 h 51"/>
                <a:gd name="T20" fmla="*/ 22 w 31"/>
                <a:gd name="T21" fmla="*/ 0 h 51"/>
                <a:gd name="T22" fmla="*/ 25 w 31"/>
                <a:gd name="T23" fmla="*/ 1 h 51"/>
                <a:gd name="T24" fmla="*/ 28 w 31"/>
                <a:gd name="T25" fmla="*/ 1 h 51"/>
                <a:gd name="T26" fmla="*/ 31 w 31"/>
                <a:gd name="T27" fmla="*/ 2 h 51"/>
                <a:gd name="T28" fmla="*/ 29 w 31"/>
                <a:gd name="T29"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51">
                  <a:moveTo>
                    <a:pt x="29" y="12"/>
                  </a:moveTo>
                  <a:cubicBezTo>
                    <a:pt x="28" y="11"/>
                    <a:pt x="26" y="11"/>
                    <a:pt x="25" y="11"/>
                  </a:cubicBezTo>
                  <a:cubicBezTo>
                    <a:pt x="23" y="10"/>
                    <a:pt x="21" y="10"/>
                    <a:pt x="19" y="10"/>
                  </a:cubicBezTo>
                  <a:cubicBezTo>
                    <a:pt x="18" y="10"/>
                    <a:pt x="16" y="10"/>
                    <a:pt x="15" y="10"/>
                  </a:cubicBezTo>
                  <a:cubicBezTo>
                    <a:pt x="13" y="11"/>
                    <a:pt x="12" y="11"/>
                    <a:pt x="12" y="11"/>
                  </a:cubicBezTo>
                  <a:cubicBezTo>
                    <a:pt x="12" y="51"/>
                    <a:pt x="12" y="51"/>
                    <a:pt x="12" y="51"/>
                  </a:cubicBezTo>
                  <a:cubicBezTo>
                    <a:pt x="0" y="51"/>
                    <a:pt x="0" y="51"/>
                    <a:pt x="0" y="51"/>
                  </a:cubicBezTo>
                  <a:cubicBezTo>
                    <a:pt x="0" y="4"/>
                    <a:pt x="0" y="4"/>
                    <a:pt x="0" y="4"/>
                  </a:cubicBezTo>
                  <a:cubicBezTo>
                    <a:pt x="2" y="3"/>
                    <a:pt x="5" y="2"/>
                    <a:pt x="9" y="1"/>
                  </a:cubicBezTo>
                  <a:cubicBezTo>
                    <a:pt x="12" y="0"/>
                    <a:pt x="16" y="0"/>
                    <a:pt x="20" y="0"/>
                  </a:cubicBezTo>
                  <a:cubicBezTo>
                    <a:pt x="20" y="0"/>
                    <a:pt x="21" y="0"/>
                    <a:pt x="22" y="0"/>
                  </a:cubicBezTo>
                  <a:cubicBezTo>
                    <a:pt x="23" y="0"/>
                    <a:pt x="24" y="0"/>
                    <a:pt x="25" y="1"/>
                  </a:cubicBezTo>
                  <a:cubicBezTo>
                    <a:pt x="26" y="1"/>
                    <a:pt x="27" y="1"/>
                    <a:pt x="28" y="1"/>
                  </a:cubicBezTo>
                  <a:cubicBezTo>
                    <a:pt x="29" y="1"/>
                    <a:pt x="30" y="2"/>
                    <a:pt x="31" y="2"/>
                  </a:cubicBezTo>
                  <a:lnTo>
                    <a:pt x="29" y="1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41" name="Freeform 19">
              <a:extLst>
                <a:ext uri="{FF2B5EF4-FFF2-40B4-BE49-F238E27FC236}">
                  <a16:creationId xmlns:a16="http://schemas.microsoft.com/office/drawing/2014/main" id="{313A94D4-14DD-4111-B098-613DD350F6F0}"/>
                </a:ext>
              </a:extLst>
            </p:cNvPr>
            <p:cNvSpPr>
              <a:spLocks noEditPoints="1"/>
            </p:cNvSpPr>
            <p:nvPr userDrawn="1"/>
          </p:nvSpPr>
          <p:spPr bwMode="auto">
            <a:xfrm>
              <a:off x="4601938" y="5030484"/>
              <a:ext cx="274638" cy="334963"/>
            </a:xfrm>
            <a:custGeom>
              <a:avLst/>
              <a:gdLst>
                <a:gd name="T0" fmla="*/ 0 w 45"/>
                <a:gd name="T1" fmla="*/ 27 h 53"/>
                <a:gd name="T2" fmla="*/ 2 w 45"/>
                <a:gd name="T3" fmla="*/ 15 h 53"/>
                <a:gd name="T4" fmla="*/ 7 w 45"/>
                <a:gd name="T5" fmla="*/ 7 h 53"/>
                <a:gd name="T6" fmla="*/ 15 w 45"/>
                <a:gd name="T7" fmla="*/ 2 h 53"/>
                <a:gd name="T8" fmla="*/ 23 w 45"/>
                <a:gd name="T9" fmla="*/ 0 h 53"/>
                <a:gd name="T10" fmla="*/ 40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1 w 45"/>
                <a:gd name="T27" fmla="*/ 40 h 53"/>
                <a:gd name="T28" fmla="*/ 42 w 45"/>
                <a:gd name="T29" fmla="*/ 50 h 53"/>
                <a:gd name="T30" fmla="*/ 40 w 45"/>
                <a:gd name="T31" fmla="*/ 51 h 53"/>
                <a:gd name="T32" fmla="*/ 36 w 45"/>
                <a:gd name="T33" fmla="*/ 52 h 53"/>
                <a:gd name="T34" fmla="*/ 31 w 45"/>
                <a:gd name="T35" fmla="*/ 52 h 53"/>
                <a:gd name="T36" fmla="*/ 26 w 45"/>
                <a:gd name="T37" fmla="*/ 53 h 53"/>
                <a:gd name="T38" fmla="*/ 14 w 45"/>
                <a:gd name="T39" fmla="*/ 51 h 53"/>
                <a:gd name="T40" fmla="*/ 6 w 45"/>
                <a:gd name="T41" fmla="*/ 45 h 53"/>
                <a:gd name="T42" fmla="*/ 2 w 45"/>
                <a:gd name="T43" fmla="*/ 37 h 53"/>
                <a:gd name="T44" fmla="*/ 0 w 45"/>
                <a:gd name="T45" fmla="*/ 27 h 53"/>
                <a:gd name="T46" fmla="*/ 34 w 45"/>
                <a:gd name="T47" fmla="*/ 21 h 53"/>
                <a:gd name="T48" fmla="*/ 33 w 45"/>
                <a:gd name="T49" fmla="*/ 17 h 53"/>
                <a:gd name="T50" fmla="*/ 31 w 45"/>
                <a:gd name="T51" fmla="*/ 13 h 53"/>
                <a:gd name="T52" fmla="*/ 28 w 45"/>
                <a:gd name="T53" fmla="*/ 11 h 53"/>
                <a:gd name="T54" fmla="*/ 24 w 45"/>
                <a:gd name="T55" fmla="*/ 10 h 53"/>
                <a:gd name="T56" fmla="*/ 19 w 45"/>
                <a:gd name="T57" fmla="*/ 11 h 53"/>
                <a:gd name="T58" fmla="*/ 15 w 45"/>
                <a:gd name="T59" fmla="*/ 13 h 53"/>
                <a:gd name="T60" fmla="*/ 13 w 45"/>
                <a:gd name="T61" fmla="*/ 17 h 53"/>
                <a:gd name="T62" fmla="*/ 12 w 45"/>
                <a:gd name="T63" fmla="*/ 21 h 53"/>
                <a:gd name="T64" fmla="*/ 34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1" y="18"/>
                    <a:pt x="2" y="15"/>
                  </a:cubicBezTo>
                  <a:cubicBezTo>
                    <a:pt x="3" y="12"/>
                    <a:pt x="5" y="9"/>
                    <a:pt x="7" y="7"/>
                  </a:cubicBezTo>
                  <a:cubicBezTo>
                    <a:pt x="9" y="4"/>
                    <a:pt x="12" y="3"/>
                    <a:pt x="15" y="2"/>
                  </a:cubicBezTo>
                  <a:cubicBezTo>
                    <a:pt x="18" y="0"/>
                    <a:pt x="20" y="0"/>
                    <a:pt x="23" y="0"/>
                  </a:cubicBezTo>
                  <a:cubicBezTo>
                    <a:pt x="30" y="0"/>
                    <a:pt x="36" y="2"/>
                    <a:pt x="40" y="6"/>
                  </a:cubicBezTo>
                  <a:cubicBezTo>
                    <a:pt x="43"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3" y="43"/>
                    <a:pt x="27" y="43"/>
                  </a:cubicBezTo>
                  <a:cubicBezTo>
                    <a:pt x="30" y="43"/>
                    <a:pt x="33" y="42"/>
                    <a:pt x="35" y="42"/>
                  </a:cubicBezTo>
                  <a:cubicBezTo>
                    <a:pt x="37" y="41"/>
                    <a:pt x="39" y="41"/>
                    <a:pt x="41" y="40"/>
                  </a:cubicBezTo>
                  <a:cubicBezTo>
                    <a:pt x="42" y="50"/>
                    <a:pt x="42" y="50"/>
                    <a:pt x="42" y="50"/>
                  </a:cubicBezTo>
                  <a:cubicBezTo>
                    <a:pt x="42" y="50"/>
                    <a:pt x="41" y="50"/>
                    <a:pt x="40" y="51"/>
                  </a:cubicBezTo>
                  <a:cubicBezTo>
                    <a:pt x="38" y="51"/>
                    <a:pt x="37" y="51"/>
                    <a:pt x="36" y="52"/>
                  </a:cubicBezTo>
                  <a:cubicBezTo>
                    <a:pt x="34" y="52"/>
                    <a:pt x="33" y="52"/>
                    <a:pt x="31" y="52"/>
                  </a:cubicBezTo>
                  <a:cubicBezTo>
                    <a:pt x="29" y="53"/>
                    <a:pt x="28" y="53"/>
                    <a:pt x="26" y="53"/>
                  </a:cubicBezTo>
                  <a:cubicBezTo>
                    <a:pt x="22" y="53"/>
                    <a:pt x="18" y="52"/>
                    <a:pt x="14" y="51"/>
                  </a:cubicBezTo>
                  <a:cubicBezTo>
                    <a:pt x="11" y="49"/>
                    <a:pt x="8" y="48"/>
                    <a:pt x="6" y="45"/>
                  </a:cubicBezTo>
                  <a:cubicBezTo>
                    <a:pt x="4" y="43"/>
                    <a:pt x="3" y="40"/>
                    <a:pt x="2" y="37"/>
                  </a:cubicBezTo>
                  <a:cubicBezTo>
                    <a:pt x="1" y="34"/>
                    <a:pt x="0" y="30"/>
                    <a:pt x="0" y="27"/>
                  </a:cubicBezTo>
                  <a:close/>
                  <a:moveTo>
                    <a:pt x="34" y="21"/>
                  </a:moveTo>
                  <a:cubicBezTo>
                    <a:pt x="34" y="20"/>
                    <a:pt x="34" y="18"/>
                    <a:pt x="33" y="17"/>
                  </a:cubicBezTo>
                  <a:cubicBezTo>
                    <a:pt x="33" y="15"/>
                    <a:pt x="32" y="14"/>
                    <a:pt x="31" y="13"/>
                  </a:cubicBezTo>
                  <a:cubicBezTo>
                    <a:pt x="30" y="12"/>
                    <a:pt x="29" y="11"/>
                    <a:pt x="28" y="11"/>
                  </a:cubicBezTo>
                  <a:cubicBezTo>
                    <a:pt x="27" y="10"/>
                    <a:pt x="25" y="10"/>
                    <a:pt x="24" y="10"/>
                  </a:cubicBezTo>
                  <a:cubicBezTo>
                    <a:pt x="22" y="10"/>
                    <a:pt x="20" y="10"/>
                    <a:pt x="19" y="11"/>
                  </a:cubicBezTo>
                  <a:cubicBezTo>
                    <a:pt x="17" y="11"/>
                    <a:pt x="16" y="12"/>
                    <a:pt x="15" y="13"/>
                  </a:cubicBezTo>
                  <a:cubicBezTo>
                    <a:pt x="14" y="14"/>
                    <a:pt x="14" y="16"/>
                    <a:pt x="13" y="17"/>
                  </a:cubicBezTo>
                  <a:cubicBezTo>
                    <a:pt x="13" y="18"/>
                    <a:pt x="12" y="20"/>
                    <a:pt x="12" y="21"/>
                  </a:cubicBezTo>
                  <a:lnTo>
                    <a:pt x="34"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42" name="Freeform 20">
              <a:extLst>
                <a:ext uri="{FF2B5EF4-FFF2-40B4-BE49-F238E27FC236}">
                  <a16:creationId xmlns:a16="http://schemas.microsoft.com/office/drawing/2014/main" id="{25E6B7CD-3505-4929-827A-066E4FC0A268}"/>
                </a:ext>
              </a:extLst>
            </p:cNvPr>
            <p:cNvSpPr>
              <a:spLocks/>
            </p:cNvSpPr>
            <p:nvPr userDrawn="1"/>
          </p:nvSpPr>
          <p:spPr bwMode="auto">
            <a:xfrm>
              <a:off x="4919438" y="5030484"/>
              <a:ext cx="227013" cy="334963"/>
            </a:xfrm>
            <a:custGeom>
              <a:avLst/>
              <a:gdLst>
                <a:gd name="T0" fmla="*/ 16 w 37"/>
                <a:gd name="T1" fmla="*/ 43 h 53"/>
                <a:gd name="T2" fmla="*/ 23 w 37"/>
                <a:gd name="T3" fmla="*/ 42 h 53"/>
                <a:gd name="T4" fmla="*/ 25 w 37"/>
                <a:gd name="T5" fmla="*/ 38 h 53"/>
                <a:gd name="T6" fmla="*/ 23 w 37"/>
                <a:gd name="T7" fmla="*/ 34 h 53"/>
                <a:gd name="T8" fmla="*/ 15 w 37"/>
                <a:gd name="T9" fmla="*/ 30 h 53"/>
                <a:gd name="T10" fmla="*/ 10 w 37"/>
                <a:gd name="T11" fmla="*/ 28 h 53"/>
                <a:gd name="T12" fmla="*/ 5 w 37"/>
                <a:gd name="T13" fmla="*/ 25 h 53"/>
                <a:gd name="T14" fmla="*/ 2 w 37"/>
                <a:gd name="T15" fmla="*/ 21 h 53"/>
                <a:gd name="T16" fmla="*/ 1 w 37"/>
                <a:gd name="T17" fmla="*/ 15 h 53"/>
                <a:gd name="T18" fmla="*/ 6 w 37"/>
                <a:gd name="T19" fmla="*/ 4 h 53"/>
                <a:gd name="T20" fmla="*/ 20 w 37"/>
                <a:gd name="T21" fmla="*/ 0 h 53"/>
                <a:gd name="T22" fmla="*/ 28 w 37"/>
                <a:gd name="T23" fmla="*/ 1 h 53"/>
                <a:gd name="T24" fmla="*/ 34 w 37"/>
                <a:gd name="T25" fmla="*/ 2 h 53"/>
                <a:gd name="T26" fmla="*/ 32 w 37"/>
                <a:gd name="T27" fmla="*/ 12 h 53"/>
                <a:gd name="T28" fmla="*/ 27 w 37"/>
                <a:gd name="T29" fmla="*/ 10 h 53"/>
                <a:gd name="T30" fmla="*/ 20 w 37"/>
                <a:gd name="T31" fmla="*/ 9 h 53"/>
                <a:gd name="T32" fmla="*/ 15 w 37"/>
                <a:gd name="T33" fmla="*/ 11 h 53"/>
                <a:gd name="T34" fmla="*/ 13 w 37"/>
                <a:gd name="T35" fmla="*/ 14 h 53"/>
                <a:gd name="T36" fmla="*/ 13 w 37"/>
                <a:gd name="T37" fmla="*/ 17 h 53"/>
                <a:gd name="T38" fmla="*/ 14 w 37"/>
                <a:gd name="T39" fmla="*/ 18 h 53"/>
                <a:gd name="T40" fmla="*/ 17 w 37"/>
                <a:gd name="T41" fmla="*/ 20 h 53"/>
                <a:gd name="T42" fmla="*/ 21 w 37"/>
                <a:gd name="T43" fmla="*/ 22 h 53"/>
                <a:gd name="T44" fmla="*/ 28 w 37"/>
                <a:gd name="T45" fmla="*/ 25 h 53"/>
                <a:gd name="T46" fmla="*/ 33 w 37"/>
                <a:gd name="T47" fmla="*/ 28 h 53"/>
                <a:gd name="T48" fmla="*/ 36 w 37"/>
                <a:gd name="T49" fmla="*/ 32 h 53"/>
                <a:gd name="T50" fmla="*/ 37 w 37"/>
                <a:gd name="T51" fmla="*/ 38 h 53"/>
                <a:gd name="T52" fmla="*/ 31 w 37"/>
                <a:gd name="T53" fmla="*/ 49 h 53"/>
                <a:gd name="T54" fmla="*/ 16 w 37"/>
                <a:gd name="T55" fmla="*/ 53 h 53"/>
                <a:gd name="T56" fmla="*/ 6 w 37"/>
                <a:gd name="T57" fmla="*/ 52 h 53"/>
                <a:gd name="T58" fmla="*/ 0 w 37"/>
                <a:gd name="T59" fmla="*/ 50 h 53"/>
                <a:gd name="T60" fmla="*/ 2 w 37"/>
                <a:gd name="T61" fmla="*/ 40 h 53"/>
                <a:gd name="T62" fmla="*/ 8 w 37"/>
                <a:gd name="T63" fmla="*/ 42 h 53"/>
                <a:gd name="T64" fmla="*/ 16 w 37"/>
                <a:gd name="T65"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 h="53">
                  <a:moveTo>
                    <a:pt x="16" y="43"/>
                  </a:moveTo>
                  <a:cubicBezTo>
                    <a:pt x="19" y="43"/>
                    <a:pt x="22" y="43"/>
                    <a:pt x="23" y="42"/>
                  </a:cubicBezTo>
                  <a:cubicBezTo>
                    <a:pt x="24" y="41"/>
                    <a:pt x="25" y="40"/>
                    <a:pt x="25" y="38"/>
                  </a:cubicBezTo>
                  <a:cubicBezTo>
                    <a:pt x="25" y="36"/>
                    <a:pt x="24" y="35"/>
                    <a:pt x="23" y="34"/>
                  </a:cubicBezTo>
                  <a:cubicBezTo>
                    <a:pt x="21" y="33"/>
                    <a:pt x="19" y="32"/>
                    <a:pt x="15" y="30"/>
                  </a:cubicBezTo>
                  <a:cubicBezTo>
                    <a:pt x="13" y="30"/>
                    <a:pt x="11" y="29"/>
                    <a:pt x="10" y="28"/>
                  </a:cubicBezTo>
                  <a:cubicBezTo>
                    <a:pt x="8" y="27"/>
                    <a:pt x="6" y="26"/>
                    <a:pt x="5" y="25"/>
                  </a:cubicBezTo>
                  <a:cubicBezTo>
                    <a:pt x="4" y="24"/>
                    <a:pt x="3" y="22"/>
                    <a:pt x="2" y="21"/>
                  </a:cubicBezTo>
                  <a:cubicBezTo>
                    <a:pt x="1" y="19"/>
                    <a:pt x="1" y="17"/>
                    <a:pt x="1" y="15"/>
                  </a:cubicBezTo>
                  <a:cubicBezTo>
                    <a:pt x="1" y="10"/>
                    <a:pt x="3" y="7"/>
                    <a:pt x="6" y="4"/>
                  </a:cubicBezTo>
                  <a:cubicBezTo>
                    <a:pt x="9" y="1"/>
                    <a:pt x="14" y="0"/>
                    <a:pt x="20" y="0"/>
                  </a:cubicBezTo>
                  <a:cubicBezTo>
                    <a:pt x="23" y="0"/>
                    <a:pt x="26" y="0"/>
                    <a:pt x="28" y="1"/>
                  </a:cubicBezTo>
                  <a:cubicBezTo>
                    <a:pt x="31" y="1"/>
                    <a:pt x="33" y="2"/>
                    <a:pt x="34" y="2"/>
                  </a:cubicBezTo>
                  <a:cubicBezTo>
                    <a:pt x="32" y="12"/>
                    <a:pt x="32" y="12"/>
                    <a:pt x="32" y="12"/>
                  </a:cubicBezTo>
                  <a:cubicBezTo>
                    <a:pt x="31" y="11"/>
                    <a:pt x="29" y="11"/>
                    <a:pt x="27" y="10"/>
                  </a:cubicBezTo>
                  <a:cubicBezTo>
                    <a:pt x="25" y="10"/>
                    <a:pt x="23" y="9"/>
                    <a:pt x="20" y="9"/>
                  </a:cubicBezTo>
                  <a:cubicBezTo>
                    <a:pt x="18" y="9"/>
                    <a:pt x="16" y="10"/>
                    <a:pt x="15" y="11"/>
                  </a:cubicBezTo>
                  <a:cubicBezTo>
                    <a:pt x="13" y="11"/>
                    <a:pt x="13" y="13"/>
                    <a:pt x="13" y="14"/>
                  </a:cubicBezTo>
                  <a:cubicBezTo>
                    <a:pt x="13" y="15"/>
                    <a:pt x="13" y="16"/>
                    <a:pt x="13" y="17"/>
                  </a:cubicBezTo>
                  <a:cubicBezTo>
                    <a:pt x="13" y="17"/>
                    <a:pt x="14" y="18"/>
                    <a:pt x="14" y="18"/>
                  </a:cubicBezTo>
                  <a:cubicBezTo>
                    <a:pt x="15" y="19"/>
                    <a:pt x="16" y="19"/>
                    <a:pt x="17" y="20"/>
                  </a:cubicBezTo>
                  <a:cubicBezTo>
                    <a:pt x="18" y="20"/>
                    <a:pt x="20" y="21"/>
                    <a:pt x="21" y="22"/>
                  </a:cubicBezTo>
                  <a:cubicBezTo>
                    <a:pt x="24" y="23"/>
                    <a:pt x="27" y="24"/>
                    <a:pt x="28" y="25"/>
                  </a:cubicBezTo>
                  <a:cubicBezTo>
                    <a:pt x="30" y="26"/>
                    <a:pt x="32" y="27"/>
                    <a:pt x="33" y="28"/>
                  </a:cubicBezTo>
                  <a:cubicBezTo>
                    <a:pt x="34" y="29"/>
                    <a:pt x="35" y="31"/>
                    <a:pt x="36" y="32"/>
                  </a:cubicBezTo>
                  <a:cubicBezTo>
                    <a:pt x="37" y="34"/>
                    <a:pt x="37" y="36"/>
                    <a:pt x="37" y="38"/>
                  </a:cubicBezTo>
                  <a:cubicBezTo>
                    <a:pt x="37" y="43"/>
                    <a:pt x="35" y="46"/>
                    <a:pt x="31" y="49"/>
                  </a:cubicBezTo>
                  <a:cubicBezTo>
                    <a:pt x="28" y="51"/>
                    <a:pt x="23" y="53"/>
                    <a:pt x="16" y="53"/>
                  </a:cubicBezTo>
                  <a:cubicBezTo>
                    <a:pt x="12" y="53"/>
                    <a:pt x="8" y="52"/>
                    <a:pt x="6" y="52"/>
                  </a:cubicBezTo>
                  <a:cubicBezTo>
                    <a:pt x="3" y="51"/>
                    <a:pt x="1" y="50"/>
                    <a:pt x="0" y="50"/>
                  </a:cubicBezTo>
                  <a:cubicBezTo>
                    <a:pt x="2" y="40"/>
                    <a:pt x="2" y="40"/>
                    <a:pt x="2" y="40"/>
                  </a:cubicBezTo>
                  <a:cubicBezTo>
                    <a:pt x="4" y="41"/>
                    <a:pt x="6" y="41"/>
                    <a:pt x="8" y="42"/>
                  </a:cubicBezTo>
                  <a:cubicBezTo>
                    <a:pt x="11" y="43"/>
                    <a:pt x="13" y="43"/>
                    <a:pt x="16" y="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43" name="Freeform 21">
              <a:extLst>
                <a:ext uri="{FF2B5EF4-FFF2-40B4-BE49-F238E27FC236}">
                  <a16:creationId xmlns:a16="http://schemas.microsoft.com/office/drawing/2014/main" id="{BB0673E4-9C2A-495A-9B24-42ACDAA07D1E}"/>
                </a:ext>
              </a:extLst>
            </p:cNvPr>
            <p:cNvSpPr>
              <a:spLocks/>
            </p:cNvSpPr>
            <p:nvPr userDrawn="1"/>
          </p:nvSpPr>
          <p:spPr bwMode="auto">
            <a:xfrm>
              <a:off x="5195663" y="5036834"/>
              <a:ext cx="255588" cy="328613"/>
            </a:xfrm>
            <a:custGeom>
              <a:avLst/>
              <a:gdLst>
                <a:gd name="T0" fmla="*/ 42 w 42"/>
                <a:gd name="T1" fmla="*/ 49 h 52"/>
                <a:gd name="T2" fmla="*/ 33 w 42"/>
                <a:gd name="T3" fmla="*/ 51 h 52"/>
                <a:gd name="T4" fmla="*/ 21 w 42"/>
                <a:gd name="T5" fmla="*/ 52 h 52"/>
                <a:gd name="T6" fmla="*/ 11 w 42"/>
                <a:gd name="T7" fmla="*/ 50 h 52"/>
                <a:gd name="T8" fmla="*/ 5 w 42"/>
                <a:gd name="T9" fmla="*/ 45 h 52"/>
                <a:gd name="T10" fmla="*/ 1 w 42"/>
                <a:gd name="T11" fmla="*/ 38 h 52"/>
                <a:gd name="T12" fmla="*/ 0 w 42"/>
                <a:gd name="T13" fmla="*/ 28 h 52"/>
                <a:gd name="T14" fmla="*/ 0 w 42"/>
                <a:gd name="T15" fmla="*/ 0 h 52"/>
                <a:gd name="T16" fmla="*/ 12 w 42"/>
                <a:gd name="T17" fmla="*/ 0 h 52"/>
                <a:gd name="T18" fmla="*/ 12 w 42"/>
                <a:gd name="T19" fmla="*/ 26 h 52"/>
                <a:gd name="T20" fmla="*/ 14 w 42"/>
                <a:gd name="T21" fmla="*/ 38 h 52"/>
                <a:gd name="T22" fmla="*/ 22 w 42"/>
                <a:gd name="T23" fmla="*/ 41 h 52"/>
                <a:gd name="T24" fmla="*/ 27 w 42"/>
                <a:gd name="T25" fmla="*/ 41 h 52"/>
                <a:gd name="T26" fmla="*/ 30 w 42"/>
                <a:gd name="T27" fmla="*/ 41 h 52"/>
                <a:gd name="T28" fmla="*/ 30 w 42"/>
                <a:gd name="T29" fmla="*/ 0 h 52"/>
                <a:gd name="T30" fmla="*/ 42 w 42"/>
                <a:gd name="T31" fmla="*/ 0 h 52"/>
                <a:gd name="T32" fmla="*/ 42 w 42"/>
                <a:gd name="T33" fmla="*/ 4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52">
                  <a:moveTo>
                    <a:pt x="42" y="49"/>
                  </a:moveTo>
                  <a:cubicBezTo>
                    <a:pt x="40" y="49"/>
                    <a:pt x="37" y="50"/>
                    <a:pt x="33" y="51"/>
                  </a:cubicBezTo>
                  <a:cubicBezTo>
                    <a:pt x="30" y="51"/>
                    <a:pt x="26" y="52"/>
                    <a:pt x="21" y="52"/>
                  </a:cubicBezTo>
                  <a:cubicBezTo>
                    <a:pt x="17" y="52"/>
                    <a:pt x="14" y="51"/>
                    <a:pt x="11" y="50"/>
                  </a:cubicBezTo>
                  <a:cubicBezTo>
                    <a:pt x="9" y="49"/>
                    <a:pt x="6" y="47"/>
                    <a:pt x="5" y="45"/>
                  </a:cubicBezTo>
                  <a:cubicBezTo>
                    <a:pt x="3" y="43"/>
                    <a:pt x="2" y="40"/>
                    <a:pt x="1" y="38"/>
                  </a:cubicBezTo>
                  <a:cubicBezTo>
                    <a:pt x="1" y="35"/>
                    <a:pt x="0" y="32"/>
                    <a:pt x="0" y="28"/>
                  </a:cubicBezTo>
                  <a:cubicBezTo>
                    <a:pt x="0" y="0"/>
                    <a:pt x="0" y="0"/>
                    <a:pt x="0" y="0"/>
                  </a:cubicBezTo>
                  <a:cubicBezTo>
                    <a:pt x="12" y="0"/>
                    <a:pt x="12" y="0"/>
                    <a:pt x="12" y="0"/>
                  </a:cubicBezTo>
                  <a:cubicBezTo>
                    <a:pt x="12" y="26"/>
                    <a:pt x="12" y="26"/>
                    <a:pt x="12" y="26"/>
                  </a:cubicBezTo>
                  <a:cubicBezTo>
                    <a:pt x="12" y="32"/>
                    <a:pt x="13" y="36"/>
                    <a:pt x="14" y="38"/>
                  </a:cubicBezTo>
                  <a:cubicBezTo>
                    <a:pt x="16" y="40"/>
                    <a:pt x="18" y="41"/>
                    <a:pt x="22" y="41"/>
                  </a:cubicBezTo>
                  <a:cubicBezTo>
                    <a:pt x="24" y="41"/>
                    <a:pt x="25" y="41"/>
                    <a:pt x="27" y="41"/>
                  </a:cubicBezTo>
                  <a:cubicBezTo>
                    <a:pt x="28" y="41"/>
                    <a:pt x="30" y="41"/>
                    <a:pt x="30" y="41"/>
                  </a:cubicBezTo>
                  <a:cubicBezTo>
                    <a:pt x="30" y="0"/>
                    <a:pt x="30" y="0"/>
                    <a:pt x="30" y="0"/>
                  </a:cubicBezTo>
                  <a:cubicBezTo>
                    <a:pt x="42" y="0"/>
                    <a:pt x="42" y="0"/>
                    <a:pt x="42" y="0"/>
                  </a:cubicBezTo>
                  <a:lnTo>
                    <a:pt x="42" y="4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44" name="Freeform 22">
              <a:extLst>
                <a:ext uri="{FF2B5EF4-FFF2-40B4-BE49-F238E27FC236}">
                  <a16:creationId xmlns:a16="http://schemas.microsoft.com/office/drawing/2014/main" id="{7BACE70A-F6C3-4350-A63E-239D9587D764}"/>
                </a:ext>
              </a:extLst>
            </p:cNvPr>
            <p:cNvSpPr>
              <a:spLocks/>
            </p:cNvSpPr>
            <p:nvPr userDrawn="1"/>
          </p:nvSpPr>
          <p:spPr bwMode="auto">
            <a:xfrm>
              <a:off x="5530625" y="4886021"/>
              <a:ext cx="117475" cy="473075"/>
            </a:xfrm>
            <a:custGeom>
              <a:avLst/>
              <a:gdLst>
                <a:gd name="T0" fmla="*/ 17 w 19"/>
                <a:gd name="T1" fmla="*/ 75 h 75"/>
                <a:gd name="T2" fmla="*/ 9 w 19"/>
                <a:gd name="T3" fmla="*/ 74 h 75"/>
                <a:gd name="T4" fmla="*/ 3 w 19"/>
                <a:gd name="T5" fmla="*/ 71 h 75"/>
                <a:gd name="T6" fmla="*/ 0 w 19"/>
                <a:gd name="T7" fmla="*/ 66 h 75"/>
                <a:gd name="T8" fmla="*/ 0 w 19"/>
                <a:gd name="T9" fmla="*/ 60 h 75"/>
                <a:gd name="T10" fmla="*/ 0 w 19"/>
                <a:gd name="T11" fmla="*/ 2 h 75"/>
                <a:gd name="T12" fmla="*/ 11 w 19"/>
                <a:gd name="T13" fmla="*/ 0 h 75"/>
                <a:gd name="T14" fmla="*/ 11 w 19"/>
                <a:gd name="T15" fmla="*/ 57 h 75"/>
                <a:gd name="T16" fmla="*/ 12 w 19"/>
                <a:gd name="T17" fmla="*/ 61 h 75"/>
                <a:gd name="T18" fmla="*/ 13 w 19"/>
                <a:gd name="T19" fmla="*/ 63 h 75"/>
                <a:gd name="T20" fmla="*/ 15 w 19"/>
                <a:gd name="T21" fmla="*/ 65 h 75"/>
                <a:gd name="T22" fmla="*/ 19 w 19"/>
                <a:gd name="T23" fmla="*/ 66 h 75"/>
                <a:gd name="T24" fmla="*/ 17 w 19"/>
                <a:gd name="T25"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75">
                  <a:moveTo>
                    <a:pt x="17" y="75"/>
                  </a:moveTo>
                  <a:cubicBezTo>
                    <a:pt x="14" y="75"/>
                    <a:pt x="11" y="75"/>
                    <a:pt x="9" y="74"/>
                  </a:cubicBezTo>
                  <a:cubicBezTo>
                    <a:pt x="6" y="73"/>
                    <a:pt x="5" y="72"/>
                    <a:pt x="3" y="71"/>
                  </a:cubicBezTo>
                  <a:cubicBezTo>
                    <a:pt x="2" y="70"/>
                    <a:pt x="1" y="68"/>
                    <a:pt x="0" y="66"/>
                  </a:cubicBezTo>
                  <a:cubicBezTo>
                    <a:pt x="0" y="64"/>
                    <a:pt x="0" y="62"/>
                    <a:pt x="0" y="60"/>
                  </a:cubicBezTo>
                  <a:cubicBezTo>
                    <a:pt x="0" y="2"/>
                    <a:pt x="0" y="2"/>
                    <a:pt x="0" y="2"/>
                  </a:cubicBezTo>
                  <a:cubicBezTo>
                    <a:pt x="11" y="0"/>
                    <a:pt x="11" y="0"/>
                    <a:pt x="11" y="0"/>
                  </a:cubicBezTo>
                  <a:cubicBezTo>
                    <a:pt x="11" y="57"/>
                    <a:pt x="11" y="57"/>
                    <a:pt x="11" y="57"/>
                  </a:cubicBezTo>
                  <a:cubicBezTo>
                    <a:pt x="11" y="59"/>
                    <a:pt x="11" y="60"/>
                    <a:pt x="12" y="61"/>
                  </a:cubicBezTo>
                  <a:cubicBezTo>
                    <a:pt x="12" y="62"/>
                    <a:pt x="12" y="63"/>
                    <a:pt x="13" y="63"/>
                  </a:cubicBezTo>
                  <a:cubicBezTo>
                    <a:pt x="13" y="64"/>
                    <a:pt x="14" y="65"/>
                    <a:pt x="15" y="65"/>
                  </a:cubicBezTo>
                  <a:cubicBezTo>
                    <a:pt x="16" y="65"/>
                    <a:pt x="17" y="66"/>
                    <a:pt x="19" y="66"/>
                  </a:cubicBezTo>
                  <a:lnTo>
                    <a:pt x="17" y="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45" name="Freeform 23">
              <a:extLst>
                <a:ext uri="{FF2B5EF4-FFF2-40B4-BE49-F238E27FC236}">
                  <a16:creationId xmlns:a16="http://schemas.microsoft.com/office/drawing/2014/main" id="{BA945C11-EE8D-4A32-8347-B8FFB8F2F10E}"/>
                </a:ext>
              </a:extLst>
            </p:cNvPr>
            <p:cNvSpPr>
              <a:spLocks/>
            </p:cNvSpPr>
            <p:nvPr userDrawn="1"/>
          </p:nvSpPr>
          <p:spPr bwMode="auto">
            <a:xfrm>
              <a:off x="5690963"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5"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5" y="67"/>
                    <a:pt x="12" y="66"/>
                    <a:pt x="9"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46" name="Freeform 24">
              <a:extLst>
                <a:ext uri="{FF2B5EF4-FFF2-40B4-BE49-F238E27FC236}">
                  <a16:creationId xmlns:a16="http://schemas.microsoft.com/office/drawing/2014/main" id="{DB8701A0-F0F7-4D6B-B79A-2F60F01BEC92}"/>
                </a:ext>
              </a:extLst>
            </p:cNvPr>
            <p:cNvSpPr>
              <a:spLocks/>
            </p:cNvSpPr>
            <p:nvPr userDrawn="1"/>
          </p:nvSpPr>
          <p:spPr bwMode="auto">
            <a:xfrm>
              <a:off x="5903688" y="5030484"/>
              <a:ext cx="227013" cy="334963"/>
            </a:xfrm>
            <a:custGeom>
              <a:avLst/>
              <a:gdLst>
                <a:gd name="T0" fmla="*/ 16 w 37"/>
                <a:gd name="T1" fmla="*/ 43 h 53"/>
                <a:gd name="T2" fmla="*/ 23 w 37"/>
                <a:gd name="T3" fmla="*/ 42 h 53"/>
                <a:gd name="T4" fmla="*/ 25 w 37"/>
                <a:gd name="T5" fmla="*/ 38 h 53"/>
                <a:gd name="T6" fmla="*/ 23 w 37"/>
                <a:gd name="T7" fmla="*/ 34 h 53"/>
                <a:gd name="T8" fmla="*/ 15 w 37"/>
                <a:gd name="T9" fmla="*/ 30 h 53"/>
                <a:gd name="T10" fmla="*/ 9 w 37"/>
                <a:gd name="T11" fmla="*/ 28 h 53"/>
                <a:gd name="T12" fmla="*/ 5 w 37"/>
                <a:gd name="T13" fmla="*/ 25 h 53"/>
                <a:gd name="T14" fmla="*/ 2 w 37"/>
                <a:gd name="T15" fmla="*/ 21 h 53"/>
                <a:gd name="T16" fmla="*/ 1 w 37"/>
                <a:gd name="T17" fmla="*/ 15 h 53"/>
                <a:gd name="T18" fmla="*/ 6 w 37"/>
                <a:gd name="T19" fmla="*/ 4 h 53"/>
                <a:gd name="T20" fmla="*/ 20 w 37"/>
                <a:gd name="T21" fmla="*/ 0 h 53"/>
                <a:gd name="T22" fmla="*/ 28 w 37"/>
                <a:gd name="T23" fmla="*/ 1 h 53"/>
                <a:gd name="T24" fmla="*/ 34 w 37"/>
                <a:gd name="T25" fmla="*/ 2 h 53"/>
                <a:gd name="T26" fmla="*/ 32 w 37"/>
                <a:gd name="T27" fmla="*/ 12 h 53"/>
                <a:gd name="T28" fmla="*/ 27 w 37"/>
                <a:gd name="T29" fmla="*/ 10 h 53"/>
                <a:gd name="T30" fmla="*/ 20 w 37"/>
                <a:gd name="T31" fmla="*/ 9 h 53"/>
                <a:gd name="T32" fmla="*/ 15 w 37"/>
                <a:gd name="T33" fmla="*/ 11 h 53"/>
                <a:gd name="T34" fmla="*/ 12 w 37"/>
                <a:gd name="T35" fmla="*/ 14 h 53"/>
                <a:gd name="T36" fmla="*/ 13 w 37"/>
                <a:gd name="T37" fmla="*/ 17 h 53"/>
                <a:gd name="T38" fmla="*/ 14 w 37"/>
                <a:gd name="T39" fmla="*/ 18 h 53"/>
                <a:gd name="T40" fmla="*/ 17 w 37"/>
                <a:gd name="T41" fmla="*/ 20 h 53"/>
                <a:gd name="T42" fmla="*/ 21 w 37"/>
                <a:gd name="T43" fmla="*/ 22 h 53"/>
                <a:gd name="T44" fmla="*/ 28 w 37"/>
                <a:gd name="T45" fmla="*/ 25 h 53"/>
                <a:gd name="T46" fmla="*/ 33 w 37"/>
                <a:gd name="T47" fmla="*/ 28 h 53"/>
                <a:gd name="T48" fmla="*/ 36 w 37"/>
                <a:gd name="T49" fmla="*/ 32 h 53"/>
                <a:gd name="T50" fmla="*/ 37 w 37"/>
                <a:gd name="T51" fmla="*/ 38 h 53"/>
                <a:gd name="T52" fmla="*/ 31 w 37"/>
                <a:gd name="T53" fmla="*/ 49 h 53"/>
                <a:gd name="T54" fmla="*/ 16 w 37"/>
                <a:gd name="T55" fmla="*/ 53 h 53"/>
                <a:gd name="T56" fmla="*/ 5 w 37"/>
                <a:gd name="T57" fmla="*/ 52 h 53"/>
                <a:gd name="T58" fmla="*/ 0 w 37"/>
                <a:gd name="T59" fmla="*/ 50 h 53"/>
                <a:gd name="T60" fmla="*/ 2 w 37"/>
                <a:gd name="T61" fmla="*/ 40 h 53"/>
                <a:gd name="T62" fmla="*/ 8 w 37"/>
                <a:gd name="T63" fmla="*/ 42 h 53"/>
                <a:gd name="T64" fmla="*/ 16 w 37"/>
                <a:gd name="T65"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 h="53">
                  <a:moveTo>
                    <a:pt x="16" y="43"/>
                  </a:moveTo>
                  <a:cubicBezTo>
                    <a:pt x="19" y="43"/>
                    <a:pt x="21" y="43"/>
                    <a:pt x="23" y="42"/>
                  </a:cubicBezTo>
                  <a:cubicBezTo>
                    <a:pt x="24" y="41"/>
                    <a:pt x="25" y="40"/>
                    <a:pt x="25" y="38"/>
                  </a:cubicBezTo>
                  <a:cubicBezTo>
                    <a:pt x="25" y="36"/>
                    <a:pt x="24" y="35"/>
                    <a:pt x="23" y="34"/>
                  </a:cubicBezTo>
                  <a:cubicBezTo>
                    <a:pt x="21" y="33"/>
                    <a:pt x="19" y="32"/>
                    <a:pt x="15" y="30"/>
                  </a:cubicBezTo>
                  <a:cubicBezTo>
                    <a:pt x="13" y="30"/>
                    <a:pt x="11" y="29"/>
                    <a:pt x="9" y="28"/>
                  </a:cubicBezTo>
                  <a:cubicBezTo>
                    <a:pt x="8" y="27"/>
                    <a:pt x="6" y="26"/>
                    <a:pt x="5" y="25"/>
                  </a:cubicBezTo>
                  <a:cubicBezTo>
                    <a:pt x="4" y="24"/>
                    <a:pt x="3" y="22"/>
                    <a:pt x="2" y="21"/>
                  </a:cubicBezTo>
                  <a:cubicBezTo>
                    <a:pt x="1" y="19"/>
                    <a:pt x="1" y="17"/>
                    <a:pt x="1" y="15"/>
                  </a:cubicBezTo>
                  <a:cubicBezTo>
                    <a:pt x="1" y="10"/>
                    <a:pt x="2" y="7"/>
                    <a:pt x="6" y="4"/>
                  </a:cubicBezTo>
                  <a:cubicBezTo>
                    <a:pt x="9" y="1"/>
                    <a:pt x="14" y="0"/>
                    <a:pt x="20" y="0"/>
                  </a:cubicBezTo>
                  <a:cubicBezTo>
                    <a:pt x="23" y="0"/>
                    <a:pt x="25" y="0"/>
                    <a:pt x="28" y="1"/>
                  </a:cubicBezTo>
                  <a:cubicBezTo>
                    <a:pt x="31" y="1"/>
                    <a:pt x="33" y="2"/>
                    <a:pt x="34" y="2"/>
                  </a:cubicBezTo>
                  <a:cubicBezTo>
                    <a:pt x="32" y="12"/>
                    <a:pt x="32" y="12"/>
                    <a:pt x="32" y="12"/>
                  </a:cubicBezTo>
                  <a:cubicBezTo>
                    <a:pt x="31" y="11"/>
                    <a:pt x="29" y="11"/>
                    <a:pt x="27" y="10"/>
                  </a:cubicBezTo>
                  <a:cubicBezTo>
                    <a:pt x="25" y="10"/>
                    <a:pt x="23" y="9"/>
                    <a:pt x="20" y="9"/>
                  </a:cubicBezTo>
                  <a:cubicBezTo>
                    <a:pt x="18" y="9"/>
                    <a:pt x="16" y="10"/>
                    <a:pt x="15" y="11"/>
                  </a:cubicBezTo>
                  <a:cubicBezTo>
                    <a:pt x="13" y="11"/>
                    <a:pt x="12" y="13"/>
                    <a:pt x="12" y="14"/>
                  </a:cubicBezTo>
                  <a:cubicBezTo>
                    <a:pt x="12" y="15"/>
                    <a:pt x="12" y="16"/>
                    <a:pt x="13" y="17"/>
                  </a:cubicBezTo>
                  <a:cubicBezTo>
                    <a:pt x="13" y="17"/>
                    <a:pt x="14" y="18"/>
                    <a:pt x="14" y="18"/>
                  </a:cubicBezTo>
                  <a:cubicBezTo>
                    <a:pt x="15" y="19"/>
                    <a:pt x="16" y="19"/>
                    <a:pt x="17" y="20"/>
                  </a:cubicBezTo>
                  <a:cubicBezTo>
                    <a:pt x="18" y="20"/>
                    <a:pt x="20" y="21"/>
                    <a:pt x="21" y="22"/>
                  </a:cubicBezTo>
                  <a:cubicBezTo>
                    <a:pt x="24" y="23"/>
                    <a:pt x="26" y="24"/>
                    <a:pt x="28" y="25"/>
                  </a:cubicBezTo>
                  <a:cubicBezTo>
                    <a:pt x="30" y="26"/>
                    <a:pt x="32" y="27"/>
                    <a:pt x="33" y="28"/>
                  </a:cubicBezTo>
                  <a:cubicBezTo>
                    <a:pt x="34" y="29"/>
                    <a:pt x="35" y="31"/>
                    <a:pt x="36" y="32"/>
                  </a:cubicBezTo>
                  <a:cubicBezTo>
                    <a:pt x="36" y="34"/>
                    <a:pt x="37" y="36"/>
                    <a:pt x="37" y="38"/>
                  </a:cubicBezTo>
                  <a:cubicBezTo>
                    <a:pt x="37" y="43"/>
                    <a:pt x="35" y="46"/>
                    <a:pt x="31" y="49"/>
                  </a:cubicBezTo>
                  <a:cubicBezTo>
                    <a:pt x="28" y="51"/>
                    <a:pt x="23" y="53"/>
                    <a:pt x="16" y="53"/>
                  </a:cubicBezTo>
                  <a:cubicBezTo>
                    <a:pt x="12" y="53"/>
                    <a:pt x="8" y="52"/>
                    <a:pt x="5" y="52"/>
                  </a:cubicBezTo>
                  <a:cubicBezTo>
                    <a:pt x="3" y="51"/>
                    <a:pt x="1" y="50"/>
                    <a:pt x="0" y="50"/>
                  </a:cubicBezTo>
                  <a:cubicBezTo>
                    <a:pt x="2" y="40"/>
                    <a:pt x="2" y="40"/>
                    <a:pt x="2" y="40"/>
                  </a:cubicBezTo>
                  <a:cubicBezTo>
                    <a:pt x="3" y="41"/>
                    <a:pt x="6" y="41"/>
                    <a:pt x="8" y="42"/>
                  </a:cubicBezTo>
                  <a:cubicBezTo>
                    <a:pt x="10" y="43"/>
                    <a:pt x="13" y="43"/>
                    <a:pt x="16" y="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47" name="Freeform 25">
              <a:extLst>
                <a:ext uri="{FF2B5EF4-FFF2-40B4-BE49-F238E27FC236}">
                  <a16:creationId xmlns:a16="http://schemas.microsoft.com/office/drawing/2014/main" id="{6A5E9F5E-8D3C-4355-B793-3B4BF49E24CC}"/>
                </a:ext>
              </a:extLst>
            </p:cNvPr>
            <p:cNvSpPr>
              <a:spLocks/>
            </p:cNvSpPr>
            <p:nvPr userDrawn="1"/>
          </p:nvSpPr>
          <p:spPr bwMode="auto">
            <a:xfrm>
              <a:off x="6289450" y="5030484"/>
              <a:ext cx="238125" cy="334963"/>
            </a:xfrm>
            <a:custGeom>
              <a:avLst/>
              <a:gdLst>
                <a:gd name="T0" fmla="*/ 0 w 39"/>
                <a:gd name="T1" fmla="*/ 26 h 53"/>
                <a:gd name="T2" fmla="*/ 2 w 39"/>
                <a:gd name="T3" fmla="*/ 16 h 53"/>
                <a:gd name="T4" fmla="*/ 7 w 39"/>
                <a:gd name="T5" fmla="*/ 7 h 53"/>
                <a:gd name="T6" fmla="*/ 15 w 39"/>
                <a:gd name="T7" fmla="*/ 2 h 53"/>
                <a:gd name="T8" fmla="*/ 25 w 39"/>
                <a:gd name="T9" fmla="*/ 0 h 53"/>
                <a:gd name="T10" fmla="*/ 39 w 39"/>
                <a:gd name="T11" fmla="*/ 3 h 53"/>
                <a:gd name="T12" fmla="*/ 36 w 39"/>
                <a:gd name="T13" fmla="*/ 12 h 53"/>
                <a:gd name="T14" fmla="*/ 31 w 39"/>
                <a:gd name="T15" fmla="*/ 11 h 53"/>
                <a:gd name="T16" fmla="*/ 26 w 39"/>
                <a:gd name="T17" fmla="*/ 10 h 53"/>
                <a:gd name="T18" fmla="*/ 16 w 39"/>
                <a:gd name="T19" fmla="*/ 14 h 53"/>
                <a:gd name="T20" fmla="*/ 12 w 39"/>
                <a:gd name="T21" fmla="*/ 26 h 53"/>
                <a:gd name="T22" fmla="*/ 15 w 39"/>
                <a:gd name="T23" fmla="*/ 38 h 53"/>
                <a:gd name="T24" fmla="*/ 27 w 39"/>
                <a:gd name="T25" fmla="*/ 43 h 53"/>
                <a:gd name="T26" fmla="*/ 33 w 39"/>
                <a:gd name="T27" fmla="*/ 42 h 53"/>
                <a:gd name="T28" fmla="*/ 38 w 39"/>
                <a:gd name="T29" fmla="*/ 41 h 53"/>
                <a:gd name="T30" fmla="*/ 39 w 39"/>
                <a:gd name="T31" fmla="*/ 50 h 53"/>
                <a:gd name="T32" fmla="*/ 33 w 39"/>
                <a:gd name="T33" fmla="*/ 52 h 53"/>
                <a:gd name="T34" fmla="*/ 25 w 39"/>
                <a:gd name="T35" fmla="*/ 53 h 53"/>
                <a:gd name="T36" fmla="*/ 14 w 39"/>
                <a:gd name="T37" fmla="*/ 51 h 53"/>
                <a:gd name="T38" fmla="*/ 6 w 39"/>
                <a:gd name="T39" fmla="*/ 45 h 53"/>
                <a:gd name="T40" fmla="*/ 2 w 39"/>
                <a:gd name="T41" fmla="*/ 37 h 53"/>
                <a:gd name="T42" fmla="*/ 0 w 39"/>
                <a:gd name="T43"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9" h="53">
                  <a:moveTo>
                    <a:pt x="0" y="26"/>
                  </a:moveTo>
                  <a:cubicBezTo>
                    <a:pt x="0" y="23"/>
                    <a:pt x="1" y="19"/>
                    <a:pt x="2" y="16"/>
                  </a:cubicBezTo>
                  <a:cubicBezTo>
                    <a:pt x="3" y="13"/>
                    <a:pt x="5" y="10"/>
                    <a:pt x="7" y="7"/>
                  </a:cubicBezTo>
                  <a:cubicBezTo>
                    <a:pt x="9" y="5"/>
                    <a:pt x="12" y="3"/>
                    <a:pt x="15" y="2"/>
                  </a:cubicBezTo>
                  <a:cubicBezTo>
                    <a:pt x="18" y="1"/>
                    <a:pt x="21" y="0"/>
                    <a:pt x="25" y="0"/>
                  </a:cubicBezTo>
                  <a:cubicBezTo>
                    <a:pt x="30" y="0"/>
                    <a:pt x="34" y="1"/>
                    <a:pt x="39" y="3"/>
                  </a:cubicBezTo>
                  <a:cubicBezTo>
                    <a:pt x="36" y="12"/>
                    <a:pt x="36" y="12"/>
                    <a:pt x="36" y="12"/>
                  </a:cubicBezTo>
                  <a:cubicBezTo>
                    <a:pt x="35" y="11"/>
                    <a:pt x="33" y="11"/>
                    <a:pt x="31" y="11"/>
                  </a:cubicBezTo>
                  <a:cubicBezTo>
                    <a:pt x="30" y="10"/>
                    <a:pt x="28" y="10"/>
                    <a:pt x="26" y="10"/>
                  </a:cubicBezTo>
                  <a:cubicBezTo>
                    <a:pt x="21" y="10"/>
                    <a:pt x="18" y="11"/>
                    <a:pt x="16" y="14"/>
                  </a:cubicBezTo>
                  <a:cubicBezTo>
                    <a:pt x="13" y="17"/>
                    <a:pt x="12" y="21"/>
                    <a:pt x="12" y="26"/>
                  </a:cubicBezTo>
                  <a:cubicBezTo>
                    <a:pt x="12" y="31"/>
                    <a:pt x="13" y="35"/>
                    <a:pt x="15" y="38"/>
                  </a:cubicBezTo>
                  <a:cubicBezTo>
                    <a:pt x="18" y="41"/>
                    <a:pt x="21" y="43"/>
                    <a:pt x="27" y="43"/>
                  </a:cubicBezTo>
                  <a:cubicBezTo>
                    <a:pt x="29" y="43"/>
                    <a:pt x="31" y="42"/>
                    <a:pt x="33" y="42"/>
                  </a:cubicBezTo>
                  <a:cubicBezTo>
                    <a:pt x="35" y="42"/>
                    <a:pt x="36" y="41"/>
                    <a:pt x="38" y="41"/>
                  </a:cubicBezTo>
                  <a:cubicBezTo>
                    <a:pt x="39" y="50"/>
                    <a:pt x="39" y="50"/>
                    <a:pt x="39" y="50"/>
                  </a:cubicBezTo>
                  <a:cubicBezTo>
                    <a:pt x="38" y="51"/>
                    <a:pt x="36" y="51"/>
                    <a:pt x="33" y="52"/>
                  </a:cubicBezTo>
                  <a:cubicBezTo>
                    <a:pt x="31" y="52"/>
                    <a:pt x="28" y="53"/>
                    <a:pt x="25" y="53"/>
                  </a:cubicBezTo>
                  <a:cubicBezTo>
                    <a:pt x="21" y="53"/>
                    <a:pt x="17" y="52"/>
                    <a:pt x="14" y="51"/>
                  </a:cubicBezTo>
                  <a:cubicBezTo>
                    <a:pt x="11" y="49"/>
                    <a:pt x="8" y="48"/>
                    <a:pt x="6" y="45"/>
                  </a:cubicBezTo>
                  <a:cubicBezTo>
                    <a:pt x="4" y="43"/>
                    <a:pt x="3" y="40"/>
                    <a:pt x="2" y="37"/>
                  </a:cubicBezTo>
                  <a:cubicBezTo>
                    <a:pt x="1" y="34"/>
                    <a:pt x="0" y="30"/>
                    <a:pt x="0" y="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48" name="Freeform 26">
              <a:extLst>
                <a:ext uri="{FF2B5EF4-FFF2-40B4-BE49-F238E27FC236}">
                  <a16:creationId xmlns:a16="http://schemas.microsoft.com/office/drawing/2014/main" id="{34B851D5-2E68-4505-9B8C-3D6521CB7186}"/>
                </a:ext>
              </a:extLst>
            </p:cNvPr>
            <p:cNvSpPr>
              <a:spLocks noEditPoints="1"/>
            </p:cNvSpPr>
            <p:nvPr userDrawn="1"/>
          </p:nvSpPr>
          <p:spPr bwMode="auto">
            <a:xfrm>
              <a:off x="6552975" y="5030484"/>
              <a:ext cx="292100" cy="334963"/>
            </a:xfrm>
            <a:custGeom>
              <a:avLst/>
              <a:gdLst>
                <a:gd name="T0" fmla="*/ 48 w 48"/>
                <a:gd name="T1" fmla="*/ 26 h 53"/>
                <a:gd name="T2" fmla="*/ 46 w 48"/>
                <a:gd name="T3" fmla="*/ 37 h 53"/>
                <a:gd name="T4" fmla="*/ 41 w 48"/>
                <a:gd name="T5" fmla="*/ 45 h 53"/>
                <a:gd name="T6" fmla="*/ 33 w 48"/>
                <a:gd name="T7" fmla="*/ 51 h 53"/>
                <a:gd name="T8" fmla="*/ 24 w 48"/>
                <a:gd name="T9" fmla="*/ 53 h 53"/>
                <a:gd name="T10" fmla="*/ 14 w 48"/>
                <a:gd name="T11" fmla="*/ 51 h 53"/>
                <a:gd name="T12" fmla="*/ 6 w 48"/>
                <a:gd name="T13" fmla="*/ 45 h 53"/>
                <a:gd name="T14" fmla="*/ 1 w 48"/>
                <a:gd name="T15" fmla="*/ 37 h 53"/>
                <a:gd name="T16" fmla="*/ 0 w 48"/>
                <a:gd name="T17" fmla="*/ 26 h 53"/>
                <a:gd name="T18" fmla="*/ 1 w 48"/>
                <a:gd name="T19" fmla="*/ 15 h 53"/>
                <a:gd name="T20" fmla="*/ 6 w 48"/>
                <a:gd name="T21" fmla="*/ 7 h 53"/>
                <a:gd name="T22" fmla="*/ 14 w 48"/>
                <a:gd name="T23" fmla="*/ 2 h 53"/>
                <a:gd name="T24" fmla="*/ 24 w 48"/>
                <a:gd name="T25" fmla="*/ 0 h 53"/>
                <a:gd name="T26" fmla="*/ 33 w 48"/>
                <a:gd name="T27" fmla="*/ 2 h 53"/>
                <a:gd name="T28" fmla="*/ 41 w 48"/>
                <a:gd name="T29" fmla="*/ 7 h 53"/>
                <a:gd name="T30" fmla="*/ 46 w 48"/>
                <a:gd name="T31" fmla="*/ 15 h 53"/>
                <a:gd name="T32" fmla="*/ 48 w 48"/>
                <a:gd name="T33" fmla="*/ 26 h 53"/>
                <a:gd name="T34" fmla="*/ 36 w 48"/>
                <a:gd name="T35" fmla="*/ 26 h 53"/>
                <a:gd name="T36" fmla="*/ 33 w 48"/>
                <a:gd name="T37" fmla="*/ 14 h 53"/>
                <a:gd name="T38" fmla="*/ 24 w 48"/>
                <a:gd name="T39" fmla="*/ 10 h 53"/>
                <a:gd name="T40" fmla="*/ 15 w 48"/>
                <a:gd name="T41" fmla="*/ 14 h 53"/>
                <a:gd name="T42" fmla="*/ 11 w 48"/>
                <a:gd name="T43" fmla="*/ 26 h 53"/>
                <a:gd name="T44" fmla="*/ 15 w 48"/>
                <a:gd name="T45" fmla="*/ 38 h 53"/>
                <a:gd name="T46" fmla="*/ 24 w 48"/>
                <a:gd name="T47" fmla="*/ 43 h 53"/>
                <a:gd name="T48" fmla="*/ 33 w 48"/>
                <a:gd name="T49" fmla="*/ 38 h 53"/>
                <a:gd name="T50" fmla="*/ 36 w 48"/>
                <a:gd name="T5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8" h="53">
                  <a:moveTo>
                    <a:pt x="48" y="26"/>
                  </a:moveTo>
                  <a:cubicBezTo>
                    <a:pt x="48" y="30"/>
                    <a:pt x="47" y="34"/>
                    <a:pt x="46" y="37"/>
                  </a:cubicBezTo>
                  <a:cubicBezTo>
                    <a:pt x="45" y="40"/>
                    <a:pt x="43" y="43"/>
                    <a:pt x="41" y="45"/>
                  </a:cubicBezTo>
                  <a:cubicBezTo>
                    <a:pt x="39" y="48"/>
                    <a:pt x="36" y="50"/>
                    <a:pt x="33" y="51"/>
                  </a:cubicBezTo>
                  <a:cubicBezTo>
                    <a:pt x="30" y="52"/>
                    <a:pt x="27" y="53"/>
                    <a:pt x="24" y="53"/>
                  </a:cubicBezTo>
                  <a:cubicBezTo>
                    <a:pt x="20" y="53"/>
                    <a:pt x="17" y="52"/>
                    <a:pt x="14" y="51"/>
                  </a:cubicBezTo>
                  <a:cubicBezTo>
                    <a:pt x="11" y="50"/>
                    <a:pt x="8" y="48"/>
                    <a:pt x="6" y="45"/>
                  </a:cubicBezTo>
                  <a:cubicBezTo>
                    <a:pt x="4" y="43"/>
                    <a:pt x="2" y="40"/>
                    <a:pt x="1" y="37"/>
                  </a:cubicBezTo>
                  <a:cubicBezTo>
                    <a:pt x="0" y="34"/>
                    <a:pt x="0" y="30"/>
                    <a:pt x="0" y="26"/>
                  </a:cubicBezTo>
                  <a:cubicBezTo>
                    <a:pt x="0" y="22"/>
                    <a:pt x="0" y="19"/>
                    <a:pt x="1" y="15"/>
                  </a:cubicBezTo>
                  <a:cubicBezTo>
                    <a:pt x="2" y="12"/>
                    <a:pt x="4" y="9"/>
                    <a:pt x="6" y="7"/>
                  </a:cubicBezTo>
                  <a:cubicBezTo>
                    <a:pt x="8" y="5"/>
                    <a:pt x="11" y="3"/>
                    <a:pt x="14" y="2"/>
                  </a:cubicBezTo>
                  <a:cubicBezTo>
                    <a:pt x="17" y="1"/>
                    <a:pt x="20" y="0"/>
                    <a:pt x="24" y="0"/>
                  </a:cubicBezTo>
                  <a:cubicBezTo>
                    <a:pt x="27" y="0"/>
                    <a:pt x="30" y="1"/>
                    <a:pt x="33" y="2"/>
                  </a:cubicBezTo>
                  <a:cubicBezTo>
                    <a:pt x="36" y="3"/>
                    <a:pt x="39" y="5"/>
                    <a:pt x="41" y="7"/>
                  </a:cubicBezTo>
                  <a:cubicBezTo>
                    <a:pt x="43" y="9"/>
                    <a:pt x="45" y="12"/>
                    <a:pt x="46" y="15"/>
                  </a:cubicBezTo>
                  <a:cubicBezTo>
                    <a:pt x="47" y="19"/>
                    <a:pt x="48" y="22"/>
                    <a:pt x="48" y="26"/>
                  </a:cubicBezTo>
                  <a:close/>
                  <a:moveTo>
                    <a:pt x="36" y="26"/>
                  </a:moveTo>
                  <a:cubicBezTo>
                    <a:pt x="36" y="21"/>
                    <a:pt x="35" y="17"/>
                    <a:pt x="33" y="14"/>
                  </a:cubicBezTo>
                  <a:cubicBezTo>
                    <a:pt x="30" y="11"/>
                    <a:pt x="27" y="10"/>
                    <a:pt x="24" y="10"/>
                  </a:cubicBezTo>
                  <a:cubicBezTo>
                    <a:pt x="20" y="10"/>
                    <a:pt x="17" y="11"/>
                    <a:pt x="15" y="14"/>
                  </a:cubicBezTo>
                  <a:cubicBezTo>
                    <a:pt x="13" y="17"/>
                    <a:pt x="11" y="21"/>
                    <a:pt x="11" y="26"/>
                  </a:cubicBezTo>
                  <a:cubicBezTo>
                    <a:pt x="11" y="31"/>
                    <a:pt x="13" y="35"/>
                    <a:pt x="15" y="38"/>
                  </a:cubicBezTo>
                  <a:cubicBezTo>
                    <a:pt x="17" y="41"/>
                    <a:pt x="20" y="43"/>
                    <a:pt x="24" y="43"/>
                  </a:cubicBezTo>
                  <a:cubicBezTo>
                    <a:pt x="27" y="43"/>
                    <a:pt x="30" y="41"/>
                    <a:pt x="33" y="38"/>
                  </a:cubicBezTo>
                  <a:cubicBezTo>
                    <a:pt x="35" y="35"/>
                    <a:pt x="36" y="31"/>
                    <a:pt x="36" y="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49" name="Freeform 27">
              <a:extLst>
                <a:ext uri="{FF2B5EF4-FFF2-40B4-BE49-F238E27FC236}">
                  <a16:creationId xmlns:a16="http://schemas.microsoft.com/office/drawing/2014/main" id="{A5043529-B5D2-4082-80C6-2BBCBF3B2172}"/>
                </a:ext>
              </a:extLst>
            </p:cNvPr>
            <p:cNvSpPr>
              <a:spLocks/>
            </p:cNvSpPr>
            <p:nvPr userDrawn="1"/>
          </p:nvSpPr>
          <p:spPr bwMode="auto">
            <a:xfrm>
              <a:off x="6900638" y="5036834"/>
              <a:ext cx="257175" cy="328613"/>
            </a:xfrm>
            <a:custGeom>
              <a:avLst/>
              <a:gdLst>
                <a:gd name="T0" fmla="*/ 42 w 42"/>
                <a:gd name="T1" fmla="*/ 49 h 52"/>
                <a:gd name="T2" fmla="*/ 33 w 42"/>
                <a:gd name="T3" fmla="*/ 51 h 52"/>
                <a:gd name="T4" fmla="*/ 21 w 42"/>
                <a:gd name="T5" fmla="*/ 52 h 52"/>
                <a:gd name="T6" fmla="*/ 11 w 42"/>
                <a:gd name="T7" fmla="*/ 50 h 52"/>
                <a:gd name="T8" fmla="*/ 5 w 42"/>
                <a:gd name="T9" fmla="*/ 45 h 52"/>
                <a:gd name="T10" fmla="*/ 1 w 42"/>
                <a:gd name="T11" fmla="*/ 38 h 52"/>
                <a:gd name="T12" fmla="*/ 0 w 42"/>
                <a:gd name="T13" fmla="*/ 28 h 52"/>
                <a:gd name="T14" fmla="*/ 0 w 42"/>
                <a:gd name="T15" fmla="*/ 0 h 52"/>
                <a:gd name="T16" fmla="*/ 12 w 42"/>
                <a:gd name="T17" fmla="*/ 0 h 52"/>
                <a:gd name="T18" fmla="*/ 12 w 42"/>
                <a:gd name="T19" fmla="*/ 26 h 52"/>
                <a:gd name="T20" fmla="*/ 14 w 42"/>
                <a:gd name="T21" fmla="*/ 38 h 52"/>
                <a:gd name="T22" fmla="*/ 22 w 42"/>
                <a:gd name="T23" fmla="*/ 41 h 52"/>
                <a:gd name="T24" fmla="*/ 27 w 42"/>
                <a:gd name="T25" fmla="*/ 41 h 52"/>
                <a:gd name="T26" fmla="*/ 30 w 42"/>
                <a:gd name="T27" fmla="*/ 41 h 52"/>
                <a:gd name="T28" fmla="*/ 30 w 42"/>
                <a:gd name="T29" fmla="*/ 0 h 52"/>
                <a:gd name="T30" fmla="*/ 42 w 42"/>
                <a:gd name="T31" fmla="*/ 0 h 52"/>
                <a:gd name="T32" fmla="*/ 42 w 42"/>
                <a:gd name="T33" fmla="*/ 4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52">
                  <a:moveTo>
                    <a:pt x="42" y="49"/>
                  </a:moveTo>
                  <a:cubicBezTo>
                    <a:pt x="40" y="49"/>
                    <a:pt x="37" y="50"/>
                    <a:pt x="33" y="51"/>
                  </a:cubicBezTo>
                  <a:cubicBezTo>
                    <a:pt x="30" y="51"/>
                    <a:pt x="26" y="52"/>
                    <a:pt x="21" y="52"/>
                  </a:cubicBezTo>
                  <a:cubicBezTo>
                    <a:pt x="17" y="52"/>
                    <a:pt x="14" y="51"/>
                    <a:pt x="11" y="50"/>
                  </a:cubicBezTo>
                  <a:cubicBezTo>
                    <a:pt x="9" y="49"/>
                    <a:pt x="6" y="47"/>
                    <a:pt x="5" y="45"/>
                  </a:cubicBezTo>
                  <a:cubicBezTo>
                    <a:pt x="3" y="43"/>
                    <a:pt x="2" y="40"/>
                    <a:pt x="1" y="38"/>
                  </a:cubicBezTo>
                  <a:cubicBezTo>
                    <a:pt x="1" y="35"/>
                    <a:pt x="0" y="32"/>
                    <a:pt x="0" y="28"/>
                  </a:cubicBezTo>
                  <a:cubicBezTo>
                    <a:pt x="0" y="0"/>
                    <a:pt x="0" y="0"/>
                    <a:pt x="0" y="0"/>
                  </a:cubicBezTo>
                  <a:cubicBezTo>
                    <a:pt x="12" y="0"/>
                    <a:pt x="12" y="0"/>
                    <a:pt x="12" y="0"/>
                  </a:cubicBezTo>
                  <a:cubicBezTo>
                    <a:pt x="12" y="26"/>
                    <a:pt x="12" y="26"/>
                    <a:pt x="12" y="26"/>
                  </a:cubicBezTo>
                  <a:cubicBezTo>
                    <a:pt x="12" y="32"/>
                    <a:pt x="13" y="36"/>
                    <a:pt x="14" y="38"/>
                  </a:cubicBezTo>
                  <a:cubicBezTo>
                    <a:pt x="16" y="40"/>
                    <a:pt x="19" y="41"/>
                    <a:pt x="22" y="41"/>
                  </a:cubicBezTo>
                  <a:cubicBezTo>
                    <a:pt x="24" y="41"/>
                    <a:pt x="25" y="41"/>
                    <a:pt x="27" y="41"/>
                  </a:cubicBezTo>
                  <a:cubicBezTo>
                    <a:pt x="28" y="41"/>
                    <a:pt x="30" y="41"/>
                    <a:pt x="30" y="41"/>
                  </a:cubicBezTo>
                  <a:cubicBezTo>
                    <a:pt x="30" y="0"/>
                    <a:pt x="30" y="0"/>
                    <a:pt x="30" y="0"/>
                  </a:cubicBezTo>
                  <a:cubicBezTo>
                    <a:pt x="42" y="0"/>
                    <a:pt x="42" y="0"/>
                    <a:pt x="42" y="0"/>
                  </a:cubicBezTo>
                  <a:lnTo>
                    <a:pt x="42" y="4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50" name="Freeform 28">
              <a:extLst>
                <a:ext uri="{FF2B5EF4-FFF2-40B4-BE49-F238E27FC236}">
                  <a16:creationId xmlns:a16="http://schemas.microsoft.com/office/drawing/2014/main" id="{5EE8F553-B800-40BB-AAD8-6B44CEB10929}"/>
                </a:ext>
              </a:extLst>
            </p:cNvPr>
            <p:cNvSpPr>
              <a:spLocks/>
            </p:cNvSpPr>
            <p:nvPr userDrawn="1"/>
          </p:nvSpPr>
          <p:spPr bwMode="auto">
            <a:xfrm>
              <a:off x="7237188" y="5030484"/>
              <a:ext cx="257175" cy="322263"/>
            </a:xfrm>
            <a:custGeom>
              <a:avLst/>
              <a:gdLst>
                <a:gd name="T0" fmla="*/ 0 w 42"/>
                <a:gd name="T1" fmla="*/ 3 h 51"/>
                <a:gd name="T2" fmla="*/ 9 w 42"/>
                <a:gd name="T3" fmla="*/ 1 h 51"/>
                <a:gd name="T4" fmla="*/ 20 w 42"/>
                <a:gd name="T5" fmla="*/ 0 h 51"/>
                <a:gd name="T6" fmla="*/ 31 w 42"/>
                <a:gd name="T7" fmla="*/ 2 h 51"/>
                <a:gd name="T8" fmla="*/ 37 w 42"/>
                <a:gd name="T9" fmla="*/ 6 h 51"/>
                <a:gd name="T10" fmla="*/ 41 w 42"/>
                <a:gd name="T11" fmla="*/ 14 h 51"/>
                <a:gd name="T12" fmla="*/ 42 w 42"/>
                <a:gd name="T13" fmla="*/ 23 h 51"/>
                <a:gd name="T14" fmla="*/ 42 w 42"/>
                <a:gd name="T15" fmla="*/ 51 h 51"/>
                <a:gd name="T16" fmla="*/ 30 w 42"/>
                <a:gd name="T17" fmla="*/ 51 h 51"/>
                <a:gd name="T18" fmla="*/ 30 w 42"/>
                <a:gd name="T19" fmla="*/ 25 h 51"/>
                <a:gd name="T20" fmla="*/ 30 w 42"/>
                <a:gd name="T21" fmla="*/ 18 h 51"/>
                <a:gd name="T22" fmla="*/ 28 w 42"/>
                <a:gd name="T23" fmla="*/ 13 h 51"/>
                <a:gd name="T24" fmla="*/ 25 w 42"/>
                <a:gd name="T25" fmla="*/ 11 h 51"/>
                <a:gd name="T26" fmla="*/ 20 w 42"/>
                <a:gd name="T27" fmla="*/ 10 h 51"/>
                <a:gd name="T28" fmla="*/ 15 w 42"/>
                <a:gd name="T29" fmla="*/ 10 h 51"/>
                <a:gd name="T30" fmla="*/ 11 w 42"/>
                <a:gd name="T31" fmla="*/ 11 h 51"/>
                <a:gd name="T32" fmla="*/ 11 w 42"/>
                <a:gd name="T33" fmla="*/ 51 h 51"/>
                <a:gd name="T34" fmla="*/ 0 w 42"/>
                <a:gd name="T35" fmla="*/ 51 h 51"/>
                <a:gd name="T36" fmla="*/ 0 w 42"/>
                <a:gd name="T37"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51">
                  <a:moveTo>
                    <a:pt x="0" y="3"/>
                  </a:moveTo>
                  <a:cubicBezTo>
                    <a:pt x="2" y="2"/>
                    <a:pt x="5" y="2"/>
                    <a:pt x="9" y="1"/>
                  </a:cubicBezTo>
                  <a:cubicBezTo>
                    <a:pt x="12" y="0"/>
                    <a:pt x="16" y="0"/>
                    <a:pt x="20" y="0"/>
                  </a:cubicBezTo>
                  <a:cubicBezTo>
                    <a:pt x="25" y="0"/>
                    <a:pt x="28" y="1"/>
                    <a:pt x="31" y="2"/>
                  </a:cubicBezTo>
                  <a:cubicBezTo>
                    <a:pt x="34" y="3"/>
                    <a:pt x="36" y="4"/>
                    <a:pt x="37" y="6"/>
                  </a:cubicBezTo>
                  <a:cubicBezTo>
                    <a:pt x="39" y="9"/>
                    <a:pt x="40" y="11"/>
                    <a:pt x="41" y="14"/>
                  </a:cubicBezTo>
                  <a:cubicBezTo>
                    <a:pt x="41" y="17"/>
                    <a:pt x="42" y="20"/>
                    <a:pt x="42" y="23"/>
                  </a:cubicBezTo>
                  <a:cubicBezTo>
                    <a:pt x="42" y="51"/>
                    <a:pt x="42" y="51"/>
                    <a:pt x="42" y="51"/>
                  </a:cubicBezTo>
                  <a:cubicBezTo>
                    <a:pt x="30" y="51"/>
                    <a:pt x="30" y="51"/>
                    <a:pt x="30" y="51"/>
                  </a:cubicBezTo>
                  <a:cubicBezTo>
                    <a:pt x="30" y="25"/>
                    <a:pt x="30" y="25"/>
                    <a:pt x="30" y="25"/>
                  </a:cubicBezTo>
                  <a:cubicBezTo>
                    <a:pt x="30" y="22"/>
                    <a:pt x="30" y="20"/>
                    <a:pt x="30" y="18"/>
                  </a:cubicBezTo>
                  <a:cubicBezTo>
                    <a:pt x="29" y="16"/>
                    <a:pt x="29" y="15"/>
                    <a:pt x="28" y="13"/>
                  </a:cubicBezTo>
                  <a:cubicBezTo>
                    <a:pt x="27" y="12"/>
                    <a:pt x="26" y="11"/>
                    <a:pt x="25" y="11"/>
                  </a:cubicBezTo>
                  <a:cubicBezTo>
                    <a:pt x="23" y="10"/>
                    <a:pt x="22" y="10"/>
                    <a:pt x="20" y="10"/>
                  </a:cubicBezTo>
                  <a:cubicBezTo>
                    <a:pt x="18" y="10"/>
                    <a:pt x="17" y="10"/>
                    <a:pt x="15" y="10"/>
                  </a:cubicBezTo>
                  <a:cubicBezTo>
                    <a:pt x="13" y="11"/>
                    <a:pt x="12" y="11"/>
                    <a:pt x="11" y="11"/>
                  </a:cubicBezTo>
                  <a:cubicBezTo>
                    <a:pt x="11" y="51"/>
                    <a:pt x="11" y="51"/>
                    <a:pt x="11" y="51"/>
                  </a:cubicBezTo>
                  <a:cubicBezTo>
                    <a:pt x="0" y="51"/>
                    <a:pt x="0" y="51"/>
                    <a:pt x="0" y="51"/>
                  </a:cubicBezTo>
                  <a:lnTo>
                    <a:pt x="0" y="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51" name="Freeform 29">
              <a:extLst>
                <a:ext uri="{FF2B5EF4-FFF2-40B4-BE49-F238E27FC236}">
                  <a16:creationId xmlns:a16="http://schemas.microsoft.com/office/drawing/2014/main" id="{A504CBB8-2109-4DD4-BA71-EF173341A56A}"/>
                </a:ext>
              </a:extLst>
            </p:cNvPr>
            <p:cNvSpPr>
              <a:spLocks/>
            </p:cNvSpPr>
            <p:nvPr userDrawn="1"/>
          </p:nvSpPr>
          <p:spPr bwMode="auto">
            <a:xfrm>
              <a:off x="7567388"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3 w 31"/>
                <a:gd name="T31" fmla="*/ 61 h 67"/>
                <a:gd name="T32" fmla="*/ 0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4"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4" y="67"/>
                    <a:pt x="11" y="66"/>
                    <a:pt x="9" y="65"/>
                  </a:cubicBezTo>
                  <a:cubicBezTo>
                    <a:pt x="7" y="64"/>
                    <a:pt x="5" y="63"/>
                    <a:pt x="3" y="61"/>
                  </a:cubicBezTo>
                  <a:cubicBezTo>
                    <a:pt x="2" y="59"/>
                    <a:pt x="1" y="57"/>
                    <a:pt x="0"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sp>
          <p:nvSpPr>
            <p:cNvPr id="52" name="Freeform 30">
              <a:extLst>
                <a:ext uri="{FF2B5EF4-FFF2-40B4-BE49-F238E27FC236}">
                  <a16:creationId xmlns:a16="http://schemas.microsoft.com/office/drawing/2014/main" id="{8D20F235-BF4A-4E34-986F-0A130CB48908}"/>
                </a:ext>
              </a:extLst>
            </p:cNvPr>
            <p:cNvSpPr>
              <a:spLocks/>
            </p:cNvSpPr>
            <p:nvPr userDrawn="1"/>
          </p:nvSpPr>
          <p:spPr bwMode="auto">
            <a:xfrm>
              <a:off x="7792813" y="5263846"/>
              <a:ext cx="92075" cy="101600"/>
            </a:xfrm>
            <a:custGeom>
              <a:avLst/>
              <a:gdLst>
                <a:gd name="T0" fmla="*/ 15 w 15"/>
                <a:gd name="T1" fmla="*/ 8 h 16"/>
                <a:gd name="T2" fmla="*/ 13 w 15"/>
                <a:gd name="T3" fmla="*/ 14 h 16"/>
                <a:gd name="T4" fmla="*/ 8 w 15"/>
                <a:gd name="T5" fmla="*/ 16 h 16"/>
                <a:gd name="T6" fmla="*/ 2 w 15"/>
                <a:gd name="T7" fmla="*/ 14 h 16"/>
                <a:gd name="T8" fmla="*/ 0 w 15"/>
                <a:gd name="T9" fmla="*/ 8 h 16"/>
                <a:gd name="T10" fmla="*/ 2 w 15"/>
                <a:gd name="T11" fmla="*/ 3 h 16"/>
                <a:gd name="T12" fmla="*/ 8 w 15"/>
                <a:gd name="T13" fmla="*/ 0 h 16"/>
                <a:gd name="T14" fmla="*/ 13 w 15"/>
                <a:gd name="T15" fmla="*/ 3 h 16"/>
                <a:gd name="T16" fmla="*/ 15 w 15"/>
                <a:gd name="T17"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6">
                  <a:moveTo>
                    <a:pt x="15" y="8"/>
                  </a:moveTo>
                  <a:cubicBezTo>
                    <a:pt x="15" y="10"/>
                    <a:pt x="14" y="12"/>
                    <a:pt x="13" y="14"/>
                  </a:cubicBezTo>
                  <a:cubicBezTo>
                    <a:pt x="11" y="15"/>
                    <a:pt x="10" y="16"/>
                    <a:pt x="8" y="16"/>
                  </a:cubicBezTo>
                  <a:cubicBezTo>
                    <a:pt x="5" y="16"/>
                    <a:pt x="4" y="15"/>
                    <a:pt x="2" y="14"/>
                  </a:cubicBezTo>
                  <a:cubicBezTo>
                    <a:pt x="1" y="12"/>
                    <a:pt x="0" y="10"/>
                    <a:pt x="0" y="8"/>
                  </a:cubicBezTo>
                  <a:cubicBezTo>
                    <a:pt x="0" y="6"/>
                    <a:pt x="1" y="4"/>
                    <a:pt x="2" y="3"/>
                  </a:cubicBezTo>
                  <a:cubicBezTo>
                    <a:pt x="4" y="1"/>
                    <a:pt x="5" y="0"/>
                    <a:pt x="8" y="0"/>
                  </a:cubicBezTo>
                  <a:cubicBezTo>
                    <a:pt x="10" y="0"/>
                    <a:pt x="11" y="1"/>
                    <a:pt x="13" y="3"/>
                  </a:cubicBezTo>
                  <a:cubicBezTo>
                    <a:pt x="14" y="4"/>
                    <a:pt x="15" y="6"/>
                    <a:pt x="15" y="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chemeClr val="bg1"/>
                </a:solidFill>
                <a:latin typeface="+mj-lt"/>
              </a:endParaRPr>
            </a:p>
          </p:txBody>
        </p:sp>
      </p:grpSp>
      <p:pic>
        <p:nvPicPr>
          <p:cNvPr id="53" name="Picture 52">
            <a:extLst>
              <a:ext uri="{FF2B5EF4-FFF2-40B4-BE49-F238E27FC236}">
                <a16:creationId xmlns:a16="http://schemas.microsoft.com/office/drawing/2014/main" id="{D5BF4DE0-6F5F-46E6-B698-1D6B6DC223CD}"/>
              </a:ext>
            </a:extLst>
          </p:cNvPr>
          <p:cNvPicPr>
            <a:picLocks noChangeAspect="1"/>
          </p:cNvPicPr>
          <p:nvPr userDrawn="1"/>
        </p:nvPicPr>
        <p:blipFill>
          <a:blip r:embed="rId17" cstate="email">
            <a:extLst>
              <a:ext uri="{28A0092B-C50C-407E-A947-70E740481C1C}">
                <a14:useLocalDpi xmlns:a14="http://schemas.microsoft.com/office/drawing/2010/main"/>
              </a:ext>
            </a:extLst>
          </a:blip>
          <a:stretch>
            <a:fillRect/>
          </a:stretch>
        </p:blipFill>
        <p:spPr>
          <a:xfrm>
            <a:off x="0" y="0"/>
            <a:ext cx="5497530" cy="1656011"/>
          </a:xfrm>
          <a:prstGeom prst="rect">
            <a:avLst/>
          </a:prstGeom>
        </p:spPr>
      </p:pic>
      <p:sp>
        <p:nvSpPr>
          <p:cNvPr id="55" name="Rectangle 54">
            <a:extLst>
              <a:ext uri="{FF2B5EF4-FFF2-40B4-BE49-F238E27FC236}">
                <a16:creationId xmlns:a16="http://schemas.microsoft.com/office/drawing/2014/main" id="{ECB19421-3B10-499C-A823-B62CB9DADE28}"/>
              </a:ext>
            </a:extLst>
          </p:cNvPr>
          <p:cNvSpPr/>
          <p:nvPr userDrawn="1"/>
        </p:nvSpPr>
        <p:spPr>
          <a:xfrm>
            <a:off x="6124673" y="3995756"/>
            <a:ext cx="4899531"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IN" sz="900" kern="1200" dirty="0">
                <a:solidFill>
                  <a:schemeClr val="lt1"/>
                </a:solidFill>
                <a:effectLst/>
                <a:latin typeface="+mn-lt"/>
                <a:ea typeface="+mn-ea"/>
                <a:cs typeface="+mn-cs"/>
              </a:rPr>
              <a:t>As the digital innovation, consulting and transformation brand of the Capgemini Group, Capgemini Invent helps CxOs envision and build what’s next for their organizations. Located in more than 30 offices and 25 creative studios around the world, its 7,000+ strong team combines strategy, technology, data science and creative design with deep industry expertise and insights, to develop new digital solutions and business models of the future.</a:t>
            </a:r>
          </a:p>
          <a:p>
            <a:r>
              <a:rPr lang="en-IN" sz="900" kern="1200" dirty="0">
                <a:solidFill>
                  <a:schemeClr val="lt1"/>
                </a:solidFill>
                <a:effectLst/>
                <a:latin typeface="+mn-lt"/>
                <a:ea typeface="+mn-ea"/>
                <a:cs typeface="+mn-cs"/>
              </a:rPr>
              <a:t> </a:t>
            </a:r>
          </a:p>
          <a:p>
            <a:r>
              <a:rPr lang="en-IN" sz="900" kern="1200" dirty="0">
                <a:solidFill>
                  <a:schemeClr val="lt1"/>
                </a:solidFill>
                <a:effectLst/>
                <a:latin typeface="+mn-lt"/>
                <a:ea typeface="+mn-ea"/>
                <a:cs typeface="+mn-cs"/>
              </a:rPr>
              <a:t>Capgemini Invent is an integral part of Capgemini, a global leader in consulting, digital transformation, technology and engineering services. The Group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Capgemini is driven by the conviction that the business value of technology comes from and through people. Today, it is a multicultural company of 270,000 team members in almost 50 countries. With Altran, the Group reported 2019 combined revenues of €17billion. People matter, results count.</a:t>
            </a:r>
          </a:p>
          <a:p>
            <a:endParaRPr lang="en-US" sz="900" i="1" kern="1200" dirty="0">
              <a:solidFill>
                <a:schemeClr val="lt1"/>
              </a:solidFill>
              <a:effectLst/>
              <a:latin typeface="+mn-lt"/>
              <a:ea typeface="+mn-ea"/>
              <a:cs typeface="+mn-cs"/>
            </a:endParaRPr>
          </a:p>
          <a:p>
            <a:r>
              <a:rPr lang="en-GB" sz="900" kern="1200" dirty="0">
                <a:solidFill>
                  <a:schemeClr val="lt1"/>
                </a:solidFill>
                <a:effectLst/>
                <a:latin typeface="+mn-lt"/>
                <a:ea typeface="+mn-ea"/>
                <a:cs typeface="+mn-cs"/>
              </a:rPr>
              <a:t> </a:t>
            </a:r>
            <a:endParaRPr lang="fr-FR" sz="900" kern="1200" dirty="0">
              <a:solidFill>
                <a:schemeClr val="lt1"/>
              </a:solidFill>
              <a:effectLst/>
              <a:latin typeface="+mn-lt"/>
              <a:ea typeface="+mn-ea"/>
              <a:cs typeface="+mn-cs"/>
            </a:endParaRPr>
          </a:p>
          <a:p>
            <a:r>
              <a:rPr lang="en-US" sz="900" kern="1200" dirty="0">
                <a:solidFill>
                  <a:schemeClr val="lt1"/>
                </a:solidFill>
                <a:effectLst/>
                <a:latin typeface="+mn-lt"/>
                <a:ea typeface="+mn-ea"/>
                <a:cs typeface="+mn-cs"/>
              </a:rPr>
              <a:t>Visit us at </a:t>
            </a:r>
            <a:r>
              <a:rPr lang="en-US" sz="900" u="sng" kern="1200" dirty="0">
                <a:solidFill>
                  <a:schemeClr val="lt1"/>
                </a:solidFill>
                <a:effectLst/>
                <a:latin typeface="+mn-lt"/>
                <a:ea typeface="+mn-ea"/>
                <a:cs typeface="+mn-cs"/>
                <a:hlinkClick r:id="rId18"/>
              </a:rPr>
              <a:t>www.capgemini.com/invent</a:t>
            </a:r>
            <a:endParaRPr lang="en-US" sz="900" kern="1200" dirty="0">
              <a:solidFill>
                <a:schemeClr val="bg1"/>
              </a:solidFill>
              <a:effectLst/>
              <a:latin typeface="+mj-lt"/>
              <a:ea typeface="+mn-ea"/>
              <a:cs typeface="+mn-cs"/>
            </a:endParaRPr>
          </a:p>
        </p:txBody>
      </p:sp>
      <p:sp>
        <p:nvSpPr>
          <p:cNvPr id="54" name="Date Placeholder 34">
            <a:extLst>
              <a:ext uri="{FF2B5EF4-FFF2-40B4-BE49-F238E27FC236}">
                <a16:creationId xmlns:a16="http://schemas.microsoft.com/office/drawing/2014/main" id="{9E7A3BD3-DDA4-42A3-B05C-F6E4E51D9B78}"/>
              </a:ext>
            </a:extLst>
          </p:cNvPr>
          <p:cNvSpPr>
            <a:spLocks noGrp="1"/>
          </p:cNvSpPr>
          <p:nvPr>
            <p:ph type="dt" sz="half" idx="2"/>
          </p:nvPr>
        </p:nvSpPr>
        <p:spPr>
          <a:xfrm>
            <a:off x="9192344" y="6650661"/>
            <a:ext cx="2119242" cy="123111"/>
          </a:xfrm>
          <a:prstGeom prst="rect">
            <a:avLst/>
          </a:prstGeom>
        </p:spPr>
        <p:txBody>
          <a:bodyPr wrap="none" lIns="0" tIns="0" rIns="0" bIns="0" anchor="ctr" anchorCtr="0">
            <a:noAutofit/>
          </a:bodyPr>
          <a:lstStyle>
            <a:lvl1pPr>
              <a:defRPr lang="de-DE" sz="800" smtClean="0">
                <a:solidFill>
                  <a:schemeClr val="bg1">
                    <a:lumMod val="65000"/>
                  </a:schemeClr>
                </a:solidFill>
                <a:latin typeface="+mn-lt"/>
              </a:defRPr>
            </a:lvl1pPr>
          </a:lstStyle>
          <a:p>
            <a:pPr algn="r">
              <a:spcBef>
                <a:spcPts val="1000"/>
              </a:spcBef>
              <a:buFont typeface="Arial" panose="020B0604020202020204" pitchFamily="34" charset="0"/>
              <a:buNone/>
            </a:pPr>
            <a:r>
              <a:rPr lang="en-US" dirty="0"/>
              <a:t>© Capgemini Invent 2020. All rights reserved.</a:t>
            </a:r>
          </a:p>
        </p:txBody>
      </p:sp>
      <p:sp>
        <p:nvSpPr>
          <p:cNvPr id="56" name="Slide Number Placeholder 37">
            <a:extLst>
              <a:ext uri="{FF2B5EF4-FFF2-40B4-BE49-F238E27FC236}">
                <a16:creationId xmlns:a16="http://schemas.microsoft.com/office/drawing/2014/main" id="{7AB8C2A9-4C2D-43C3-9F07-0C825FF51364}"/>
              </a:ext>
            </a:extLst>
          </p:cNvPr>
          <p:cNvSpPr>
            <a:spLocks noGrp="1"/>
          </p:cNvSpPr>
          <p:nvPr>
            <p:ph type="sldNum" sz="quarter" idx="4"/>
          </p:nvPr>
        </p:nvSpPr>
        <p:spPr>
          <a:xfrm>
            <a:off x="11407951" y="6650661"/>
            <a:ext cx="232665" cy="123111"/>
          </a:xfrm>
          <a:prstGeom prst="rect">
            <a:avLst/>
          </a:prstGeom>
        </p:spPr>
        <p:txBody>
          <a:bodyPr wrap="square" lIns="0" tIns="0" rIns="0" bIns="0" anchor="ctr" anchorCtr="0">
            <a:spAutoFit/>
          </a:bodyPr>
          <a:lstStyle>
            <a:lvl1pPr>
              <a:defRPr lang="de-DE" sz="800" smtClean="0">
                <a:solidFill>
                  <a:schemeClr val="bg1">
                    <a:lumMod val="65000"/>
                  </a:schemeClr>
                </a:solidFill>
                <a:latin typeface="+mn-lt"/>
                <a:cs typeface="Arial" panose="020B0604020202020204" pitchFamily="34" charset="0"/>
              </a:defRPr>
            </a:lvl1pPr>
          </a:lstStyle>
          <a:p>
            <a:pPr algn="r"/>
            <a:fld id="{5D9A5160-6218-4E5A-B9E6-B93E3DAE377C}" type="slidenum">
              <a:rPr lang="en-US" smtClean="0"/>
              <a:pPr algn="r"/>
              <a:t>‹#›</a:t>
            </a:fld>
            <a:endParaRPr lang="en-US" dirty="0"/>
          </a:p>
        </p:txBody>
      </p:sp>
      <p:sp>
        <p:nvSpPr>
          <p:cNvPr id="57" name="Footer Placeholder 9">
            <a:extLst>
              <a:ext uri="{FF2B5EF4-FFF2-40B4-BE49-F238E27FC236}">
                <a16:creationId xmlns:a16="http://schemas.microsoft.com/office/drawing/2014/main" id="{D3809B95-B2AA-47A9-8F86-88BF7BDE32FD}"/>
              </a:ext>
            </a:extLst>
          </p:cNvPr>
          <p:cNvSpPr>
            <a:spLocks noGrp="1"/>
          </p:cNvSpPr>
          <p:nvPr>
            <p:ph type="ftr" sz="quarter" idx="3"/>
          </p:nvPr>
        </p:nvSpPr>
        <p:spPr>
          <a:xfrm>
            <a:off x="550863" y="6650661"/>
            <a:ext cx="4716524" cy="123111"/>
          </a:xfrm>
          <a:prstGeom prst="rect">
            <a:avLst/>
          </a:prstGeom>
        </p:spPr>
        <p:txBody>
          <a:bodyPr wrap="none" lIns="0" tIns="0" rIns="0" bIns="0" anchor="ctr" anchorCtr="0">
            <a:noAutofit/>
          </a:bodyPr>
          <a:lstStyle>
            <a:lvl1pPr>
              <a:defRPr lang="de-DE" sz="800">
                <a:solidFill>
                  <a:schemeClr val="bg1">
                    <a:lumMod val="65000"/>
                  </a:schemeClr>
                </a:solidFill>
              </a:defRPr>
            </a:lvl1pPr>
          </a:lstStyle>
          <a:p>
            <a:pPr>
              <a:spcBef>
                <a:spcPts val="1000"/>
              </a:spcBef>
              <a:buFont typeface="Arial" panose="020B0604020202020204" pitchFamily="34" charset="0"/>
              <a:buNone/>
            </a:pPr>
            <a:r>
              <a:rPr lang="en-US" dirty="0"/>
              <a:t>CCI Analytics CoE | December 2020</a:t>
            </a:r>
          </a:p>
        </p:txBody>
      </p:sp>
    </p:spTree>
    <p:extLst>
      <p:ext uri="{BB962C8B-B14F-4D97-AF65-F5344CB8AC3E}">
        <p14:creationId xmlns:p14="http://schemas.microsoft.com/office/powerpoint/2010/main" val="3972722379"/>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164.xml><?xml version="1.0" encoding="utf-8"?>
<p:sldLayout xmlns:a="http://schemas.openxmlformats.org/drawingml/2006/main" xmlns:r="http://schemas.openxmlformats.org/officeDocument/2006/relationships" xmlns:p="http://schemas.openxmlformats.org/presentationml/2006/main" userDrawn="1">
  <p:cSld name="Title, subtitle and content ">
    <p:spTree>
      <p:nvGrpSpPr>
        <p:cNvPr id="1" name=""/>
        <p:cNvGrpSpPr/>
        <p:nvPr/>
      </p:nvGrpSpPr>
      <p:grpSpPr>
        <a:xfrm>
          <a:off x="0" y="0"/>
          <a:ext cx="0" cy="0"/>
          <a:chOff x="0" y="0"/>
          <a:chExt cx="0" cy="0"/>
        </a:xfrm>
      </p:grpSpPr>
      <p:sp>
        <p:nvSpPr>
          <p:cNvPr id="2" name="Title 1"/>
          <p:cNvSpPr>
            <a:spLocks noGrp="1"/>
          </p:cNvSpPr>
          <p:nvPr>
            <p:ph type="title"/>
          </p:nvPr>
        </p:nvSpPr>
        <p:spPr>
          <a:xfrm>
            <a:off x="550200" y="0"/>
            <a:ext cx="11091600" cy="1104900"/>
          </a:xfrm>
        </p:spPr>
        <p:txBody>
          <a:bodyPr tIns="180000"/>
          <a:lstStyle>
            <a:lvl1pPr>
              <a:spcBef>
                <a:spcPts val="0"/>
              </a:spcBef>
              <a:defRPr spc="200" baseline="0"/>
            </a:lvl1pPr>
          </a:lstStyle>
          <a:p>
            <a:r>
              <a:rPr lang="en-US"/>
              <a:t>Click to edit Master title style</a:t>
            </a:r>
            <a:endParaRPr lang="en-GB"/>
          </a:p>
        </p:txBody>
      </p:sp>
      <p:sp>
        <p:nvSpPr>
          <p:cNvPr id="4" name="Text Placeholder 3"/>
          <p:cNvSpPr>
            <a:spLocks noGrp="1"/>
          </p:cNvSpPr>
          <p:nvPr>
            <p:ph type="body" sz="quarter" idx="10"/>
          </p:nvPr>
        </p:nvSpPr>
        <p:spPr>
          <a:xfrm>
            <a:off x="550200" y="1815351"/>
            <a:ext cx="11091600" cy="4466201"/>
          </a:xfrm>
        </p:spPr>
        <p:txBody>
          <a:bodyPr numCol="1">
            <a:normAutofit/>
          </a:bodyPr>
          <a:lstStyle>
            <a:lvl1pPr>
              <a:spcBef>
                <a:spcPts val="600"/>
              </a:spcBef>
              <a:defRPr sz="2000"/>
            </a:lvl1pPr>
            <a:lvl2pPr marL="273050" indent="-273050">
              <a:spcBef>
                <a:spcPts val="600"/>
              </a:spcBef>
              <a:defRPr sz="1800"/>
            </a:lvl2pPr>
            <a:lvl3pPr marL="531813" indent="-258763">
              <a:spcBef>
                <a:spcPts val="600"/>
              </a:spcBef>
              <a:buClr>
                <a:schemeClr val="accent1"/>
              </a:buClr>
              <a:defRPr sz="1600"/>
            </a:lvl3pPr>
            <a:lvl4pPr marL="723900" indent="-192088">
              <a:spcBef>
                <a:spcPts val="600"/>
              </a:spcBef>
              <a:buClr>
                <a:schemeClr val="accent1"/>
              </a:buClr>
              <a:defRPr sz="1400"/>
            </a:lvl4pPr>
            <a:lvl5pPr>
              <a:defRPr sz="1600"/>
            </a:lvl5pPr>
          </a:lstStyle>
          <a:p>
            <a:pPr lvl="0"/>
            <a:r>
              <a:rPr lang="en-US"/>
              <a:t>Edit Master text styles</a:t>
            </a:r>
          </a:p>
          <a:p>
            <a:pPr lvl="1"/>
            <a:r>
              <a:rPr lang="en-US"/>
              <a:t>Second level</a:t>
            </a:r>
          </a:p>
          <a:p>
            <a:pPr lvl="2"/>
            <a:r>
              <a:rPr lang="en-US"/>
              <a:t>Third level</a:t>
            </a:r>
          </a:p>
          <a:p>
            <a:pPr lvl="3"/>
            <a:r>
              <a:rPr lang="en-US"/>
              <a:t>Fourth level</a:t>
            </a:r>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a:spcBef>
                <a:spcPts val="0"/>
              </a:spcBef>
              <a:defRPr sz="2200" spc="-110" baseline="0">
                <a:solidFill>
                  <a:schemeClr val="accent1"/>
                </a:solidFill>
              </a:defRPr>
            </a:lvl1pPr>
          </a:lstStyle>
          <a:p>
            <a:pPr lvl="0"/>
            <a:r>
              <a:rPr lang="en-US"/>
              <a:t>Click to edit Master subtitle styles</a:t>
            </a:r>
          </a:p>
        </p:txBody>
      </p:sp>
    </p:spTree>
    <p:extLst>
      <p:ext uri="{BB962C8B-B14F-4D97-AF65-F5344CB8AC3E}">
        <p14:creationId xmlns:p14="http://schemas.microsoft.com/office/powerpoint/2010/main" val="2351916465"/>
      </p:ext>
    </p:extLst>
  </p:cSld>
  <p:clrMapOvr>
    <a:masterClrMapping/>
  </p:clrMapOvr>
</p:sldLayout>
</file>

<file path=ppt/slideLayouts/slideLayout165.xml><?xml version="1.0" encoding="utf-8"?>
<p:sldLayout xmlns:a="http://schemas.openxmlformats.org/drawingml/2006/main" xmlns:r="http://schemas.openxmlformats.org/officeDocument/2006/relationships" xmlns:p="http://schemas.openxmlformats.org/presentationml/2006/main"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vert="horz" lIns="0" tIns="180000" rIns="0" bIns="0" rtlCol="0" anchor="t">
            <a:noAutofit/>
          </a:bodyPr>
          <a:lstStyle>
            <a:lvl1pPr>
              <a:defRPr lang="en-GB" dirty="0"/>
            </a:lvl1pPr>
          </a:lstStyle>
          <a:p>
            <a:pPr lvl="0"/>
            <a:r>
              <a:rPr lang="en-US"/>
              <a:t>Click to edit Master title style</a:t>
            </a:r>
            <a:endParaRPr lang="en-GB"/>
          </a:p>
        </p:txBody>
      </p:sp>
    </p:spTree>
    <p:extLst>
      <p:ext uri="{BB962C8B-B14F-4D97-AF65-F5344CB8AC3E}">
        <p14:creationId xmlns:p14="http://schemas.microsoft.com/office/powerpoint/2010/main" val="3242865440"/>
      </p:ext>
    </p:extLst>
  </p:cSld>
  <p:clrMapOvr>
    <a:masterClrMapping/>
  </p:clrMapOvr>
</p:sldLayout>
</file>

<file path=ppt/slideLayouts/slideLayout166.xml><?xml version="1.0" encoding="utf-8"?>
<p:sldLayout xmlns:a="http://schemas.openxmlformats.org/drawingml/2006/main" xmlns:r="http://schemas.openxmlformats.org/officeDocument/2006/relationships" xmlns:p="http://schemas.openxmlformats.org/presentationml/2006/main" type="obj">
  <p:cSld name="1_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914400" y="2125980"/>
            <a:ext cx="10363200" cy="1440180"/>
          </a:xfrm>
          <a:prstGeom prst="rect">
            <a:avLst/>
          </a:prstGeom>
        </p:spPr>
        <p:txBody>
          <a:bodyPr wrap="square" lIns="0" tIns="0" rIns="0" bIns="0">
            <a:spAutoFit/>
          </a:bodyPr>
          <a:lstStyle>
            <a:lvl1pPr>
              <a:defRPr/>
            </a:lvl1pPr>
          </a:lstStyle>
          <a:p>
            <a:endParaRPr/>
          </a:p>
        </p:txBody>
      </p:sp>
      <p:sp>
        <p:nvSpPr>
          <p:cNvPr id="3" name="Holder 3"/>
          <p:cNvSpPr>
            <a:spLocks noGrp="1"/>
          </p:cNvSpPr>
          <p:nvPr>
            <p:ph type="subTitle" idx="4"/>
          </p:nvPr>
        </p:nvSpPr>
        <p:spPr>
          <a:xfrm>
            <a:off x="1828800" y="3840480"/>
            <a:ext cx="8534400" cy="17145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dirty="0"/>
          </a:p>
        </p:txBody>
      </p:sp>
      <p:sp>
        <p:nvSpPr>
          <p:cNvPr id="7" name="Text Placeholder 7">
            <a:extLst>
              <a:ext uri="{FF2B5EF4-FFF2-40B4-BE49-F238E27FC236}">
                <a16:creationId xmlns:a16="http://schemas.microsoft.com/office/drawing/2014/main" id="{427F9C30-6CFC-4D23-91A7-0B5A17630EAD}"/>
              </a:ext>
            </a:extLst>
          </p:cNvPr>
          <p:cNvSpPr txBox="1">
            <a:spLocks/>
          </p:cNvSpPr>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solidFill>
                  <a:schemeClr val="bg1">
                    <a:lumMod val="65000"/>
                  </a:schemeClr>
                </a:solidFill>
              </a:rPr>
              <a:t>© Capgemini 2020. All rights reserved  </a:t>
            </a:r>
            <a:r>
              <a:rPr lang="en-US" dirty="0">
                <a:solidFill>
                  <a:schemeClr val="accent2"/>
                </a:solidFill>
              </a:rPr>
              <a:t>|</a:t>
            </a:r>
          </a:p>
        </p:txBody>
      </p:sp>
    </p:spTree>
    <p:extLst>
      <p:ext uri="{BB962C8B-B14F-4D97-AF65-F5344CB8AC3E}">
        <p14:creationId xmlns:p14="http://schemas.microsoft.com/office/powerpoint/2010/main" val="2801268703"/>
      </p:ext>
    </p:extLst>
  </p:cSld>
  <p:clrMapOvr>
    <a:masterClrMapping/>
  </p:clrMapOvr>
</p:sldLayout>
</file>

<file path=ppt/slideLayouts/slideLayout167.xml><?xml version="1.0" encoding="utf-8"?>
<p:sldLayout xmlns:a="http://schemas.openxmlformats.org/drawingml/2006/main" xmlns:r="http://schemas.openxmlformats.org/officeDocument/2006/relationships" xmlns:p="http://schemas.openxmlformats.org/presentationml/2006/main" userDrawn="1">
  <p:cSld name="1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p:txBody>
          <a:bodyPr vert="horz" lIns="0" tIns="180000" rIns="0" bIns="0" rtlCol="0" anchor="t">
            <a:noAutofit/>
          </a:bodyPr>
          <a:lstStyle>
            <a:lvl1pPr>
              <a:defRPr lang="en-GB" sz="2200" dirty="0"/>
            </a:lvl1pPr>
          </a:lstStyle>
          <a:p>
            <a:pPr lvl="0"/>
            <a:r>
              <a:rPr lang="en-US" dirty="0"/>
              <a:t>Click to edit Master title style</a:t>
            </a:r>
            <a:endParaRPr lang="en-GB" dirty="0"/>
          </a:p>
        </p:txBody>
      </p:sp>
      <p:grpSp>
        <p:nvGrpSpPr>
          <p:cNvPr id="4" name="Groupe 1">
            <a:extLst>
              <a:ext uri="{FF2B5EF4-FFF2-40B4-BE49-F238E27FC236}">
                <a16:creationId xmlns:a16="http://schemas.microsoft.com/office/drawing/2014/main" id="{56D99B9B-A838-034F-BB4F-92D6AD8B9408}"/>
              </a:ext>
            </a:extLst>
          </p:cNvPr>
          <p:cNvGrpSpPr/>
          <p:nvPr userDrawn="1"/>
        </p:nvGrpSpPr>
        <p:grpSpPr>
          <a:xfrm>
            <a:off x="11501102" y="32427"/>
            <a:ext cx="419436" cy="388988"/>
            <a:chOff x="11501102" y="171573"/>
            <a:chExt cx="419436" cy="388988"/>
          </a:xfrm>
        </p:grpSpPr>
        <p:sp>
          <p:nvSpPr>
            <p:cNvPr id="6" name="Freeform 13">
              <a:extLst>
                <a:ext uri="{FF2B5EF4-FFF2-40B4-BE49-F238E27FC236}">
                  <a16:creationId xmlns:a16="http://schemas.microsoft.com/office/drawing/2014/main" id="{771178D5-A6D9-2646-8D31-0E1D0178D2E3}"/>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solidFill>
                  <a:prstClr val="black"/>
                </a:solidFill>
              </a:endParaRPr>
            </a:p>
          </p:txBody>
        </p:sp>
        <p:sp>
          <p:nvSpPr>
            <p:cNvPr id="7" name="Freeform 14">
              <a:extLst>
                <a:ext uri="{FF2B5EF4-FFF2-40B4-BE49-F238E27FC236}">
                  <a16:creationId xmlns:a16="http://schemas.microsoft.com/office/drawing/2014/main" id="{FA72CAB6-96E9-6A49-9D88-0E28943748E3}"/>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solidFill>
                  <a:prstClr val="black"/>
                </a:solidFill>
              </a:endParaRPr>
            </a:p>
          </p:txBody>
        </p:sp>
      </p:grpSp>
      <p:cxnSp>
        <p:nvCxnSpPr>
          <p:cNvPr id="9" name="Straight Connector 8">
            <a:extLst>
              <a:ext uri="{FF2B5EF4-FFF2-40B4-BE49-F238E27FC236}">
                <a16:creationId xmlns:a16="http://schemas.microsoft.com/office/drawing/2014/main" id="{3055EB3C-AC4C-1041-BD0F-01783E286742}"/>
              </a:ext>
            </a:extLst>
          </p:cNvPr>
          <p:cNvCxnSpPr/>
          <p:nvPr userDrawn="1"/>
        </p:nvCxnSpPr>
        <p:spPr>
          <a:xfrm>
            <a:off x="11457044" y="55572"/>
            <a:ext cx="0" cy="39600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59980448"/>
      </p:ext>
    </p:extLst>
  </p:cSld>
  <p:clrMapOvr>
    <a:masterClrMapping/>
  </p:clrMapOvr>
</p:sldLayout>
</file>

<file path=ppt/slideLayouts/slideLayout168.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dirty="0"/>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688939345"/>
      </p:ext>
    </p:extLst>
  </p:cSld>
  <p:clrMapOvr>
    <a:masterClrMapping/>
  </p:clrMapOvr>
  <p:extLst>
    <p:ext uri="{DCECCB84-F9BA-43D5-87BE-67443E8EF086}">
      <p15:sldGuideLst xmlns:p15="http://schemas.microsoft.com/office/powerpoint/2012/main"/>
    </p:ext>
  </p:extLst>
</p:sldLayout>
</file>

<file path=ppt/slideLayouts/slideLayout169.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dirty="0"/>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3081891712"/>
      </p:ext>
    </p:extLst>
  </p:cSld>
  <p:clrMapOvr>
    <a:masterClrMapping/>
  </p:clrMapOvr>
  <p:extLst>
    <p:ext uri="{DCECCB84-F9BA-43D5-87BE-67443E8EF086}">
      <p15:sldGuideLst xmlns:p15="http://schemas.microsoft.com/office/powerpoint/2012/main"/>
    </p:ext>
  </p:extLst>
</p:sldLayout>
</file>

<file path=ppt/slideLayouts/slideLayout170.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dirty="0"/>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2049076488"/>
      </p:ext>
    </p:extLst>
  </p:cSld>
  <p:clrMapOvr>
    <a:masterClrMapping/>
  </p:clrMapOvr>
  <p:extLst>
    <p:ext uri="{DCECCB84-F9BA-43D5-87BE-67443E8EF086}">
      <p15:sldGuideLst xmlns:p15="http://schemas.microsoft.com/office/powerpoint/2012/main"/>
    </p:ext>
  </p:extLst>
</p:sldLayout>
</file>

<file path=ppt/slideLayouts/slideLayout171.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3924337404"/>
      </p:ext>
    </p:extLst>
  </p:cSld>
  <p:clrMapOvr>
    <a:masterClrMapping/>
  </p:clrMapOvr>
</p:sldLayout>
</file>

<file path=ppt/slideLayouts/slideLayout172.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1391274290"/>
      </p:ext>
    </p:extLst>
  </p:cSld>
  <p:clrMapOvr>
    <a:masterClrMapping/>
  </p:clrMapOvr>
</p:sldLayout>
</file>

<file path=ppt/slideLayouts/slideLayout173.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4289865387"/>
      </p:ext>
    </p:extLst>
  </p:cSld>
  <p:clrMapOvr>
    <a:masterClrMapping/>
  </p:clrMapOvr>
</p:sldLayout>
</file>

<file path=ppt/slideLayouts/slideLayout174.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3402498699"/>
      </p:ext>
    </p:extLst>
  </p:cSld>
  <p:clrMapOvr>
    <a:masterClrMapping/>
  </p:clrMapOvr>
</p:sldLayout>
</file>

<file path=ppt/slideLayouts/slideLayout175.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2418097764"/>
      </p:ext>
    </p:extLst>
  </p:cSld>
  <p:clrMapOvr>
    <a:masterClrMapping/>
  </p:clrMapOvr>
</p:sldLayout>
</file>

<file path=ppt/slideLayouts/slideLayout176.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dirty="0"/>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dirty="0"/>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dirty="0"/>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3502663854"/>
      </p:ext>
    </p:extLst>
  </p:cSld>
  <p:clrMapOvr>
    <a:masterClrMapping/>
  </p:clrMapOvr>
</p:sldLayout>
</file>

<file path=ppt/slideLayouts/slideLayout177.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2523877642"/>
      </p:ext>
    </p:extLst>
  </p:cSld>
  <p:clrMapOvr>
    <a:masterClrMapping/>
  </p:clrMapOvr>
</p:sldLayout>
</file>

<file path=ppt/slideLayouts/slideLayout178.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dirty="0"/>
          </a:p>
        </p:txBody>
      </p:sp>
    </p:spTree>
    <p:extLst>
      <p:ext uri="{BB962C8B-B14F-4D97-AF65-F5344CB8AC3E}">
        <p14:creationId xmlns:p14="http://schemas.microsoft.com/office/powerpoint/2010/main" val="2431370518"/>
      </p:ext>
    </p:extLst>
  </p:cSld>
  <p:clrMapOvr>
    <a:masterClrMapping/>
  </p:clrMapOvr>
</p:sldLayout>
</file>

<file path=ppt/slideLayouts/slideLayout179.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1275632731"/>
      </p:ext>
    </p:extLst>
  </p:cSld>
  <p:clrMapOvr>
    <a:masterClrMapping/>
  </p:clrMapOvr>
</p:sldLayout>
</file>

<file path=ppt/slideLayouts/slideLayout180.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dirty="0"/>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dirty="0"/>
              <a:t>INSERT A LABEL/ALBEIT</a:t>
            </a:r>
          </a:p>
        </p:txBody>
      </p:sp>
    </p:spTree>
    <p:extLst>
      <p:ext uri="{BB962C8B-B14F-4D97-AF65-F5344CB8AC3E}">
        <p14:creationId xmlns:p14="http://schemas.microsoft.com/office/powerpoint/2010/main" val="1767347831"/>
      </p:ext>
    </p:extLst>
  </p:cSld>
  <p:clrMapOvr>
    <a:masterClrMapping/>
  </p:clrMapOvr>
  <p:extLst>
    <p:ext uri="{DCECCB84-F9BA-43D5-87BE-67443E8EF086}">
      <p15:sldGuideLst xmlns:p15="http://schemas.microsoft.com/office/powerpoint/2012/main"/>
    </p:ext>
  </p:extLst>
</p:sldLayout>
</file>

<file path=ppt/slideLayouts/slideLayout181.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dirty="0"/>
              <a:t>Click icon to add picture and arrange the picture in the background</a:t>
            </a:r>
            <a:endParaRPr lang="en-GB" dirty="0"/>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70285650"/>
      </p:ext>
    </p:extLst>
  </p:cSld>
  <p:clrMapOvr>
    <a:masterClrMapping/>
  </p:clrMapOvr>
</p:sldLayout>
</file>

<file path=ppt/slideLayouts/slideLayout182.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887954597"/>
      </p:ext>
    </p:extLst>
  </p:cSld>
  <p:clrMapOvr>
    <a:masterClrMapping/>
  </p:clrMapOvr>
</p:sldLayout>
</file>

<file path=ppt/slideLayouts/slideLayout183.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dirty="0"/>
              <a:t>Insert Picture and send </a:t>
            </a:r>
            <a:r>
              <a:rPr lang="de-DE" dirty="0" err="1"/>
              <a:t>to</a:t>
            </a:r>
            <a:r>
              <a:rPr lang="de-DE" dirty="0"/>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2906306971"/>
      </p:ext>
    </p:extLst>
  </p:cSld>
  <p:clrMapOvr>
    <a:masterClrMapping/>
  </p:clrMapOvr>
</p:sldLayout>
</file>

<file path=ppt/slideLayouts/slideLayout184.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dirty="0"/>
              <a:t>Insert Picture and send </a:t>
            </a:r>
            <a:r>
              <a:rPr lang="de-DE" dirty="0" err="1"/>
              <a:t>to</a:t>
            </a:r>
            <a:r>
              <a:rPr lang="de-DE" dirty="0"/>
              <a:t> back</a:t>
            </a:r>
          </a:p>
        </p:txBody>
      </p:sp>
    </p:spTree>
    <p:extLst>
      <p:ext uri="{BB962C8B-B14F-4D97-AF65-F5344CB8AC3E}">
        <p14:creationId xmlns:p14="http://schemas.microsoft.com/office/powerpoint/2010/main" val="497506581"/>
      </p:ext>
    </p:extLst>
  </p:cSld>
  <p:clrMapOvr>
    <a:masterClrMapping/>
  </p:clrMapOvr>
</p:sldLayout>
</file>

<file path=ppt/slideLayouts/slideLayout185.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3"/>
          </p:cNvPr>
          <p:cNvPicPr>
            <a:picLocks noChangeAspect="1" noChangeArrowheads="1"/>
          </p:cNvPicPr>
          <p:nvPr/>
        </p:nvPicPr>
        <p:blipFill>
          <a:blip r:embed="rId4"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5"/>
          </p:cNvPr>
          <p:cNvPicPr>
            <a:picLocks noChangeAspect="1" noChangeArrowheads="1"/>
          </p:cNvPicPr>
          <p:nvPr/>
        </p:nvPicPr>
        <p:blipFill>
          <a:blip r:embed="rId6"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7"/>
          </p:cNvPr>
          <p:cNvPicPr>
            <a:picLocks noChangeAspect="1" noChangeArrowheads="1"/>
          </p:cNvPicPr>
          <p:nvPr/>
        </p:nvPicPr>
        <p:blipFill>
          <a:blip r:embed="rId8"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9"/>
          </p:cNvPr>
          <p:cNvPicPr>
            <a:picLocks noChangeAspect="1" noChangeArrowheads="1"/>
          </p:cNvPicPr>
          <p:nvPr/>
        </p:nvPicPr>
        <p:blipFill>
          <a:blip r:embed="rId10"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1"/>
          </p:cNvPr>
          <p:cNvPicPr>
            <a:picLocks noChangeAspect="1" noChangeArrowheads="1"/>
          </p:cNvPicPr>
          <p:nvPr/>
        </p:nvPicPr>
        <p:blipFill>
          <a:blip r:embed="rId12"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dirty="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dirty="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bg1"/>
                </a:solidFill>
                <a:effectLst/>
                <a:latin typeface="Ubuntu" panose="020B0504030602030204" pitchFamily="34" charset="0"/>
              </a:rPr>
              <a:t>Get the Future You Want </a:t>
            </a:r>
            <a:r>
              <a:rPr lang="en-US" sz="900" dirty="0">
                <a:solidFill>
                  <a:schemeClr val="bg1"/>
                </a:solidFill>
                <a:effectLst/>
                <a:latin typeface="Ubuntu" panose="020B0504030602030204" pitchFamily="34" charset="0"/>
              </a:rPr>
              <a:t>|</a:t>
            </a:r>
            <a:r>
              <a:rPr lang="en-GB" sz="900" dirty="0">
                <a:solidFill>
                  <a:schemeClr val="bg1"/>
                </a:solidFill>
                <a:effectLst/>
                <a:latin typeface="Ubuntu" panose="020B0504030602030204" pitchFamily="34" charset="0"/>
              </a:rPr>
              <a:t> </a:t>
            </a:r>
            <a:r>
              <a:rPr lang="en-US" sz="1050" dirty="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
        <p:nvSpPr>
          <p:cNvPr id="22" name="Rectangle 21">
            <a:extLst>
              <a:ext uri="{FF2B5EF4-FFF2-40B4-BE49-F238E27FC236}">
                <a16:creationId xmlns:a16="http://schemas.microsoft.com/office/drawing/2014/main" id="{9BFB7251-DCE5-4A8A-A67E-6929AA68A8B9}"/>
              </a:ext>
            </a:extLst>
          </p:cNvPr>
          <p:cNvSpPr/>
          <p:nvPr userDrawn="1">
            <p:custDataLst>
              <p:tags r:id="rId1"/>
            </p:custDataLst>
          </p:nvPr>
        </p:nvSpPr>
        <p:spPr>
          <a:xfrm>
            <a:off x="953088" y="3318394"/>
            <a:ext cx="2240280" cy="877163"/>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Barbera Kiefte</a:t>
            </a:r>
          </a:p>
          <a:p>
            <a:pPr>
              <a:lnSpc>
                <a:spcPts val="1200"/>
              </a:lnSpc>
            </a:pPr>
            <a:r>
              <a:rPr lang="en-US" sz="1000" dirty="0">
                <a:solidFill>
                  <a:schemeClr val="bg1"/>
                </a:solidFill>
                <a:latin typeface="Ubuntu" panose="020B0504030602030204" pitchFamily="34" charset="0"/>
                <a:cs typeface="Arial"/>
              </a:rPr>
              <a:t>Head of ASE, AUNZ</a:t>
            </a:r>
          </a:p>
          <a:p>
            <a:pPr>
              <a:lnSpc>
                <a:spcPts val="1200"/>
              </a:lnSpc>
            </a:pPr>
            <a:r>
              <a:rPr lang="en-US" sz="1000" dirty="0">
                <a:solidFill>
                  <a:schemeClr val="bg1"/>
                </a:solidFill>
                <a:latin typeface="Ubuntu" panose="020B0504030602030204" pitchFamily="34" charset="0"/>
                <a:cs typeface="Arial"/>
              </a:rPr>
              <a:t>Melbourne, Australia</a:t>
            </a:r>
          </a:p>
          <a:p>
            <a:pPr>
              <a:lnSpc>
                <a:spcPts val="1200"/>
              </a:lnSpc>
            </a:pPr>
            <a:r>
              <a:rPr lang="en-US" sz="1000" dirty="0">
                <a:solidFill>
                  <a:schemeClr val="bg1"/>
                </a:solidFill>
                <a:latin typeface="Ubuntu" panose="020B0504030602030204" pitchFamily="34" charset="0"/>
                <a:cs typeface="Arial"/>
              </a:rPr>
              <a:t>barbera.kiefte@capgemini.com</a:t>
            </a:r>
          </a:p>
          <a:p>
            <a:pPr>
              <a:lnSpc>
                <a:spcPts val="1200"/>
              </a:lnSpc>
            </a:pPr>
            <a:r>
              <a:rPr lang="en-US" sz="1000" dirty="0">
                <a:solidFill>
                  <a:schemeClr val="bg1"/>
                </a:solidFill>
                <a:latin typeface="Ubuntu" panose="020B0504030602030204" pitchFamily="34" charset="0"/>
                <a:cs typeface="Arial"/>
              </a:rPr>
              <a:t>+61 (0)416 444 571</a:t>
            </a:r>
          </a:p>
        </p:txBody>
      </p:sp>
    </p:spTree>
    <p:extLst>
      <p:ext uri="{BB962C8B-B14F-4D97-AF65-F5344CB8AC3E}">
        <p14:creationId xmlns:p14="http://schemas.microsoft.com/office/powerpoint/2010/main" val="2632954920"/>
      </p:ext>
    </p:extLst>
  </p:cSld>
  <p:clrMapOvr>
    <a:masterClrMapping/>
  </p:clrMapOvr>
  <p:extLst>
    <p:ext uri="{DCECCB84-F9BA-43D5-87BE-67443E8EF086}">
      <p15:sldGuideLst xmlns:p15="http://schemas.microsoft.com/office/powerpoint/2012/main"/>
    </p:ext>
  </p:extLst>
</p:sldLayout>
</file>

<file path=ppt/slideLayouts/slideLayout186.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dirty="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dirty="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dirty="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bg1"/>
                </a:solidFill>
                <a:effectLst/>
                <a:latin typeface="Ubuntu" panose="020B0504030602030204" pitchFamily="34" charset="0"/>
              </a:rPr>
              <a:t>Get the Future You Want </a:t>
            </a:r>
            <a:r>
              <a:rPr lang="en-US" sz="900" dirty="0">
                <a:solidFill>
                  <a:schemeClr val="bg1"/>
                </a:solidFill>
                <a:effectLst/>
                <a:latin typeface="Ubuntu" panose="020B0504030602030204" pitchFamily="34" charset="0"/>
              </a:rPr>
              <a:t>|</a:t>
            </a:r>
            <a:r>
              <a:rPr lang="en-GB" sz="900" dirty="0">
                <a:solidFill>
                  <a:schemeClr val="bg1"/>
                </a:solidFill>
                <a:effectLst/>
                <a:latin typeface="Ubuntu" panose="020B0504030602030204" pitchFamily="34" charset="0"/>
              </a:rPr>
              <a:t> </a:t>
            </a:r>
            <a:r>
              <a:rPr lang="en-US" sz="1050" dirty="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1248559917"/>
      </p:ext>
    </p:extLst>
  </p:cSld>
  <p:clrMapOvr>
    <a:masterClrMapping/>
  </p:clrMapOvr>
</p:sldLayout>
</file>

<file path=ppt/slideLayouts/slideLayout187.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2753139707"/>
      </p:ext>
    </p:extLst>
  </p:cSld>
  <p:clrMapOvr>
    <a:masterClrMapping/>
  </p:clrMapOvr>
  <p:extLst>
    <p:ext uri="{DCECCB84-F9BA-43D5-87BE-67443E8EF086}">
      <p15:sldGuideLst xmlns:p15="http://schemas.microsoft.com/office/powerpoint/2012/main"/>
    </p:ext>
  </p:extLst>
</p:sldLayout>
</file>

<file path=ppt/slideLayouts/slideLayout188.xml><?xml version="1.0" encoding="utf-8"?>
<p:sldLayout xmlns:a="http://schemas.openxmlformats.org/drawingml/2006/main" xmlns:r="http://schemas.openxmlformats.org/officeDocument/2006/relationships" xmlns:p="http://schemas.openxmlformats.org/presentationml/2006/main" showMasterSp="0" preserve="1" userDrawn="1">
  <p:cSld name="Title Slide 1">
    <p:bg>
      <p:bgPr>
        <a:solidFill>
          <a:srgbClr val="FFFFFF"/>
        </a:solidFill>
        <a:effectLst/>
      </p:bgPr>
    </p:bg>
    <p:spTree>
      <p:nvGrpSpPr>
        <p:cNvPr id="1" name=""/>
        <p:cNvGrpSpPr/>
        <p:nvPr/>
      </p:nvGrpSpPr>
      <p:grpSpPr>
        <a:xfrm>
          <a:off x="0" y="0"/>
          <a:ext cx="0" cy="0"/>
          <a:chOff x="0" y="0"/>
          <a:chExt cx="0" cy="0"/>
        </a:xfrm>
      </p:grpSpPr>
      <p:pic>
        <p:nvPicPr>
          <p:cNvPr id="27" name="Picture 26">
            <a:extLst>
              <a:ext uri="{FF2B5EF4-FFF2-40B4-BE49-F238E27FC236}">
                <a16:creationId xmlns:a16="http://schemas.microsoft.com/office/drawing/2014/main" id="{8585F795-1F40-4B98-8968-292C8EE2FAA4}"/>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934023" y="-13696"/>
            <a:ext cx="8257977" cy="6858000"/>
          </a:xfrm>
          <a:prstGeom prst="rect">
            <a:avLst/>
          </a:prstGeom>
        </p:spPr>
      </p:pic>
      <p:graphicFrame>
        <p:nvGraphicFramePr>
          <p:cNvPr id="7" name="Object 6" hidden="1"/>
          <p:cNvGraphicFramePr>
            <a:graphicFrameLocks noChangeAspect="1"/>
          </p:cNvGraphicFramePr>
          <p:nvPr>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1" name="Group 20">
            <a:extLst>
              <a:ext uri="{FF2B5EF4-FFF2-40B4-BE49-F238E27FC236}">
                <a16:creationId xmlns:a16="http://schemas.microsoft.com/office/drawing/2014/main" id="{0D6CEF4A-E409-4270-8117-A092DFC6A8D4}"/>
              </a:ext>
            </a:extLst>
          </p:cNvPr>
          <p:cNvGrpSpPr/>
          <p:nvPr userDrawn="1"/>
        </p:nvGrpSpPr>
        <p:grpSpPr>
          <a:xfrm>
            <a:off x="0" y="687000"/>
            <a:ext cx="4543316" cy="868680"/>
            <a:chOff x="0" y="420527"/>
            <a:chExt cx="4543316" cy="868680"/>
          </a:xfrm>
        </p:grpSpPr>
        <p:sp>
          <p:nvSpPr>
            <p:cNvPr id="22" name="Rectangle: Top Corners Rounded 21">
              <a:extLst>
                <a:ext uri="{FF2B5EF4-FFF2-40B4-BE49-F238E27FC236}">
                  <a16:creationId xmlns:a16="http://schemas.microsoft.com/office/drawing/2014/main" id="{BF562A86-DA5C-4C4E-8119-E39D02C26893}"/>
                </a:ext>
              </a:extLst>
            </p:cNvPr>
            <p:cNvSpPr/>
            <p:nvPr userDrawn="1"/>
          </p:nvSpPr>
          <p:spPr>
            <a:xfrm rot="5400000">
              <a:off x="1837318" y="-1416791"/>
              <a:ext cx="868680" cy="4543316"/>
            </a:xfrm>
            <a:prstGeom prst="round2SameRect">
              <a:avLst>
                <a:gd name="adj1" fmla="val 50000"/>
                <a:gd name="adj2" fmla="val 0"/>
              </a:avLst>
            </a:prstGeom>
            <a:solidFill>
              <a:schemeClr val="bg1"/>
            </a:solidFill>
            <a:ln>
              <a:noFill/>
            </a:ln>
            <a:effectLst>
              <a:outerShdw blurRad="50800" dist="38100" algn="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pSp>
          <p:nvGrpSpPr>
            <p:cNvPr id="24" name="Group 23">
              <a:extLst>
                <a:ext uri="{FF2B5EF4-FFF2-40B4-BE49-F238E27FC236}">
                  <a16:creationId xmlns:a16="http://schemas.microsoft.com/office/drawing/2014/main" id="{BD9E68B3-5931-4CBA-B39E-03A144D7A871}"/>
                </a:ext>
              </a:extLst>
            </p:cNvPr>
            <p:cNvGrpSpPr/>
            <p:nvPr userDrawn="1"/>
          </p:nvGrpSpPr>
          <p:grpSpPr>
            <a:xfrm>
              <a:off x="415668" y="640340"/>
              <a:ext cx="2585247" cy="536948"/>
              <a:chOff x="369948" y="692559"/>
              <a:chExt cx="2585247" cy="536948"/>
            </a:xfrm>
          </p:grpSpPr>
          <p:grpSp>
            <p:nvGrpSpPr>
              <p:cNvPr id="25" name="Group 14">
                <a:extLst>
                  <a:ext uri="{FF2B5EF4-FFF2-40B4-BE49-F238E27FC236}">
                    <a16:creationId xmlns:a16="http://schemas.microsoft.com/office/drawing/2014/main" id="{3EF686E8-F74B-4D2E-9BE1-00F96C3B1375}"/>
                  </a:ext>
                </a:extLst>
              </p:cNvPr>
              <p:cNvGrpSpPr>
                <a:grpSpLocks noChangeAspect="1"/>
              </p:cNvGrpSpPr>
              <p:nvPr userDrawn="1"/>
            </p:nvGrpSpPr>
            <p:grpSpPr>
              <a:xfrm>
                <a:off x="369948" y="692559"/>
                <a:ext cx="2408406" cy="536948"/>
                <a:chOff x="728663" y="4465638"/>
                <a:chExt cx="5354637" cy="1193801"/>
              </a:xfrm>
            </p:grpSpPr>
            <p:sp>
              <p:nvSpPr>
                <p:cNvPr id="36" name="Freeform 11">
                  <a:extLst>
                    <a:ext uri="{FF2B5EF4-FFF2-40B4-BE49-F238E27FC236}">
                      <a16:creationId xmlns:a16="http://schemas.microsoft.com/office/drawing/2014/main" id="{D88949C1-47BC-4E6D-A2CD-1DDE6370ADBF}"/>
                    </a:ext>
                  </a:extLst>
                </p:cNvPr>
                <p:cNvSpPr>
                  <a:spLocks/>
                </p:cNvSpPr>
                <p:nvPr userDrawn="1"/>
              </p:nvSpPr>
              <p:spPr bwMode="auto">
                <a:xfrm>
                  <a:off x="5464175" y="4830763"/>
                  <a:ext cx="619125" cy="503238"/>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eaLnBrk="1"/>
                  <a:endParaRPr lang="en-US" sz="2200" dirty="0"/>
                </a:p>
              </p:txBody>
            </p:sp>
            <p:sp>
              <p:nvSpPr>
                <p:cNvPr id="37" name="Freeform 12">
                  <a:extLst>
                    <a:ext uri="{FF2B5EF4-FFF2-40B4-BE49-F238E27FC236}">
                      <a16:creationId xmlns:a16="http://schemas.microsoft.com/office/drawing/2014/main" id="{7D8D0E43-27FA-4222-914F-14FBF8713410}"/>
                    </a:ext>
                  </a:extLst>
                </p:cNvPr>
                <p:cNvSpPr>
                  <a:spLocks noEditPoints="1"/>
                </p:cNvSpPr>
                <p:nvPr userDrawn="1"/>
              </p:nvSpPr>
              <p:spPr bwMode="auto">
                <a:xfrm>
                  <a:off x="728663" y="4483101"/>
                  <a:ext cx="4352925" cy="1176338"/>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eaLnBrk="1"/>
                  <a:endParaRPr lang="en-US" sz="2200" dirty="0"/>
                </a:p>
              </p:txBody>
            </p:sp>
            <p:sp>
              <p:nvSpPr>
                <p:cNvPr id="38" name="Freeform 13">
                  <a:extLst>
                    <a:ext uri="{FF2B5EF4-FFF2-40B4-BE49-F238E27FC236}">
                      <a16:creationId xmlns:a16="http://schemas.microsoft.com/office/drawing/2014/main" id="{1AF61342-7775-4532-B0C3-91841DC2346C}"/>
                    </a:ext>
                  </a:extLst>
                </p:cNvPr>
                <p:cNvSpPr>
                  <a:spLocks/>
                </p:cNvSpPr>
                <p:nvPr userDrawn="1"/>
              </p:nvSpPr>
              <p:spPr bwMode="auto">
                <a:xfrm>
                  <a:off x="4013200" y="4541838"/>
                  <a:ext cx="120650" cy="127000"/>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eaLnBrk="1"/>
                  <a:endParaRPr lang="en-US" sz="2200" dirty="0"/>
                </a:p>
              </p:txBody>
            </p:sp>
            <p:sp>
              <p:nvSpPr>
                <p:cNvPr id="39" name="Freeform 14">
                  <a:extLst>
                    <a:ext uri="{FF2B5EF4-FFF2-40B4-BE49-F238E27FC236}">
                      <a16:creationId xmlns:a16="http://schemas.microsoft.com/office/drawing/2014/main" id="{16F7D504-7633-4516-AE06-53A028C32BF4}"/>
                    </a:ext>
                  </a:extLst>
                </p:cNvPr>
                <p:cNvSpPr>
                  <a:spLocks/>
                </p:cNvSpPr>
                <p:nvPr userDrawn="1"/>
              </p:nvSpPr>
              <p:spPr bwMode="auto">
                <a:xfrm>
                  <a:off x="4870450" y="4564063"/>
                  <a:ext cx="112713" cy="125413"/>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eaLnBrk="1"/>
                  <a:endParaRPr lang="en-US" sz="2200" dirty="0"/>
                </a:p>
              </p:txBody>
            </p:sp>
            <p:sp>
              <p:nvSpPr>
                <p:cNvPr id="40" name="Freeform 15">
                  <a:extLst>
                    <a:ext uri="{FF2B5EF4-FFF2-40B4-BE49-F238E27FC236}">
                      <a16:creationId xmlns:a16="http://schemas.microsoft.com/office/drawing/2014/main" id="{F2A1AA96-EC5D-4C77-9962-ADEFAC0B01FC}"/>
                    </a:ext>
                  </a:extLst>
                </p:cNvPr>
                <p:cNvSpPr>
                  <a:spLocks/>
                </p:cNvSpPr>
                <p:nvPr userDrawn="1"/>
              </p:nvSpPr>
              <p:spPr bwMode="auto">
                <a:xfrm>
                  <a:off x="5143500" y="4465638"/>
                  <a:ext cx="939800" cy="796925"/>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eaLnBrk="1"/>
                  <a:endParaRPr lang="en-US" sz="2200" dirty="0"/>
                </a:p>
              </p:txBody>
            </p:sp>
          </p:grpSp>
          <p:cxnSp>
            <p:nvCxnSpPr>
              <p:cNvPr id="33" name="Straight Connector 32">
                <a:extLst>
                  <a:ext uri="{FF2B5EF4-FFF2-40B4-BE49-F238E27FC236}">
                    <a16:creationId xmlns:a16="http://schemas.microsoft.com/office/drawing/2014/main" id="{4C6F5995-AD15-43BF-A334-EFCE343B7F64}"/>
                  </a:ext>
                </a:extLst>
              </p:cNvPr>
              <p:cNvCxnSpPr/>
              <p:nvPr userDrawn="1"/>
            </p:nvCxnSpPr>
            <p:spPr>
              <a:xfrm>
                <a:off x="2955195" y="692559"/>
                <a:ext cx="0" cy="416721"/>
              </a:xfrm>
              <a:prstGeom prst="line">
                <a:avLst/>
              </a:prstGeom>
              <a:ln w="15875">
                <a:solidFill>
                  <a:schemeClr val="accent3">
                    <a:alpha val="42000"/>
                  </a:schemeClr>
                </a:solidFill>
              </a:ln>
            </p:spPr>
            <p:style>
              <a:lnRef idx="1">
                <a:schemeClr val="accent1"/>
              </a:lnRef>
              <a:fillRef idx="0">
                <a:schemeClr val="accent1"/>
              </a:fillRef>
              <a:effectRef idx="0">
                <a:schemeClr val="accent1"/>
              </a:effectRef>
              <a:fontRef idx="minor">
                <a:schemeClr val="tx1"/>
              </a:fontRef>
            </p:style>
          </p:cxnSp>
        </p:grpSp>
      </p:grpSp>
      <p:sp>
        <p:nvSpPr>
          <p:cNvPr id="45" name="Freeform: Shape 8">
            <a:extLst>
              <a:ext uri="{FF2B5EF4-FFF2-40B4-BE49-F238E27FC236}">
                <a16:creationId xmlns:a16="http://schemas.microsoft.com/office/drawing/2014/main" id="{EB8E9B14-DC52-46A8-A941-7754B7CE6509}"/>
              </a:ext>
            </a:extLst>
          </p:cNvPr>
          <p:cNvSpPr/>
          <p:nvPr userDrawn="1"/>
        </p:nvSpPr>
        <p:spPr>
          <a:xfrm flipH="1">
            <a:off x="-4" y="1913864"/>
            <a:ext cx="6057903" cy="4944135"/>
          </a:xfrm>
          <a:custGeom>
            <a:avLst/>
            <a:gdLst>
              <a:gd name="connsiteX0" fmla="*/ 4389354 w 6641878"/>
              <a:gd name="connsiteY0" fmla="*/ 775 h 6125027"/>
              <a:gd name="connsiteX1" fmla="*/ 6309188 w 6641878"/>
              <a:gd name="connsiteY1" fmla="*/ 158122 h 6125027"/>
              <a:gd name="connsiteX2" fmla="*/ 6641878 w 6641878"/>
              <a:gd name="connsiteY2" fmla="*/ 218708 h 6125027"/>
              <a:gd name="connsiteX3" fmla="*/ 6641878 w 6641878"/>
              <a:gd name="connsiteY3" fmla="*/ 6125027 h 6125027"/>
              <a:gd name="connsiteX4" fmla="*/ 0 w 6641878"/>
              <a:gd name="connsiteY4" fmla="*/ 6125027 h 6125027"/>
              <a:gd name="connsiteX5" fmla="*/ 90624 w 6641878"/>
              <a:gd name="connsiteY5" fmla="*/ 5875088 h 6125027"/>
              <a:gd name="connsiteX6" fmla="*/ 3403890 w 6641878"/>
              <a:gd name="connsiteY6" fmla="*/ 22965 h 6125027"/>
              <a:gd name="connsiteX7" fmla="*/ 4389354 w 6641878"/>
              <a:gd name="connsiteY7" fmla="*/ 775 h 61250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641878" h="6125027">
                <a:moveTo>
                  <a:pt x="4389354" y="775"/>
                </a:moveTo>
                <a:cubicBezTo>
                  <a:pt x="5042595" y="7500"/>
                  <a:pt x="5686424" y="58155"/>
                  <a:pt x="6309188" y="158122"/>
                </a:cubicBezTo>
                <a:lnTo>
                  <a:pt x="6641878" y="218708"/>
                </a:lnTo>
                <a:lnTo>
                  <a:pt x="6641878" y="6125027"/>
                </a:lnTo>
                <a:lnTo>
                  <a:pt x="0" y="6125027"/>
                </a:lnTo>
                <a:lnTo>
                  <a:pt x="90624" y="5875088"/>
                </a:lnTo>
                <a:cubicBezTo>
                  <a:pt x="963229" y="3633055"/>
                  <a:pt x="2980348" y="1576261"/>
                  <a:pt x="3403890" y="22965"/>
                </a:cubicBezTo>
                <a:cubicBezTo>
                  <a:pt x="3733760" y="5034"/>
                  <a:pt x="4062734" y="-2587"/>
                  <a:pt x="4389354" y="775"/>
                </a:cubicBez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3" name="Title 1">
            <a:extLst>
              <a:ext uri="{FF2B5EF4-FFF2-40B4-BE49-F238E27FC236}">
                <a16:creationId xmlns:a16="http://schemas.microsoft.com/office/drawing/2014/main" id="{72270748-6941-464B-8651-1A634F6D7B1E}"/>
              </a:ext>
            </a:extLst>
          </p:cNvPr>
          <p:cNvSpPr>
            <a:spLocks noGrp="1"/>
          </p:cNvSpPr>
          <p:nvPr>
            <p:ph type="ctrTitle" hasCustomPrompt="1"/>
          </p:nvPr>
        </p:nvSpPr>
        <p:spPr>
          <a:xfrm>
            <a:off x="419101" y="4481447"/>
            <a:ext cx="4599939" cy="997211"/>
          </a:xfrm>
        </p:spPr>
        <p:txBody>
          <a:bodyPr wrap="square" lIns="0" tIns="0" rIns="0" bIns="0" anchor="b" anchorCtr="0">
            <a:noAutofit/>
          </a:bodyPr>
          <a:lstStyle>
            <a:lvl1pPr algn="l">
              <a:defRPr sz="3199" b="1">
                <a:solidFill>
                  <a:schemeClr val="bg1"/>
                </a:solidFill>
                <a:effectLst/>
              </a:defRPr>
            </a:lvl1pPr>
          </a:lstStyle>
          <a:p>
            <a:r>
              <a:rPr lang="fr-FR" err="1"/>
              <a:t>Title</a:t>
            </a:r>
            <a:r>
              <a:rPr lang="fr-FR"/>
              <a:t> </a:t>
            </a:r>
            <a:br>
              <a:rPr lang="fr-FR"/>
            </a:br>
            <a:r>
              <a:rPr lang="fr-FR"/>
              <a:t>Goes </a:t>
            </a:r>
            <a:r>
              <a:rPr lang="fr-FR" err="1"/>
              <a:t>Here</a:t>
            </a:r>
            <a:endParaRPr lang="en-US"/>
          </a:p>
        </p:txBody>
      </p:sp>
      <p:sp>
        <p:nvSpPr>
          <p:cNvPr id="26" name="Subtitle 2">
            <a:extLst>
              <a:ext uri="{FF2B5EF4-FFF2-40B4-BE49-F238E27FC236}">
                <a16:creationId xmlns:a16="http://schemas.microsoft.com/office/drawing/2014/main" id="{D42157D8-658E-46D0-90C7-20C37F3F9F60}"/>
              </a:ext>
            </a:extLst>
          </p:cNvPr>
          <p:cNvSpPr>
            <a:spLocks noGrp="1"/>
          </p:cNvSpPr>
          <p:nvPr>
            <p:ph type="subTitle" idx="1" hasCustomPrompt="1"/>
          </p:nvPr>
        </p:nvSpPr>
        <p:spPr>
          <a:xfrm>
            <a:off x="419100" y="5478658"/>
            <a:ext cx="4600494" cy="263603"/>
          </a:xfrm>
          <a:prstGeom prst="rect">
            <a:avLst/>
          </a:prstGeom>
        </p:spPr>
        <p:txBody>
          <a:bodyPr wrap="square" lIns="0" tIns="0" rIns="0" bIns="0" anchor="t" anchorCtr="0">
            <a:noAutofit/>
          </a:bodyPr>
          <a:lstStyle>
            <a:lvl1pPr marL="0" indent="0" algn="l">
              <a:buNone/>
              <a:defRPr sz="1800" b="0">
                <a:solidFill>
                  <a:schemeClr val="bg1"/>
                </a:solidFill>
                <a:effectLst/>
              </a:defRPr>
            </a:lvl1pPr>
            <a:lvl2pPr marL="457034" indent="0" algn="ctr">
              <a:buNone/>
              <a:defRPr>
                <a:solidFill>
                  <a:schemeClr val="tx1">
                    <a:tint val="75000"/>
                  </a:schemeClr>
                </a:solidFill>
              </a:defRPr>
            </a:lvl2pPr>
            <a:lvl3pPr marL="914068" indent="0" algn="ctr">
              <a:buNone/>
              <a:defRPr>
                <a:solidFill>
                  <a:schemeClr val="tx1">
                    <a:tint val="75000"/>
                  </a:schemeClr>
                </a:solidFill>
              </a:defRPr>
            </a:lvl3pPr>
            <a:lvl4pPr marL="1371102" indent="0" algn="ctr">
              <a:buNone/>
              <a:defRPr>
                <a:solidFill>
                  <a:schemeClr val="tx1">
                    <a:tint val="75000"/>
                  </a:schemeClr>
                </a:solidFill>
              </a:defRPr>
            </a:lvl4pPr>
            <a:lvl5pPr marL="1828135" indent="0" algn="ctr">
              <a:buNone/>
              <a:defRPr>
                <a:solidFill>
                  <a:schemeClr val="tx1">
                    <a:tint val="75000"/>
                  </a:schemeClr>
                </a:solidFill>
              </a:defRPr>
            </a:lvl5pPr>
            <a:lvl6pPr marL="2285169" indent="0" algn="ctr">
              <a:buNone/>
              <a:defRPr>
                <a:solidFill>
                  <a:schemeClr val="tx1">
                    <a:tint val="75000"/>
                  </a:schemeClr>
                </a:solidFill>
              </a:defRPr>
            </a:lvl6pPr>
            <a:lvl7pPr marL="2742203" indent="0" algn="ctr">
              <a:buNone/>
              <a:defRPr>
                <a:solidFill>
                  <a:schemeClr val="tx1">
                    <a:tint val="75000"/>
                  </a:schemeClr>
                </a:solidFill>
              </a:defRPr>
            </a:lvl7pPr>
            <a:lvl8pPr marL="3199238" indent="0" algn="ctr">
              <a:buNone/>
              <a:defRPr>
                <a:solidFill>
                  <a:schemeClr val="tx1">
                    <a:tint val="75000"/>
                  </a:schemeClr>
                </a:solidFill>
              </a:defRPr>
            </a:lvl8pPr>
            <a:lvl9pPr marL="3656272" indent="0" algn="ctr">
              <a:buNone/>
              <a:defRPr>
                <a:solidFill>
                  <a:schemeClr val="tx1">
                    <a:tint val="75000"/>
                  </a:schemeClr>
                </a:solidFill>
              </a:defRPr>
            </a:lvl9pPr>
          </a:lstStyle>
          <a:p>
            <a:r>
              <a:rPr lang="fr-FR"/>
              <a:t>Date Goes </a:t>
            </a:r>
            <a:r>
              <a:rPr lang="fr-FR" err="1"/>
              <a:t>Here</a:t>
            </a:r>
            <a:endParaRPr lang="fr-FR"/>
          </a:p>
        </p:txBody>
      </p:sp>
      <p:pic>
        <p:nvPicPr>
          <p:cNvPr id="18" name="Picture 17">
            <a:extLst>
              <a:ext uri="{FF2B5EF4-FFF2-40B4-BE49-F238E27FC236}">
                <a16:creationId xmlns:a16="http://schemas.microsoft.com/office/drawing/2014/main" id="{0C701382-EDF1-42E9-9CEF-FE256AFD0222}"/>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3192820" y="850243"/>
            <a:ext cx="1026694" cy="529094"/>
          </a:xfrm>
          <a:prstGeom prst="rect">
            <a:avLst/>
          </a:prstGeom>
        </p:spPr>
      </p:pic>
    </p:spTree>
    <p:extLst>
      <p:ext uri="{BB962C8B-B14F-4D97-AF65-F5344CB8AC3E}">
        <p14:creationId xmlns:p14="http://schemas.microsoft.com/office/powerpoint/2010/main" val="1185286127"/>
      </p:ext>
    </p:extLst>
  </p:cSld>
  <p:clrMapOvr>
    <a:masterClrMapping/>
  </p:clrMapOvr>
  <p:extLst>
    <p:ext uri="{DCECCB84-F9BA-43D5-87BE-67443E8EF086}">
      <p15:sldGuideLst xmlns:p15="http://schemas.microsoft.com/office/powerpoint/2012/main"/>
    </p:ext>
  </p:extLst>
</p:sldLayout>
</file>

<file path=ppt/slideLayouts/slideLayout189.xml><?xml version="1.0" encoding="utf-8"?>
<p:sldLayout xmlns:a="http://schemas.openxmlformats.org/drawingml/2006/main" xmlns:r="http://schemas.openxmlformats.org/officeDocument/2006/relationships" xmlns:p="http://schemas.openxmlformats.org/presentationml/2006/main" showMasterSp="0" preserve="1" userDrawn="1">
  <p:cSld name="1_Title Slide 1">
    <p:bg>
      <p:bgPr>
        <a:solidFill>
          <a:srgbClr val="E6E7E7"/>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99ABEF92-CA58-4490-A481-50C6ADDF6793}"/>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7824"/>
          <a:stretch/>
        </p:blipFill>
        <p:spPr>
          <a:xfrm flipH="1">
            <a:off x="-1265914" y="-13696"/>
            <a:ext cx="7611828" cy="6858000"/>
          </a:xfrm>
          <a:prstGeom prst="rect">
            <a:avLst/>
          </a:prstGeom>
        </p:spPr>
      </p:pic>
      <p:sp>
        <p:nvSpPr>
          <p:cNvPr id="4" name="Rectangle 3">
            <a:extLst>
              <a:ext uri="{FF2B5EF4-FFF2-40B4-BE49-F238E27FC236}">
                <a16:creationId xmlns:a16="http://schemas.microsoft.com/office/drawing/2014/main" id="{67F6FE03-180F-4C09-9CBA-B965ACAAD4D6}"/>
              </a:ext>
            </a:extLst>
          </p:cNvPr>
          <p:cNvSpPr/>
          <p:nvPr userDrawn="1"/>
        </p:nvSpPr>
        <p:spPr>
          <a:xfrm>
            <a:off x="0" y="0"/>
            <a:ext cx="5080000" cy="6857997"/>
          </a:xfrm>
          <a:prstGeom prst="rect">
            <a:avLst/>
          </a:prstGeom>
          <a:solidFill>
            <a:schemeClr val="tx1">
              <a:alpha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graphicFrame>
        <p:nvGraphicFramePr>
          <p:cNvPr id="7" name="Object 6" hidden="1"/>
          <p:cNvGraphicFramePr>
            <a:graphicFrameLocks noChangeAspect="1"/>
          </p:cNvGraphicFramePr>
          <p:nvPr>
            <p:custDataLst>
              <p:tags r:id="rId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8"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 name="Rectangle 16">
            <a:extLst>
              <a:ext uri="{FF2B5EF4-FFF2-40B4-BE49-F238E27FC236}">
                <a16:creationId xmlns:a16="http://schemas.microsoft.com/office/drawing/2014/main" id="{8DD5433F-FF8B-470F-8CB8-A87D1F6D1EB6}"/>
              </a:ext>
            </a:extLst>
          </p:cNvPr>
          <p:cNvSpPr/>
          <p:nvPr userDrawn="1"/>
        </p:nvSpPr>
        <p:spPr>
          <a:xfrm>
            <a:off x="5080000" y="0"/>
            <a:ext cx="7112000" cy="6858000"/>
          </a:xfrm>
          <a:prstGeom prst="rect">
            <a:avLst/>
          </a:prstGeom>
          <a:solidFill>
            <a:schemeClr val="bg1">
              <a:alpha val="90000"/>
            </a:schemeClr>
          </a:solidFill>
          <a:ln>
            <a:noFill/>
          </a:ln>
          <a:effectLst>
            <a:outerShdw blurRad="50800" dist="38100" dir="10800000" algn="r"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00" dirty="0">
              <a:latin typeface="Arial" panose="020B0604020202020204" pitchFamily="34" charset="0"/>
            </a:endParaRPr>
          </a:p>
        </p:txBody>
      </p:sp>
      <p:sp>
        <p:nvSpPr>
          <p:cNvPr id="12" name="Retângulo 43">
            <a:extLst>
              <a:ext uri="{FF2B5EF4-FFF2-40B4-BE49-F238E27FC236}">
                <a16:creationId xmlns:a16="http://schemas.microsoft.com/office/drawing/2014/main" id="{5FF4C895-E679-4C17-9C63-36911199CD71}"/>
              </a:ext>
            </a:extLst>
          </p:cNvPr>
          <p:cNvSpPr/>
          <p:nvPr userDrawn="1"/>
        </p:nvSpPr>
        <p:spPr>
          <a:xfrm>
            <a:off x="11606260" y="6552737"/>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13" name="Text Placeholder 7">
            <a:extLst>
              <a:ext uri="{FF2B5EF4-FFF2-40B4-BE49-F238E27FC236}">
                <a16:creationId xmlns:a16="http://schemas.microsoft.com/office/drawing/2014/main" id="{68736AD7-553A-4B33-9184-92C4ED7A9200}"/>
              </a:ext>
            </a:extLst>
          </p:cNvPr>
          <p:cNvSpPr txBox="1">
            <a:spLocks/>
          </p:cNvSpPr>
          <p:nvPr userDrawn="1"/>
        </p:nvSpPr>
        <p:spPr>
          <a:xfrm>
            <a:off x="8871814" y="6552737"/>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126"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800" dirty="0">
                <a:solidFill>
                  <a:schemeClr val="bg1">
                    <a:lumMod val="65000"/>
                  </a:schemeClr>
                </a:solidFill>
              </a:rPr>
              <a:t>©Capgemini 2020. All rights reserved  </a:t>
            </a:r>
            <a:r>
              <a:rPr lang="en-US" sz="800" dirty="0">
                <a:solidFill>
                  <a:schemeClr val="accent2"/>
                </a:solidFill>
              </a:rPr>
              <a:t>|</a:t>
            </a:r>
          </a:p>
        </p:txBody>
      </p:sp>
      <p:sp>
        <p:nvSpPr>
          <p:cNvPr id="9" name="Text Placeholder 3">
            <a:extLst>
              <a:ext uri="{FF2B5EF4-FFF2-40B4-BE49-F238E27FC236}">
                <a16:creationId xmlns:a16="http://schemas.microsoft.com/office/drawing/2014/main" id="{006E4E79-2B06-4D41-96C2-8D0940AB2F85}"/>
              </a:ext>
            </a:extLst>
          </p:cNvPr>
          <p:cNvSpPr txBox="1">
            <a:spLocks/>
          </p:cNvSpPr>
          <p:nvPr userDrawn="1"/>
        </p:nvSpPr>
        <p:spPr>
          <a:xfrm rot="16200000">
            <a:off x="-2773113" y="2544146"/>
            <a:ext cx="6858003" cy="1769715"/>
          </a:xfrm>
          <a:prstGeom prst="rect">
            <a:avLst/>
          </a:prstGeom>
        </p:spPr>
        <p:txBody>
          <a:bodyPr wrap="square" lIns="0" tIns="0" rIns="0" bIns="0" anchor="t" anchorCtr="0">
            <a:spAutoFit/>
          </a:bodyPr>
          <a:lstStyle>
            <a:lvl1pPr marL="0" indent="0" algn="ctr">
              <a:buNone/>
              <a:defRPr sz="1600" baseline="0">
                <a:solidFill>
                  <a:schemeClr val="tx1">
                    <a:lumMod val="95000"/>
                    <a:lumOff val="5000"/>
                  </a:schemeClr>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spcBef>
                <a:spcPct val="20000"/>
              </a:spcBef>
              <a:defRPr/>
            </a:pPr>
            <a:r>
              <a:rPr lang="en-US" sz="11497" b="1" kern="500" spc="-600" dirty="0">
                <a:solidFill>
                  <a:schemeClr val="bg1">
                    <a:alpha val="50000"/>
                  </a:schemeClr>
                </a:solidFill>
                <a:latin typeface="+mj-lt"/>
              </a:rPr>
              <a:t>Contents</a:t>
            </a:r>
          </a:p>
        </p:txBody>
      </p:sp>
    </p:spTree>
    <p:extLst>
      <p:ext uri="{BB962C8B-B14F-4D97-AF65-F5344CB8AC3E}">
        <p14:creationId xmlns:p14="http://schemas.microsoft.com/office/powerpoint/2010/main" val="2710970859"/>
      </p:ext>
    </p:extLst>
  </p:cSld>
  <p:clrMapOvr>
    <a:masterClrMapping/>
  </p:clrMapOvr>
  <p:extLst>
    <p:ext uri="{DCECCB84-F9BA-43D5-87BE-67443E8EF086}">
      <p15:sldGuideLst xmlns:p15="http://schemas.microsoft.com/office/powerpoint/2012/main"/>
    </p:ext>
  </p:extLst>
</p:sldLayout>
</file>

<file path=ppt/slideLayouts/slideLayout190.xml><?xml version="1.0" encoding="utf-8"?>
<p:sldLayout xmlns:a="http://schemas.openxmlformats.org/drawingml/2006/main" xmlns:r="http://schemas.openxmlformats.org/officeDocument/2006/relationships" xmlns:p="http://schemas.openxmlformats.org/presentationml/2006/main" userDrawn="1">
  <p:cSld name="1_Section Opener4">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D9E2B30-8F20-4F15-87A1-629ED240DB1F}"/>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2764" r="33749"/>
          <a:stretch/>
        </p:blipFill>
        <p:spPr>
          <a:xfrm>
            <a:off x="-1" y="0"/>
            <a:ext cx="12192001" cy="6858000"/>
          </a:xfrm>
          <a:prstGeom prst="rect">
            <a:avLst/>
          </a:prstGeom>
        </p:spPr>
      </p:pic>
      <p:sp>
        <p:nvSpPr>
          <p:cNvPr id="9" name="Rectangle 8">
            <a:extLst>
              <a:ext uri="{FF2B5EF4-FFF2-40B4-BE49-F238E27FC236}">
                <a16:creationId xmlns:a16="http://schemas.microsoft.com/office/drawing/2014/main" id="{0BB30A74-4959-4D4B-AED6-2CC066C25C3C}"/>
              </a:ext>
            </a:extLst>
          </p:cNvPr>
          <p:cNvSpPr/>
          <p:nvPr userDrawn="1"/>
        </p:nvSpPr>
        <p:spPr>
          <a:xfrm rot="16200000">
            <a:off x="2666999" y="-2667000"/>
            <a:ext cx="6858000" cy="12192001"/>
          </a:xfrm>
          <a:prstGeom prst="rect">
            <a:avLst/>
          </a:prstGeom>
          <a:solidFill>
            <a:srgbClr val="060F30">
              <a:alpha val="76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581863902"/>
      </p:ext>
    </p:extLst>
  </p:cSld>
  <p:clrMapOvr>
    <a:masterClrMapping/>
  </p:clrMapOvr>
</p:sldLayout>
</file>

<file path=ppt/slideLayouts/slideLayout191.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86300-ED23-442D-BC2F-9599A9D99008}"/>
              </a:ext>
            </a:extLst>
          </p:cNvPr>
          <p:cNvSpPr>
            <a:spLocks noGrp="1"/>
          </p:cNvSpPr>
          <p:nvPr>
            <p:ph type="title"/>
          </p:nvPr>
        </p:nvSpPr>
        <p:spPr/>
        <p:txBody>
          <a:bodyPr/>
          <a:lstStyle/>
          <a:p>
            <a:r>
              <a:rPr lang="en-US"/>
              <a:t>Click to edit Master title style</a:t>
            </a:r>
            <a:endParaRPr lang="en-IN"/>
          </a:p>
        </p:txBody>
      </p:sp>
    </p:spTree>
    <p:extLst>
      <p:ext uri="{BB962C8B-B14F-4D97-AF65-F5344CB8AC3E}">
        <p14:creationId xmlns:p14="http://schemas.microsoft.com/office/powerpoint/2010/main" val="377900495"/>
      </p:ext>
    </p:extLst>
  </p:cSld>
  <p:clrMapOvr>
    <a:masterClrMapping/>
  </p:clrMapOvr>
</p:sldLayout>
</file>

<file path=ppt/slideLayouts/slideLayout192.xml><?xml version="1.0" encoding="utf-8"?>
<p:sldLayout xmlns:a="http://schemas.openxmlformats.org/drawingml/2006/main" xmlns:r="http://schemas.openxmlformats.org/officeDocument/2006/relationships" xmlns:p="http://schemas.openxmlformats.org/presentationml/2006/main" preserve="1" userDrawn="1">
  <p:cSld name="3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786300-ED23-442D-BC2F-9599A9D99008}"/>
              </a:ext>
            </a:extLst>
          </p:cNvPr>
          <p:cNvSpPr>
            <a:spLocks noGrp="1"/>
          </p:cNvSpPr>
          <p:nvPr>
            <p:ph type="title"/>
          </p:nvPr>
        </p:nvSpPr>
        <p:spPr/>
        <p:txBody>
          <a:bodyPr/>
          <a:lstStyle/>
          <a:p>
            <a:r>
              <a:rPr lang="en-US"/>
              <a:t>Click to edit Master title style</a:t>
            </a:r>
            <a:endParaRPr lang="en-IN"/>
          </a:p>
        </p:txBody>
      </p:sp>
      <p:sp>
        <p:nvSpPr>
          <p:cNvPr id="4" name="Text Placeholder 3">
            <a:extLst>
              <a:ext uri="{FF2B5EF4-FFF2-40B4-BE49-F238E27FC236}">
                <a16:creationId xmlns:a16="http://schemas.microsoft.com/office/drawing/2014/main" id="{63266B94-1523-4F46-ACF6-35E9DF0154CA}"/>
              </a:ext>
            </a:extLst>
          </p:cNvPr>
          <p:cNvSpPr>
            <a:spLocks noGrp="1"/>
          </p:cNvSpPr>
          <p:nvPr>
            <p:ph type="body" sz="quarter" idx="10"/>
          </p:nvPr>
        </p:nvSpPr>
        <p:spPr>
          <a:xfrm>
            <a:off x="419100" y="1139134"/>
            <a:ext cx="11353801" cy="941388"/>
          </a:xfrm>
          <a:prstGeom prst="rect">
            <a:avLst/>
          </a:prstGeom>
        </p:spPr>
        <p:txBody>
          <a:bodyPr lIns="0" tIns="0" rIns="0" bIns="0"/>
          <a:lstStyle>
            <a:lvl1pPr>
              <a:lnSpc>
                <a:spcPct val="90000"/>
              </a:lnSpc>
              <a:defRPr sz="1600" b="0">
                <a:solidFill>
                  <a:schemeClr val="tx1">
                    <a:lumMod val="65000"/>
                    <a:lumOff val="35000"/>
                  </a:schemeClr>
                </a:solidFill>
              </a:defRPr>
            </a:lvl1pPr>
          </a:lstStyle>
          <a:p>
            <a:pPr lvl="0"/>
            <a:r>
              <a:rPr lang="en-US"/>
              <a:t>Click to edit Master text styles</a:t>
            </a:r>
          </a:p>
        </p:txBody>
      </p:sp>
    </p:spTree>
    <p:extLst>
      <p:ext uri="{BB962C8B-B14F-4D97-AF65-F5344CB8AC3E}">
        <p14:creationId xmlns:p14="http://schemas.microsoft.com/office/powerpoint/2010/main" val="1496485123"/>
      </p:ext>
    </p:extLst>
  </p:cSld>
  <p:clrMapOvr>
    <a:masterClrMapping/>
  </p:clrMapOvr>
</p:sldLayout>
</file>

<file path=ppt/slideLayouts/slideLayout193.xml><?xml version="1.0" encoding="utf-8"?>
<p:sldLayout xmlns:a="http://schemas.openxmlformats.org/drawingml/2006/main" xmlns:r="http://schemas.openxmlformats.org/officeDocument/2006/relationships" xmlns:p="http://schemas.openxmlformats.org/presentationml/2006/main" showMasterSp="0" preserve="1" userDrawn="1">
  <p:cSld name="1_Title and Content">
    <p:spTree>
      <p:nvGrpSpPr>
        <p:cNvPr id="1" name=""/>
        <p:cNvGrpSpPr/>
        <p:nvPr/>
      </p:nvGrpSpPr>
      <p:grpSpPr>
        <a:xfrm>
          <a:off x="0" y="0"/>
          <a:ext cx="0" cy="0"/>
          <a:chOff x="0" y="0"/>
          <a:chExt cx="0" cy="0"/>
        </a:xfrm>
      </p:grpSpPr>
      <p:sp>
        <p:nvSpPr>
          <p:cNvPr id="3" name="Retângulo 43">
            <a:extLst>
              <a:ext uri="{FF2B5EF4-FFF2-40B4-BE49-F238E27FC236}">
                <a16:creationId xmlns:a16="http://schemas.microsoft.com/office/drawing/2014/main" id="{8979BA5B-CA9A-45B9-9E5A-F6028E7FA418}"/>
              </a:ext>
            </a:extLst>
          </p:cNvPr>
          <p:cNvSpPr/>
          <p:nvPr userDrawn="1"/>
        </p:nvSpPr>
        <p:spPr>
          <a:xfrm>
            <a:off x="11606260" y="6552737"/>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4" name="Text Placeholder 7">
            <a:extLst>
              <a:ext uri="{FF2B5EF4-FFF2-40B4-BE49-F238E27FC236}">
                <a16:creationId xmlns:a16="http://schemas.microsoft.com/office/drawing/2014/main" id="{97723CC0-AB1F-4193-983C-CC9B3717FE38}"/>
              </a:ext>
            </a:extLst>
          </p:cNvPr>
          <p:cNvSpPr txBox="1">
            <a:spLocks/>
          </p:cNvSpPr>
          <p:nvPr userDrawn="1"/>
        </p:nvSpPr>
        <p:spPr>
          <a:xfrm>
            <a:off x="8871814" y="6552737"/>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126"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800" dirty="0">
                <a:solidFill>
                  <a:schemeClr val="bg1">
                    <a:lumMod val="65000"/>
                  </a:schemeClr>
                </a:solidFill>
              </a:rPr>
              <a:t>©Capgemini 2020. All rights reserved  </a:t>
            </a:r>
            <a:r>
              <a:rPr lang="en-US" sz="800" dirty="0">
                <a:solidFill>
                  <a:schemeClr val="accent2"/>
                </a:solidFill>
              </a:rPr>
              <a:t>|</a:t>
            </a:r>
          </a:p>
        </p:txBody>
      </p:sp>
    </p:spTree>
    <p:extLst>
      <p:ext uri="{BB962C8B-B14F-4D97-AF65-F5344CB8AC3E}">
        <p14:creationId xmlns:p14="http://schemas.microsoft.com/office/powerpoint/2010/main" val="932591626"/>
      </p:ext>
    </p:extLst>
  </p:cSld>
  <p:clrMapOvr>
    <a:masterClrMapping/>
  </p:clrMapOvr>
</p:sldLayout>
</file>

<file path=ppt/slideLayouts/slideLayout194.xml><?xml version="1.0" encoding="utf-8"?>
<p:sldLayout xmlns:a="http://schemas.openxmlformats.org/drawingml/2006/main" xmlns:r="http://schemas.openxmlformats.org/officeDocument/2006/relationships" xmlns:p="http://schemas.openxmlformats.org/presentationml/2006/main" showMasterSp="0" preserve="1" userDrawn="1">
  <p:cSld name="1_Section break 2">
    <p:spTree>
      <p:nvGrpSpPr>
        <p:cNvPr id="1" name=""/>
        <p:cNvGrpSpPr/>
        <p:nvPr/>
      </p:nvGrpSpPr>
      <p:grpSpPr>
        <a:xfrm>
          <a:off x="0" y="0"/>
          <a:ext cx="0" cy="0"/>
          <a:chOff x="0" y="0"/>
          <a:chExt cx="0" cy="0"/>
        </a:xfrm>
      </p:grpSpPr>
      <p:graphicFrame>
        <p:nvGraphicFramePr>
          <p:cNvPr id="19" name="Object 1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19" name="Object 18"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11" name="Picture 10">
            <a:extLst>
              <a:ext uri="{FF2B5EF4-FFF2-40B4-BE49-F238E27FC236}">
                <a16:creationId xmlns:a16="http://schemas.microsoft.com/office/drawing/2014/main" id="{C0D292A8-F75F-4ADD-9882-F735A8334912}"/>
              </a:ext>
            </a:extLst>
          </p:cNvPr>
          <p:cNvPicPr>
            <a:picLocks noChangeAspect="1"/>
          </p:cNvPicPr>
          <p:nvPr userDrawn="1"/>
        </p:nvPicPr>
        <p:blipFill rotWithShape="1">
          <a:blip r:embed="rId5">
            <a:extLst>
              <a:ext uri="{28A0092B-C50C-407E-A947-70E740481C1C}">
                <a14:useLocalDpi xmlns:a14="http://schemas.microsoft.com/office/drawing/2010/main" val="0"/>
              </a:ext>
            </a:extLst>
          </a:blip>
          <a:srcRect b="14272"/>
          <a:stretch/>
        </p:blipFill>
        <p:spPr>
          <a:xfrm>
            <a:off x="2540001" y="-13696"/>
            <a:ext cx="9652000" cy="6871696"/>
          </a:xfrm>
          <a:prstGeom prst="rect">
            <a:avLst/>
          </a:prstGeom>
        </p:spPr>
      </p:pic>
      <p:sp>
        <p:nvSpPr>
          <p:cNvPr id="12" name="Rectangle 11">
            <a:extLst>
              <a:ext uri="{FF2B5EF4-FFF2-40B4-BE49-F238E27FC236}">
                <a16:creationId xmlns:a16="http://schemas.microsoft.com/office/drawing/2014/main" id="{CB2A96D6-A8DA-47FB-8F7C-8562870E81C5}"/>
              </a:ext>
            </a:extLst>
          </p:cNvPr>
          <p:cNvSpPr/>
          <p:nvPr userDrawn="1"/>
        </p:nvSpPr>
        <p:spPr>
          <a:xfrm rot="16200000">
            <a:off x="2666999" y="-2667000"/>
            <a:ext cx="6858000" cy="12192001"/>
          </a:xfrm>
          <a:prstGeom prst="rect">
            <a:avLst/>
          </a:prstGeom>
          <a:solidFill>
            <a:srgbClr val="02071A">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pic>
        <p:nvPicPr>
          <p:cNvPr id="13" name="Graphic 91">
            <a:extLst>
              <a:ext uri="{FF2B5EF4-FFF2-40B4-BE49-F238E27FC236}">
                <a16:creationId xmlns:a16="http://schemas.microsoft.com/office/drawing/2014/main" id="{6BE90CD8-8AFE-449D-9F49-1EF4A54B84B1}"/>
              </a:ext>
            </a:extLst>
          </p:cNvPr>
          <p:cNvPicPr>
            <a:picLocks noChangeAspect="1"/>
          </p:cNvPicPr>
          <p:nvPr userDrawn="1"/>
        </p:nvPicPr>
        <p:blipFill>
          <a:blip r:embed="rId6">
            <a:extLst>
              <a:ext uri="{96DAC541-7B7A-43D3-8B79-37D633B846F1}">
                <asvg:svgBlip xmlns:asvg="http://schemas.microsoft.com/office/drawing/2016/SVG/main" r:embed="rId7"/>
              </a:ext>
            </a:extLst>
          </a:blip>
          <a:stretch>
            <a:fillRect/>
          </a:stretch>
        </p:blipFill>
        <p:spPr>
          <a:xfrm>
            <a:off x="1" y="1239004"/>
            <a:ext cx="5038720" cy="5618995"/>
          </a:xfrm>
          <a:prstGeom prst="rect">
            <a:avLst/>
          </a:prstGeom>
        </p:spPr>
      </p:pic>
      <p:sp>
        <p:nvSpPr>
          <p:cNvPr id="14" name="Text Placeholder 13">
            <a:extLst>
              <a:ext uri="{FF2B5EF4-FFF2-40B4-BE49-F238E27FC236}">
                <a16:creationId xmlns:a16="http://schemas.microsoft.com/office/drawing/2014/main" id="{7B17FB94-BBE8-4BBC-85C9-C144B9CEF067}"/>
              </a:ext>
            </a:extLst>
          </p:cNvPr>
          <p:cNvSpPr>
            <a:spLocks noGrp="1"/>
          </p:cNvSpPr>
          <p:nvPr>
            <p:ph type="body" sz="quarter" idx="11" hasCustomPrompt="1"/>
          </p:nvPr>
        </p:nvSpPr>
        <p:spPr>
          <a:xfrm>
            <a:off x="419100" y="4067988"/>
            <a:ext cx="3833586" cy="1551008"/>
          </a:xfrm>
          <a:prstGeom prst="rect">
            <a:avLst/>
          </a:prstGeom>
        </p:spPr>
        <p:txBody>
          <a:bodyPr lIns="0" tIns="0" rIns="0" bIns="0" anchor="ctr">
            <a:noAutofit/>
          </a:bodyPr>
          <a:lstStyle>
            <a:lvl1pPr marL="0" indent="0" algn="l" defTabSz="914126" rtl="0" eaLnBrk="1" latinLnBrk="0" hangingPunct="1">
              <a:lnSpc>
                <a:spcPct val="90000"/>
              </a:lnSpc>
              <a:spcBef>
                <a:spcPts val="1000"/>
              </a:spcBef>
              <a:buFont typeface="Arial" panose="020B0604020202020204" pitchFamily="34" charset="0"/>
              <a:buNone/>
              <a:defRPr lang="en-US" sz="3600" b="1" kern="1200" dirty="0">
                <a:solidFill>
                  <a:schemeClr val="bg1"/>
                </a:solidFill>
                <a:latin typeface="+mj-lt"/>
                <a:ea typeface="+mn-ea"/>
                <a:cs typeface="+mn-cs"/>
              </a:defRPr>
            </a:lvl1pPr>
            <a:lvl2pPr marL="457200" indent="0">
              <a:buNone/>
              <a:defRPr sz="6000">
                <a:solidFill>
                  <a:schemeClr val="bg1"/>
                </a:solidFill>
              </a:defRPr>
            </a:lvl2pPr>
          </a:lstStyle>
          <a:p>
            <a:pPr lvl="0"/>
            <a:r>
              <a:rPr lang="en-US"/>
              <a:t>Click to insert section title</a:t>
            </a:r>
          </a:p>
        </p:txBody>
      </p:sp>
    </p:spTree>
    <p:extLst>
      <p:ext uri="{BB962C8B-B14F-4D97-AF65-F5344CB8AC3E}">
        <p14:creationId xmlns:p14="http://schemas.microsoft.com/office/powerpoint/2010/main" val="661801834"/>
      </p:ext>
    </p:extLst>
  </p:cSld>
  <p:clrMapOvr>
    <a:masterClrMapping/>
  </p:clrMapOvr>
</p:sldLayout>
</file>

<file path=ppt/slideLayouts/slideLayout195.xml><?xml version="1.0" encoding="utf-8"?>
<p:sldLayout xmlns:a="http://schemas.openxmlformats.org/drawingml/2006/main" xmlns:r="http://schemas.openxmlformats.org/officeDocument/2006/relationships" xmlns:p="http://schemas.openxmlformats.org/presentationml/2006/main" preserve="1" userDrawn="1">
  <p:cSld name="Final Slide 1">
    <p:spTree>
      <p:nvGrpSpPr>
        <p:cNvPr id="1" name=""/>
        <p:cNvGrpSpPr/>
        <p:nvPr/>
      </p:nvGrpSpPr>
      <p:grpSpPr>
        <a:xfrm>
          <a:off x="0" y="0"/>
          <a:ext cx="0" cy="0"/>
          <a:chOff x="0" y="0"/>
          <a:chExt cx="0" cy="0"/>
        </a:xfrm>
      </p:grpSpPr>
      <p:sp>
        <p:nvSpPr>
          <p:cNvPr id="7" name="Rectangle 6"/>
          <p:cNvSpPr/>
          <p:nvPr userDrawn="1"/>
        </p:nvSpPr>
        <p:spPr>
          <a:xfrm>
            <a:off x="1" y="0"/>
            <a:ext cx="12192000"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200" dirty="0"/>
          </a:p>
        </p:txBody>
      </p:sp>
      <p:sp>
        <p:nvSpPr>
          <p:cNvPr id="22" name="Freeform: Shape 4">
            <a:extLst>
              <a:ext uri="{FF2B5EF4-FFF2-40B4-BE49-F238E27FC236}">
                <a16:creationId xmlns:a16="http://schemas.microsoft.com/office/drawing/2014/main" id="{AEFD73FD-4310-4FE6-83F6-4ADDF1642E27}"/>
              </a:ext>
            </a:extLst>
          </p:cNvPr>
          <p:cNvSpPr>
            <a:spLocks/>
          </p:cNvSpPr>
          <p:nvPr userDrawn="1"/>
        </p:nvSpPr>
        <p:spPr bwMode="auto">
          <a:xfrm>
            <a:off x="2" y="0"/>
            <a:ext cx="5942703" cy="6858000"/>
          </a:xfrm>
          <a:custGeom>
            <a:avLst/>
            <a:gdLst>
              <a:gd name="connsiteX0" fmla="*/ 0 w 5942703"/>
              <a:gd name="connsiteY0" fmla="*/ 0 h 6858000"/>
              <a:gd name="connsiteX1" fmla="*/ 1934854 w 5942703"/>
              <a:gd name="connsiteY1" fmla="*/ 0 h 6858000"/>
              <a:gd name="connsiteX2" fmla="*/ 2016936 w 5942703"/>
              <a:gd name="connsiteY2" fmla="*/ 210681 h 6858000"/>
              <a:gd name="connsiteX3" fmla="*/ 5381513 w 5942703"/>
              <a:gd name="connsiteY3" fmla="*/ 2418544 h 6858000"/>
              <a:gd name="connsiteX4" fmla="*/ 3933862 w 5942703"/>
              <a:gd name="connsiteY4" fmla="*/ 6759409 h 6858000"/>
              <a:gd name="connsiteX5" fmla="*/ 3795861 w 5942703"/>
              <a:gd name="connsiteY5" fmla="*/ 6858000 h 6858000"/>
              <a:gd name="connsiteX6" fmla="*/ 0 w 5942703"/>
              <a:gd name="connsiteY6"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942703" h="6858000">
                <a:moveTo>
                  <a:pt x="0" y="0"/>
                </a:moveTo>
                <a:lnTo>
                  <a:pt x="1934854" y="0"/>
                </a:lnTo>
                <a:lnTo>
                  <a:pt x="2016936" y="210681"/>
                </a:lnTo>
                <a:cubicBezTo>
                  <a:pt x="3206701" y="3025068"/>
                  <a:pt x="5838311" y="3712297"/>
                  <a:pt x="5381513" y="2418544"/>
                </a:cubicBezTo>
                <a:cubicBezTo>
                  <a:pt x="6119798" y="2697936"/>
                  <a:pt x="6539698" y="4845048"/>
                  <a:pt x="3933862" y="6759409"/>
                </a:cubicBezTo>
                <a:lnTo>
                  <a:pt x="3795861" y="6858000"/>
                </a:lnTo>
                <a:lnTo>
                  <a:pt x="0" y="6858000"/>
                </a:lnTo>
                <a:close/>
              </a:path>
            </a:pathLst>
          </a:custGeom>
          <a:solidFill>
            <a:srgbClr val="300B48"/>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07" tIns="45703" rIns="91407" bIns="45703" numCol="1" anchor="t" anchorCtr="0" compatLnSpc="1">
            <a:prstTxWarp prst="textNoShape">
              <a:avLst/>
            </a:prstTxWarp>
            <a:noAutofit/>
          </a:bodyPr>
          <a:lstStyle/>
          <a:p>
            <a:endParaRPr lang="en-US" sz="2200" dirty="0"/>
          </a:p>
        </p:txBody>
      </p:sp>
      <p:grpSp>
        <p:nvGrpSpPr>
          <p:cNvPr id="2" name="Group 5">
            <a:extLst>
              <a:ext uri="{FF2B5EF4-FFF2-40B4-BE49-F238E27FC236}">
                <a16:creationId xmlns:a16="http://schemas.microsoft.com/office/drawing/2014/main" id="{D1D61DEE-13C9-4E34-97DE-432882EEB993}"/>
              </a:ext>
            </a:extLst>
          </p:cNvPr>
          <p:cNvGrpSpPr/>
          <p:nvPr userDrawn="1"/>
        </p:nvGrpSpPr>
        <p:grpSpPr>
          <a:xfrm>
            <a:off x="4979036" y="2404111"/>
            <a:ext cx="735013" cy="682321"/>
            <a:chOff x="5662614" y="3032124"/>
            <a:chExt cx="863600" cy="801689"/>
          </a:xfrm>
        </p:grpSpPr>
        <p:sp>
          <p:nvSpPr>
            <p:cNvPr id="30" name="Freeform 9">
              <a:extLst>
                <a:ext uri="{FF2B5EF4-FFF2-40B4-BE49-F238E27FC236}">
                  <a16:creationId xmlns:a16="http://schemas.microsoft.com/office/drawing/2014/main" id="{CA8EB9FD-9EF8-467D-92C6-8B7B687106BA}"/>
                </a:ext>
              </a:extLst>
            </p:cNvPr>
            <p:cNvSpPr>
              <a:spLocks/>
            </p:cNvSpPr>
            <p:nvPr/>
          </p:nvSpPr>
          <p:spPr bwMode="auto">
            <a:xfrm>
              <a:off x="5959476" y="3368675"/>
              <a:ext cx="566738" cy="465138"/>
            </a:xfrm>
            <a:custGeom>
              <a:avLst/>
              <a:gdLst>
                <a:gd name="T0" fmla="*/ 99 w 149"/>
                <a:gd name="T1" fmla="*/ 85 h 122"/>
                <a:gd name="T2" fmla="*/ 149 w 149"/>
                <a:gd name="T3" fmla="*/ 34 h 122"/>
                <a:gd name="T4" fmla="*/ 112 w 149"/>
                <a:gd name="T5" fmla="*/ 0 h 122"/>
                <a:gd name="T6" fmla="*/ 39 w 149"/>
                <a:gd name="T7" fmla="*/ 78 h 122"/>
                <a:gd name="T8" fmla="*/ 0 w 149"/>
                <a:gd name="T9" fmla="*/ 114 h 122"/>
                <a:gd name="T10" fmla="*/ 29 w 149"/>
                <a:gd name="T11" fmla="*/ 122 h 122"/>
                <a:gd name="T12" fmla="*/ 99 w 149"/>
                <a:gd name="T13" fmla="*/ 99 h 122"/>
                <a:gd name="T14" fmla="*/ 64 w 149"/>
                <a:gd name="T15" fmla="*/ 68 h 122"/>
                <a:gd name="T16" fmla="*/ 99 w 149"/>
                <a:gd name="T17" fmla="*/ 85 h 12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49" h="122">
                  <a:moveTo>
                    <a:pt x="99" y="85"/>
                  </a:moveTo>
                  <a:cubicBezTo>
                    <a:pt x="127" y="85"/>
                    <a:pt x="149" y="62"/>
                    <a:pt x="149" y="34"/>
                  </a:cubicBezTo>
                  <a:cubicBezTo>
                    <a:pt x="147" y="22"/>
                    <a:pt x="143" y="0"/>
                    <a:pt x="112" y="0"/>
                  </a:cubicBezTo>
                  <a:cubicBezTo>
                    <a:pt x="78" y="0"/>
                    <a:pt x="67" y="48"/>
                    <a:pt x="39" y="78"/>
                  </a:cubicBezTo>
                  <a:cubicBezTo>
                    <a:pt x="37" y="96"/>
                    <a:pt x="20" y="111"/>
                    <a:pt x="0" y="114"/>
                  </a:cubicBezTo>
                  <a:cubicBezTo>
                    <a:pt x="5" y="119"/>
                    <a:pt x="16" y="122"/>
                    <a:pt x="29" y="122"/>
                  </a:cubicBezTo>
                  <a:cubicBezTo>
                    <a:pt x="54" y="122"/>
                    <a:pt x="84" y="115"/>
                    <a:pt x="99" y="99"/>
                  </a:cubicBezTo>
                  <a:cubicBezTo>
                    <a:pt x="78" y="100"/>
                    <a:pt x="65" y="86"/>
                    <a:pt x="64" y="68"/>
                  </a:cubicBezTo>
                  <a:cubicBezTo>
                    <a:pt x="74" y="80"/>
                    <a:pt x="85" y="85"/>
                    <a:pt x="99" y="85"/>
                  </a:cubicBezTo>
                </a:path>
              </a:pathLst>
            </a:custGeom>
            <a:solidFill>
              <a:srgbClr val="00B0DF"/>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200" dirty="0"/>
            </a:p>
          </p:txBody>
        </p:sp>
        <p:sp>
          <p:nvSpPr>
            <p:cNvPr id="31" name="Freeform 12">
              <a:extLst>
                <a:ext uri="{FF2B5EF4-FFF2-40B4-BE49-F238E27FC236}">
                  <a16:creationId xmlns:a16="http://schemas.microsoft.com/office/drawing/2014/main" id="{ED2560F6-388B-43F0-89C8-492914F4382E}"/>
                </a:ext>
              </a:extLst>
            </p:cNvPr>
            <p:cNvSpPr>
              <a:spLocks/>
            </p:cNvSpPr>
            <p:nvPr/>
          </p:nvSpPr>
          <p:spPr bwMode="auto">
            <a:xfrm>
              <a:off x="5662614" y="3032124"/>
              <a:ext cx="863600" cy="736599"/>
            </a:xfrm>
            <a:custGeom>
              <a:avLst/>
              <a:gdLst>
                <a:gd name="T0" fmla="*/ 227 w 227"/>
                <a:gd name="T1" fmla="*/ 120 h 193"/>
                <a:gd name="T2" fmla="*/ 188 w 227"/>
                <a:gd name="T3" fmla="*/ 40 h 193"/>
                <a:gd name="T4" fmla="*/ 127 w 227"/>
                <a:gd name="T5" fmla="*/ 3 h 193"/>
                <a:gd name="T6" fmla="*/ 122 w 227"/>
                <a:gd name="T7" fmla="*/ 0 h 193"/>
                <a:gd name="T8" fmla="*/ 122 w 227"/>
                <a:gd name="T9" fmla="*/ 0 h 193"/>
                <a:gd name="T10" fmla="*/ 0 w 227"/>
                <a:gd name="T11" fmla="*/ 125 h 193"/>
                <a:gd name="T12" fmla="*/ 42 w 227"/>
                <a:gd name="T13" fmla="*/ 187 h 193"/>
                <a:gd name="T14" fmla="*/ 85 w 227"/>
                <a:gd name="T15" fmla="*/ 188 h 193"/>
                <a:gd name="T16" fmla="*/ 117 w 227"/>
                <a:gd name="T17" fmla="*/ 166 h 193"/>
                <a:gd name="T18" fmla="*/ 190 w 227"/>
                <a:gd name="T19" fmla="*/ 88 h 193"/>
                <a:gd name="T20" fmla="*/ 227 w 227"/>
                <a:gd name="T21" fmla="*/ 122 h 193"/>
                <a:gd name="T22" fmla="*/ 227 w 227"/>
                <a:gd name="T23" fmla="*/ 120 h 19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27" h="193">
                  <a:moveTo>
                    <a:pt x="227" y="120"/>
                  </a:moveTo>
                  <a:cubicBezTo>
                    <a:pt x="226" y="89"/>
                    <a:pt x="211" y="62"/>
                    <a:pt x="188" y="40"/>
                  </a:cubicBezTo>
                  <a:cubicBezTo>
                    <a:pt x="170" y="24"/>
                    <a:pt x="149" y="12"/>
                    <a:pt x="127" y="3"/>
                  </a:cubicBezTo>
                  <a:cubicBezTo>
                    <a:pt x="125" y="2"/>
                    <a:pt x="123" y="1"/>
                    <a:pt x="122" y="0"/>
                  </a:cubicBezTo>
                  <a:cubicBezTo>
                    <a:pt x="122" y="0"/>
                    <a:pt x="122" y="0"/>
                    <a:pt x="122" y="0"/>
                  </a:cubicBezTo>
                  <a:cubicBezTo>
                    <a:pt x="94" y="33"/>
                    <a:pt x="0" y="57"/>
                    <a:pt x="0" y="125"/>
                  </a:cubicBezTo>
                  <a:cubicBezTo>
                    <a:pt x="0" y="152"/>
                    <a:pt x="17" y="177"/>
                    <a:pt x="42" y="187"/>
                  </a:cubicBezTo>
                  <a:cubicBezTo>
                    <a:pt x="56" y="193"/>
                    <a:pt x="71" y="193"/>
                    <a:pt x="85" y="188"/>
                  </a:cubicBezTo>
                  <a:cubicBezTo>
                    <a:pt x="98" y="184"/>
                    <a:pt x="108" y="176"/>
                    <a:pt x="117" y="166"/>
                  </a:cubicBezTo>
                  <a:cubicBezTo>
                    <a:pt x="145" y="136"/>
                    <a:pt x="156" y="88"/>
                    <a:pt x="190" y="88"/>
                  </a:cubicBezTo>
                  <a:cubicBezTo>
                    <a:pt x="221" y="88"/>
                    <a:pt x="225" y="110"/>
                    <a:pt x="227" y="122"/>
                  </a:cubicBezTo>
                  <a:cubicBezTo>
                    <a:pt x="227" y="122"/>
                    <a:pt x="227" y="121"/>
                    <a:pt x="227" y="120"/>
                  </a:cubicBezTo>
                </a:path>
              </a:pathLst>
            </a:custGeom>
            <a:solidFill>
              <a:srgbClr val="0075B1"/>
            </a:solid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sz="2200" dirty="0"/>
            </a:p>
          </p:txBody>
        </p:sp>
      </p:grpSp>
      <p:sp>
        <p:nvSpPr>
          <p:cNvPr id="15" name="Rectangle 14"/>
          <p:cNvSpPr/>
          <p:nvPr userDrawn="1"/>
        </p:nvSpPr>
        <p:spPr>
          <a:xfrm>
            <a:off x="6536184" y="250708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accent1"/>
                </a:solidFill>
              </a:rPr>
              <a:t>About Capgemini</a:t>
            </a:r>
          </a:p>
        </p:txBody>
      </p:sp>
      <p:pic>
        <p:nvPicPr>
          <p:cNvPr id="17" name="Picture 2" descr="D:\My Work\Template\Icons\Social Media\LinkedIN.png">
            <a:hlinkClick r:id="rId2"/>
          </p:cNvPr>
          <p:cNvPicPr>
            <a:picLocks noChangeAspect="1" noChangeArrowheads="1"/>
          </p:cNvPicPr>
          <p:nvPr userDrawn="1"/>
        </p:nvPicPr>
        <p:blipFill>
          <a:blip r:embed="rId3" cstate="print"/>
          <a:srcRect/>
          <a:stretch>
            <a:fillRect/>
          </a:stretch>
        </p:blipFill>
        <p:spPr bwMode="auto">
          <a:xfrm>
            <a:off x="810098" y="3979259"/>
            <a:ext cx="333195" cy="333195"/>
          </a:xfrm>
          <a:prstGeom prst="rect">
            <a:avLst/>
          </a:prstGeom>
          <a:noFill/>
        </p:spPr>
      </p:pic>
      <p:pic>
        <p:nvPicPr>
          <p:cNvPr id="18" name="Picture 4" descr="D:\My Work\Template\Icons\Social Media\SlideShare.png">
            <a:hlinkClick r:id="rId4"/>
          </p:cNvPr>
          <p:cNvPicPr>
            <a:picLocks noChangeAspect="1" noChangeArrowheads="1"/>
          </p:cNvPicPr>
          <p:nvPr userDrawn="1"/>
        </p:nvPicPr>
        <p:blipFill>
          <a:blip r:embed="rId5" cstate="print"/>
          <a:srcRect/>
          <a:stretch>
            <a:fillRect/>
          </a:stretch>
        </p:blipFill>
        <p:spPr bwMode="auto">
          <a:xfrm>
            <a:off x="1193475" y="3979259"/>
            <a:ext cx="333195" cy="333195"/>
          </a:xfrm>
          <a:prstGeom prst="rect">
            <a:avLst/>
          </a:prstGeom>
          <a:noFill/>
        </p:spPr>
      </p:pic>
      <p:pic>
        <p:nvPicPr>
          <p:cNvPr id="19" name="Picture 5" descr="D:\My Work\Template\Icons\Social Media\Twitter.png">
            <a:hlinkClick r:id="rId6"/>
          </p:cNvPr>
          <p:cNvPicPr>
            <a:picLocks noChangeAspect="1" noChangeArrowheads="1"/>
          </p:cNvPicPr>
          <p:nvPr userDrawn="1"/>
        </p:nvPicPr>
        <p:blipFill>
          <a:blip r:embed="rId7" cstate="print"/>
          <a:srcRect/>
          <a:stretch>
            <a:fillRect/>
          </a:stretch>
        </p:blipFill>
        <p:spPr bwMode="auto">
          <a:xfrm>
            <a:off x="1576851" y="3979259"/>
            <a:ext cx="333195" cy="333195"/>
          </a:xfrm>
          <a:prstGeom prst="rect">
            <a:avLst/>
          </a:prstGeom>
          <a:noFill/>
        </p:spPr>
      </p:pic>
      <p:pic>
        <p:nvPicPr>
          <p:cNvPr id="20" name="Picture 6" descr="D:\My Work\Template\Icons\Social Media\YouTube.png">
            <a:hlinkClick r:id="rId8"/>
          </p:cNvPr>
          <p:cNvPicPr>
            <a:picLocks noChangeAspect="1" noChangeArrowheads="1"/>
          </p:cNvPicPr>
          <p:nvPr userDrawn="1"/>
        </p:nvPicPr>
        <p:blipFill>
          <a:blip r:embed="rId9" cstate="print"/>
          <a:srcRect/>
          <a:stretch>
            <a:fillRect/>
          </a:stretch>
        </p:blipFill>
        <p:spPr bwMode="auto">
          <a:xfrm>
            <a:off x="1960227" y="3979259"/>
            <a:ext cx="333195" cy="333195"/>
          </a:xfrm>
          <a:prstGeom prst="rect">
            <a:avLst/>
          </a:prstGeom>
          <a:noFill/>
        </p:spPr>
      </p:pic>
      <p:pic>
        <p:nvPicPr>
          <p:cNvPr id="21" name="Picture 7" descr="D:\My Work\Template\Icons\Social Media\Facebook.png">
            <a:hlinkClick r:id="rId10"/>
          </p:cNvPr>
          <p:cNvPicPr>
            <a:picLocks noChangeAspect="1" noChangeArrowheads="1"/>
          </p:cNvPicPr>
          <p:nvPr userDrawn="1"/>
        </p:nvPicPr>
        <p:blipFill>
          <a:blip r:embed="rId11" cstate="print"/>
          <a:srcRect/>
          <a:stretch>
            <a:fillRect/>
          </a:stretch>
        </p:blipFill>
        <p:spPr bwMode="auto">
          <a:xfrm>
            <a:off x="426721" y="3979259"/>
            <a:ext cx="333195" cy="333195"/>
          </a:xfrm>
          <a:prstGeom prst="rect">
            <a:avLst/>
          </a:prstGeom>
          <a:noFill/>
        </p:spPr>
      </p:pic>
      <p:sp>
        <p:nvSpPr>
          <p:cNvPr id="25" name="Rectangle 24">
            <a:hlinkClick r:id="rId12"/>
          </p:cNvPr>
          <p:cNvSpPr/>
          <p:nvPr userDrawn="1"/>
        </p:nvSpPr>
        <p:spPr>
          <a:xfrm>
            <a:off x="7489902" y="3812095"/>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00" dirty="0"/>
          </a:p>
        </p:txBody>
      </p:sp>
      <p:sp>
        <p:nvSpPr>
          <p:cNvPr id="26" name="Rectangle 25">
            <a:hlinkClick r:id="rId13"/>
          </p:cNvPr>
          <p:cNvSpPr/>
          <p:nvPr userDrawn="1"/>
        </p:nvSpPr>
        <p:spPr>
          <a:xfrm>
            <a:off x="10730865" y="3812095"/>
            <a:ext cx="704850"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2200" dirty="0"/>
          </a:p>
        </p:txBody>
      </p:sp>
      <p:sp>
        <p:nvSpPr>
          <p:cNvPr id="24" name="ZoneTexte 23"/>
          <p:cNvSpPr txBox="1"/>
          <p:nvPr userDrawn="1"/>
        </p:nvSpPr>
        <p:spPr>
          <a:xfrm>
            <a:off x="419255" y="4381709"/>
            <a:ext cx="2519921" cy="276999"/>
          </a:xfrm>
          <a:prstGeom prst="rect">
            <a:avLst/>
          </a:prstGeom>
          <a:noFill/>
        </p:spPr>
        <p:txBody>
          <a:bodyPr wrap="none" lIns="0" rIns="0" rtlCol="0">
            <a:spAutoFit/>
          </a:bodyPr>
          <a:lstStyle/>
          <a:p>
            <a:r>
              <a:rPr lang="en-US" sz="1200" b="1" dirty="0">
                <a:solidFill>
                  <a:schemeClr val="bg1"/>
                </a:solidFill>
              </a:rPr>
              <a:t>People matter, results count.</a:t>
            </a:r>
          </a:p>
        </p:txBody>
      </p:sp>
      <p:sp>
        <p:nvSpPr>
          <p:cNvPr id="27" name="Rectangle 26">
            <a:extLst>
              <a:ext uri="{FF2B5EF4-FFF2-40B4-BE49-F238E27FC236}">
                <a16:creationId xmlns:a16="http://schemas.microsoft.com/office/drawing/2014/main" id="{80F3311B-8ABF-4327-8B4A-B865A3DA7E55}"/>
              </a:ext>
            </a:extLst>
          </p:cNvPr>
          <p:cNvSpPr/>
          <p:nvPr userDrawn="1"/>
        </p:nvSpPr>
        <p:spPr>
          <a:xfrm>
            <a:off x="6536184" y="2886347"/>
            <a:ext cx="5198616" cy="14570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l">
              <a:lnSpc>
                <a:spcPct val="100000"/>
              </a:lnSpc>
            </a:pPr>
            <a:r>
              <a:rPr lang="en-IN" sz="1000" dirty="0">
                <a:solidFill>
                  <a:schemeClr val="tx1"/>
                </a:solidFill>
              </a:rPr>
              <a:t>Capgemini is a global leader in consulting, digital transformation, technology and engineering  services. The Group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Capgemini is driven by the conviction that the business value of technology comes from and through people. Today, it is a multicultural company of 270,000 team members in almost 50 countries. With Altran, the Group reported 2019 combined revenues of €17billion.</a:t>
            </a:r>
          </a:p>
        </p:txBody>
      </p:sp>
      <p:sp>
        <p:nvSpPr>
          <p:cNvPr id="28" name="Rectangle 27">
            <a:extLst>
              <a:ext uri="{FF2B5EF4-FFF2-40B4-BE49-F238E27FC236}">
                <a16:creationId xmlns:a16="http://schemas.microsoft.com/office/drawing/2014/main" id="{5EBE5775-E25A-4942-9724-C6CC88298EDA}"/>
              </a:ext>
            </a:extLst>
          </p:cNvPr>
          <p:cNvSpPr/>
          <p:nvPr userDrawn="1"/>
        </p:nvSpPr>
        <p:spPr>
          <a:xfrm>
            <a:off x="6536184" y="2886347"/>
            <a:ext cx="5198616" cy="14570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pPr>
            <a:endParaRPr lang="en-US" sz="900" dirty="0">
              <a:solidFill>
                <a:schemeClr val="tx1"/>
              </a:solidFill>
            </a:endParaRPr>
          </a:p>
        </p:txBody>
      </p:sp>
      <p:sp>
        <p:nvSpPr>
          <p:cNvPr id="29" name="Rectangle 28">
            <a:extLst>
              <a:ext uri="{FF2B5EF4-FFF2-40B4-BE49-F238E27FC236}">
                <a16:creationId xmlns:a16="http://schemas.microsoft.com/office/drawing/2014/main" id="{C00101C5-A8FA-4BA1-A3FF-E43B85962A58}"/>
              </a:ext>
            </a:extLst>
          </p:cNvPr>
          <p:cNvSpPr/>
          <p:nvPr userDrawn="1"/>
        </p:nvSpPr>
        <p:spPr>
          <a:xfrm>
            <a:off x="415038" y="5579505"/>
            <a:ext cx="4198620" cy="630796"/>
          </a:xfrm>
          <a:prstGeom prst="rect">
            <a:avLst/>
          </a:prstGeom>
        </p:spPr>
        <p:txBody>
          <a:bodyPr wrap="square" lIns="0" tIns="0" rIns="0" bIns="0" anchor="b" anchorCtr="0">
            <a:spAutoFit/>
          </a:bodyPr>
          <a:lstStyle/>
          <a:p>
            <a:pPr>
              <a:spcAft>
                <a:spcPts val="600"/>
              </a:spcAft>
            </a:pPr>
            <a:r>
              <a:rPr lang="en-US" sz="900" noProof="0" dirty="0">
                <a:solidFill>
                  <a:schemeClr val="bg1"/>
                </a:solidFill>
                <a:latin typeface="+mn-lt"/>
                <a:cs typeface="Arial"/>
              </a:rPr>
              <a:t>This message contains information that may be privileged or confidential and is the property of the Capgemini Group.</a:t>
            </a:r>
            <a:br>
              <a:rPr lang="en-US" sz="900" noProof="0" dirty="0">
                <a:solidFill>
                  <a:schemeClr val="bg1"/>
                </a:solidFill>
                <a:latin typeface="+mn-lt"/>
                <a:cs typeface="Arial"/>
              </a:rPr>
            </a:br>
            <a:r>
              <a:rPr lang="en-US" sz="900" noProof="0" dirty="0">
                <a:solidFill>
                  <a:schemeClr val="bg1"/>
                </a:solidFill>
                <a:latin typeface="Arial"/>
                <a:cs typeface="Arial"/>
              </a:rPr>
              <a:t>Copyright © 2020 Capgemini. All rights reserved.</a:t>
            </a:r>
          </a:p>
          <a:p>
            <a:pPr marL="0" marR="0" indent="0" defTabSz="957468" rtl="0" eaLnBrk="1" fontAlgn="auto" latinLnBrk="0" hangingPunct="1">
              <a:lnSpc>
                <a:spcPct val="100000"/>
              </a:lnSpc>
              <a:spcBef>
                <a:spcPts val="0"/>
              </a:spcBef>
              <a:spcAft>
                <a:spcPts val="600"/>
              </a:spcAft>
              <a:buClrTx/>
              <a:buSzTx/>
              <a:buFontTx/>
              <a:buNone/>
              <a:tabLst/>
              <a:defRPr/>
            </a:pPr>
            <a:r>
              <a:rPr lang="en-US" sz="900" noProof="0" dirty="0">
                <a:solidFill>
                  <a:schemeClr val="bg1"/>
                </a:solidFill>
                <a:latin typeface="Arial"/>
                <a:cs typeface="Arial"/>
              </a:rPr>
              <a:t>Rightshore</a:t>
            </a:r>
            <a:r>
              <a:rPr lang="en-US" sz="900" baseline="30000" noProof="0" dirty="0">
                <a:solidFill>
                  <a:schemeClr val="bg1"/>
                </a:solidFill>
                <a:latin typeface="Arial"/>
                <a:cs typeface="Arial"/>
              </a:rPr>
              <a:t>®</a:t>
            </a:r>
            <a:r>
              <a:rPr lang="en-US" sz="900" noProof="0" dirty="0">
                <a:solidFill>
                  <a:schemeClr val="bg1"/>
                </a:solidFill>
                <a:latin typeface="Arial"/>
                <a:cs typeface="Arial"/>
              </a:rPr>
              <a:t> is a trademark belonging to Capgemini.</a:t>
            </a:r>
          </a:p>
        </p:txBody>
      </p:sp>
      <p:sp>
        <p:nvSpPr>
          <p:cNvPr id="32" name="Rectangle 31">
            <a:extLst>
              <a:ext uri="{FF2B5EF4-FFF2-40B4-BE49-F238E27FC236}">
                <a16:creationId xmlns:a16="http://schemas.microsoft.com/office/drawing/2014/main" id="{067BE197-859F-45D5-91E8-4C3A4880CE59}"/>
              </a:ext>
            </a:extLst>
          </p:cNvPr>
          <p:cNvSpPr/>
          <p:nvPr userDrawn="1"/>
        </p:nvSpPr>
        <p:spPr>
          <a:xfrm>
            <a:off x="6536184" y="5933303"/>
            <a:ext cx="5219699" cy="276999"/>
          </a:xfrm>
          <a:prstGeom prst="rect">
            <a:avLst/>
          </a:prstGeom>
        </p:spPr>
        <p:txBody>
          <a:bodyPr wrap="square" lIns="0" tIns="0" rIns="0" bIns="0" anchor="b" anchorCtr="0">
            <a:spAutoFit/>
          </a:bodyPr>
          <a:lstStyle/>
          <a:p>
            <a:pPr>
              <a:spcAft>
                <a:spcPts val="600"/>
              </a:spcAft>
            </a:pPr>
            <a:r>
              <a:rPr lang="en-US" sz="600" dirty="0">
                <a:cs typeface="Arial"/>
              </a:rPr>
              <a:t>This message is intended only for the person to whom it is addressed. If you are not the intended recipient, you are not authorized to read, print, retain, copy, disseminate, distribute, or use this message or any part thereof. If you receive this message in error, please notify the sender immediately and delete all copies of this message. </a:t>
            </a:r>
          </a:p>
        </p:txBody>
      </p:sp>
      <p:sp>
        <p:nvSpPr>
          <p:cNvPr id="33" name="Rectangle 32">
            <a:extLst>
              <a:ext uri="{FF2B5EF4-FFF2-40B4-BE49-F238E27FC236}">
                <a16:creationId xmlns:a16="http://schemas.microsoft.com/office/drawing/2014/main" id="{7AB37B5D-1D9A-4CA2-A1BB-78C3F03CA966}"/>
              </a:ext>
            </a:extLst>
          </p:cNvPr>
          <p:cNvSpPr/>
          <p:nvPr userDrawn="1"/>
        </p:nvSpPr>
        <p:spPr>
          <a:xfrm>
            <a:off x="6536185" y="4731058"/>
            <a:ext cx="260781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lnSpc>
                <a:spcPts val="1200"/>
              </a:lnSpc>
              <a:spcAft>
                <a:spcPts val="600"/>
              </a:spcAft>
            </a:pPr>
            <a:r>
              <a:rPr lang="en-US" sz="900" dirty="0">
                <a:solidFill>
                  <a:schemeClr val="tx1"/>
                </a:solidFill>
              </a:rPr>
              <a:t>Visit us at </a:t>
            </a:r>
            <a:r>
              <a:rPr lang="en-US" sz="1400" dirty="0">
                <a:solidFill>
                  <a:schemeClr val="accent2"/>
                </a:solidFill>
              </a:rPr>
              <a:t>www.capgemini.com</a:t>
            </a:r>
          </a:p>
        </p:txBody>
      </p:sp>
    </p:spTree>
    <p:extLst>
      <p:ext uri="{BB962C8B-B14F-4D97-AF65-F5344CB8AC3E}">
        <p14:creationId xmlns:p14="http://schemas.microsoft.com/office/powerpoint/2010/main" val="243542756"/>
      </p:ext>
    </p:extLst>
  </p:cSld>
  <p:clrMapOvr>
    <a:masterClrMapping/>
  </p:clrMapOvr>
  <p:extLst>
    <p:ext uri="{DCECCB84-F9BA-43D5-87BE-67443E8EF086}">
      <p15:sldGuideLst xmlns:p15="http://schemas.microsoft.com/office/powerpoint/2012/main"/>
    </p:ext>
  </p:extLst>
</p:sldLayout>
</file>

<file path=ppt/slideLayouts/slideLayout196.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dirty="0"/>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dirty="0"/>
          </a:p>
        </p:txBody>
      </p:sp>
      <p:pic>
        <p:nvPicPr>
          <p:cNvPr id="6" name="Image 5" descr="Une image contenant texte&#10;&#10;Description générée automatiquement">
            <a:extLst>
              <a:ext uri="{FF2B5EF4-FFF2-40B4-BE49-F238E27FC236}">
                <a16:creationId xmlns:a16="http://schemas.microsoft.com/office/drawing/2014/main" id="{B290AA58-6524-4A50-851C-8EA6E75AA5E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155116" y="260648"/>
            <a:ext cx="3024000" cy="1226177"/>
          </a:xfrm>
          <a:prstGeom prst="rect">
            <a:avLst/>
          </a:prstGeom>
        </p:spPr>
      </p:pic>
    </p:spTree>
    <p:extLst>
      <p:ext uri="{BB962C8B-B14F-4D97-AF65-F5344CB8AC3E}">
        <p14:creationId xmlns:p14="http://schemas.microsoft.com/office/powerpoint/2010/main" val="1548571647"/>
      </p:ext>
    </p:extLst>
  </p:cSld>
  <p:clrMapOvr>
    <a:masterClrMapping/>
  </p:clrMapOvr>
  <p:extLst>
    <p:ext uri="{DCECCB84-F9BA-43D5-87BE-67443E8EF086}">
      <p15:sldGuideLst xmlns:p15="http://schemas.microsoft.com/office/powerpoint/2012/main"/>
    </p:ext>
  </p:extLst>
</p:sldLayout>
</file>

<file path=ppt/slideLayouts/slideLayout197.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dirty="0"/>
              <a:t>Insert Picture and send to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dirty="0"/>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1928909796"/>
      </p:ext>
    </p:extLst>
  </p:cSld>
  <p:clrMapOvr>
    <a:masterClrMapping/>
  </p:clrMapOvr>
  <p:extLst>
    <p:ext uri="{DCECCB84-F9BA-43D5-87BE-67443E8EF086}">
      <p15:sldGuideLst xmlns:p15="http://schemas.microsoft.com/office/powerpoint/2012/main"/>
    </p:ext>
  </p:extLst>
</p:sldLayout>
</file>

<file path=ppt/slideLayouts/slideLayout198.xml><?xml version="1.0" encoding="utf-8"?>
<p:sldLayout xmlns:a="http://schemas.openxmlformats.org/drawingml/2006/main" xmlns:r="http://schemas.openxmlformats.org/officeDocument/2006/relationships" xmlns:p="http://schemas.openxmlformats.org/presentationml/2006/main" showMasterSp="0" preserve="1" userDrawn="1">
  <p:cSld name="1_Title Slide 2">
    <p:bg>
      <p:bgPr>
        <a:solidFill>
          <a:srgbClr val="2B0A3D"/>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dirty="0"/>
              <a:t>Insert Picture and send to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dirty="0"/>
          </a:p>
        </p:txBody>
      </p:sp>
      <p:pic>
        <p:nvPicPr>
          <p:cNvPr id="7" name="Image 6" descr="Une image contenant texte&#10;&#10;Description générée automatiquement">
            <a:extLst>
              <a:ext uri="{FF2B5EF4-FFF2-40B4-BE49-F238E27FC236}">
                <a16:creationId xmlns:a16="http://schemas.microsoft.com/office/drawing/2014/main" id="{873884F3-4760-488E-A25C-0D285C88AE32}"/>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8408" y="260648"/>
            <a:ext cx="3024000" cy="1226177"/>
          </a:xfrm>
          <a:prstGeom prst="rect">
            <a:avLst/>
          </a:prstGeom>
        </p:spPr>
      </p:pic>
    </p:spTree>
    <p:extLst>
      <p:ext uri="{BB962C8B-B14F-4D97-AF65-F5344CB8AC3E}">
        <p14:creationId xmlns:p14="http://schemas.microsoft.com/office/powerpoint/2010/main" val="794343718"/>
      </p:ext>
    </p:extLst>
  </p:cSld>
  <p:clrMapOvr>
    <a:masterClrMapping/>
  </p:clrMapOvr>
  <p:extLst>
    <p:ext uri="{DCECCB84-F9BA-43D5-87BE-67443E8EF086}">
      <p15:sldGuideLst xmlns:p15="http://schemas.microsoft.com/office/powerpoint/2012/main"/>
    </p:ext>
  </p:extLst>
</p:sldLayout>
</file>

<file path=ppt/slideLayouts/slideLayout199.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23" name="Picture Placeholder 22">
            <a:extLst>
              <a:ext uri="{FF2B5EF4-FFF2-40B4-BE49-F238E27FC236}">
                <a16:creationId xmlns:a16="http://schemas.microsoft.com/office/drawing/2014/main" id="{B92814EB-708F-421C-9F3F-E5C7B767B62F}"/>
              </a:ext>
            </a:extLst>
          </p:cNvPr>
          <p:cNvSpPr>
            <a:spLocks noGrp="1"/>
          </p:cNvSpPr>
          <p:nvPr>
            <p:ph type="pic" sz="quarter" idx="10" hasCustomPrompt="1"/>
          </p:nvPr>
        </p:nvSpPr>
        <p:spPr>
          <a:xfrm>
            <a:off x="0" y="0"/>
            <a:ext cx="12192000" cy="6858000"/>
          </a:xfrm>
          <a:custGeom>
            <a:avLst/>
            <a:gdLst>
              <a:gd name="connsiteX0" fmla="*/ 10205289 w 12192000"/>
              <a:gd name="connsiteY0" fmla="*/ 966629 h 6858000"/>
              <a:gd name="connsiteX1" fmla="*/ 10155045 w 12192000"/>
              <a:gd name="connsiteY1" fmla="*/ 1089100 h 6858000"/>
              <a:gd name="connsiteX2" fmla="*/ 10129923 w 12192000"/>
              <a:gd name="connsiteY2" fmla="*/ 1057697 h 6858000"/>
              <a:gd name="connsiteX3" fmla="*/ 10205289 w 12192000"/>
              <a:gd name="connsiteY3" fmla="*/ 966629 h 6858000"/>
              <a:gd name="connsiteX4" fmla="*/ 10359163 w 12192000"/>
              <a:gd name="connsiteY4" fmla="*/ 768791 h 6858000"/>
              <a:gd name="connsiteX5" fmla="*/ 10381145 w 12192000"/>
              <a:gd name="connsiteY5" fmla="*/ 803334 h 6858000"/>
              <a:gd name="connsiteX6" fmla="*/ 10330900 w 12192000"/>
              <a:gd name="connsiteY6" fmla="*/ 875561 h 6858000"/>
              <a:gd name="connsiteX7" fmla="*/ 10359163 w 12192000"/>
              <a:gd name="connsiteY7" fmla="*/ 768791 h 6858000"/>
              <a:gd name="connsiteX8" fmla="*/ 11203898 w 12192000"/>
              <a:gd name="connsiteY8" fmla="*/ 658881 h 6858000"/>
              <a:gd name="connsiteX9" fmla="*/ 11178776 w 12192000"/>
              <a:gd name="connsiteY9" fmla="*/ 684003 h 6858000"/>
              <a:gd name="connsiteX10" fmla="*/ 11203898 w 12192000"/>
              <a:gd name="connsiteY10" fmla="*/ 709126 h 6858000"/>
              <a:gd name="connsiteX11" fmla="*/ 11229020 w 12192000"/>
              <a:gd name="connsiteY11" fmla="*/ 684003 h 6858000"/>
              <a:gd name="connsiteX12" fmla="*/ 11203898 w 12192000"/>
              <a:gd name="connsiteY12" fmla="*/ 658881 h 6858000"/>
              <a:gd name="connsiteX13" fmla="*/ 10842765 w 12192000"/>
              <a:gd name="connsiteY13" fmla="*/ 646320 h 6858000"/>
              <a:gd name="connsiteX14" fmla="*/ 10817643 w 12192000"/>
              <a:gd name="connsiteY14" fmla="*/ 674583 h 6858000"/>
              <a:gd name="connsiteX15" fmla="*/ 10842765 w 12192000"/>
              <a:gd name="connsiteY15" fmla="*/ 699705 h 6858000"/>
              <a:gd name="connsiteX16" fmla="*/ 10867887 w 12192000"/>
              <a:gd name="connsiteY16" fmla="*/ 671442 h 6858000"/>
              <a:gd name="connsiteX17" fmla="*/ 10842765 w 12192000"/>
              <a:gd name="connsiteY17" fmla="*/ 646320 h 6858000"/>
              <a:gd name="connsiteX18" fmla="*/ 9570952 w 12192000"/>
              <a:gd name="connsiteY18" fmla="*/ 621198 h 6858000"/>
              <a:gd name="connsiteX19" fmla="*/ 9420219 w 12192000"/>
              <a:gd name="connsiteY19" fmla="*/ 806475 h 6858000"/>
              <a:gd name="connsiteX20" fmla="*/ 9545830 w 12192000"/>
              <a:gd name="connsiteY20" fmla="*/ 969769 h 6858000"/>
              <a:gd name="connsiteX21" fmla="*/ 9665161 w 12192000"/>
              <a:gd name="connsiteY21" fmla="*/ 894402 h 6858000"/>
              <a:gd name="connsiteX22" fmla="*/ 9724826 w 12192000"/>
              <a:gd name="connsiteY22" fmla="*/ 954068 h 6858000"/>
              <a:gd name="connsiteX23" fmla="*/ 9797053 w 12192000"/>
              <a:gd name="connsiteY23" fmla="*/ 900683 h 6858000"/>
              <a:gd name="connsiteX24" fmla="*/ 9847297 w 12192000"/>
              <a:gd name="connsiteY24" fmla="*/ 954068 h 6858000"/>
              <a:gd name="connsiteX25" fmla="*/ 9894401 w 12192000"/>
              <a:gd name="connsiteY25" fmla="*/ 928946 h 6858000"/>
              <a:gd name="connsiteX26" fmla="*/ 9947786 w 12192000"/>
              <a:gd name="connsiteY26" fmla="*/ 1092240 h 6858000"/>
              <a:gd name="connsiteX27" fmla="*/ 9935225 w 12192000"/>
              <a:gd name="connsiteY27" fmla="*/ 957208 h 6858000"/>
              <a:gd name="connsiteX28" fmla="*/ 9985470 w 12192000"/>
              <a:gd name="connsiteY28" fmla="*/ 775072 h 6858000"/>
              <a:gd name="connsiteX29" fmla="*/ 10013732 w 12192000"/>
              <a:gd name="connsiteY29" fmla="*/ 828457 h 6858000"/>
              <a:gd name="connsiteX30" fmla="*/ 10007452 w 12192000"/>
              <a:gd name="connsiteY30" fmla="*/ 875561 h 6858000"/>
              <a:gd name="connsiteX31" fmla="*/ 9944646 w 12192000"/>
              <a:gd name="connsiteY31" fmla="*/ 935226 h 6858000"/>
              <a:gd name="connsiteX32" fmla="*/ 9969768 w 12192000"/>
              <a:gd name="connsiteY32" fmla="*/ 954068 h 6858000"/>
              <a:gd name="connsiteX33" fmla="*/ 10045135 w 12192000"/>
              <a:gd name="connsiteY33" fmla="*/ 878701 h 6858000"/>
              <a:gd name="connsiteX34" fmla="*/ 10092239 w 12192000"/>
              <a:gd name="connsiteY34" fmla="*/ 844158 h 6858000"/>
              <a:gd name="connsiteX35" fmla="*/ 10092239 w 12192000"/>
              <a:gd name="connsiteY35" fmla="*/ 859859 h 6858000"/>
              <a:gd name="connsiteX36" fmla="*/ 10148764 w 12192000"/>
              <a:gd name="connsiteY36" fmla="*/ 938366 h 6858000"/>
              <a:gd name="connsiteX37" fmla="*/ 10208430 w 12192000"/>
              <a:gd name="connsiteY37" fmla="*/ 891262 h 6858000"/>
              <a:gd name="connsiteX38" fmla="*/ 10211570 w 12192000"/>
              <a:gd name="connsiteY38" fmla="*/ 935226 h 6858000"/>
              <a:gd name="connsiteX39" fmla="*/ 10098520 w 12192000"/>
              <a:gd name="connsiteY39" fmla="*/ 1057697 h 6858000"/>
              <a:gd name="connsiteX40" fmla="*/ 10158185 w 12192000"/>
              <a:gd name="connsiteY40" fmla="*/ 1120503 h 6858000"/>
              <a:gd name="connsiteX41" fmla="*/ 10252393 w 12192000"/>
              <a:gd name="connsiteY41" fmla="*/ 947787 h 6858000"/>
              <a:gd name="connsiteX42" fmla="*/ 10315199 w 12192000"/>
              <a:gd name="connsiteY42" fmla="*/ 919525 h 6858000"/>
              <a:gd name="connsiteX43" fmla="*/ 10381145 w 12192000"/>
              <a:gd name="connsiteY43" fmla="*/ 954068 h 6858000"/>
              <a:gd name="connsiteX44" fmla="*/ 10481634 w 12192000"/>
              <a:gd name="connsiteY44" fmla="*/ 884982 h 6858000"/>
              <a:gd name="connsiteX45" fmla="*/ 10513037 w 12192000"/>
              <a:gd name="connsiteY45" fmla="*/ 954068 h 6858000"/>
              <a:gd name="connsiteX46" fmla="*/ 10578983 w 12192000"/>
              <a:gd name="connsiteY46" fmla="*/ 778212 h 6858000"/>
              <a:gd name="connsiteX47" fmla="*/ 10632367 w 12192000"/>
              <a:gd name="connsiteY47" fmla="*/ 969769 h 6858000"/>
              <a:gd name="connsiteX48" fmla="*/ 10704594 w 12192000"/>
              <a:gd name="connsiteY48" fmla="*/ 800194 h 6858000"/>
              <a:gd name="connsiteX49" fmla="*/ 10767400 w 12192000"/>
              <a:gd name="connsiteY49" fmla="*/ 954068 h 6858000"/>
              <a:gd name="connsiteX50" fmla="*/ 10830205 w 12192000"/>
              <a:gd name="connsiteY50" fmla="*/ 866140 h 6858000"/>
              <a:gd name="connsiteX51" fmla="*/ 10893011 w 12192000"/>
              <a:gd name="connsiteY51" fmla="*/ 954068 h 6858000"/>
              <a:gd name="connsiteX52" fmla="*/ 10949536 w 12192000"/>
              <a:gd name="connsiteY52" fmla="*/ 900683 h 6858000"/>
              <a:gd name="connsiteX53" fmla="*/ 10980939 w 12192000"/>
              <a:gd name="connsiteY53" fmla="*/ 954068 h 6858000"/>
              <a:gd name="connsiteX54" fmla="*/ 11059446 w 12192000"/>
              <a:gd name="connsiteY54" fmla="*/ 778212 h 6858000"/>
              <a:gd name="connsiteX55" fmla="*/ 11144233 w 12192000"/>
              <a:gd name="connsiteY55" fmla="*/ 954068 h 6858000"/>
              <a:gd name="connsiteX56" fmla="*/ 11197618 w 12192000"/>
              <a:gd name="connsiteY56" fmla="*/ 894402 h 6858000"/>
              <a:gd name="connsiteX57" fmla="*/ 11244722 w 12192000"/>
              <a:gd name="connsiteY57" fmla="*/ 954068 h 6858000"/>
              <a:gd name="connsiteX58" fmla="*/ 11272985 w 12192000"/>
              <a:gd name="connsiteY58" fmla="*/ 938366 h 6858000"/>
              <a:gd name="connsiteX59" fmla="*/ 11225881 w 12192000"/>
              <a:gd name="connsiteY59" fmla="*/ 784493 h 6858000"/>
              <a:gd name="connsiteX60" fmla="*/ 11207039 w 12192000"/>
              <a:gd name="connsiteY60" fmla="*/ 740529 h 6858000"/>
              <a:gd name="connsiteX61" fmla="*/ 11188197 w 12192000"/>
              <a:gd name="connsiteY61" fmla="*/ 743669 h 6858000"/>
              <a:gd name="connsiteX62" fmla="*/ 11147374 w 12192000"/>
              <a:gd name="connsiteY62" fmla="*/ 913244 h 6858000"/>
              <a:gd name="connsiteX63" fmla="*/ 11062586 w 12192000"/>
              <a:gd name="connsiteY63" fmla="*/ 721687 h 6858000"/>
              <a:gd name="connsiteX64" fmla="*/ 10984079 w 12192000"/>
              <a:gd name="connsiteY64" fmla="*/ 875561 h 6858000"/>
              <a:gd name="connsiteX65" fmla="*/ 10977798 w 12192000"/>
              <a:gd name="connsiteY65" fmla="*/ 803334 h 6858000"/>
              <a:gd name="connsiteX66" fmla="*/ 10980939 w 12192000"/>
              <a:gd name="connsiteY66" fmla="*/ 765651 h 6858000"/>
              <a:gd name="connsiteX67" fmla="*/ 10943255 w 12192000"/>
              <a:gd name="connsiteY67" fmla="*/ 740529 h 6858000"/>
              <a:gd name="connsiteX68" fmla="*/ 10896151 w 12192000"/>
              <a:gd name="connsiteY68" fmla="*/ 916384 h 6858000"/>
              <a:gd name="connsiteX69" fmla="*/ 10858468 w 12192000"/>
              <a:gd name="connsiteY69" fmla="*/ 790773 h 6858000"/>
              <a:gd name="connsiteX70" fmla="*/ 10820784 w 12192000"/>
              <a:gd name="connsiteY70" fmla="*/ 740529 h 6858000"/>
              <a:gd name="connsiteX71" fmla="*/ 10773680 w 12192000"/>
              <a:gd name="connsiteY71" fmla="*/ 906964 h 6858000"/>
              <a:gd name="connsiteX72" fmla="*/ 10707734 w 12192000"/>
              <a:gd name="connsiteY72" fmla="*/ 740529 h 6858000"/>
              <a:gd name="connsiteX73" fmla="*/ 10638648 w 12192000"/>
              <a:gd name="connsiteY73" fmla="*/ 897543 h 6858000"/>
              <a:gd name="connsiteX74" fmla="*/ 10578983 w 12192000"/>
              <a:gd name="connsiteY74" fmla="*/ 721687 h 6858000"/>
              <a:gd name="connsiteX75" fmla="*/ 10516177 w 12192000"/>
              <a:gd name="connsiteY75" fmla="*/ 847298 h 6858000"/>
              <a:gd name="connsiteX76" fmla="*/ 10509897 w 12192000"/>
              <a:gd name="connsiteY76" fmla="*/ 847298 h 6858000"/>
              <a:gd name="connsiteX77" fmla="*/ 10509897 w 12192000"/>
              <a:gd name="connsiteY77" fmla="*/ 809615 h 6858000"/>
              <a:gd name="connsiteX78" fmla="*/ 10475353 w 12192000"/>
              <a:gd name="connsiteY78" fmla="*/ 737388 h 6858000"/>
              <a:gd name="connsiteX79" fmla="*/ 10387426 w 12192000"/>
              <a:gd name="connsiteY79" fmla="*/ 919525 h 6858000"/>
              <a:gd name="connsiteX80" fmla="*/ 10349742 w 12192000"/>
              <a:gd name="connsiteY80" fmla="*/ 903823 h 6858000"/>
              <a:gd name="connsiteX81" fmla="*/ 10425109 w 12192000"/>
              <a:gd name="connsiteY81" fmla="*/ 800194 h 6858000"/>
              <a:gd name="connsiteX82" fmla="*/ 10365444 w 12192000"/>
              <a:gd name="connsiteY82" fmla="*/ 740529 h 6858000"/>
              <a:gd name="connsiteX83" fmla="*/ 10286937 w 12192000"/>
              <a:gd name="connsiteY83" fmla="*/ 837877 h 6858000"/>
              <a:gd name="connsiteX84" fmla="*/ 10299498 w 12192000"/>
              <a:gd name="connsiteY84" fmla="*/ 900683 h 6858000"/>
              <a:gd name="connsiteX85" fmla="*/ 10249253 w 12192000"/>
              <a:gd name="connsiteY85" fmla="*/ 922665 h 6858000"/>
              <a:gd name="connsiteX86" fmla="*/ 10239832 w 12192000"/>
              <a:gd name="connsiteY86" fmla="*/ 784493 h 6858000"/>
              <a:gd name="connsiteX87" fmla="*/ 10202149 w 12192000"/>
              <a:gd name="connsiteY87" fmla="*/ 815895 h 6858000"/>
              <a:gd name="connsiteX88" fmla="*/ 10155045 w 12192000"/>
              <a:gd name="connsiteY88" fmla="*/ 897543 h 6858000"/>
              <a:gd name="connsiteX89" fmla="*/ 10133063 w 12192000"/>
              <a:gd name="connsiteY89" fmla="*/ 863000 h 6858000"/>
              <a:gd name="connsiteX90" fmla="*/ 10236692 w 12192000"/>
              <a:gd name="connsiteY90" fmla="*/ 762511 h 6858000"/>
              <a:gd name="connsiteX91" fmla="*/ 10202149 w 12192000"/>
              <a:gd name="connsiteY91" fmla="*/ 727968 h 6858000"/>
              <a:gd name="connsiteX92" fmla="*/ 10107941 w 12192000"/>
              <a:gd name="connsiteY92" fmla="*/ 784493 h 6858000"/>
              <a:gd name="connsiteX93" fmla="*/ 10051415 w 12192000"/>
              <a:gd name="connsiteY93" fmla="*/ 841018 h 6858000"/>
              <a:gd name="connsiteX94" fmla="*/ 10051415 w 12192000"/>
              <a:gd name="connsiteY94" fmla="*/ 825316 h 6858000"/>
              <a:gd name="connsiteX95" fmla="*/ 9985470 w 12192000"/>
              <a:gd name="connsiteY95" fmla="*/ 734248 h 6858000"/>
              <a:gd name="connsiteX96" fmla="*/ 9932085 w 12192000"/>
              <a:gd name="connsiteY96" fmla="*/ 775072 h 6858000"/>
              <a:gd name="connsiteX97" fmla="*/ 9910103 w 12192000"/>
              <a:gd name="connsiteY97" fmla="*/ 740529 h 6858000"/>
              <a:gd name="connsiteX98" fmla="*/ 9884981 w 12192000"/>
              <a:gd name="connsiteY98" fmla="*/ 746809 h 6858000"/>
              <a:gd name="connsiteX99" fmla="*/ 9891261 w 12192000"/>
              <a:gd name="connsiteY99" fmla="*/ 812755 h 6858000"/>
              <a:gd name="connsiteX100" fmla="*/ 9850437 w 12192000"/>
              <a:gd name="connsiteY100" fmla="*/ 922665 h 6858000"/>
              <a:gd name="connsiteX101" fmla="*/ 9822175 w 12192000"/>
              <a:gd name="connsiteY101" fmla="*/ 800194 h 6858000"/>
              <a:gd name="connsiteX102" fmla="*/ 9809614 w 12192000"/>
              <a:gd name="connsiteY102" fmla="*/ 797054 h 6858000"/>
              <a:gd name="connsiteX103" fmla="*/ 9781351 w 12192000"/>
              <a:gd name="connsiteY103" fmla="*/ 853579 h 6858000"/>
              <a:gd name="connsiteX104" fmla="*/ 9734247 w 12192000"/>
              <a:gd name="connsiteY104" fmla="*/ 919525 h 6858000"/>
              <a:gd name="connsiteX105" fmla="*/ 9709125 w 12192000"/>
              <a:gd name="connsiteY105" fmla="*/ 878701 h 6858000"/>
              <a:gd name="connsiteX106" fmla="*/ 9819035 w 12192000"/>
              <a:gd name="connsiteY106" fmla="*/ 778212 h 6858000"/>
              <a:gd name="connsiteX107" fmla="*/ 9784492 w 12192000"/>
              <a:gd name="connsiteY107" fmla="*/ 740529 h 6858000"/>
              <a:gd name="connsiteX108" fmla="*/ 9674582 w 12192000"/>
              <a:gd name="connsiteY108" fmla="*/ 825316 h 6858000"/>
              <a:gd name="connsiteX109" fmla="*/ 9555251 w 12192000"/>
              <a:gd name="connsiteY109" fmla="*/ 925805 h 6858000"/>
              <a:gd name="connsiteX110" fmla="*/ 9473604 w 12192000"/>
              <a:gd name="connsiteY110" fmla="*/ 800194 h 6858000"/>
              <a:gd name="connsiteX111" fmla="*/ 9567812 w 12192000"/>
              <a:gd name="connsiteY111" fmla="*/ 655741 h 6858000"/>
              <a:gd name="connsiteX112" fmla="*/ 9608636 w 12192000"/>
              <a:gd name="connsiteY112" fmla="*/ 721687 h 6858000"/>
              <a:gd name="connsiteX113" fmla="*/ 9655740 w 12192000"/>
              <a:gd name="connsiteY113" fmla="*/ 687144 h 6858000"/>
              <a:gd name="connsiteX114" fmla="*/ 9570952 w 12192000"/>
              <a:gd name="connsiteY114" fmla="*/ 621198 h 6858000"/>
              <a:gd name="connsiteX115" fmla="*/ 11503938 w 12192000"/>
              <a:gd name="connsiteY115" fmla="*/ 612538 h 6858000"/>
              <a:gd name="connsiteX116" fmla="*/ 11291551 w 12192000"/>
              <a:gd name="connsiteY116" fmla="*/ 832051 h 6858000"/>
              <a:gd name="connsiteX117" fmla="*/ 11365123 w 12192000"/>
              <a:gd name="connsiteY117" fmla="*/ 940418 h 6858000"/>
              <a:gd name="connsiteX118" fmla="*/ 11440083 w 12192000"/>
              <a:gd name="connsiteY118" fmla="*/ 941808 h 6858000"/>
              <a:gd name="connsiteX119" fmla="*/ 11444304 w 12192000"/>
              <a:gd name="connsiteY119" fmla="*/ 939708 h 6858000"/>
              <a:gd name="connsiteX120" fmla="*/ 11445324 w 12192000"/>
              <a:gd name="connsiteY120" fmla="*/ 939542 h 6858000"/>
              <a:gd name="connsiteX121" fmla="*/ 11475268 w 12192000"/>
              <a:gd name="connsiteY121" fmla="*/ 924644 h 6858000"/>
              <a:gd name="connsiteX122" fmla="*/ 11494474 w 12192000"/>
              <a:gd name="connsiteY122" fmla="*/ 907542 h 6858000"/>
              <a:gd name="connsiteX123" fmla="*/ 11488753 w 12192000"/>
              <a:gd name="connsiteY123" fmla="*/ 926162 h 6858000"/>
              <a:gd name="connsiteX124" fmla="*/ 11464846 w 12192000"/>
              <a:gd name="connsiteY124" fmla="*/ 951842 h 6858000"/>
              <a:gd name="connsiteX125" fmla="*/ 11432834 w 12192000"/>
              <a:gd name="connsiteY125" fmla="*/ 964214 h 6858000"/>
              <a:gd name="connsiteX126" fmla="*/ 11433416 w 12192000"/>
              <a:gd name="connsiteY126" fmla="*/ 964508 h 6858000"/>
              <a:gd name="connsiteX127" fmla="*/ 11427416 w 12192000"/>
              <a:gd name="connsiteY127" fmla="*/ 966826 h 6858000"/>
              <a:gd name="connsiteX128" fmla="*/ 11478812 w 12192000"/>
              <a:gd name="connsiteY128" fmla="*/ 980728 h 6858000"/>
              <a:gd name="connsiteX129" fmla="*/ 11601049 w 12192000"/>
              <a:gd name="connsiteY129" fmla="*/ 940412 h 6858000"/>
              <a:gd name="connsiteX130" fmla="*/ 11600229 w 12192000"/>
              <a:gd name="connsiteY130" fmla="*/ 940299 h 6858000"/>
              <a:gd name="connsiteX131" fmla="*/ 11604054 w 12192000"/>
              <a:gd name="connsiteY131" fmla="*/ 938167 h 6858000"/>
              <a:gd name="connsiteX132" fmla="*/ 11561078 w 12192000"/>
              <a:gd name="connsiteY132" fmla="*/ 923772 h 6858000"/>
              <a:gd name="connsiteX133" fmla="*/ 11546930 w 12192000"/>
              <a:gd name="connsiteY133" fmla="*/ 891807 h 6858000"/>
              <a:gd name="connsiteX134" fmla="*/ 11567885 w 12192000"/>
              <a:gd name="connsiteY134" fmla="*/ 908611 h 6858000"/>
              <a:gd name="connsiteX135" fmla="*/ 11601049 w 12192000"/>
              <a:gd name="connsiteY135" fmla="*/ 915389 h 6858000"/>
              <a:gd name="connsiteX136" fmla="*/ 11650104 w 12192000"/>
              <a:gd name="connsiteY136" fmla="*/ 900067 h 6858000"/>
              <a:gd name="connsiteX137" fmla="*/ 11650828 w 12192000"/>
              <a:gd name="connsiteY137" fmla="*/ 899169 h 6858000"/>
              <a:gd name="connsiteX138" fmla="*/ 11652427 w 12192000"/>
              <a:gd name="connsiteY138" fmla="*/ 898382 h 6858000"/>
              <a:gd name="connsiteX139" fmla="*/ 11683608 w 12192000"/>
              <a:gd name="connsiteY139" fmla="*/ 859705 h 6858000"/>
              <a:gd name="connsiteX140" fmla="*/ 11690343 w 12192000"/>
              <a:gd name="connsiteY140" fmla="*/ 825792 h 6858000"/>
              <a:gd name="connsiteX141" fmla="*/ 11690350 w 12192000"/>
              <a:gd name="connsiteY141" fmla="*/ 825831 h 6858000"/>
              <a:gd name="connsiteX142" fmla="*/ 11690350 w 12192000"/>
              <a:gd name="connsiteY142" fmla="*/ 825754 h 6858000"/>
              <a:gd name="connsiteX143" fmla="*/ 11690350 w 12192000"/>
              <a:gd name="connsiteY143" fmla="*/ 823091 h 6858000"/>
              <a:gd name="connsiteX144" fmla="*/ 11623276 w 12192000"/>
              <a:gd name="connsiteY144" fmla="*/ 684719 h 6858000"/>
              <a:gd name="connsiteX145" fmla="*/ 11573655 w 12192000"/>
              <a:gd name="connsiteY145" fmla="*/ 647215 h 6858000"/>
              <a:gd name="connsiteX146" fmla="*/ 11570681 w 12192000"/>
              <a:gd name="connsiteY146" fmla="*/ 645708 h 6858000"/>
              <a:gd name="connsiteX147" fmla="*/ 11570221 w 12192000"/>
              <a:gd name="connsiteY147" fmla="*/ 645361 h 6858000"/>
              <a:gd name="connsiteX148" fmla="*/ 11513655 w 12192000"/>
              <a:gd name="connsiteY148" fmla="*/ 616706 h 6858000"/>
              <a:gd name="connsiteX149" fmla="*/ 11503938 w 12192000"/>
              <a:gd name="connsiteY149" fmla="*/ 612538 h 6858000"/>
              <a:gd name="connsiteX150" fmla="*/ 0 w 12192000"/>
              <a:gd name="connsiteY150" fmla="*/ 0 h 6858000"/>
              <a:gd name="connsiteX151" fmla="*/ 12192000 w 12192000"/>
              <a:gd name="connsiteY151" fmla="*/ 0 h 6858000"/>
              <a:gd name="connsiteX152" fmla="*/ 12192000 w 12192000"/>
              <a:gd name="connsiteY152" fmla="*/ 6858000 h 6858000"/>
              <a:gd name="connsiteX153" fmla="*/ 0 w 12192000"/>
              <a:gd name="connsiteY15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Lst>
            <a:rect l="l" t="t" r="r" b="b"/>
            <a:pathLst>
              <a:path w="12192000" h="6858000">
                <a:moveTo>
                  <a:pt x="10205289" y="966629"/>
                </a:moveTo>
                <a:cubicBezTo>
                  <a:pt x="10205289" y="1067118"/>
                  <a:pt x="10180167" y="1089100"/>
                  <a:pt x="10155045" y="1089100"/>
                </a:cubicBezTo>
                <a:cubicBezTo>
                  <a:pt x="10139343" y="1089100"/>
                  <a:pt x="10129923" y="1073399"/>
                  <a:pt x="10129923" y="1057697"/>
                </a:cubicBezTo>
                <a:cubicBezTo>
                  <a:pt x="10129923" y="1013733"/>
                  <a:pt x="10164466" y="988611"/>
                  <a:pt x="10205289" y="966629"/>
                </a:cubicBezTo>
                <a:close/>
                <a:moveTo>
                  <a:pt x="10359163" y="768791"/>
                </a:moveTo>
                <a:cubicBezTo>
                  <a:pt x="10374864" y="768791"/>
                  <a:pt x="10384285" y="781352"/>
                  <a:pt x="10381145" y="803334"/>
                </a:cubicBezTo>
                <a:cubicBezTo>
                  <a:pt x="10378005" y="828457"/>
                  <a:pt x="10362303" y="853579"/>
                  <a:pt x="10330900" y="875561"/>
                </a:cubicBezTo>
                <a:cubicBezTo>
                  <a:pt x="10318339" y="828457"/>
                  <a:pt x="10327760" y="768791"/>
                  <a:pt x="10359163" y="768791"/>
                </a:cubicBezTo>
                <a:close/>
                <a:moveTo>
                  <a:pt x="11203898" y="658881"/>
                </a:moveTo>
                <a:cubicBezTo>
                  <a:pt x="11191337" y="658881"/>
                  <a:pt x="11178776" y="671442"/>
                  <a:pt x="11178776" y="684003"/>
                </a:cubicBezTo>
                <a:cubicBezTo>
                  <a:pt x="11181916" y="696564"/>
                  <a:pt x="11191337" y="709126"/>
                  <a:pt x="11203898" y="709126"/>
                </a:cubicBezTo>
                <a:cubicBezTo>
                  <a:pt x="11216459" y="709126"/>
                  <a:pt x="11229020" y="696564"/>
                  <a:pt x="11229020" y="684003"/>
                </a:cubicBezTo>
                <a:cubicBezTo>
                  <a:pt x="11229020" y="668302"/>
                  <a:pt x="11219600" y="658881"/>
                  <a:pt x="11203898" y="658881"/>
                </a:cubicBezTo>
                <a:close/>
                <a:moveTo>
                  <a:pt x="10842765" y="646320"/>
                </a:moveTo>
                <a:cubicBezTo>
                  <a:pt x="10827064" y="646320"/>
                  <a:pt x="10817643" y="658881"/>
                  <a:pt x="10817643" y="674583"/>
                </a:cubicBezTo>
                <a:cubicBezTo>
                  <a:pt x="10817643" y="690284"/>
                  <a:pt x="10830204" y="702845"/>
                  <a:pt x="10842765" y="699705"/>
                </a:cubicBezTo>
                <a:cubicBezTo>
                  <a:pt x="10858467" y="699705"/>
                  <a:pt x="10867887" y="687144"/>
                  <a:pt x="10867887" y="671442"/>
                </a:cubicBezTo>
                <a:cubicBezTo>
                  <a:pt x="10867887" y="655741"/>
                  <a:pt x="10858467" y="646320"/>
                  <a:pt x="10842765" y="646320"/>
                </a:cubicBezTo>
                <a:close/>
                <a:moveTo>
                  <a:pt x="9570952" y="621198"/>
                </a:moveTo>
                <a:cubicBezTo>
                  <a:pt x="9492445" y="621198"/>
                  <a:pt x="9420219" y="702845"/>
                  <a:pt x="9420219" y="806475"/>
                </a:cubicBezTo>
                <a:cubicBezTo>
                  <a:pt x="9420219" y="906964"/>
                  <a:pt x="9470463" y="969769"/>
                  <a:pt x="9545830" y="969769"/>
                </a:cubicBezTo>
                <a:cubicBezTo>
                  <a:pt x="9592934" y="969769"/>
                  <a:pt x="9636898" y="944647"/>
                  <a:pt x="9665161" y="894402"/>
                </a:cubicBezTo>
                <a:cubicBezTo>
                  <a:pt x="9671441" y="935226"/>
                  <a:pt x="9702844" y="954068"/>
                  <a:pt x="9724826" y="954068"/>
                </a:cubicBezTo>
                <a:cubicBezTo>
                  <a:pt x="9759369" y="954068"/>
                  <a:pt x="9784492" y="932086"/>
                  <a:pt x="9797053" y="900683"/>
                </a:cubicBezTo>
                <a:cubicBezTo>
                  <a:pt x="9803333" y="932086"/>
                  <a:pt x="9822175" y="954068"/>
                  <a:pt x="9847297" y="954068"/>
                </a:cubicBezTo>
                <a:cubicBezTo>
                  <a:pt x="9866139" y="954068"/>
                  <a:pt x="9881840" y="944647"/>
                  <a:pt x="9894401" y="928946"/>
                </a:cubicBezTo>
                <a:cubicBezTo>
                  <a:pt x="9891261" y="1035715"/>
                  <a:pt x="9884981" y="1104801"/>
                  <a:pt x="9947786" y="1092240"/>
                </a:cubicBezTo>
                <a:cubicBezTo>
                  <a:pt x="9938365" y="1060837"/>
                  <a:pt x="9935225" y="1007453"/>
                  <a:pt x="9935225" y="957208"/>
                </a:cubicBezTo>
                <a:cubicBezTo>
                  <a:pt x="9935225" y="822176"/>
                  <a:pt x="9957207" y="775072"/>
                  <a:pt x="9985470" y="775072"/>
                </a:cubicBezTo>
                <a:cubicBezTo>
                  <a:pt x="10007452" y="775072"/>
                  <a:pt x="10013732" y="800194"/>
                  <a:pt x="10013732" y="828457"/>
                </a:cubicBezTo>
                <a:cubicBezTo>
                  <a:pt x="10013732" y="844158"/>
                  <a:pt x="10013732" y="859859"/>
                  <a:pt x="10007452" y="875561"/>
                </a:cubicBezTo>
                <a:cubicBezTo>
                  <a:pt x="9972908" y="897543"/>
                  <a:pt x="9944646" y="913244"/>
                  <a:pt x="9944646" y="935226"/>
                </a:cubicBezTo>
                <a:cubicBezTo>
                  <a:pt x="9944646" y="954068"/>
                  <a:pt x="9957207" y="954068"/>
                  <a:pt x="9969768" y="954068"/>
                </a:cubicBezTo>
                <a:cubicBezTo>
                  <a:pt x="9994890" y="954068"/>
                  <a:pt x="10029433" y="928946"/>
                  <a:pt x="10045135" y="878701"/>
                </a:cubicBezTo>
                <a:cubicBezTo>
                  <a:pt x="10060836" y="869280"/>
                  <a:pt x="10076538" y="859859"/>
                  <a:pt x="10092239" y="844158"/>
                </a:cubicBezTo>
                <a:cubicBezTo>
                  <a:pt x="10092239" y="850439"/>
                  <a:pt x="10092239" y="853579"/>
                  <a:pt x="10092239" y="859859"/>
                </a:cubicBezTo>
                <a:cubicBezTo>
                  <a:pt x="10092239" y="910104"/>
                  <a:pt x="10114221" y="938366"/>
                  <a:pt x="10148764" y="938366"/>
                </a:cubicBezTo>
                <a:cubicBezTo>
                  <a:pt x="10177027" y="938366"/>
                  <a:pt x="10195868" y="919525"/>
                  <a:pt x="10208430" y="891262"/>
                </a:cubicBezTo>
                <a:cubicBezTo>
                  <a:pt x="10208430" y="906964"/>
                  <a:pt x="10208430" y="922665"/>
                  <a:pt x="10211570" y="935226"/>
                </a:cubicBezTo>
                <a:cubicBezTo>
                  <a:pt x="10158185" y="960348"/>
                  <a:pt x="10098520" y="985471"/>
                  <a:pt x="10098520" y="1057697"/>
                </a:cubicBezTo>
                <a:cubicBezTo>
                  <a:pt x="10098520" y="1095380"/>
                  <a:pt x="10123642" y="1120503"/>
                  <a:pt x="10158185" y="1120503"/>
                </a:cubicBezTo>
                <a:cubicBezTo>
                  <a:pt x="10233552" y="1120503"/>
                  <a:pt x="10252393" y="1041996"/>
                  <a:pt x="10252393" y="947787"/>
                </a:cubicBezTo>
                <a:cubicBezTo>
                  <a:pt x="10277516" y="938366"/>
                  <a:pt x="10296357" y="928946"/>
                  <a:pt x="10315199" y="919525"/>
                </a:cubicBezTo>
                <a:cubicBezTo>
                  <a:pt x="10334041" y="941507"/>
                  <a:pt x="10359163" y="954068"/>
                  <a:pt x="10381145" y="954068"/>
                </a:cubicBezTo>
                <a:cubicBezTo>
                  <a:pt x="10425109" y="954068"/>
                  <a:pt x="10456512" y="932086"/>
                  <a:pt x="10481634" y="884982"/>
                </a:cubicBezTo>
                <a:cubicBezTo>
                  <a:pt x="10484774" y="919525"/>
                  <a:pt x="10494195" y="954068"/>
                  <a:pt x="10513037" y="954068"/>
                </a:cubicBezTo>
                <a:cubicBezTo>
                  <a:pt x="10547580" y="954068"/>
                  <a:pt x="10553860" y="778212"/>
                  <a:pt x="10578983" y="778212"/>
                </a:cubicBezTo>
                <a:cubicBezTo>
                  <a:pt x="10597824" y="778212"/>
                  <a:pt x="10582123" y="969769"/>
                  <a:pt x="10632367" y="969769"/>
                </a:cubicBezTo>
                <a:cubicBezTo>
                  <a:pt x="10676331" y="969769"/>
                  <a:pt x="10685752" y="800194"/>
                  <a:pt x="10704594" y="800194"/>
                </a:cubicBezTo>
                <a:cubicBezTo>
                  <a:pt x="10720295" y="800194"/>
                  <a:pt x="10720295" y="954068"/>
                  <a:pt x="10767400" y="954068"/>
                </a:cubicBezTo>
                <a:cubicBezTo>
                  <a:pt x="10789381" y="954068"/>
                  <a:pt x="10817644" y="925805"/>
                  <a:pt x="10830205" y="866140"/>
                </a:cubicBezTo>
                <a:cubicBezTo>
                  <a:pt x="10836486" y="903823"/>
                  <a:pt x="10855327" y="954068"/>
                  <a:pt x="10893011" y="954068"/>
                </a:cubicBezTo>
                <a:cubicBezTo>
                  <a:pt x="10914993" y="954068"/>
                  <a:pt x="10933834" y="932086"/>
                  <a:pt x="10949536" y="900683"/>
                </a:cubicBezTo>
                <a:cubicBezTo>
                  <a:pt x="10952676" y="932086"/>
                  <a:pt x="10962097" y="954068"/>
                  <a:pt x="10980939" y="954068"/>
                </a:cubicBezTo>
                <a:cubicBezTo>
                  <a:pt x="11024903" y="954068"/>
                  <a:pt x="11024903" y="778212"/>
                  <a:pt x="11059446" y="778212"/>
                </a:cubicBezTo>
                <a:cubicBezTo>
                  <a:pt x="11087708" y="778212"/>
                  <a:pt x="11078287" y="954068"/>
                  <a:pt x="11144233" y="954068"/>
                </a:cubicBezTo>
                <a:cubicBezTo>
                  <a:pt x="11175636" y="954068"/>
                  <a:pt x="11191337" y="928946"/>
                  <a:pt x="11197618" y="894402"/>
                </a:cubicBezTo>
                <a:cubicBezTo>
                  <a:pt x="11210179" y="944647"/>
                  <a:pt x="11229021" y="954068"/>
                  <a:pt x="11244722" y="954068"/>
                </a:cubicBezTo>
                <a:cubicBezTo>
                  <a:pt x="11254143" y="954068"/>
                  <a:pt x="11263564" y="950928"/>
                  <a:pt x="11272985" y="938366"/>
                </a:cubicBezTo>
                <a:cubicBezTo>
                  <a:pt x="11219600" y="916384"/>
                  <a:pt x="11225881" y="837877"/>
                  <a:pt x="11225881" y="784493"/>
                </a:cubicBezTo>
                <a:cubicBezTo>
                  <a:pt x="11225881" y="759370"/>
                  <a:pt x="11222740" y="740529"/>
                  <a:pt x="11207039" y="740529"/>
                </a:cubicBezTo>
                <a:cubicBezTo>
                  <a:pt x="11197618" y="740529"/>
                  <a:pt x="11194478" y="740529"/>
                  <a:pt x="11188197" y="743669"/>
                </a:cubicBezTo>
                <a:cubicBezTo>
                  <a:pt x="11194478" y="834737"/>
                  <a:pt x="11172496" y="913244"/>
                  <a:pt x="11147374" y="913244"/>
                </a:cubicBezTo>
                <a:cubicBezTo>
                  <a:pt x="11115971" y="913244"/>
                  <a:pt x="11131672" y="721687"/>
                  <a:pt x="11062586" y="721687"/>
                </a:cubicBezTo>
                <a:cubicBezTo>
                  <a:pt x="10999780" y="721687"/>
                  <a:pt x="10990359" y="875561"/>
                  <a:pt x="10984079" y="875561"/>
                </a:cubicBezTo>
                <a:cubicBezTo>
                  <a:pt x="10977798" y="875561"/>
                  <a:pt x="10977798" y="834737"/>
                  <a:pt x="10977798" y="803334"/>
                </a:cubicBezTo>
                <a:cubicBezTo>
                  <a:pt x="10980939" y="787633"/>
                  <a:pt x="10980939" y="775072"/>
                  <a:pt x="10980939" y="765651"/>
                </a:cubicBezTo>
                <a:cubicBezTo>
                  <a:pt x="10980939" y="749950"/>
                  <a:pt x="10974658" y="727968"/>
                  <a:pt x="10943255" y="740529"/>
                </a:cubicBezTo>
                <a:cubicBezTo>
                  <a:pt x="10943255" y="850439"/>
                  <a:pt x="10921273" y="916384"/>
                  <a:pt x="10896151" y="916384"/>
                </a:cubicBezTo>
                <a:cubicBezTo>
                  <a:pt x="10858468" y="916384"/>
                  <a:pt x="10858468" y="815895"/>
                  <a:pt x="10858468" y="790773"/>
                </a:cubicBezTo>
                <a:cubicBezTo>
                  <a:pt x="10858468" y="762511"/>
                  <a:pt x="10861608" y="727968"/>
                  <a:pt x="10820784" y="740529"/>
                </a:cubicBezTo>
                <a:cubicBezTo>
                  <a:pt x="10814504" y="834737"/>
                  <a:pt x="10789381" y="906964"/>
                  <a:pt x="10773680" y="906964"/>
                </a:cubicBezTo>
                <a:cubicBezTo>
                  <a:pt x="10754838" y="906964"/>
                  <a:pt x="10757979" y="740529"/>
                  <a:pt x="10707734" y="740529"/>
                </a:cubicBezTo>
                <a:cubicBezTo>
                  <a:pt x="10660630" y="740529"/>
                  <a:pt x="10648069" y="897543"/>
                  <a:pt x="10638648" y="897543"/>
                </a:cubicBezTo>
                <a:cubicBezTo>
                  <a:pt x="10622947" y="897543"/>
                  <a:pt x="10644929" y="721687"/>
                  <a:pt x="10578983" y="721687"/>
                </a:cubicBezTo>
                <a:cubicBezTo>
                  <a:pt x="10544440" y="721687"/>
                  <a:pt x="10531879" y="781352"/>
                  <a:pt x="10516177" y="847298"/>
                </a:cubicBezTo>
                <a:cubicBezTo>
                  <a:pt x="10513037" y="859859"/>
                  <a:pt x="10509897" y="859859"/>
                  <a:pt x="10509897" y="847298"/>
                </a:cubicBezTo>
                <a:cubicBezTo>
                  <a:pt x="10509897" y="834737"/>
                  <a:pt x="10509897" y="822176"/>
                  <a:pt x="10509897" y="809615"/>
                </a:cubicBezTo>
                <a:cubicBezTo>
                  <a:pt x="10525598" y="743669"/>
                  <a:pt x="10506756" y="718547"/>
                  <a:pt x="10475353" y="737388"/>
                </a:cubicBezTo>
                <a:cubicBezTo>
                  <a:pt x="10484774" y="859859"/>
                  <a:pt x="10428249" y="919525"/>
                  <a:pt x="10387426" y="919525"/>
                </a:cubicBezTo>
                <a:cubicBezTo>
                  <a:pt x="10371724" y="919525"/>
                  <a:pt x="10359163" y="913244"/>
                  <a:pt x="10349742" y="903823"/>
                </a:cubicBezTo>
                <a:cubicBezTo>
                  <a:pt x="10399987" y="872421"/>
                  <a:pt x="10425109" y="834737"/>
                  <a:pt x="10425109" y="800194"/>
                </a:cubicBezTo>
                <a:cubicBezTo>
                  <a:pt x="10425109" y="762511"/>
                  <a:pt x="10403127" y="740529"/>
                  <a:pt x="10365444" y="740529"/>
                </a:cubicBezTo>
                <a:cubicBezTo>
                  <a:pt x="10315199" y="740529"/>
                  <a:pt x="10286937" y="793913"/>
                  <a:pt x="10286937" y="837877"/>
                </a:cubicBezTo>
                <a:cubicBezTo>
                  <a:pt x="10286937" y="863000"/>
                  <a:pt x="10290077" y="881841"/>
                  <a:pt x="10299498" y="900683"/>
                </a:cubicBezTo>
                <a:cubicBezTo>
                  <a:pt x="10280656" y="910104"/>
                  <a:pt x="10264955" y="916384"/>
                  <a:pt x="10249253" y="922665"/>
                </a:cubicBezTo>
                <a:cubicBezTo>
                  <a:pt x="10249253" y="875561"/>
                  <a:pt x="10242973" y="828457"/>
                  <a:pt x="10239832" y="784493"/>
                </a:cubicBezTo>
                <a:cubicBezTo>
                  <a:pt x="10211570" y="778212"/>
                  <a:pt x="10205289" y="790773"/>
                  <a:pt x="10202149" y="815895"/>
                </a:cubicBezTo>
                <a:cubicBezTo>
                  <a:pt x="10192728" y="863000"/>
                  <a:pt x="10173886" y="897543"/>
                  <a:pt x="10155045" y="897543"/>
                </a:cubicBezTo>
                <a:cubicBezTo>
                  <a:pt x="10142484" y="897543"/>
                  <a:pt x="10133063" y="881841"/>
                  <a:pt x="10133063" y="863000"/>
                </a:cubicBezTo>
                <a:cubicBezTo>
                  <a:pt x="10126782" y="775072"/>
                  <a:pt x="10199009" y="749950"/>
                  <a:pt x="10236692" y="762511"/>
                </a:cubicBezTo>
                <a:cubicBezTo>
                  <a:pt x="10242973" y="743669"/>
                  <a:pt x="10236692" y="727968"/>
                  <a:pt x="10202149" y="727968"/>
                </a:cubicBezTo>
                <a:cubicBezTo>
                  <a:pt x="10161325" y="727968"/>
                  <a:pt x="10129923" y="753090"/>
                  <a:pt x="10107941" y="784493"/>
                </a:cubicBezTo>
                <a:cubicBezTo>
                  <a:pt x="10092239" y="806475"/>
                  <a:pt x="10076538" y="822176"/>
                  <a:pt x="10051415" y="841018"/>
                </a:cubicBezTo>
                <a:cubicBezTo>
                  <a:pt x="10051415" y="834737"/>
                  <a:pt x="10051415" y="831597"/>
                  <a:pt x="10051415" y="825316"/>
                </a:cubicBezTo>
                <a:cubicBezTo>
                  <a:pt x="10051415" y="762511"/>
                  <a:pt x="10016872" y="734248"/>
                  <a:pt x="9985470" y="734248"/>
                </a:cubicBezTo>
                <a:cubicBezTo>
                  <a:pt x="9957207" y="734248"/>
                  <a:pt x="9941506" y="749950"/>
                  <a:pt x="9932085" y="775072"/>
                </a:cubicBezTo>
                <a:cubicBezTo>
                  <a:pt x="9928945" y="753090"/>
                  <a:pt x="9925804" y="740529"/>
                  <a:pt x="9910103" y="740529"/>
                </a:cubicBezTo>
                <a:cubicBezTo>
                  <a:pt x="9903822" y="740529"/>
                  <a:pt x="9894401" y="743669"/>
                  <a:pt x="9884981" y="746809"/>
                </a:cubicBezTo>
                <a:cubicBezTo>
                  <a:pt x="9888121" y="759370"/>
                  <a:pt x="9891261" y="790773"/>
                  <a:pt x="9891261" y="812755"/>
                </a:cubicBezTo>
                <a:cubicBezTo>
                  <a:pt x="9891261" y="888122"/>
                  <a:pt x="9869279" y="922665"/>
                  <a:pt x="9850437" y="922665"/>
                </a:cubicBezTo>
                <a:cubicBezTo>
                  <a:pt x="9825315" y="922665"/>
                  <a:pt x="9822175" y="834737"/>
                  <a:pt x="9822175" y="800194"/>
                </a:cubicBezTo>
                <a:cubicBezTo>
                  <a:pt x="9819035" y="800194"/>
                  <a:pt x="9815894" y="797054"/>
                  <a:pt x="9809614" y="797054"/>
                </a:cubicBezTo>
                <a:cubicBezTo>
                  <a:pt x="9787632" y="797054"/>
                  <a:pt x="9784492" y="825316"/>
                  <a:pt x="9781351" y="853579"/>
                </a:cubicBezTo>
                <a:cubicBezTo>
                  <a:pt x="9775071" y="881841"/>
                  <a:pt x="9759369" y="919525"/>
                  <a:pt x="9734247" y="919525"/>
                </a:cubicBezTo>
                <a:cubicBezTo>
                  <a:pt x="9718546" y="919525"/>
                  <a:pt x="9709125" y="903823"/>
                  <a:pt x="9709125" y="878701"/>
                </a:cubicBezTo>
                <a:cubicBezTo>
                  <a:pt x="9702844" y="822176"/>
                  <a:pt x="9749949" y="759370"/>
                  <a:pt x="9819035" y="778212"/>
                </a:cubicBezTo>
                <a:cubicBezTo>
                  <a:pt x="9825315" y="759370"/>
                  <a:pt x="9812754" y="740529"/>
                  <a:pt x="9784492" y="740529"/>
                </a:cubicBezTo>
                <a:cubicBezTo>
                  <a:pt x="9734247" y="740529"/>
                  <a:pt x="9690283" y="781352"/>
                  <a:pt x="9674582" y="825316"/>
                </a:cubicBezTo>
                <a:cubicBezTo>
                  <a:pt x="9655740" y="866140"/>
                  <a:pt x="9621197" y="925805"/>
                  <a:pt x="9555251" y="925805"/>
                </a:cubicBezTo>
                <a:cubicBezTo>
                  <a:pt x="9508147" y="925805"/>
                  <a:pt x="9473604" y="884982"/>
                  <a:pt x="9473604" y="800194"/>
                </a:cubicBezTo>
                <a:cubicBezTo>
                  <a:pt x="9473604" y="727968"/>
                  <a:pt x="9520708" y="655741"/>
                  <a:pt x="9567812" y="655741"/>
                </a:cubicBezTo>
                <a:cubicBezTo>
                  <a:pt x="9602355" y="655741"/>
                  <a:pt x="9611776" y="690284"/>
                  <a:pt x="9608636" y="721687"/>
                </a:cubicBezTo>
                <a:cubicBezTo>
                  <a:pt x="9627478" y="737388"/>
                  <a:pt x="9655740" y="721687"/>
                  <a:pt x="9655740" y="687144"/>
                </a:cubicBezTo>
                <a:cubicBezTo>
                  <a:pt x="9655740" y="662022"/>
                  <a:pt x="9636898" y="621198"/>
                  <a:pt x="9570952" y="621198"/>
                </a:cubicBezTo>
                <a:close/>
                <a:moveTo>
                  <a:pt x="11503938" y="612538"/>
                </a:moveTo>
                <a:cubicBezTo>
                  <a:pt x="11456741" y="669501"/>
                  <a:pt x="11291551" y="712570"/>
                  <a:pt x="11291551" y="832051"/>
                </a:cubicBezTo>
                <a:cubicBezTo>
                  <a:pt x="11291551" y="879288"/>
                  <a:pt x="11320702" y="923747"/>
                  <a:pt x="11365123" y="940418"/>
                </a:cubicBezTo>
                <a:cubicBezTo>
                  <a:pt x="11390110" y="950144"/>
                  <a:pt x="11415096" y="950144"/>
                  <a:pt x="11440083" y="941808"/>
                </a:cubicBezTo>
                <a:lnTo>
                  <a:pt x="11444304" y="939708"/>
                </a:lnTo>
                <a:lnTo>
                  <a:pt x="11445324" y="939542"/>
                </a:lnTo>
                <a:cubicBezTo>
                  <a:pt x="11456276" y="936118"/>
                  <a:pt x="11466199" y="930980"/>
                  <a:pt x="11475268" y="924644"/>
                </a:cubicBezTo>
                <a:lnTo>
                  <a:pt x="11494474" y="907542"/>
                </a:lnTo>
                <a:lnTo>
                  <a:pt x="11488753" y="926162"/>
                </a:lnTo>
                <a:lnTo>
                  <a:pt x="11464846" y="951842"/>
                </a:lnTo>
                <a:lnTo>
                  <a:pt x="11432834" y="964214"/>
                </a:lnTo>
                <a:lnTo>
                  <a:pt x="11433416" y="964508"/>
                </a:lnTo>
                <a:lnTo>
                  <a:pt x="11427416" y="966826"/>
                </a:lnTo>
                <a:cubicBezTo>
                  <a:pt x="11435751" y="975167"/>
                  <a:pt x="11455198" y="980728"/>
                  <a:pt x="11478812" y="980728"/>
                </a:cubicBezTo>
                <a:cubicBezTo>
                  <a:pt x="11521873" y="980728"/>
                  <a:pt x="11574657" y="968216"/>
                  <a:pt x="11601049" y="940412"/>
                </a:cubicBezTo>
                <a:lnTo>
                  <a:pt x="11600229" y="940299"/>
                </a:lnTo>
                <a:lnTo>
                  <a:pt x="11604054" y="938167"/>
                </a:lnTo>
                <a:cubicBezTo>
                  <a:pt x="11586248" y="938852"/>
                  <a:pt x="11571523" y="933368"/>
                  <a:pt x="11561078" y="923772"/>
                </a:cubicBezTo>
                <a:lnTo>
                  <a:pt x="11546930" y="891807"/>
                </a:lnTo>
                <a:lnTo>
                  <a:pt x="11567885" y="908611"/>
                </a:lnTo>
                <a:cubicBezTo>
                  <a:pt x="11578129" y="913304"/>
                  <a:pt x="11589242" y="915389"/>
                  <a:pt x="11601049" y="915389"/>
                </a:cubicBezTo>
                <a:cubicBezTo>
                  <a:pt x="11619281" y="915389"/>
                  <a:pt x="11636145" y="909719"/>
                  <a:pt x="11650104" y="900067"/>
                </a:cubicBezTo>
                <a:lnTo>
                  <a:pt x="11650828" y="899169"/>
                </a:lnTo>
                <a:lnTo>
                  <a:pt x="11652427" y="898382"/>
                </a:lnTo>
                <a:cubicBezTo>
                  <a:pt x="11666192" y="888863"/>
                  <a:pt x="11677091" y="875417"/>
                  <a:pt x="11683608" y="859705"/>
                </a:cubicBezTo>
                <a:lnTo>
                  <a:pt x="11690343" y="825792"/>
                </a:lnTo>
                <a:lnTo>
                  <a:pt x="11690350" y="825831"/>
                </a:lnTo>
                <a:lnTo>
                  <a:pt x="11690350" y="825754"/>
                </a:lnTo>
                <a:lnTo>
                  <a:pt x="11690350" y="823091"/>
                </a:lnTo>
                <a:cubicBezTo>
                  <a:pt x="11690350" y="768290"/>
                  <a:pt x="11662973" y="721710"/>
                  <a:pt x="11623276" y="684719"/>
                </a:cubicBezTo>
                <a:cubicBezTo>
                  <a:pt x="11608219" y="670334"/>
                  <a:pt x="11591450" y="658004"/>
                  <a:pt x="11573655" y="647215"/>
                </a:cubicBezTo>
                <a:lnTo>
                  <a:pt x="11570681" y="645708"/>
                </a:lnTo>
                <a:lnTo>
                  <a:pt x="11570221" y="645361"/>
                </a:lnTo>
                <a:cubicBezTo>
                  <a:pt x="11552175" y="634420"/>
                  <a:pt x="11533088" y="625042"/>
                  <a:pt x="11513655" y="616706"/>
                </a:cubicBezTo>
                <a:cubicBezTo>
                  <a:pt x="11510878" y="615317"/>
                  <a:pt x="11508102" y="613928"/>
                  <a:pt x="11503938" y="61253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tx1">
                    <a:lumMod val="50000"/>
                    <a:lumOff val="50000"/>
                  </a:schemeClr>
                </a:solidFill>
              </a:defRPr>
            </a:lvl1pPr>
          </a:lstStyle>
          <a:p>
            <a:r>
              <a:rPr lang="de-DE" dirty="0"/>
              <a:t>Insert Picture and send to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dirty="0"/>
          </a:p>
        </p:txBody>
      </p:sp>
      <p:pic>
        <p:nvPicPr>
          <p:cNvPr id="6" name="Image 5" descr="Une image contenant texte&#10;&#10;Description générée automatiquement">
            <a:extLst>
              <a:ext uri="{FF2B5EF4-FFF2-40B4-BE49-F238E27FC236}">
                <a16:creationId xmlns:a16="http://schemas.microsoft.com/office/drawing/2014/main" id="{4E7913BD-2F2A-43EA-9355-0DD8C035B5E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014016" y="246471"/>
            <a:ext cx="3078000" cy="1248074"/>
          </a:xfrm>
          <a:prstGeom prst="rect">
            <a:avLst/>
          </a:prstGeom>
        </p:spPr>
      </p:pic>
    </p:spTree>
    <p:extLst>
      <p:ext uri="{BB962C8B-B14F-4D97-AF65-F5344CB8AC3E}">
        <p14:creationId xmlns:p14="http://schemas.microsoft.com/office/powerpoint/2010/main" val="3344434850"/>
      </p:ext>
    </p:extLst>
  </p:cSld>
  <p:clrMapOvr>
    <a:masterClrMapping/>
  </p:clrMapOvr>
  <p:extLst>
    <p:ext uri="{DCECCB84-F9BA-43D5-87BE-67443E8EF086}">
      <p15:sldGuideLst xmlns:p15="http://schemas.microsoft.com/office/powerpoint/2012/main"/>
    </p:ext>
  </p:extLst>
</p:sldLayout>
</file>

<file path=ppt/slideLayouts/slideLayout200.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447201"/>
            <a:ext cx="11379201" cy="502261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2829284177"/>
      </p:ext>
    </p:extLst>
  </p:cSld>
  <p:clrMapOvr>
    <a:masterClrMapping/>
  </p:clrMapOvr>
</p:sldLayout>
</file>

<file path=ppt/slideLayouts/slideLayout201.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2549662949"/>
      </p:ext>
    </p:extLst>
  </p:cSld>
  <p:clrMapOvr>
    <a:masterClrMapping/>
  </p:clrMapOvr>
</p:sldLayout>
</file>

<file path=ppt/slideLayouts/slideLayout202.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a:solidFill>
                  <a:schemeClr val="accent2"/>
                </a:solidFill>
              </a:defRPr>
            </a:lvl1pPr>
          </a:lstStyle>
          <a:p>
            <a:pPr lvl="0"/>
            <a:r>
              <a:rPr lang="en-US" dirty="0"/>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337989972"/>
      </p:ext>
    </p:extLst>
  </p:cSld>
  <p:clrMapOvr>
    <a:masterClrMapping/>
  </p:clrMapOvr>
</p:sldLayout>
</file>

<file path=ppt/slideLayouts/slideLayout203.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716269651"/>
      </p:ext>
    </p:extLst>
  </p:cSld>
  <p:clrMapOvr>
    <a:masterClrMapping/>
  </p:clrMapOvr>
</p:sldLayout>
</file>

<file path=ppt/slideLayouts/slideLayout204.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1368814761"/>
      </p:ext>
    </p:extLst>
  </p:cSld>
  <p:clrMapOvr>
    <a:masterClrMapping/>
  </p:clrMapOvr>
</p:sldLayout>
</file>

<file path=ppt/slideLayouts/slideLayout205.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dirty="0"/>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dirty="0"/>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dirty="0"/>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dirty="0"/>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69090553"/>
      </p:ext>
    </p:extLst>
  </p:cSld>
  <p:clrMapOvr>
    <a:masterClrMapping/>
  </p:clrMapOvr>
</p:sldLayout>
</file>

<file path=ppt/slideLayouts/slideLayout206.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1427450325"/>
      </p:ext>
    </p:extLst>
  </p:cSld>
  <p:clrMapOvr>
    <a:masterClrMapping/>
  </p:clrMapOvr>
</p:sldLayout>
</file>

<file path=ppt/slideLayouts/slideLayout207.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dirty="0"/>
          </a:p>
        </p:txBody>
      </p:sp>
    </p:spTree>
    <p:extLst>
      <p:ext uri="{BB962C8B-B14F-4D97-AF65-F5344CB8AC3E}">
        <p14:creationId xmlns:p14="http://schemas.microsoft.com/office/powerpoint/2010/main" val="4251776743"/>
      </p:ext>
    </p:extLst>
  </p:cSld>
  <p:clrMapOvr>
    <a:masterClrMapping/>
  </p:clrMapOvr>
</p:sldLayout>
</file>

<file path=ppt/slideLayouts/slideLayout208.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447800"/>
            <a:ext cx="11406188" cy="495165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1901913379"/>
      </p:ext>
    </p:extLst>
  </p:cSld>
  <p:clrMapOvr>
    <a:masterClrMapping/>
  </p:clrMapOvr>
</p:sldLayout>
</file>

<file path=ppt/slideLayouts/slideLayout209.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dirty="0"/>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dirty="0"/>
              <a:t>INSERT A LABEL/ALBEIT</a:t>
            </a:r>
          </a:p>
        </p:txBody>
      </p:sp>
    </p:spTree>
    <p:extLst>
      <p:ext uri="{BB962C8B-B14F-4D97-AF65-F5344CB8AC3E}">
        <p14:creationId xmlns:p14="http://schemas.microsoft.com/office/powerpoint/2010/main" val="1105710277"/>
      </p:ext>
    </p:extLst>
  </p:cSld>
  <p:clrMapOvr>
    <a:masterClrMapping/>
  </p:clrMapOvr>
  <p:extLst>
    <p:ext uri="{DCECCB84-F9BA-43D5-87BE-67443E8EF086}">
      <p15:sldGuideLst xmlns:p15="http://schemas.microsoft.com/office/powerpoint/2012/main"/>
    </p:ext>
  </p:extLst>
</p:sldLayout>
</file>

<file path=ppt/slideLayouts/slideLayout210.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dirty="0"/>
              <a:t>Click icon to add picture and arrange the picture in the background</a:t>
            </a:r>
            <a:endParaRPr lang="en-GB" dirty="0"/>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2410236682"/>
      </p:ext>
    </p:extLst>
  </p:cSld>
  <p:clrMapOvr>
    <a:masterClrMapping/>
  </p:clrMapOvr>
</p:sldLayout>
</file>

<file path=ppt/slideLayouts/slideLayout211.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14947216"/>
      </p:ext>
    </p:extLst>
  </p:cSld>
  <p:clrMapOvr>
    <a:masterClrMapping/>
  </p:clrMapOvr>
</p:sldLayout>
</file>

<file path=ppt/slideLayouts/slideLayout212.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dirty="0"/>
              <a:t>Insert Picture and send to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890141820"/>
      </p:ext>
    </p:extLst>
  </p:cSld>
  <p:clrMapOvr>
    <a:masterClrMapping/>
  </p:clrMapOvr>
</p:sldLayout>
</file>

<file path=ppt/slideLayouts/slideLayout213.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dirty="0"/>
              <a:t>Insert Picture and send to back</a:t>
            </a:r>
          </a:p>
        </p:txBody>
      </p:sp>
    </p:spTree>
    <p:extLst>
      <p:ext uri="{BB962C8B-B14F-4D97-AF65-F5344CB8AC3E}">
        <p14:creationId xmlns:p14="http://schemas.microsoft.com/office/powerpoint/2010/main" val="1153312663"/>
      </p:ext>
    </p:extLst>
  </p:cSld>
  <p:clrMapOvr>
    <a:masterClrMapping/>
  </p:clrMapOvr>
</p:sldLayout>
</file>

<file path=ppt/slideLayouts/slideLayout214.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dirty="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dirty="0">
              <a:solidFill>
                <a:schemeClr val="bg1"/>
              </a:solidFill>
              <a:effectLst/>
              <a:latin typeface="Ubuntu" panose="020B0504030602030204" pitchFamily="34" charset="0"/>
            </a:endParaRPr>
          </a:p>
        </p:txBody>
      </p:sp>
      <p:sp>
        <p:nvSpPr>
          <p:cNvPr id="15" name="Rectangle 14"/>
          <p:cNvSpPr/>
          <p:nvPr/>
        </p:nvSpPr>
        <p:spPr>
          <a:xfrm>
            <a:off x="6536184" y="293913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bg1"/>
                </a:solidFill>
                <a:latin typeface="Ubuntu" panose="020B0504030602030204" pitchFamily="34" charset="0"/>
              </a:rPr>
              <a:t>About Capgemini</a:t>
            </a:r>
          </a:p>
        </p:txBody>
      </p:sp>
      <p:sp>
        <p:nvSpPr>
          <p:cNvPr id="16" name="Rectangle 15"/>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bg1"/>
                </a:solidFill>
                <a:effectLst/>
                <a:latin typeface="Ubuntu" panose="020B0504030602030204" pitchFamily="34" charset="0"/>
              </a:rPr>
              <a:t>Get the Future You Want </a:t>
            </a:r>
            <a:r>
              <a:rPr lang="en-US" sz="900" dirty="0">
                <a:solidFill>
                  <a:schemeClr val="bg1"/>
                </a:solidFill>
                <a:effectLst/>
                <a:latin typeface="Ubuntu" panose="020B0504030602030204" pitchFamily="34" charset="0"/>
              </a:rPr>
              <a:t>|</a:t>
            </a:r>
            <a:r>
              <a:rPr lang="en-GB" sz="900" dirty="0">
                <a:solidFill>
                  <a:schemeClr val="bg1"/>
                </a:solidFill>
                <a:effectLst/>
                <a:latin typeface="Ubuntu" panose="020B0504030602030204" pitchFamily="34" charset="0"/>
              </a:rPr>
              <a:t> </a:t>
            </a:r>
            <a:r>
              <a:rPr lang="en-US" sz="1050" dirty="0">
                <a:solidFill>
                  <a:schemeClr val="accent2"/>
                </a:solidFill>
                <a:latin typeface="Ubuntu" panose="020B0504030602030204" pitchFamily="34" charset="0"/>
              </a:rPr>
              <a:t>www.capgemini.com</a:t>
            </a:r>
          </a:p>
        </p:txBody>
      </p:sp>
      <p:pic>
        <p:nvPicPr>
          <p:cNvPr id="13" name="Image 12" descr="Une image contenant texte&#10;&#10;Description générée automatiquement">
            <a:extLst>
              <a:ext uri="{FF2B5EF4-FFF2-40B4-BE49-F238E27FC236}">
                <a16:creationId xmlns:a16="http://schemas.microsoft.com/office/drawing/2014/main" id="{A0C8CF1B-496A-4A5B-A698-8344534684E8}"/>
              </a:ext>
            </a:extLst>
          </p:cNvPr>
          <p:cNvPicPr>
            <a:picLocks noChangeAspect="1"/>
          </p:cNvPicPr>
          <p:nvPr userDrawn="1"/>
        </p:nvPicPr>
        <p:blipFill>
          <a:blip r:embed="rId13">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988232845"/>
      </p:ext>
    </p:extLst>
  </p:cSld>
  <p:clrMapOvr>
    <a:masterClrMapping/>
  </p:clrMapOvr>
  <p:extLst>
    <p:ext uri="{DCECCB84-F9BA-43D5-87BE-67443E8EF086}">
      <p15:sldGuideLst xmlns:p15="http://schemas.microsoft.com/office/powerpoint/2012/main"/>
    </p:ext>
  </p:extLst>
</p:sldLayout>
</file>

<file path=ppt/slideLayouts/slideLayout215.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432214" y="129540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dirty="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36" name="Rectangle 35"/>
          <p:cNvSpPr/>
          <p:nvPr/>
        </p:nvSpPr>
        <p:spPr>
          <a:xfrm>
            <a:off x="426523" y="1447577"/>
            <a:ext cx="4962957" cy="130746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lvl="0" algn="just"/>
            <a:r>
              <a:rPr lang="en-GB" sz="900" dirty="0">
                <a:solidFill>
                  <a:schemeClr val="bg1"/>
                </a:solidFill>
                <a:effectLst/>
                <a:latin typeface="Ubuntu" panose="020B0504030602030204" pitchFamily="34" charset="0"/>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lang="en-US" sz="900" dirty="0">
              <a:solidFill>
                <a:schemeClr val="bg1"/>
              </a:solidFill>
              <a:effectLst/>
              <a:latin typeface="Ubuntu" panose="020B0504030602030204" pitchFamily="34" charset="0"/>
            </a:endParaRPr>
          </a:p>
        </p:txBody>
      </p:sp>
      <p:sp>
        <p:nvSpPr>
          <p:cNvPr id="48" name="Rectangle 47"/>
          <p:cNvSpPr/>
          <p:nvPr/>
        </p:nvSpPr>
        <p:spPr>
          <a:xfrm>
            <a:off x="426523" y="1074000"/>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111153"/>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111153"/>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97949"/>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97949"/>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2805111"/>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bg1"/>
                </a:solidFill>
                <a:effectLst/>
                <a:latin typeface="Ubuntu" panose="020B0504030602030204" pitchFamily="34" charset="0"/>
              </a:rPr>
              <a:t>Get the Future You Want </a:t>
            </a:r>
            <a:r>
              <a:rPr lang="en-US" sz="900" dirty="0">
                <a:solidFill>
                  <a:schemeClr val="bg1"/>
                </a:solidFill>
                <a:effectLst/>
                <a:latin typeface="Ubuntu" panose="020B0504030602030204" pitchFamily="34" charset="0"/>
              </a:rPr>
              <a:t>|</a:t>
            </a:r>
            <a:r>
              <a:rPr lang="en-GB" sz="900" dirty="0">
                <a:solidFill>
                  <a:schemeClr val="bg1"/>
                </a:solidFill>
                <a:effectLst/>
                <a:latin typeface="Ubuntu" panose="020B0504030602030204" pitchFamily="34" charset="0"/>
              </a:rPr>
              <a:t> </a:t>
            </a:r>
            <a:r>
              <a:rPr lang="en-US" sz="1050" dirty="0">
                <a:solidFill>
                  <a:schemeClr val="accent2"/>
                </a:solidFill>
                <a:latin typeface="Ubuntu" panose="020B0504030602030204" pitchFamily="34" charset="0"/>
              </a:rPr>
              <a:t>www.capgemini.com</a:t>
            </a:r>
          </a:p>
        </p:txBody>
      </p:sp>
      <p:pic>
        <p:nvPicPr>
          <p:cNvPr id="24" name="Image 23" descr="Une image contenant texte&#10;&#10;Description générée automatiquement">
            <a:extLst>
              <a:ext uri="{FF2B5EF4-FFF2-40B4-BE49-F238E27FC236}">
                <a16:creationId xmlns:a16="http://schemas.microsoft.com/office/drawing/2014/main" id="{67291309-8FC0-47AE-9F48-E59E45B7FC66}"/>
              </a:ext>
            </a:extLst>
          </p:cNvPr>
          <p:cNvPicPr>
            <a:picLocks noChangeAspect="1"/>
          </p:cNvPicPr>
          <p:nvPr userDrawn="1"/>
        </p:nvPicPr>
        <p:blipFill>
          <a:blip r:embed="rId17">
            <a:extLst>
              <a:ext uri="{28A0092B-C50C-407E-A947-70E740481C1C}">
                <a14:useLocalDpi xmlns:a14="http://schemas.microsoft.com/office/drawing/2010/main" val="0"/>
              </a:ext>
            </a:extLst>
          </a:blip>
          <a:stretch>
            <a:fillRect/>
          </a:stretch>
        </p:blipFill>
        <p:spPr>
          <a:xfrm>
            <a:off x="8765367" y="5376781"/>
            <a:ext cx="3024000" cy="1226177"/>
          </a:xfrm>
          <a:prstGeom prst="rect">
            <a:avLst/>
          </a:prstGeom>
        </p:spPr>
      </p:pic>
    </p:spTree>
    <p:extLst>
      <p:ext uri="{BB962C8B-B14F-4D97-AF65-F5344CB8AC3E}">
        <p14:creationId xmlns:p14="http://schemas.microsoft.com/office/powerpoint/2010/main" val="1663813786"/>
      </p:ext>
    </p:extLst>
  </p:cSld>
  <p:clrMapOvr>
    <a:masterClrMapping/>
  </p:clrMapOvr>
</p:sldLayout>
</file>

<file path=ppt/slideLayouts/slideLayout216.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Image 2" descr="Une image contenant texte&#10;&#10;Description générée automatiquement">
            <a:extLst>
              <a:ext uri="{FF2B5EF4-FFF2-40B4-BE49-F238E27FC236}">
                <a16:creationId xmlns:a16="http://schemas.microsoft.com/office/drawing/2014/main" id="{4DF6B7E3-9385-486A-9E72-0D561900C7FA}"/>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4669" y="622130"/>
            <a:ext cx="3024000" cy="1226177"/>
          </a:xfrm>
          <a:prstGeom prst="rect">
            <a:avLst/>
          </a:prstGeom>
        </p:spPr>
      </p:pic>
    </p:spTree>
    <p:extLst>
      <p:ext uri="{BB962C8B-B14F-4D97-AF65-F5344CB8AC3E}">
        <p14:creationId xmlns:p14="http://schemas.microsoft.com/office/powerpoint/2010/main" val="1945225771"/>
      </p:ext>
    </p:extLst>
  </p:cSld>
  <p:clrMapOvr>
    <a:masterClrMapping/>
  </p:clrMapOvr>
  <p:extLst>
    <p:ext uri="{DCECCB84-F9BA-43D5-87BE-67443E8EF086}">
      <p15:sldGuideLst xmlns:p15="http://schemas.microsoft.com/office/powerpoint/2012/main"/>
    </p:ext>
  </p:extLst>
</p:sldLayout>
</file>

<file path=ppt/slideLayouts/slideLayout217.xml><?xml version="1.0" encoding="utf-8"?>
<p:sldLayout xmlns:a="http://schemas.openxmlformats.org/drawingml/2006/main" xmlns:r="http://schemas.openxmlformats.org/officeDocument/2006/relationships" xmlns:p="http://schemas.openxmlformats.org/presentationml/2006/main" showMasterSp="0" userDrawn="1">
  <p:cSld name="1_Diapositive de titre">
    <p:bg>
      <p:bgPr>
        <a:solidFill>
          <a:schemeClr val="accent4"/>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13353322"/>
      </p:ext>
    </p:extLst>
  </p:cSld>
  <p:clrMapOvr>
    <a:masterClrMapping/>
  </p:clrMapOvr>
  <p:extLst>
    <p:ext uri="{DCECCB84-F9BA-43D5-87BE-67443E8EF086}">
      <p15:sldGuideLst xmlns:p15="http://schemas.microsoft.com/office/powerpoint/2012/main"/>
    </p:ext>
  </p:extLst>
</p:sldLayout>
</file>

<file path=ppt/slideLayouts/slideLayout218.xml><?xml version="1.0" encoding="utf-8"?>
<p:sldLayout xmlns:a="http://schemas.openxmlformats.org/drawingml/2006/main" xmlns:r="http://schemas.openxmlformats.org/officeDocument/2006/relationships" xmlns:p="http://schemas.openxmlformats.org/presentationml/2006/main" preserve="1" userDrawn="1">
  <p:cSld name="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5" name="Object 4"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100000"/>
              </a:lnSpc>
              <a:spcBef>
                <a:spcPct val="0"/>
              </a:spcBef>
              <a:spcAft>
                <a:spcPct val="0"/>
              </a:spcAft>
            </a:pPr>
            <a:endParaRPr lang="en-US" sz="3000" b="0" i="0" baseline="0" dirty="0">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227013" y="0"/>
            <a:ext cx="11414787" cy="1104900"/>
          </a:xfrm>
        </p:spPr>
        <p:txBody>
          <a:bodyPr vert="horz" lIns="0" tIns="180000" rIns="0" bIns="0" rtlCol="0" anchor="t">
            <a:noAutofit/>
          </a:bodyPr>
          <a:lstStyle>
            <a:lvl1pPr>
              <a:defRPr lang="en-GB" dirty="0"/>
            </a:lvl1pPr>
          </a:lstStyle>
          <a:p>
            <a:pPr lvl="0"/>
            <a:r>
              <a:rPr lang="en-US" dirty="0"/>
              <a:t>Click to edit Master title style</a:t>
            </a:r>
            <a:endParaRPr lang="en-GB" dirty="0"/>
          </a:p>
        </p:txBody>
      </p:sp>
    </p:spTree>
    <p:extLst>
      <p:ext uri="{BB962C8B-B14F-4D97-AF65-F5344CB8AC3E}">
        <p14:creationId xmlns:p14="http://schemas.microsoft.com/office/powerpoint/2010/main" val="2307632781"/>
      </p:ext>
    </p:extLst>
  </p:cSld>
  <p:clrMapOvr>
    <a:masterClrMapping/>
  </p:clrMapOvr>
</p:sldLayout>
</file>

<file path=ppt/slideLayouts/slideLayout219.xml><?xml version="1.0" encoding="utf-8"?>
<p:sldLayout xmlns:a="http://schemas.openxmlformats.org/drawingml/2006/main" xmlns:r="http://schemas.openxmlformats.org/officeDocument/2006/relationships" xmlns:p="http://schemas.openxmlformats.org/presentationml/2006/main" preserve="1" userDrawn="1">
  <p:cSld name="1_Title, subtitle and content ">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424" imgH="424" progId="TCLayout.ActiveDocument.1">
                  <p:embed/>
                </p:oleObj>
              </mc:Choice>
              <mc:Fallback>
                <p:oleObj name="think-cell Slide" r:id="rId4" imgW="424" imgH="42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rtlCol="0" anchor="ctr"/>
          <a:lstStyle/>
          <a:p>
            <a:pPr marL="0" lvl="0" indent="0" algn="ctr" eaLnBrk="1">
              <a:lnSpc>
                <a:spcPct val="100000"/>
              </a:lnSpc>
              <a:spcBef>
                <a:spcPct val="0"/>
              </a:spcBef>
              <a:spcAft>
                <a:spcPct val="0"/>
              </a:spcAft>
            </a:pPr>
            <a:endParaRPr lang="en-US" sz="2600" b="0" i="0" baseline="0" dirty="0">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227013" y="0"/>
            <a:ext cx="11414787" cy="1104900"/>
          </a:xfrm>
        </p:spPr>
        <p:txBody>
          <a:bodyPr tIns="180000"/>
          <a:lstStyle>
            <a:lvl1pPr>
              <a:spcBef>
                <a:spcPts val="0"/>
              </a:spcBef>
              <a:defRPr sz="2600" spc="200" baseline="0"/>
            </a:lvl1pPr>
          </a:lstStyle>
          <a:p>
            <a:r>
              <a:rPr lang="en-US" dirty="0"/>
              <a:t>Click to edit Master title style</a:t>
            </a:r>
            <a:endParaRPr lang="en-GB" dirty="0"/>
          </a:p>
        </p:txBody>
      </p:sp>
      <p:sp>
        <p:nvSpPr>
          <p:cNvPr id="5" name="Espace réservé du texte 4"/>
          <p:cNvSpPr>
            <a:spLocks noGrp="1"/>
          </p:cNvSpPr>
          <p:nvPr>
            <p:ph type="body" sz="quarter" idx="11" hasCustomPrompt="1"/>
          </p:nvPr>
        </p:nvSpPr>
        <p:spPr>
          <a:xfrm>
            <a:off x="227013" y="1148607"/>
            <a:ext cx="11414787" cy="504056"/>
          </a:xfrm>
          <a:prstGeom prst="rect">
            <a:avLst/>
          </a:prstGeom>
        </p:spPr>
        <p:txBody>
          <a:bodyPr>
            <a:normAutofit/>
          </a:bodyPr>
          <a:lstStyle>
            <a:lvl1pPr>
              <a:spcBef>
                <a:spcPts val="0"/>
              </a:spcBef>
              <a:defRPr sz="2000" spc="-110" baseline="0">
                <a:solidFill>
                  <a:schemeClr val="accent1"/>
                </a:solidFill>
              </a:defRPr>
            </a:lvl1pPr>
          </a:lstStyle>
          <a:p>
            <a:pPr lvl="0"/>
            <a:r>
              <a:rPr lang="en-US" dirty="0"/>
              <a:t>Click to edit Master subtitle styles</a:t>
            </a:r>
          </a:p>
        </p:txBody>
      </p:sp>
    </p:spTree>
    <p:extLst>
      <p:ext uri="{BB962C8B-B14F-4D97-AF65-F5344CB8AC3E}">
        <p14:creationId xmlns:p14="http://schemas.microsoft.com/office/powerpoint/2010/main" val="982808098"/>
      </p:ext>
    </p:extLst>
  </p:cSld>
  <p:clrMapOvr>
    <a:masterClrMapping/>
  </p:clrMapOvr>
</p:sldLayout>
</file>

<file path=ppt/slideLayouts/slideLayout220.xml><?xml version="1.0" encoding="utf-8"?>
<p:sldLayout xmlns:a="http://schemas.openxmlformats.org/drawingml/2006/main" xmlns:r="http://schemas.openxmlformats.org/officeDocument/2006/relationships" xmlns:p="http://schemas.openxmlformats.org/presentationml/2006/main" preserve="1" userDrawn="1">
  <p:cSld name="5_Vide">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09793754"/>
      </p:ext>
    </p:extLst>
  </p:cSld>
  <p:clrMapOvr>
    <a:masterClrMapping/>
  </p:clrMapOvr>
</p:sldLayout>
</file>

<file path=ppt/slideLayouts/slideLayout221.xml><?xml version="1.0" encoding="utf-8"?>
<p:sldLayout xmlns:a="http://schemas.openxmlformats.org/drawingml/2006/main" xmlns:r="http://schemas.openxmlformats.org/officeDocument/2006/relationships" xmlns:p="http://schemas.openxmlformats.org/presentationml/2006/main" preserve="1" userDrawn="1">
  <p:cSld name="1_Vid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Rectangle 1">
            <a:extLst>
              <a:ext uri="{FF2B5EF4-FFF2-40B4-BE49-F238E27FC236}">
                <a16:creationId xmlns:a16="http://schemas.microsoft.com/office/drawing/2014/main" id="{A2AD5E62-125B-401D-BACC-CA113F5CA980}"/>
              </a:ext>
            </a:extLst>
          </p:cNvPr>
          <p:cNvSpPr/>
          <p:nvPr userDrawn="1"/>
        </p:nvSpPr>
        <p:spPr>
          <a:xfrm>
            <a:off x="0" y="0"/>
            <a:ext cx="12192000" cy="6858000"/>
          </a:xfrm>
          <a:prstGeom prst="rect">
            <a:avLst/>
          </a:prstGeom>
          <a:solidFill>
            <a:schemeClr val="accen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rgbClr val="FFFFFF"/>
              </a:solidFill>
            </a:endParaRPr>
          </a:p>
        </p:txBody>
      </p:sp>
      <p:grpSp>
        <p:nvGrpSpPr>
          <p:cNvPr id="6" name="Groupe 1"/>
          <p:cNvGrpSpPr/>
          <p:nvPr userDrawn="1"/>
        </p:nvGrpSpPr>
        <p:grpSpPr>
          <a:xfrm>
            <a:off x="11501102" y="171573"/>
            <a:ext cx="419436" cy="388988"/>
            <a:chOff x="11501102" y="171573"/>
            <a:chExt cx="419436" cy="388988"/>
          </a:xfrm>
        </p:grpSpPr>
        <p:sp>
          <p:nvSpPr>
            <p:cNvPr id="7"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9"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Tree>
    <p:extLst>
      <p:ext uri="{BB962C8B-B14F-4D97-AF65-F5344CB8AC3E}">
        <p14:creationId xmlns:p14="http://schemas.microsoft.com/office/powerpoint/2010/main" val="1331454679"/>
      </p:ext>
    </p:extLst>
  </p:cSld>
  <p:clrMapOvr>
    <a:masterClrMapping/>
  </p:clrMapOvr>
</p:sldLayout>
</file>

<file path=ppt/slideLayouts/slideLayout222.xml><?xml version="1.0" encoding="utf-8"?>
<p:sldLayout xmlns:a="http://schemas.openxmlformats.org/drawingml/2006/main" xmlns:r="http://schemas.openxmlformats.org/officeDocument/2006/relationships" xmlns:p="http://schemas.openxmlformats.org/presentationml/2006/main" preserve="1" userDrawn="1">
  <p:cSld name="1_Title Slide 2">
    <p:bg>
      <p:bgPr>
        <a:solidFill>
          <a:schemeClr val="tx2"/>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78B34D6-DC42-4145-BA7D-8D2E53014D4A}"/>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t="-1" b="7042"/>
          <a:stretch/>
        </p:blipFill>
        <p:spPr>
          <a:xfrm rot="16200000">
            <a:off x="2760601" y="-2573400"/>
            <a:ext cx="6670800" cy="12191999"/>
          </a:xfrm>
          <a:prstGeom prst="rect">
            <a:avLst/>
          </a:prstGeom>
        </p:spPr>
      </p:pic>
      <p:graphicFrame>
        <p:nvGraphicFramePr>
          <p:cNvPr id="9" name="Object 8"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9" name="Object 8"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2" name="Subtitle 2"/>
          <p:cNvSpPr>
            <a:spLocks noGrp="1"/>
          </p:cNvSpPr>
          <p:nvPr>
            <p:ph type="subTitle" idx="1" hasCustomPrompt="1"/>
          </p:nvPr>
        </p:nvSpPr>
        <p:spPr>
          <a:xfrm>
            <a:off x="958084" y="5435302"/>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lvl1pPr>
              <a:lnSpc>
                <a:spcPct val="100000"/>
              </a:lnSpc>
              <a:spcBef>
                <a:spcPts val="0"/>
              </a:spcBef>
              <a:defRPr lang="en-US" spc="-90" baseline="0" dirty="0">
                <a:solidFill>
                  <a:schemeClr val="bg1"/>
                </a:solidFill>
              </a:defRPr>
            </a:lvl1pPr>
          </a:lstStyle>
          <a:p>
            <a:pPr marR="0" lvl="0" fontAlgn="auto">
              <a:spcAft>
                <a:spcPts val="0"/>
              </a:spcAft>
              <a:buClrTx/>
              <a:buSzTx/>
              <a:tabLst/>
            </a:pPr>
            <a:r>
              <a:rPr lang="en-US" dirty="0"/>
              <a:t>Click to insert presenter, location, and date</a:t>
            </a:r>
          </a:p>
        </p:txBody>
      </p:sp>
      <p:sp>
        <p:nvSpPr>
          <p:cNvPr id="7" name="Text Placeholder 4">
            <a:extLst>
              <a:ext uri="{FF2B5EF4-FFF2-40B4-BE49-F238E27FC236}">
                <a16:creationId xmlns:a16="http://schemas.microsoft.com/office/drawing/2014/main" id="{1F3E939C-08F0-4EF6-9BF9-099A86FAC769}"/>
              </a:ext>
            </a:extLst>
          </p:cNvPr>
          <p:cNvSpPr>
            <a:spLocks noGrp="1"/>
          </p:cNvSpPr>
          <p:nvPr>
            <p:ph type="body" sz="quarter" idx="11" hasCustomPrompt="1"/>
          </p:nvPr>
        </p:nvSpPr>
        <p:spPr>
          <a:xfrm>
            <a:off x="958084" y="3979863"/>
            <a:ext cx="6234859" cy="1295400"/>
          </a:xfrm>
          <a:prstGeom prst="rect">
            <a:avLst/>
          </a:prstGeom>
        </p:spPr>
        <p:txBody>
          <a:bodyPr lIns="0" rIns="0" anchor="b" anchorCtr="0"/>
          <a:lstStyle>
            <a:lvl1pPr>
              <a:lnSpc>
                <a:spcPct val="100000"/>
              </a:lnSpc>
              <a:spcBef>
                <a:spcPts val="0"/>
              </a:spcBef>
              <a:defRPr sz="3000" cap="all" spc="800" baseline="0">
                <a:solidFill>
                  <a:schemeClr val="bg1"/>
                </a:solidFill>
              </a:defRPr>
            </a:lvl1pPr>
          </a:lstStyle>
          <a:p>
            <a:pPr lvl="0"/>
            <a:r>
              <a:rPr lang="en-US" dirty="0"/>
              <a:t>CLICK TO INSERT TITLE</a:t>
            </a:r>
          </a:p>
        </p:txBody>
      </p:sp>
    </p:spTree>
    <p:extLst>
      <p:ext uri="{BB962C8B-B14F-4D97-AF65-F5344CB8AC3E}">
        <p14:creationId xmlns:p14="http://schemas.microsoft.com/office/powerpoint/2010/main" val="3777673553"/>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223.xml><?xml version="1.0" encoding="utf-8"?>
<p:sldLayout xmlns:a="http://schemas.openxmlformats.org/drawingml/2006/main" xmlns:r="http://schemas.openxmlformats.org/officeDocument/2006/relationships" xmlns:p="http://schemas.openxmlformats.org/presentationml/2006/main" preserve="1" userDrawn="1">
  <p:cSld name="2_Boiler Plate 1">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0FE82C-947F-4010-9F2B-F2101479F69D}"/>
              </a:ext>
            </a:extLst>
          </p:cNvPr>
          <p:cNvPicPr>
            <a:picLocks noChangeAspect="1"/>
          </p:cNvPicPr>
          <p:nvPr userDrawn="1"/>
        </p:nvPicPr>
        <p:blipFill rotWithShape="1">
          <a:blip r:embed="rId3">
            <a:extLst>
              <a:ext uri="{28A0092B-C50C-407E-A947-70E740481C1C}">
                <a14:useLocalDpi xmlns:a14="http://schemas.microsoft.com/office/drawing/2010/main" val="0"/>
              </a:ext>
            </a:extLst>
          </a:blip>
          <a:srcRect r="6549"/>
          <a:stretch/>
        </p:blipFill>
        <p:spPr>
          <a:xfrm rot="10800000">
            <a:off x="0" y="-2176"/>
            <a:ext cx="12192000" cy="6889672"/>
          </a:xfrm>
          <a:prstGeom prst="rect">
            <a:avLst/>
          </a:prstGeom>
        </p:spPr>
      </p:pic>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15">
            <a:extLst>
              <a:ext uri="{FF2B5EF4-FFF2-40B4-BE49-F238E27FC236}">
                <a16:creationId xmlns:a16="http://schemas.microsoft.com/office/drawing/2014/main" id="{9D493959-D479-46CF-9B88-C99644F86C11}"/>
              </a:ext>
            </a:extLst>
          </p:cNvPr>
          <p:cNvSpPr/>
          <p:nvPr userDrawn="1"/>
        </p:nvSpPr>
        <p:spPr>
          <a:xfrm>
            <a:off x="6130635" y="3637273"/>
            <a:ext cx="3668557"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spc="200" dirty="0">
                <a:solidFill>
                  <a:srgbClr val="FFFFFF"/>
                </a:solidFill>
              </a:rPr>
              <a:t>ABOUT CAPGEMINI</a:t>
            </a:r>
          </a:p>
        </p:txBody>
      </p:sp>
      <p:pic>
        <p:nvPicPr>
          <p:cNvPr id="18" name="Picture 2" descr="D:\My Work\Template\Icons\Social Media\LinkedIN.png">
            <a:hlinkClick r:id="rId6"/>
            <a:extLst>
              <a:ext uri="{FF2B5EF4-FFF2-40B4-BE49-F238E27FC236}">
                <a16:creationId xmlns:a16="http://schemas.microsoft.com/office/drawing/2014/main" id="{0DD1957E-41EA-4B6A-AB35-8240577CD899}"/>
              </a:ext>
            </a:extLst>
          </p:cNvPr>
          <p:cNvPicPr>
            <a:picLocks noChangeAspect="1" noChangeArrowheads="1"/>
          </p:cNvPicPr>
          <p:nvPr userDrawn="1"/>
        </p:nvPicPr>
        <p:blipFill>
          <a:blip r:embed="rId7" cstate="print"/>
          <a:srcRect/>
          <a:stretch>
            <a:fillRect/>
          </a:stretch>
        </p:blipFill>
        <p:spPr bwMode="auto">
          <a:xfrm>
            <a:off x="810097" y="4976083"/>
            <a:ext cx="333195" cy="333195"/>
          </a:xfrm>
          <a:prstGeom prst="rect">
            <a:avLst/>
          </a:prstGeom>
          <a:noFill/>
        </p:spPr>
      </p:pic>
      <p:pic>
        <p:nvPicPr>
          <p:cNvPr id="19" name="Picture 4" descr="D:\My Work\Template\Icons\Social Media\SlideShare.png">
            <a:hlinkClick r:id="rId8"/>
            <a:extLst>
              <a:ext uri="{FF2B5EF4-FFF2-40B4-BE49-F238E27FC236}">
                <a16:creationId xmlns:a16="http://schemas.microsoft.com/office/drawing/2014/main" id="{DDC91DD4-D921-4F72-A154-DD386349C5CC}"/>
              </a:ext>
            </a:extLst>
          </p:cNvPr>
          <p:cNvPicPr>
            <a:picLocks noChangeAspect="1" noChangeArrowheads="1"/>
          </p:cNvPicPr>
          <p:nvPr userDrawn="1"/>
        </p:nvPicPr>
        <p:blipFill>
          <a:blip r:embed="rId9" cstate="print"/>
          <a:srcRect/>
          <a:stretch>
            <a:fillRect/>
          </a:stretch>
        </p:blipFill>
        <p:spPr bwMode="auto">
          <a:xfrm>
            <a:off x="1193474" y="4976083"/>
            <a:ext cx="333195" cy="333195"/>
          </a:xfrm>
          <a:prstGeom prst="rect">
            <a:avLst/>
          </a:prstGeom>
          <a:noFill/>
        </p:spPr>
      </p:pic>
      <p:pic>
        <p:nvPicPr>
          <p:cNvPr id="21" name="Picture 5" descr="D:\My Work\Template\Icons\Social Media\Twitter.png">
            <a:hlinkClick r:id="rId10"/>
            <a:extLst>
              <a:ext uri="{FF2B5EF4-FFF2-40B4-BE49-F238E27FC236}">
                <a16:creationId xmlns:a16="http://schemas.microsoft.com/office/drawing/2014/main" id="{50D41579-B18F-457F-A8A5-AF2C2B0526A1}"/>
              </a:ext>
            </a:extLst>
          </p:cNvPr>
          <p:cNvPicPr>
            <a:picLocks noChangeAspect="1" noChangeArrowheads="1"/>
          </p:cNvPicPr>
          <p:nvPr userDrawn="1"/>
        </p:nvPicPr>
        <p:blipFill>
          <a:blip r:embed="rId11" cstate="print"/>
          <a:srcRect/>
          <a:stretch>
            <a:fillRect/>
          </a:stretch>
        </p:blipFill>
        <p:spPr bwMode="auto">
          <a:xfrm>
            <a:off x="1576851" y="4976083"/>
            <a:ext cx="333195" cy="333195"/>
          </a:xfrm>
          <a:prstGeom prst="rect">
            <a:avLst/>
          </a:prstGeom>
          <a:noFill/>
        </p:spPr>
      </p:pic>
      <p:pic>
        <p:nvPicPr>
          <p:cNvPr id="22" name="Picture 6" descr="D:\My Work\Template\Icons\Social Media\YouTube.png">
            <a:hlinkClick r:id="rId12"/>
            <a:extLst>
              <a:ext uri="{FF2B5EF4-FFF2-40B4-BE49-F238E27FC236}">
                <a16:creationId xmlns:a16="http://schemas.microsoft.com/office/drawing/2014/main" id="{53D4D78A-A7BD-4D62-B3A3-27E461667E06}"/>
              </a:ext>
            </a:extLst>
          </p:cNvPr>
          <p:cNvPicPr>
            <a:picLocks noChangeAspect="1" noChangeArrowheads="1"/>
          </p:cNvPicPr>
          <p:nvPr userDrawn="1"/>
        </p:nvPicPr>
        <p:blipFill>
          <a:blip r:embed="rId13" cstate="print"/>
          <a:srcRect/>
          <a:stretch>
            <a:fillRect/>
          </a:stretch>
        </p:blipFill>
        <p:spPr bwMode="auto">
          <a:xfrm>
            <a:off x="1960227" y="4976083"/>
            <a:ext cx="333195" cy="333195"/>
          </a:xfrm>
          <a:prstGeom prst="rect">
            <a:avLst/>
          </a:prstGeom>
          <a:noFill/>
        </p:spPr>
      </p:pic>
      <p:pic>
        <p:nvPicPr>
          <p:cNvPr id="23" name="Picture 7" descr="D:\My Work\Template\Icons\Social Media\Facebook.png">
            <a:hlinkClick r:id="rId14"/>
            <a:extLst>
              <a:ext uri="{FF2B5EF4-FFF2-40B4-BE49-F238E27FC236}">
                <a16:creationId xmlns:a16="http://schemas.microsoft.com/office/drawing/2014/main" id="{17B8AAE7-3107-482A-9615-7D3E05FB31D2}"/>
              </a:ext>
            </a:extLst>
          </p:cNvPr>
          <p:cNvPicPr>
            <a:picLocks noChangeAspect="1" noChangeArrowheads="1"/>
          </p:cNvPicPr>
          <p:nvPr userDrawn="1"/>
        </p:nvPicPr>
        <p:blipFill>
          <a:blip r:embed="rId15" cstate="print"/>
          <a:srcRect/>
          <a:stretch>
            <a:fillRect/>
          </a:stretch>
        </p:blipFill>
        <p:spPr bwMode="auto">
          <a:xfrm>
            <a:off x="426720" y="4976083"/>
            <a:ext cx="333195" cy="333195"/>
          </a:xfrm>
          <a:prstGeom prst="rect">
            <a:avLst/>
          </a:prstGeom>
          <a:noFill/>
        </p:spPr>
      </p:pic>
      <p:sp>
        <p:nvSpPr>
          <p:cNvPr id="24" name="Rectangle 23">
            <a:extLst>
              <a:ext uri="{FF2B5EF4-FFF2-40B4-BE49-F238E27FC236}">
                <a16:creationId xmlns:a16="http://schemas.microsoft.com/office/drawing/2014/main" id="{EA726FF3-09C6-4BE1-9DED-F22520BC1884}"/>
              </a:ext>
            </a:extLst>
          </p:cNvPr>
          <p:cNvSpPr/>
          <p:nvPr userDrawn="1"/>
        </p:nvSpPr>
        <p:spPr>
          <a:xfrm>
            <a:off x="426720" y="6022593"/>
            <a:ext cx="3465612" cy="446276"/>
          </a:xfrm>
          <a:prstGeom prst="rect">
            <a:avLst/>
          </a:prstGeom>
        </p:spPr>
        <p:txBody>
          <a:bodyPr wrap="square" lIns="0" tIns="0" rIns="0" bIns="0" anchor="b" anchorCtr="0">
            <a:spAutoFit/>
          </a:bodyPr>
          <a:lstStyle/>
          <a:p>
            <a:pPr>
              <a:spcAft>
                <a:spcPts val="600"/>
              </a:spcAft>
            </a:pPr>
            <a:r>
              <a:rPr lang="en-US" sz="800" dirty="0">
                <a:solidFill>
                  <a:srgbClr val="FFFFFF"/>
                </a:solidFill>
                <a:cs typeface="Arial"/>
              </a:rPr>
              <a:t>This presentation contains information that may be privileged or confidential and is the property of the Capgemini Group.</a:t>
            </a:r>
          </a:p>
          <a:p>
            <a:pPr>
              <a:spcAft>
                <a:spcPts val="600"/>
              </a:spcAft>
            </a:pPr>
            <a:r>
              <a:rPr lang="en-US" sz="800" dirty="0">
                <a:solidFill>
                  <a:srgbClr val="FFFFFF"/>
                </a:solidFill>
                <a:cs typeface="Arial"/>
              </a:rPr>
              <a:t>Copyright © 2020 Capgemini. All rights reserved.</a:t>
            </a:r>
          </a:p>
        </p:txBody>
      </p:sp>
      <p:sp>
        <p:nvSpPr>
          <p:cNvPr id="25" name="Rectangle 24">
            <a:hlinkClick r:id="rId16"/>
            <a:extLst>
              <a:ext uri="{FF2B5EF4-FFF2-40B4-BE49-F238E27FC236}">
                <a16:creationId xmlns:a16="http://schemas.microsoft.com/office/drawing/2014/main" id="{9F81E28A-4FC1-4C3D-8EEF-F0B729859246}"/>
              </a:ext>
            </a:extLst>
          </p:cNvPr>
          <p:cNvSpPr/>
          <p:nvPr userDrawn="1"/>
        </p:nvSpPr>
        <p:spPr>
          <a:xfrm>
            <a:off x="6333489" y="5821999"/>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FF"/>
              </a:solidFill>
            </a:endParaRPr>
          </a:p>
        </p:txBody>
      </p:sp>
      <p:grpSp>
        <p:nvGrpSpPr>
          <p:cNvPr id="26" name="Groupe 26">
            <a:extLst>
              <a:ext uri="{FF2B5EF4-FFF2-40B4-BE49-F238E27FC236}">
                <a16:creationId xmlns:a16="http://schemas.microsoft.com/office/drawing/2014/main" id="{9A7ABA97-C3D4-4777-B23E-FE59B08CBBA0}"/>
              </a:ext>
            </a:extLst>
          </p:cNvPr>
          <p:cNvGrpSpPr>
            <a:grpSpLocks noChangeAspect="1"/>
          </p:cNvGrpSpPr>
          <p:nvPr userDrawn="1"/>
        </p:nvGrpSpPr>
        <p:grpSpPr>
          <a:xfrm>
            <a:off x="444000" y="5468639"/>
            <a:ext cx="2340000" cy="181186"/>
            <a:chOff x="401412" y="4886021"/>
            <a:chExt cx="7483476" cy="579438"/>
          </a:xfrm>
          <a:solidFill>
            <a:schemeClr val="bg1"/>
          </a:solidFill>
        </p:grpSpPr>
        <p:sp>
          <p:nvSpPr>
            <p:cNvPr id="27" name="Freeform 5">
              <a:extLst>
                <a:ext uri="{FF2B5EF4-FFF2-40B4-BE49-F238E27FC236}">
                  <a16:creationId xmlns:a16="http://schemas.microsoft.com/office/drawing/2014/main" id="{5A208038-09A9-451C-88FE-F6CCA65DA5C4}"/>
                </a:ext>
              </a:extLst>
            </p:cNvPr>
            <p:cNvSpPr>
              <a:spLocks noEditPoints="1"/>
            </p:cNvSpPr>
            <p:nvPr userDrawn="1"/>
          </p:nvSpPr>
          <p:spPr bwMode="auto">
            <a:xfrm>
              <a:off x="401412" y="4930471"/>
              <a:ext cx="293688" cy="422275"/>
            </a:xfrm>
            <a:custGeom>
              <a:avLst/>
              <a:gdLst>
                <a:gd name="T0" fmla="*/ 18 w 48"/>
                <a:gd name="T1" fmla="*/ 0 h 67"/>
                <a:gd name="T2" fmla="*/ 41 w 48"/>
                <a:gd name="T3" fmla="*/ 5 h 67"/>
                <a:gd name="T4" fmla="*/ 48 w 48"/>
                <a:gd name="T5" fmla="*/ 22 h 67"/>
                <a:gd name="T6" fmla="*/ 46 w 48"/>
                <a:gd name="T7" fmla="*/ 32 h 67"/>
                <a:gd name="T8" fmla="*/ 40 w 48"/>
                <a:gd name="T9" fmla="*/ 39 h 67"/>
                <a:gd name="T10" fmla="*/ 31 w 48"/>
                <a:gd name="T11" fmla="*/ 43 h 67"/>
                <a:gd name="T12" fmla="*/ 18 w 48"/>
                <a:gd name="T13" fmla="*/ 44 h 67"/>
                <a:gd name="T14" fmla="*/ 12 w 48"/>
                <a:gd name="T15" fmla="*/ 44 h 67"/>
                <a:gd name="T16" fmla="*/ 12 w 48"/>
                <a:gd name="T17" fmla="*/ 67 h 67"/>
                <a:gd name="T18" fmla="*/ 0 w 48"/>
                <a:gd name="T19" fmla="*/ 67 h 67"/>
                <a:gd name="T20" fmla="*/ 0 w 48"/>
                <a:gd name="T21" fmla="*/ 2 h 67"/>
                <a:gd name="T22" fmla="*/ 9 w 48"/>
                <a:gd name="T23" fmla="*/ 1 h 67"/>
                <a:gd name="T24" fmla="*/ 18 w 48"/>
                <a:gd name="T25" fmla="*/ 0 h 67"/>
                <a:gd name="T26" fmla="*/ 19 w 48"/>
                <a:gd name="T27" fmla="*/ 11 h 67"/>
                <a:gd name="T28" fmla="*/ 12 w 48"/>
                <a:gd name="T29" fmla="*/ 11 h 67"/>
                <a:gd name="T30" fmla="*/ 12 w 48"/>
                <a:gd name="T31" fmla="*/ 34 h 67"/>
                <a:gd name="T32" fmla="*/ 18 w 48"/>
                <a:gd name="T33" fmla="*/ 34 h 67"/>
                <a:gd name="T34" fmla="*/ 31 w 48"/>
                <a:gd name="T35" fmla="*/ 31 h 67"/>
                <a:gd name="T36" fmla="*/ 36 w 48"/>
                <a:gd name="T37" fmla="*/ 22 h 67"/>
                <a:gd name="T38" fmla="*/ 35 w 48"/>
                <a:gd name="T39" fmla="*/ 16 h 67"/>
                <a:gd name="T40" fmla="*/ 31 w 48"/>
                <a:gd name="T41" fmla="*/ 13 h 67"/>
                <a:gd name="T42" fmla="*/ 26 w 48"/>
                <a:gd name="T43" fmla="*/ 11 h 67"/>
                <a:gd name="T44" fmla="*/ 19 w 48"/>
                <a:gd name="T45" fmla="*/ 1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8" h="67">
                  <a:moveTo>
                    <a:pt x="18" y="0"/>
                  </a:moveTo>
                  <a:cubicBezTo>
                    <a:pt x="28" y="0"/>
                    <a:pt x="36" y="2"/>
                    <a:pt x="41" y="5"/>
                  </a:cubicBezTo>
                  <a:cubicBezTo>
                    <a:pt x="46" y="9"/>
                    <a:pt x="48" y="14"/>
                    <a:pt x="48" y="22"/>
                  </a:cubicBezTo>
                  <a:cubicBezTo>
                    <a:pt x="48" y="26"/>
                    <a:pt x="48" y="29"/>
                    <a:pt x="46" y="32"/>
                  </a:cubicBezTo>
                  <a:cubicBezTo>
                    <a:pt x="45" y="35"/>
                    <a:pt x="43" y="37"/>
                    <a:pt x="40" y="39"/>
                  </a:cubicBezTo>
                  <a:cubicBezTo>
                    <a:pt x="38" y="41"/>
                    <a:pt x="35" y="42"/>
                    <a:pt x="31" y="43"/>
                  </a:cubicBezTo>
                  <a:cubicBezTo>
                    <a:pt x="27" y="44"/>
                    <a:pt x="23" y="44"/>
                    <a:pt x="18" y="44"/>
                  </a:cubicBezTo>
                  <a:cubicBezTo>
                    <a:pt x="12" y="44"/>
                    <a:pt x="12" y="44"/>
                    <a:pt x="12" y="44"/>
                  </a:cubicBezTo>
                  <a:cubicBezTo>
                    <a:pt x="12" y="67"/>
                    <a:pt x="12" y="67"/>
                    <a:pt x="12" y="67"/>
                  </a:cubicBezTo>
                  <a:cubicBezTo>
                    <a:pt x="0" y="67"/>
                    <a:pt x="0" y="67"/>
                    <a:pt x="0" y="67"/>
                  </a:cubicBezTo>
                  <a:cubicBezTo>
                    <a:pt x="0" y="2"/>
                    <a:pt x="0" y="2"/>
                    <a:pt x="0" y="2"/>
                  </a:cubicBezTo>
                  <a:cubicBezTo>
                    <a:pt x="2" y="1"/>
                    <a:pt x="6" y="1"/>
                    <a:pt x="9" y="1"/>
                  </a:cubicBezTo>
                  <a:cubicBezTo>
                    <a:pt x="12" y="0"/>
                    <a:pt x="16" y="0"/>
                    <a:pt x="18" y="0"/>
                  </a:cubicBezTo>
                  <a:close/>
                  <a:moveTo>
                    <a:pt x="19" y="11"/>
                  </a:moveTo>
                  <a:cubicBezTo>
                    <a:pt x="16" y="11"/>
                    <a:pt x="14" y="11"/>
                    <a:pt x="12" y="11"/>
                  </a:cubicBezTo>
                  <a:cubicBezTo>
                    <a:pt x="12" y="34"/>
                    <a:pt x="12" y="34"/>
                    <a:pt x="12" y="34"/>
                  </a:cubicBezTo>
                  <a:cubicBezTo>
                    <a:pt x="18" y="34"/>
                    <a:pt x="18" y="34"/>
                    <a:pt x="18" y="34"/>
                  </a:cubicBezTo>
                  <a:cubicBezTo>
                    <a:pt x="23" y="34"/>
                    <a:pt x="28" y="33"/>
                    <a:pt x="31" y="31"/>
                  </a:cubicBezTo>
                  <a:cubicBezTo>
                    <a:pt x="34" y="29"/>
                    <a:pt x="36" y="26"/>
                    <a:pt x="36" y="22"/>
                  </a:cubicBezTo>
                  <a:cubicBezTo>
                    <a:pt x="36" y="20"/>
                    <a:pt x="35" y="18"/>
                    <a:pt x="35" y="16"/>
                  </a:cubicBezTo>
                  <a:cubicBezTo>
                    <a:pt x="34" y="15"/>
                    <a:pt x="33" y="14"/>
                    <a:pt x="31" y="13"/>
                  </a:cubicBezTo>
                  <a:cubicBezTo>
                    <a:pt x="30" y="12"/>
                    <a:pt x="28" y="12"/>
                    <a:pt x="26" y="11"/>
                  </a:cubicBezTo>
                  <a:cubicBezTo>
                    <a:pt x="24" y="11"/>
                    <a:pt x="22" y="11"/>
                    <a:pt x="19" y="11"/>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28" name="Freeform 6">
              <a:extLst>
                <a:ext uri="{FF2B5EF4-FFF2-40B4-BE49-F238E27FC236}">
                  <a16:creationId xmlns:a16="http://schemas.microsoft.com/office/drawing/2014/main" id="{1FE5D02E-DF0E-4563-A14A-01167876039D}"/>
                </a:ext>
              </a:extLst>
            </p:cNvPr>
            <p:cNvSpPr>
              <a:spLocks noEditPoints="1"/>
            </p:cNvSpPr>
            <p:nvPr userDrawn="1"/>
          </p:nvSpPr>
          <p:spPr bwMode="auto">
            <a:xfrm>
              <a:off x="714150" y="5030484"/>
              <a:ext cx="280988" cy="334963"/>
            </a:xfrm>
            <a:custGeom>
              <a:avLst/>
              <a:gdLst>
                <a:gd name="T0" fmla="*/ 0 w 46"/>
                <a:gd name="T1" fmla="*/ 27 h 53"/>
                <a:gd name="T2" fmla="*/ 2 w 46"/>
                <a:gd name="T3" fmla="*/ 15 h 53"/>
                <a:gd name="T4" fmla="*/ 8 w 46"/>
                <a:gd name="T5" fmla="*/ 7 h 53"/>
                <a:gd name="T6" fmla="*/ 15 w 46"/>
                <a:gd name="T7" fmla="*/ 2 h 53"/>
                <a:gd name="T8" fmla="*/ 24 w 46"/>
                <a:gd name="T9" fmla="*/ 0 h 53"/>
                <a:gd name="T10" fmla="*/ 40 w 46"/>
                <a:gd name="T11" fmla="*/ 6 h 53"/>
                <a:gd name="T12" fmla="*/ 46 w 46"/>
                <a:gd name="T13" fmla="*/ 26 h 53"/>
                <a:gd name="T14" fmla="*/ 46 w 46"/>
                <a:gd name="T15" fmla="*/ 28 h 53"/>
                <a:gd name="T16" fmla="*/ 46 w 46"/>
                <a:gd name="T17" fmla="*/ 30 h 53"/>
                <a:gd name="T18" fmla="*/ 12 w 46"/>
                <a:gd name="T19" fmla="*/ 30 h 53"/>
                <a:gd name="T20" fmla="*/ 17 w 46"/>
                <a:gd name="T21" fmla="*/ 39 h 53"/>
                <a:gd name="T22" fmla="*/ 28 w 46"/>
                <a:gd name="T23" fmla="*/ 43 h 53"/>
                <a:gd name="T24" fmla="*/ 35 w 46"/>
                <a:gd name="T25" fmla="*/ 42 h 53"/>
                <a:gd name="T26" fmla="*/ 41 w 46"/>
                <a:gd name="T27" fmla="*/ 40 h 53"/>
                <a:gd name="T28" fmla="*/ 43 w 46"/>
                <a:gd name="T29" fmla="*/ 50 h 53"/>
                <a:gd name="T30" fmla="*/ 40 w 46"/>
                <a:gd name="T31" fmla="*/ 51 h 53"/>
                <a:gd name="T32" fmla="*/ 36 w 46"/>
                <a:gd name="T33" fmla="*/ 52 h 53"/>
                <a:gd name="T34" fmla="*/ 31 w 46"/>
                <a:gd name="T35" fmla="*/ 52 h 53"/>
                <a:gd name="T36" fmla="*/ 26 w 46"/>
                <a:gd name="T37" fmla="*/ 53 h 53"/>
                <a:gd name="T38" fmla="*/ 15 w 46"/>
                <a:gd name="T39" fmla="*/ 51 h 53"/>
                <a:gd name="T40" fmla="*/ 7 w 46"/>
                <a:gd name="T41" fmla="*/ 45 h 53"/>
                <a:gd name="T42" fmla="*/ 2 w 46"/>
                <a:gd name="T43" fmla="*/ 37 h 53"/>
                <a:gd name="T44" fmla="*/ 0 w 46"/>
                <a:gd name="T45" fmla="*/ 27 h 53"/>
                <a:gd name="T46" fmla="*/ 34 w 46"/>
                <a:gd name="T47" fmla="*/ 21 h 53"/>
                <a:gd name="T48" fmla="*/ 34 w 46"/>
                <a:gd name="T49" fmla="*/ 17 h 53"/>
                <a:gd name="T50" fmla="*/ 32 w 46"/>
                <a:gd name="T51" fmla="*/ 13 h 53"/>
                <a:gd name="T52" fmla="*/ 28 w 46"/>
                <a:gd name="T53" fmla="*/ 11 h 53"/>
                <a:gd name="T54" fmla="*/ 24 w 46"/>
                <a:gd name="T55" fmla="*/ 10 h 53"/>
                <a:gd name="T56" fmla="*/ 19 w 46"/>
                <a:gd name="T57" fmla="*/ 11 h 53"/>
                <a:gd name="T58" fmla="*/ 16 w 46"/>
                <a:gd name="T59" fmla="*/ 13 h 53"/>
                <a:gd name="T60" fmla="*/ 14 w 46"/>
                <a:gd name="T61" fmla="*/ 17 h 53"/>
                <a:gd name="T62" fmla="*/ 13 w 46"/>
                <a:gd name="T63" fmla="*/ 21 h 53"/>
                <a:gd name="T64" fmla="*/ 34 w 46"/>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6" h="53">
                  <a:moveTo>
                    <a:pt x="0" y="27"/>
                  </a:moveTo>
                  <a:cubicBezTo>
                    <a:pt x="0" y="22"/>
                    <a:pt x="1" y="18"/>
                    <a:pt x="2" y="15"/>
                  </a:cubicBezTo>
                  <a:cubicBezTo>
                    <a:pt x="4" y="12"/>
                    <a:pt x="6" y="9"/>
                    <a:pt x="8" y="7"/>
                  </a:cubicBezTo>
                  <a:cubicBezTo>
                    <a:pt x="10" y="4"/>
                    <a:pt x="12" y="3"/>
                    <a:pt x="15" y="2"/>
                  </a:cubicBezTo>
                  <a:cubicBezTo>
                    <a:pt x="18" y="0"/>
                    <a:pt x="21" y="0"/>
                    <a:pt x="24" y="0"/>
                  </a:cubicBezTo>
                  <a:cubicBezTo>
                    <a:pt x="31" y="0"/>
                    <a:pt x="36" y="2"/>
                    <a:pt x="40" y="6"/>
                  </a:cubicBezTo>
                  <a:cubicBezTo>
                    <a:pt x="44" y="11"/>
                    <a:pt x="46" y="17"/>
                    <a:pt x="46" y="26"/>
                  </a:cubicBezTo>
                  <a:cubicBezTo>
                    <a:pt x="46" y="26"/>
                    <a:pt x="46" y="27"/>
                    <a:pt x="46" y="28"/>
                  </a:cubicBezTo>
                  <a:cubicBezTo>
                    <a:pt x="46" y="29"/>
                    <a:pt x="46" y="29"/>
                    <a:pt x="46" y="30"/>
                  </a:cubicBezTo>
                  <a:cubicBezTo>
                    <a:pt x="12" y="30"/>
                    <a:pt x="12" y="30"/>
                    <a:pt x="12" y="30"/>
                  </a:cubicBezTo>
                  <a:cubicBezTo>
                    <a:pt x="13" y="34"/>
                    <a:pt x="14" y="37"/>
                    <a:pt x="17" y="39"/>
                  </a:cubicBezTo>
                  <a:cubicBezTo>
                    <a:pt x="19" y="41"/>
                    <a:pt x="23" y="43"/>
                    <a:pt x="28" y="43"/>
                  </a:cubicBezTo>
                  <a:cubicBezTo>
                    <a:pt x="31" y="43"/>
                    <a:pt x="33" y="42"/>
                    <a:pt x="35" y="42"/>
                  </a:cubicBezTo>
                  <a:cubicBezTo>
                    <a:pt x="38" y="41"/>
                    <a:pt x="40" y="41"/>
                    <a:pt x="41" y="40"/>
                  </a:cubicBezTo>
                  <a:cubicBezTo>
                    <a:pt x="43" y="50"/>
                    <a:pt x="43" y="50"/>
                    <a:pt x="43" y="50"/>
                  </a:cubicBezTo>
                  <a:cubicBezTo>
                    <a:pt x="42" y="50"/>
                    <a:pt x="41" y="50"/>
                    <a:pt x="40" y="51"/>
                  </a:cubicBezTo>
                  <a:cubicBezTo>
                    <a:pt x="39" y="51"/>
                    <a:pt x="38" y="51"/>
                    <a:pt x="36" y="52"/>
                  </a:cubicBezTo>
                  <a:cubicBezTo>
                    <a:pt x="35" y="52"/>
                    <a:pt x="33" y="52"/>
                    <a:pt x="31" y="52"/>
                  </a:cubicBezTo>
                  <a:cubicBezTo>
                    <a:pt x="30" y="53"/>
                    <a:pt x="28" y="53"/>
                    <a:pt x="26" y="53"/>
                  </a:cubicBezTo>
                  <a:cubicBezTo>
                    <a:pt x="22" y="53"/>
                    <a:pt x="18" y="52"/>
                    <a:pt x="15" y="51"/>
                  </a:cubicBezTo>
                  <a:cubicBezTo>
                    <a:pt x="12" y="49"/>
                    <a:pt x="9" y="48"/>
                    <a:pt x="7" y="45"/>
                  </a:cubicBezTo>
                  <a:cubicBezTo>
                    <a:pt x="5" y="43"/>
                    <a:pt x="3" y="40"/>
                    <a:pt x="2" y="37"/>
                  </a:cubicBezTo>
                  <a:cubicBezTo>
                    <a:pt x="1" y="34"/>
                    <a:pt x="0" y="30"/>
                    <a:pt x="0" y="27"/>
                  </a:cubicBezTo>
                  <a:close/>
                  <a:moveTo>
                    <a:pt x="34" y="21"/>
                  </a:moveTo>
                  <a:cubicBezTo>
                    <a:pt x="34" y="20"/>
                    <a:pt x="34" y="18"/>
                    <a:pt x="34" y="17"/>
                  </a:cubicBezTo>
                  <a:cubicBezTo>
                    <a:pt x="33" y="15"/>
                    <a:pt x="32" y="14"/>
                    <a:pt x="32" y="13"/>
                  </a:cubicBezTo>
                  <a:cubicBezTo>
                    <a:pt x="31" y="12"/>
                    <a:pt x="30" y="11"/>
                    <a:pt x="28" y="11"/>
                  </a:cubicBezTo>
                  <a:cubicBezTo>
                    <a:pt x="27" y="10"/>
                    <a:pt x="26" y="10"/>
                    <a:pt x="24" y="10"/>
                  </a:cubicBezTo>
                  <a:cubicBezTo>
                    <a:pt x="22" y="10"/>
                    <a:pt x="21" y="10"/>
                    <a:pt x="19" y="11"/>
                  </a:cubicBezTo>
                  <a:cubicBezTo>
                    <a:pt x="18" y="11"/>
                    <a:pt x="17" y="12"/>
                    <a:pt x="16" y="13"/>
                  </a:cubicBezTo>
                  <a:cubicBezTo>
                    <a:pt x="15" y="14"/>
                    <a:pt x="14" y="16"/>
                    <a:pt x="14" y="17"/>
                  </a:cubicBezTo>
                  <a:cubicBezTo>
                    <a:pt x="13" y="18"/>
                    <a:pt x="13" y="20"/>
                    <a:pt x="13" y="21"/>
                  </a:cubicBezTo>
                  <a:lnTo>
                    <a:pt x="34"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29" name="Freeform 7">
              <a:extLst>
                <a:ext uri="{FF2B5EF4-FFF2-40B4-BE49-F238E27FC236}">
                  <a16:creationId xmlns:a16="http://schemas.microsoft.com/office/drawing/2014/main" id="{E87745CD-1FEA-4787-853E-B3F92946D114}"/>
                </a:ext>
              </a:extLst>
            </p:cNvPr>
            <p:cNvSpPr>
              <a:spLocks noEditPoints="1"/>
            </p:cNvSpPr>
            <p:nvPr userDrawn="1"/>
          </p:nvSpPr>
          <p:spPr bwMode="auto">
            <a:xfrm>
              <a:off x="1038000" y="5030484"/>
              <a:ext cx="298450" cy="334963"/>
            </a:xfrm>
            <a:custGeom>
              <a:avLst/>
              <a:gdLst>
                <a:gd name="T0" fmla="*/ 49 w 49"/>
                <a:gd name="T1" fmla="*/ 26 h 53"/>
                <a:gd name="T2" fmla="*/ 47 w 49"/>
                <a:gd name="T3" fmla="*/ 37 h 53"/>
                <a:gd name="T4" fmla="*/ 42 w 49"/>
                <a:gd name="T5" fmla="*/ 45 h 53"/>
                <a:gd name="T6" fmla="*/ 34 w 49"/>
                <a:gd name="T7" fmla="*/ 51 h 53"/>
                <a:gd name="T8" fmla="*/ 24 w 49"/>
                <a:gd name="T9" fmla="*/ 53 h 53"/>
                <a:gd name="T10" fmla="*/ 15 w 49"/>
                <a:gd name="T11" fmla="*/ 51 h 53"/>
                <a:gd name="T12" fmla="*/ 7 w 49"/>
                <a:gd name="T13" fmla="*/ 45 h 53"/>
                <a:gd name="T14" fmla="*/ 2 w 49"/>
                <a:gd name="T15" fmla="*/ 37 h 53"/>
                <a:gd name="T16" fmla="*/ 0 w 49"/>
                <a:gd name="T17" fmla="*/ 26 h 53"/>
                <a:gd name="T18" fmla="*/ 2 w 49"/>
                <a:gd name="T19" fmla="*/ 15 h 53"/>
                <a:gd name="T20" fmla="*/ 7 w 49"/>
                <a:gd name="T21" fmla="*/ 7 h 53"/>
                <a:gd name="T22" fmla="*/ 15 w 49"/>
                <a:gd name="T23" fmla="*/ 2 h 53"/>
                <a:gd name="T24" fmla="*/ 24 w 49"/>
                <a:gd name="T25" fmla="*/ 0 h 53"/>
                <a:gd name="T26" fmla="*/ 34 w 49"/>
                <a:gd name="T27" fmla="*/ 2 h 53"/>
                <a:gd name="T28" fmla="*/ 42 w 49"/>
                <a:gd name="T29" fmla="*/ 7 h 53"/>
                <a:gd name="T30" fmla="*/ 47 w 49"/>
                <a:gd name="T31" fmla="*/ 15 h 53"/>
                <a:gd name="T32" fmla="*/ 49 w 49"/>
                <a:gd name="T33" fmla="*/ 26 h 53"/>
                <a:gd name="T34" fmla="*/ 37 w 49"/>
                <a:gd name="T35" fmla="*/ 26 h 53"/>
                <a:gd name="T36" fmla="*/ 33 w 49"/>
                <a:gd name="T37" fmla="*/ 14 h 53"/>
                <a:gd name="T38" fmla="*/ 24 w 49"/>
                <a:gd name="T39" fmla="*/ 10 h 53"/>
                <a:gd name="T40" fmla="*/ 16 w 49"/>
                <a:gd name="T41" fmla="*/ 14 h 53"/>
                <a:gd name="T42" fmla="*/ 12 w 49"/>
                <a:gd name="T43" fmla="*/ 26 h 53"/>
                <a:gd name="T44" fmla="*/ 16 w 49"/>
                <a:gd name="T45" fmla="*/ 38 h 53"/>
                <a:gd name="T46" fmla="*/ 24 w 49"/>
                <a:gd name="T47" fmla="*/ 43 h 53"/>
                <a:gd name="T48" fmla="*/ 33 w 49"/>
                <a:gd name="T49" fmla="*/ 38 h 53"/>
                <a:gd name="T50" fmla="*/ 37 w 49"/>
                <a:gd name="T5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53">
                  <a:moveTo>
                    <a:pt x="49" y="26"/>
                  </a:moveTo>
                  <a:cubicBezTo>
                    <a:pt x="49" y="30"/>
                    <a:pt x="48" y="34"/>
                    <a:pt x="47" y="37"/>
                  </a:cubicBezTo>
                  <a:cubicBezTo>
                    <a:pt x="46" y="40"/>
                    <a:pt x="44" y="43"/>
                    <a:pt x="42" y="45"/>
                  </a:cubicBezTo>
                  <a:cubicBezTo>
                    <a:pt x="40" y="48"/>
                    <a:pt x="37" y="50"/>
                    <a:pt x="34" y="51"/>
                  </a:cubicBezTo>
                  <a:cubicBezTo>
                    <a:pt x="31" y="52"/>
                    <a:pt x="28" y="53"/>
                    <a:pt x="24" y="53"/>
                  </a:cubicBezTo>
                  <a:cubicBezTo>
                    <a:pt x="21" y="53"/>
                    <a:pt x="18" y="52"/>
                    <a:pt x="15" y="51"/>
                  </a:cubicBezTo>
                  <a:cubicBezTo>
                    <a:pt x="12" y="50"/>
                    <a:pt x="9" y="48"/>
                    <a:pt x="7" y="45"/>
                  </a:cubicBezTo>
                  <a:cubicBezTo>
                    <a:pt x="5" y="43"/>
                    <a:pt x="3" y="40"/>
                    <a:pt x="2" y="37"/>
                  </a:cubicBezTo>
                  <a:cubicBezTo>
                    <a:pt x="1" y="34"/>
                    <a:pt x="0" y="30"/>
                    <a:pt x="0" y="26"/>
                  </a:cubicBezTo>
                  <a:cubicBezTo>
                    <a:pt x="0" y="22"/>
                    <a:pt x="1" y="19"/>
                    <a:pt x="2" y="15"/>
                  </a:cubicBezTo>
                  <a:cubicBezTo>
                    <a:pt x="3" y="12"/>
                    <a:pt x="5" y="9"/>
                    <a:pt x="7" y="7"/>
                  </a:cubicBezTo>
                  <a:cubicBezTo>
                    <a:pt x="9" y="5"/>
                    <a:pt x="12" y="3"/>
                    <a:pt x="15" y="2"/>
                  </a:cubicBezTo>
                  <a:cubicBezTo>
                    <a:pt x="18" y="1"/>
                    <a:pt x="21" y="0"/>
                    <a:pt x="24" y="0"/>
                  </a:cubicBezTo>
                  <a:cubicBezTo>
                    <a:pt x="28" y="0"/>
                    <a:pt x="31" y="1"/>
                    <a:pt x="34" y="2"/>
                  </a:cubicBezTo>
                  <a:cubicBezTo>
                    <a:pt x="37" y="3"/>
                    <a:pt x="40" y="5"/>
                    <a:pt x="42" y="7"/>
                  </a:cubicBezTo>
                  <a:cubicBezTo>
                    <a:pt x="44" y="9"/>
                    <a:pt x="46" y="12"/>
                    <a:pt x="47" y="15"/>
                  </a:cubicBezTo>
                  <a:cubicBezTo>
                    <a:pt x="48" y="19"/>
                    <a:pt x="49" y="22"/>
                    <a:pt x="49" y="26"/>
                  </a:cubicBezTo>
                  <a:close/>
                  <a:moveTo>
                    <a:pt x="37" y="26"/>
                  </a:moveTo>
                  <a:cubicBezTo>
                    <a:pt x="37" y="21"/>
                    <a:pt x="36" y="17"/>
                    <a:pt x="33" y="14"/>
                  </a:cubicBezTo>
                  <a:cubicBezTo>
                    <a:pt x="31" y="11"/>
                    <a:pt x="28" y="10"/>
                    <a:pt x="24" y="10"/>
                  </a:cubicBezTo>
                  <a:cubicBezTo>
                    <a:pt x="21" y="10"/>
                    <a:pt x="18" y="11"/>
                    <a:pt x="16" y="14"/>
                  </a:cubicBezTo>
                  <a:cubicBezTo>
                    <a:pt x="13" y="17"/>
                    <a:pt x="12" y="21"/>
                    <a:pt x="12" y="26"/>
                  </a:cubicBezTo>
                  <a:cubicBezTo>
                    <a:pt x="12" y="31"/>
                    <a:pt x="13" y="35"/>
                    <a:pt x="16" y="38"/>
                  </a:cubicBezTo>
                  <a:cubicBezTo>
                    <a:pt x="18" y="41"/>
                    <a:pt x="21" y="43"/>
                    <a:pt x="24" y="43"/>
                  </a:cubicBezTo>
                  <a:cubicBezTo>
                    <a:pt x="28" y="43"/>
                    <a:pt x="31" y="41"/>
                    <a:pt x="33" y="38"/>
                  </a:cubicBezTo>
                  <a:cubicBezTo>
                    <a:pt x="36" y="35"/>
                    <a:pt x="37" y="31"/>
                    <a:pt x="37" y="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30" name="Freeform 8">
              <a:extLst>
                <a:ext uri="{FF2B5EF4-FFF2-40B4-BE49-F238E27FC236}">
                  <a16:creationId xmlns:a16="http://schemas.microsoft.com/office/drawing/2014/main" id="{736BE8F4-4385-41DC-891E-4C7A0CB2F177}"/>
                </a:ext>
              </a:extLst>
            </p:cNvPr>
            <p:cNvSpPr>
              <a:spLocks noEditPoints="1"/>
            </p:cNvSpPr>
            <p:nvPr userDrawn="1"/>
          </p:nvSpPr>
          <p:spPr bwMode="auto">
            <a:xfrm>
              <a:off x="1398362" y="5030484"/>
              <a:ext cx="274638" cy="434975"/>
            </a:xfrm>
            <a:custGeom>
              <a:avLst/>
              <a:gdLst>
                <a:gd name="T0" fmla="*/ 45 w 45"/>
                <a:gd name="T1" fmla="*/ 26 h 69"/>
                <a:gd name="T2" fmla="*/ 43 w 45"/>
                <a:gd name="T3" fmla="*/ 37 h 69"/>
                <a:gd name="T4" fmla="*/ 39 w 45"/>
                <a:gd name="T5" fmla="*/ 45 h 69"/>
                <a:gd name="T6" fmla="*/ 32 w 45"/>
                <a:gd name="T7" fmla="*/ 51 h 69"/>
                <a:gd name="T8" fmla="*/ 23 w 45"/>
                <a:gd name="T9" fmla="*/ 52 h 69"/>
                <a:gd name="T10" fmla="*/ 16 w 45"/>
                <a:gd name="T11" fmla="*/ 52 h 69"/>
                <a:gd name="T12" fmla="*/ 11 w 45"/>
                <a:gd name="T13" fmla="*/ 50 h 69"/>
                <a:gd name="T14" fmla="*/ 11 w 45"/>
                <a:gd name="T15" fmla="*/ 69 h 69"/>
                <a:gd name="T16" fmla="*/ 0 w 45"/>
                <a:gd name="T17" fmla="*/ 69 h 69"/>
                <a:gd name="T18" fmla="*/ 0 w 45"/>
                <a:gd name="T19" fmla="*/ 3 h 69"/>
                <a:gd name="T20" fmla="*/ 8 w 45"/>
                <a:gd name="T21" fmla="*/ 1 h 69"/>
                <a:gd name="T22" fmla="*/ 19 w 45"/>
                <a:gd name="T23" fmla="*/ 0 h 69"/>
                <a:gd name="T24" fmla="*/ 30 w 45"/>
                <a:gd name="T25" fmla="*/ 2 h 69"/>
                <a:gd name="T26" fmla="*/ 38 w 45"/>
                <a:gd name="T27" fmla="*/ 7 h 69"/>
                <a:gd name="T28" fmla="*/ 43 w 45"/>
                <a:gd name="T29" fmla="*/ 15 h 69"/>
                <a:gd name="T30" fmla="*/ 45 w 45"/>
                <a:gd name="T31" fmla="*/ 26 h 69"/>
                <a:gd name="T32" fmla="*/ 33 w 45"/>
                <a:gd name="T33" fmla="*/ 27 h 69"/>
                <a:gd name="T34" fmla="*/ 29 w 45"/>
                <a:gd name="T35" fmla="*/ 14 h 69"/>
                <a:gd name="T36" fmla="*/ 18 w 45"/>
                <a:gd name="T37" fmla="*/ 10 h 69"/>
                <a:gd name="T38" fmla="*/ 15 w 45"/>
                <a:gd name="T39" fmla="*/ 10 h 69"/>
                <a:gd name="T40" fmla="*/ 11 w 45"/>
                <a:gd name="T41" fmla="*/ 11 h 69"/>
                <a:gd name="T42" fmla="*/ 11 w 45"/>
                <a:gd name="T43" fmla="*/ 40 h 69"/>
                <a:gd name="T44" fmla="*/ 15 w 45"/>
                <a:gd name="T45" fmla="*/ 42 h 69"/>
                <a:gd name="T46" fmla="*/ 21 w 45"/>
                <a:gd name="T47" fmla="*/ 42 h 69"/>
                <a:gd name="T48" fmla="*/ 30 w 45"/>
                <a:gd name="T49" fmla="*/ 38 h 69"/>
                <a:gd name="T50" fmla="*/ 33 w 45"/>
                <a:gd name="T51" fmla="*/ 2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5" h="69">
                  <a:moveTo>
                    <a:pt x="45" y="26"/>
                  </a:moveTo>
                  <a:cubicBezTo>
                    <a:pt x="45" y="30"/>
                    <a:pt x="44" y="34"/>
                    <a:pt x="43" y="37"/>
                  </a:cubicBezTo>
                  <a:cubicBezTo>
                    <a:pt x="42" y="40"/>
                    <a:pt x="41" y="43"/>
                    <a:pt x="39" y="45"/>
                  </a:cubicBezTo>
                  <a:cubicBezTo>
                    <a:pt x="37" y="47"/>
                    <a:pt x="35" y="49"/>
                    <a:pt x="32" y="51"/>
                  </a:cubicBezTo>
                  <a:cubicBezTo>
                    <a:pt x="29" y="52"/>
                    <a:pt x="26" y="52"/>
                    <a:pt x="23" y="52"/>
                  </a:cubicBezTo>
                  <a:cubicBezTo>
                    <a:pt x="20" y="52"/>
                    <a:pt x="18" y="52"/>
                    <a:pt x="16" y="52"/>
                  </a:cubicBezTo>
                  <a:cubicBezTo>
                    <a:pt x="14" y="51"/>
                    <a:pt x="13" y="50"/>
                    <a:pt x="11" y="50"/>
                  </a:cubicBezTo>
                  <a:cubicBezTo>
                    <a:pt x="11" y="69"/>
                    <a:pt x="11" y="69"/>
                    <a:pt x="11" y="69"/>
                  </a:cubicBezTo>
                  <a:cubicBezTo>
                    <a:pt x="0" y="69"/>
                    <a:pt x="0" y="69"/>
                    <a:pt x="0" y="69"/>
                  </a:cubicBezTo>
                  <a:cubicBezTo>
                    <a:pt x="0" y="3"/>
                    <a:pt x="0" y="3"/>
                    <a:pt x="0" y="3"/>
                  </a:cubicBezTo>
                  <a:cubicBezTo>
                    <a:pt x="2" y="2"/>
                    <a:pt x="5" y="2"/>
                    <a:pt x="8" y="1"/>
                  </a:cubicBezTo>
                  <a:cubicBezTo>
                    <a:pt x="12" y="0"/>
                    <a:pt x="16" y="0"/>
                    <a:pt x="19" y="0"/>
                  </a:cubicBezTo>
                  <a:cubicBezTo>
                    <a:pt x="23" y="0"/>
                    <a:pt x="27" y="1"/>
                    <a:pt x="30" y="2"/>
                  </a:cubicBezTo>
                  <a:cubicBezTo>
                    <a:pt x="33" y="3"/>
                    <a:pt x="36" y="5"/>
                    <a:pt x="38" y="7"/>
                  </a:cubicBezTo>
                  <a:cubicBezTo>
                    <a:pt x="40" y="9"/>
                    <a:pt x="42" y="12"/>
                    <a:pt x="43" y="15"/>
                  </a:cubicBezTo>
                  <a:cubicBezTo>
                    <a:pt x="44" y="19"/>
                    <a:pt x="45" y="22"/>
                    <a:pt x="45" y="26"/>
                  </a:cubicBezTo>
                  <a:close/>
                  <a:moveTo>
                    <a:pt x="33" y="27"/>
                  </a:moveTo>
                  <a:cubicBezTo>
                    <a:pt x="33" y="21"/>
                    <a:pt x="32" y="17"/>
                    <a:pt x="29" y="14"/>
                  </a:cubicBezTo>
                  <a:cubicBezTo>
                    <a:pt x="27" y="12"/>
                    <a:pt x="23" y="10"/>
                    <a:pt x="18" y="10"/>
                  </a:cubicBezTo>
                  <a:cubicBezTo>
                    <a:pt x="17" y="10"/>
                    <a:pt x="16" y="10"/>
                    <a:pt x="15" y="10"/>
                  </a:cubicBezTo>
                  <a:cubicBezTo>
                    <a:pt x="14" y="10"/>
                    <a:pt x="12" y="11"/>
                    <a:pt x="11" y="11"/>
                  </a:cubicBezTo>
                  <a:cubicBezTo>
                    <a:pt x="11" y="40"/>
                    <a:pt x="11" y="40"/>
                    <a:pt x="11" y="40"/>
                  </a:cubicBezTo>
                  <a:cubicBezTo>
                    <a:pt x="12" y="40"/>
                    <a:pt x="14" y="41"/>
                    <a:pt x="15" y="42"/>
                  </a:cubicBezTo>
                  <a:cubicBezTo>
                    <a:pt x="17" y="42"/>
                    <a:pt x="19" y="42"/>
                    <a:pt x="21" y="42"/>
                  </a:cubicBezTo>
                  <a:cubicBezTo>
                    <a:pt x="25" y="42"/>
                    <a:pt x="28" y="41"/>
                    <a:pt x="30" y="38"/>
                  </a:cubicBezTo>
                  <a:cubicBezTo>
                    <a:pt x="32" y="35"/>
                    <a:pt x="33" y="31"/>
                    <a:pt x="33" y="27"/>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31" name="Freeform 9">
              <a:extLst>
                <a:ext uri="{FF2B5EF4-FFF2-40B4-BE49-F238E27FC236}">
                  <a16:creationId xmlns:a16="http://schemas.microsoft.com/office/drawing/2014/main" id="{F61E42E2-4849-4296-AD4C-9F7E6208C913}"/>
                </a:ext>
              </a:extLst>
            </p:cNvPr>
            <p:cNvSpPr>
              <a:spLocks/>
            </p:cNvSpPr>
            <p:nvPr userDrawn="1"/>
          </p:nvSpPr>
          <p:spPr bwMode="auto">
            <a:xfrm>
              <a:off x="1734912" y="4886021"/>
              <a:ext cx="115888" cy="473075"/>
            </a:xfrm>
            <a:custGeom>
              <a:avLst/>
              <a:gdLst>
                <a:gd name="T0" fmla="*/ 17 w 19"/>
                <a:gd name="T1" fmla="*/ 75 h 75"/>
                <a:gd name="T2" fmla="*/ 9 w 19"/>
                <a:gd name="T3" fmla="*/ 74 h 75"/>
                <a:gd name="T4" fmla="*/ 3 w 19"/>
                <a:gd name="T5" fmla="*/ 71 h 75"/>
                <a:gd name="T6" fmla="*/ 1 w 19"/>
                <a:gd name="T7" fmla="*/ 66 h 75"/>
                <a:gd name="T8" fmla="*/ 0 w 19"/>
                <a:gd name="T9" fmla="*/ 60 h 75"/>
                <a:gd name="T10" fmla="*/ 0 w 19"/>
                <a:gd name="T11" fmla="*/ 2 h 75"/>
                <a:gd name="T12" fmla="*/ 11 w 19"/>
                <a:gd name="T13" fmla="*/ 0 h 75"/>
                <a:gd name="T14" fmla="*/ 11 w 19"/>
                <a:gd name="T15" fmla="*/ 57 h 75"/>
                <a:gd name="T16" fmla="*/ 12 w 19"/>
                <a:gd name="T17" fmla="*/ 61 h 75"/>
                <a:gd name="T18" fmla="*/ 13 w 19"/>
                <a:gd name="T19" fmla="*/ 63 h 75"/>
                <a:gd name="T20" fmla="*/ 15 w 19"/>
                <a:gd name="T21" fmla="*/ 65 h 75"/>
                <a:gd name="T22" fmla="*/ 19 w 19"/>
                <a:gd name="T23" fmla="*/ 66 h 75"/>
                <a:gd name="T24" fmla="*/ 17 w 19"/>
                <a:gd name="T25"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75">
                  <a:moveTo>
                    <a:pt x="17" y="75"/>
                  </a:moveTo>
                  <a:cubicBezTo>
                    <a:pt x="14" y="75"/>
                    <a:pt x="11" y="75"/>
                    <a:pt x="9" y="74"/>
                  </a:cubicBezTo>
                  <a:cubicBezTo>
                    <a:pt x="7" y="73"/>
                    <a:pt x="5" y="72"/>
                    <a:pt x="3" y="71"/>
                  </a:cubicBezTo>
                  <a:cubicBezTo>
                    <a:pt x="2" y="70"/>
                    <a:pt x="1" y="68"/>
                    <a:pt x="1" y="66"/>
                  </a:cubicBezTo>
                  <a:cubicBezTo>
                    <a:pt x="0" y="64"/>
                    <a:pt x="0" y="62"/>
                    <a:pt x="0" y="60"/>
                  </a:cubicBezTo>
                  <a:cubicBezTo>
                    <a:pt x="0" y="2"/>
                    <a:pt x="0" y="2"/>
                    <a:pt x="0" y="2"/>
                  </a:cubicBezTo>
                  <a:cubicBezTo>
                    <a:pt x="11" y="0"/>
                    <a:pt x="11" y="0"/>
                    <a:pt x="11" y="0"/>
                  </a:cubicBezTo>
                  <a:cubicBezTo>
                    <a:pt x="11" y="57"/>
                    <a:pt x="11" y="57"/>
                    <a:pt x="11" y="57"/>
                  </a:cubicBezTo>
                  <a:cubicBezTo>
                    <a:pt x="11" y="59"/>
                    <a:pt x="11" y="60"/>
                    <a:pt x="12" y="61"/>
                  </a:cubicBezTo>
                  <a:cubicBezTo>
                    <a:pt x="12" y="62"/>
                    <a:pt x="12" y="63"/>
                    <a:pt x="13" y="63"/>
                  </a:cubicBezTo>
                  <a:cubicBezTo>
                    <a:pt x="13" y="64"/>
                    <a:pt x="14" y="65"/>
                    <a:pt x="15" y="65"/>
                  </a:cubicBezTo>
                  <a:cubicBezTo>
                    <a:pt x="16" y="65"/>
                    <a:pt x="18" y="66"/>
                    <a:pt x="19" y="66"/>
                  </a:cubicBezTo>
                  <a:lnTo>
                    <a:pt x="17" y="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32" name="Freeform 10">
              <a:extLst>
                <a:ext uri="{FF2B5EF4-FFF2-40B4-BE49-F238E27FC236}">
                  <a16:creationId xmlns:a16="http://schemas.microsoft.com/office/drawing/2014/main" id="{90999C1F-E9A1-4857-94A7-BE92F2D5B14A}"/>
                </a:ext>
              </a:extLst>
            </p:cNvPr>
            <p:cNvSpPr>
              <a:spLocks noEditPoints="1"/>
            </p:cNvSpPr>
            <p:nvPr userDrawn="1"/>
          </p:nvSpPr>
          <p:spPr bwMode="auto">
            <a:xfrm>
              <a:off x="1880962" y="5030484"/>
              <a:ext cx="274638" cy="334963"/>
            </a:xfrm>
            <a:custGeom>
              <a:avLst/>
              <a:gdLst>
                <a:gd name="T0" fmla="*/ 0 w 45"/>
                <a:gd name="T1" fmla="*/ 27 h 53"/>
                <a:gd name="T2" fmla="*/ 2 w 45"/>
                <a:gd name="T3" fmla="*/ 15 h 53"/>
                <a:gd name="T4" fmla="*/ 7 w 45"/>
                <a:gd name="T5" fmla="*/ 7 h 53"/>
                <a:gd name="T6" fmla="*/ 14 w 45"/>
                <a:gd name="T7" fmla="*/ 2 h 53"/>
                <a:gd name="T8" fmla="*/ 23 w 45"/>
                <a:gd name="T9" fmla="*/ 0 h 53"/>
                <a:gd name="T10" fmla="*/ 39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0 w 45"/>
                <a:gd name="T27" fmla="*/ 40 h 53"/>
                <a:gd name="T28" fmla="*/ 42 w 45"/>
                <a:gd name="T29" fmla="*/ 50 h 53"/>
                <a:gd name="T30" fmla="*/ 39 w 45"/>
                <a:gd name="T31" fmla="*/ 51 h 53"/>
                <a:gd name="T32" fmla="*/ 35 w 45"/>
                <a:gd name="T33" fmla="*/ 52 h 53"/>
                <a:gd name="T34" fmla="*/ 31 w 45"/>
                <a:gd name="T35" fmla="*/ 52 h 53"/>
                <a:gd name="T36" fmla="*/ 26 w 45"/>
                <a:gd name="T37" fmla="*/ 53 h 53"/>
                <a:gd name="T38" fmla="*/ 14 w 45"/>
                <a:gd name="T39" fmla="*/ 51 h 53"/>
                <a:gd name="T40" fmla="*/ 6 w 45"/>
                <a:gd name="T41" fmla="*/ 45 h 53"/>
                <a:gd name="T42" fmla="*/ 1 w 45"/>
                <a:gd name="T43" fmla="*/ 37 h 53"/>
                <a:gd name="T44" fmla="*/ 0 w 45"/>
                <a:gd name="T45" fmla="*/ 27 h 53"/>
                <a:gd name="T46" fmla="*/ 33 w 45"/>
                <a:gd name="T47" fmla="*/ 21 h 53"/>
                <a:gd name="T48" fmla="*/ 33 w 45"/>
                <a:gd name="T49" fmla="*/ 17 h 53"/>
                <a:gd name="T50" fmla="*/ 31 w 45"/>
                <a:gd name="T51" fmla="*/ 13 h 53"/>
                <a:gd name="T52" fmla="*/ 28 w 45"/>
                <a:gd name="T53" fmla="*/ 11 h 53"/>
                <a:gd name="T54" fmla="*/ 23 w 45"/>
                <a:gd name="T55" fmla="*/ 10 h 53"/>
                <a:gd name="T56" fmla="*/ 18 w 45"/>
                <a:gd name="T57" fmla="*/ 11 h 53"/>
                <a:gd name="T58" fmla="*/ 15 w 45"/>
                <a:gd name="T59" fmla="*/ 13 h 53"/>
                <a:gd name="T60" fmla="*/ 13 w 45"/>
                <a:gd name="T61" fmla="*/ 17 h 53"/>
                <a:gd name="T62" fmla="*/ 12 w 45"/>
                <a:gd name="T63" fmla="*/ 21 h 53"/>
                <a:gd name="T64" fmla="*/ 33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0" y="18"/>
                    <a:pt x="2" y="15"/>
                  </a:cubicBezTo>
                  <a:cubicBezTo>
                    <a:pt x="3" y="12"/>
                    <a:pt x="5" y="9"/>
                    <a:pt x="7" y="7"/>
                  </a:cubicBezTo>
                  <a:cubicBezTo>
                    <a:pt x="9" y="4"/>
                    <a:pt x="12" y="3"/>
                    <a:pt x="14" y="2"/>
                  </a:cubicBezTo>
                  <a:cubicBezTo>
                    <a:pt x="17" y="0"/>
                    <a:pt x="20" y="0"/>
                    <a:pt x="23" y="0"/>
                  </a:cubicBezTo>
                  <a:cubicBezTo>
                    <a:pt x="30" y="0"/>
                    <a:pt x="35" y="2"/>
                    <a:pt x="39" y="6"/>
                  </a:cubicBezTo>
                  <a:cubicBezTo>
                    <a:pt x="43"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2" y="43"/>
                    <a:pt x="27" y="43"/>
                  </a:cubicBezTo>
                  <a:cubicBezTo>
                    <a:pt x="30" y="43"/>
                    <a:pt x="32" y="42"/>
                    <a:pt x="35" y="42"/>
                  </a:cubicBezTo>
                  <a:cubicBezTo>
                    <a:pt x="37" y="41"/>
                    <a:pt x="39" y="41"/>
                    <a:pt x="40" y="40"/>
                  </a:cubicBezTo>
                  <a:cubicBezTo>
                    <a:pt x="42" y="50"/>
                    <a:pt x="42" y="50"/>
                    <a:pt x="42" y="50"/>
                  </a:cubicBezTo>
                  <a:cubicBezTo>
                    <a:pt x="41" y="50"/>
                    <a:pt x="40" y="50"/>
                    <a:pt x="39" y="51"/>
                  </a:cubicBezTo>
                  <a:cubicBezTo>
                    <a:pt x="38" y="51"/>
                    <a:pt x="37" y="51"/>
                    <a:pt x="35" y="52"/>
                  </a:cubicBezTo>
                  <a:cubicBezTo>
                    <a:pt x="34" y="52"/>
                    <a:pt x="32" y="52"/>
                    <a:pt x="31" y="52"/>
                  </a:cubicBezTo>
                  <a:cubicBezTo>
                    <a:pt x="29" y="53"/>
                    <a:pt x="27" y="53"/>
                    <a:pt x="26" y="53"/>
                  </a:cubicBezTo>
                  <a:cubicBezTo>
                    <a:pt x="21" y="53"/>
                    <a:pt x="17" y="52"/>
                    <a:pt x="14" y="51"/>
                  </a:cubicBezTo>
                  <a:cubicBezTo>
                    <a:pt x="11" y="49"/>
                    <a:pt x="8" y="48"/>
                    <a:pt x="6" y="45"/>
                  </a:cubicBezTo>
                  <a:cubicBezTo>
                    <a:pt x="4" y="43"/>
                    <a:pt x="2" y="40"/>
                    <a:pt x="1" y="37"/>
                  </a:cubicBezTo>
                  <a:cubicBezTo>
                    <a:pt x="0" y="34"/>
                    <a:pt x="0" y="30"/>
                    <a:pt x="0" y="27"/>
                  </a:cubicBezTo>
                  <a:close/>
                  <a:moveTo>
                    <a:pt x="33" y="21"/>
                  </a:moveTo>
                  <a:cubicBezTo>
                    <a:pt x="33" y="20"/>
                    <a:pt x="33" y="18"/>
                    <a:pt x="33" y="17"/>
                  </a:cubicBezTo>
                  <a:cubicBezTo>
                    <a:pt x="32" y="15"/>
                    <a:pt x="32" y="14"/>
                    <a:pt x="31" y="13"/>
                  </a:cubicBezTo>
                  <a:cubicBezTo>
                    <a:pt x="30" y="12"/>
                    <a:pt x="29" y="11"/>
                    <a:pt x="28" y="11"/>
                  </a:cubicBezTo>
                  <a:cubicBezTo>
                    <a:pt x="26" y="10"/>
                    <a:pt x="25" y="10"/>
                    <a:pt x="23" y="10"/>
                  </a:cubicBezTo>
                  <a:cubicBezTo>
                    <a:pt x="21" y="10"/>
                    <a:pt x="20" y="10"/>
                    <a:pt x="18" y="11"/>
                  </a:cubicBezTo>
                  <a:cubicBezTo>
                    <a:pt x="17" y="11"/>
                    <a:pt x="16" y="12"/>
                    <a:pt x="15" y="13"/>
                  </a:cubicBezTo>
                  <a:cubicBezTo>
                    <a:pt x="14" y="14"/>
                    <a:pt x="13" y="16"/>
                    <a:pt x="13" y="17"/>
                  </a:cubicBezTo>
                  <a:cubicBezTo>
                    <a:pt x="12" y="18"/>
                    <a:pt x="12" y="20"/>
                    <a:pt x="12" y="21"/>
                  </a:cubicBezTo>
                  <a:lnTo>
                    <a:pt x="33"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33" name="Freeform 11">
              <a:extLst>
                <a:ext uri="{FF2B5EF4-FFF2-40B4-BE49-F238E27FC236}">
                  <a16:creationId xmlns:a16="http://schemas.microsoft.com/office/drawing/2014/main" id="{55510841-B679-4200-BD83-157497D64970}"/>
                </a:ext>
              </a:extLst>
            </p:cNvPr>
            <p:cNvSpPr>
              <a:spLocks/>
            </p:cNvSpPr>
            <p:nvPr userDrawn="1"/>
          </p:nvSpPr>
          <p:spPr bwMode="auto">
            <a:xfrm>
              <a:off x="2346100" y="5030484"/>
              <a:ext cx="422275" cy="322263"/>
            </a:xfrm>
            <a:custGeom>
              <a:avLst/>
              <a:gdLst>
                <a:gd name="T0" fmla="*/ 29 w 69"/>
                <a:gd name="T1" fmla="*/ 25 h 51"/>
                <a:gd name="T2" fmla="*/ 27 w 69"/>
                <a:gd name="T3" fmla="*/ 14 h 51"/>
                <a:gd name="T4" fmla="*/ 19 w 69"/>
                <a:gd name="T5" fmla="*/ 10 h 51"/>
                <a:gd name="T6" fmla="*/ 15 w 69"/>
                <a:gd name="T7" fmla="*/ 10 h 51"/>
                <a:gd name="T8" fmla="*/ 12 w 69"/>
                <a:gd name="T9" fmla="*/ 11 h 51"/>
                <a:gd name="T10" fmla="*/ 12 w 69"/>
                <a:gd name="T11" fmla="*/ 51 h 51"/>
                <a:gd name="T12" fmla="*/ 0 w 69"/>
                <a:gd name="T13" fmla="*/ 51 h 51"/>
                <a:gd name="T14" fmla="*/ 0 w 69"/>
                <a:gd name="T15" fmla="*/ 3 h 51"/>
                <a:gd name="T16" fmla="*/ 9 w 69"/>
                <a:gd name="T17" fmla="*/ 1 h 51"/>
                <a:gd name="T18" fmla="*/ 20 w 69"/>
                <a:gd name="T19" fmla="*/ 0 h 51"/>
                <a:gd name="T20" fmla="*/ 29 w 69"/>
                <a:gd name="T21" fmla="*/ 1 h 51"/>
                <a:gd name="T22" fmla="*/ 34 w 69"/>
                <a:gd name="T23" fmla="*/ 5 h 51"/>
                <a:gd name="T24" fmla="*/ 37 w 69"/>
                <a:gd name="T25" fmla="*/ 3 h 51"/>
                <a:gd name="T26" fmla="*/ 41 w 69"/>
                <a:gd name="T27" fmla="*/ 2 h 51"/>
                <a:gd name="T28" fmla="*/ 45 w 69"/>
                <a:gd name="T29" fmla="*/ 1 h 51"/>
                <a:gd name="T30" fmla="*/ 49 w 69"/>
                <a:gd name="T31" fmla="*/ 0 h 51"/>
                <a:gd name="T32" fmla="*/ 59 w 69"/>
                <a:gd name="T33" fmla="*/ 2 h 51"/>
                <a:gd name="T34" fmla="*/ 65 w 69"/>
                <a:gd name="T35" fmla="*/ 6 h 51"/>
                <a:gd name="T36" fmla="*/ 68 w 69"/>
                <a:gd name="T37" fmla="*/ 14 h 51"/>
                <a:gd name="T38" fmla="*/ 69 w 69"/>
                <a:gd name="T39" fmla="*/ 23 h 51"/>
                <a:gd name="T40" fmla="*/ 69 w 69"/>
                <a:gd name="T41" fmla="*/ 51 h 51"/>
                <a:gd name="T42" fmla="*/ 57 w 69"/>
                <a:gd name="T43" fmla="*/ 51 h 51"/>
                <a:gd name="T44" fmla="*/ 57 w 69"/>
                <a:gd name="T45" fmla="*/ 25 h 51"/>
                <a:gd name="T46" fmla="*/ 55 w 69"/>
                <a:gd name="T47" fmla="*/ 14 h 51"/>
                <a:gd name="T48" fmla="*/ 48 w 69"/>
                <a:gd name="T49" fmla="*/ 10 h 51"/>
                <a:gd name="T50" fmla="*/ 43 w 69"/>
                <a:gd name="T51" fmla="*/ 11 h 51"/>
                <a:gd name="T52" fmla="*/ 39 w 69"/>
                <a:gd name="T53" fmla="*/ 13 h 51"/>
                <a:gd name="T54" fmla="*/ 40 w 69"/>
                <a:gd name="T55" fmla="*/ 18 h 51"/>
                <a:gd name="T56" fmla="*/ 40 w 69"/>
                <a:gd name="T57" fmla="*/ 24 h 51"/>
                <a:gd name="T58" fmla="*/ 40 w 69"/>
                <a:gd name="T59" fmla="*/ 51 h 51"/>
                <a:gd name="T60" fmla="*/ 29 w 69"/>
                <a:gd name="T61" fmla="*/ 51 h 51"/>
                <a:gd name="T62" fmla="*/ 29 w 69"/>
                <a:gd name="T63"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9" h="51">
                  <a:moveTo>
                    <a:pt x="29" y="25"/>
                  </a:moveTo>
                  <a:cubicBezTo>
                    <a:pt x="29" y="20"/>
                    <a:pt x="28" y="16"/>
                    <a:pt x="27" y="14"/>
                  </a:cubicBezTo>
                  <a:cubicBezTo>
                    <a:pt x="25" y="11"/>
                    <a:pt x="23" y="10"/>
                    <a:pt x="19" y="10"/>
                  </a:cubicBezTo>
                  <a:cubicBezTo>
                    <a:pt x="18" y="10"/>
                    <a:pt x="17" y="10"/>
                    <a:pt x="15" y="10"/>
                  </a:cubicBezTo>
                  <a:cubicBezTo>
                    <a:pt x="13" y="11"/>
                    <a:pt x="12" y="11"/>
                    <a:pt x="12" y="11"/>
                  </a:cubicBezTo>
                  <a:cubicBezTo>
                    <a:pt x="12" y="51"/>
                    <a:pt x="12" y="51"/>
                    <a:pt x="12" y="51"/>
                  </a:cubicBezTo>
                  <a:cubicBezTo>
                    <a:pt x="0" y="51"/>
                    <a:pt x="0" y="51"/>
                    <a:pt x="0" y="51"/>
                  </a:cubicBezTo>
                  <a:cubicBezTo>
                    <a:pt x="0" y="3"/>
                    <a:pt x="0" y="3"/>
                    <a:pt x="0" y="3"/>
                  </a:cubicBezTo>
                  <a:cubicBezTo>
                    <a:pt x="2" y="2"/>
                    <a:pt x="5" y="2"/>
                    <a:pt x="9" y="1"/>
                  </a:cubicBezTo>
                  <a:cubicBezTo>
                    <a:pt x="12" y="0"/>
                    <a:pt x="16" y="0"/>
                    <a:pt x="20" y="0"/>
                  </a:cubicBezTo>
                  <a:cubicBezTo>
                    <a:pt x="24" y="0"/>
                    <a:pt x="26" y="1"/>
                    <a:pt x="29" y="1"/>
                  </a:cubicBezTo>
                  <a:cubicBezTo>
                    <a:pt x="31" y="2"/>
                    <a:pt x="33" y="4"/>
                    <a:pt x="34" y="5"/>
                  </a:cubicBezTo>
                  <a:cubicBezTo>
                    <a:pt x="35" y="4"/>
                    <a:pt x="36" y="4"/>
                    <a:pt x="37" y="3"/>
                  </a:cubicBezTo>
                  <a:cubicBezTo>
                    <a:pt x="38" y="3"/>
                    <a:pt x="39" y="2"/>
                    <a:pt x="41" y="2"/>
                  </a:cubicBezTo>
                  <a:cubicBezTo>
                    <a:pt x="42" y="1"/>
                    <a:pt x="43" y="1"/>
                    <a:pt x="45" y="1"/>
                  </a:cubicBezTo>
                  <a:cubicBezTo>
                    <a:pt x="46" y="0"/>
                    <a:pt x="48" y="0"/>
                    <a:pt x="49" y="0"/>
                  </a:cubicBezTo>
                  <a:cubicBezTo>
                    <a:pt x="53" y="0"/>
                    <a:pt x="56" y="1"/>
                    <a:pt x="59" y="2"/>
                  </a:cubicBezTo>
                  <a:cubicBezTo>
                    <a:pt x="62" y="3"/>
                    <a:pt x="63" y="4"/>
                    <a:pt x="65" y="6"/>
                  </a:cubicBezTo>
                  <a:cubicBezTo>
                    <a:pt x="66" y="9"/>
                    <a:pt x="67" y="11"/>
                    <a:pt x="68" y="14"/>
                  </a:cubicBezTo>
                  <a:cubicBezTo>
                    <a:pt x="68" y="17"/>
                    <a:pt x="69" y="20"/>
                    <a:pt x="69" y="23"/>
                  </a:cubicBezTo>
                  <a:cubicBezTo>
                    <a:pt x="69" y="51"/>
                    <a:pt x="69" y="51"/>
                    <a:pt x="69" y="51"/>
                  </a:cubicBezTo>
                  <a:cubicBezTo>
                    <a:pt x="57" y="51"/>
                    <a:pt x="57" y="51"/>
                    <a:pt x="57" y="51"/>
                  </a:cubicBezTo>
                  <a:cubicBezTo>
                    <a:pt x="57" y="25"/>
                    <a:pt x="57" y="25"/>
                    <a:pt x="57" y="25"/>
                  </a:cubicBezTo>
                  <a:cubicBezTo>
                    <a:pt x="57" y="20"/>
                    <a:pt x="56" y="16"/>
                    <a:pt x="55" y="14"/>
                  </a:cubicBezTo>
                  <a:cubicBezTo>
                    <a:pt x="54" y="11"/>
                    <a:pt x="51" y="10"/>
                    <a:pt x="48" y="10"/>
                  </a:cubicBezTo>
                  <a:cubicBezTo>
                    <a:pt x="46" y="10"/>
                    <a:pt x="44" y="10"/>
                    <a:pt x="43" y="11"/>
                  </a:cubicBezTo>
                  <a:cubicBezTo>
                    <a:pt x="41" y="12"/>
                    <a:pt x="40" y="12"/>
                    <a:pt x="39" y="13"/>
                  </a:cubicBezTo>
                  <a:cubicBezTo>
                    <a:pt x="39" y="14"/>
                    <a:pt x="40" y="16"/>
                    <a:pt x="40" y="18"/>
                  </a:cubicBezTo>
                  <a:cubicBezTo>
                    <a:pt x="40" y="20"/>
                    <a:pt x="40" y="22"/>
                    <a:pt x="40" y="24"/>
                  </a:cubicBezTo>
                  <a:cubicBezTo>
                    <a:pt x="40" y="51"/>
                    <a:pt x="40" y="51"/>
                    <a:pt x="40" y="51"/>
                  </a:cubicBezTo>
                  <a:cubicBezTo>
                    <a:pt x="29" y="51"/>
                    <a:pt x="29" y="51"/>
                    <a:pt x="29" y="51"/>
                  </a:cubicBezTo>
                  <a:lnTo>
                    <a:pt x="29" y="2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34" name="Freeform 12">
              <a:extLst>
                <a:ext uri="{FF2B5EF4-FFF2-40B4-BE49-F238E27FC236}">
                  <a16:creationId xmlns:a16="http://schemas.microsoft.com/office/drawing/2014/main" id="{333909EC-AA30-49D2-B39E-0474767BA1C3}"/>
                </a:ext>
              </a:extLst>
            </p:cNvPr>
            <p:cNvSpPr>
              <a:spLocks noEditPoints="1"/>
            </p:cNvSpPr>
            <p:nvPr userDrawn="1"/>
          </p:nvSpPr>
          <p:spPr bwMode="auto">
            <a:xfrm>
              <a:off x="2816000" y="5030484"/>
              <a:ext cx="250825" cy="328613"/>
            </a:xfrm>
            <a:custGeom>
              <a:avLst/>
              <a:gdLst>
                <a:gd name="T0" fmla="*/ 21 w 41"/>
                <a:gd name="T1" fmla="*/ 0 h 52"/>
                <a:gd name="T2" fmla="*/ 30 w 41"/>
                <a:gd name="T3" fmla="*/ 1 h 52"/>
                <a:gd name="T4" fmla="*/ 37 w 41"/>
                <a:gd name="T5" fmla="*/ 5 h 52"/>
                <a:gd name="T6" fmla="*/ 40 w 41"/>
                <a:gd name="T7" fmla="*/ 12 h 52"/>
                <a:gd name="T8" fmla="*/ 41 w 41"/>
                <a:gd name="T9" fmla="*/ 20 h 52"/>
                <a:gd name="T10" fmla="*/ 41 w 41"/>
                <a:gd name="T11" fmla="*/ 50 h 52"/>
                <a:gd name="T12" fmla="*/ 33 w 41"/>
                <a:gd name="T13" fmla="*/ 52 h 52"/>
                <a:gd name="T14" fmla="*/ 21 w 41"/>
                <a:gd name="T15" fmla="*/ 52 h 52"/>
                <a:gd name="T16" fmla="*/ 12 w 41"/>
                <a:gd name="T17" fmla="*/ 52 h 52"/>
                <a:gd name="T18" fmla="*/ 6 w 41"/>
                <a:gd name="T19" fmla="*/ 49 h 52"/>
                <a:gd name="T20" fmla="*/ 2 w 41"/>
                <a:gd name="T21" fmla="*/ 44 h 52"/>
                <a:gd name="T22" fmla="*/ 0 w 41"/>
                <a:gd name="T23" fmla="*/ 36 h 52"/>
                <a:gd name="T24" fmla="*/ 2 w 41"/>
                <a:gd name="T25" fmla="*/ 29 h 52"/>
                <a:gd name="T26" fmla="*/ 7 w 41"/>
                <a:gd name="T27" fmla="*/ 24 h 52"/>
                <a:gd name="T28" fmla="*/ 13 w 41"/>
                <a:gd name="T29" fmla="*/ 21 h 52"/>
                <a:gd name="T30" fmla="*/ 21 w 41"/>
                <a:gd name="T31" fmla="*/ 21 h 52"/>
                <a:gd name="T32" fmla="*/ 25 w 41"/>
                <a:gd name="T33" fmla="*/ 21 h 52"/>
                <a:gd name="T34" fmla="*/ 30 w 41"/>
                <a:gd name="T35" fmla="*/ 22 h 52"/>
                <a:gd name="T36" fmla="*/ 30 w 41"/>
                <a:gd name="T37" fmla="*/ 20 h 52"/>
                <a:gd name="T38" fmla="*/ 29 w 41"/>
                <a:gd name="T39" fmla="*/ 16 h 52"/>
                <a:gd name="T40" fmla="*/ 28 w 41"/>
                <a:gd name="T41" fmla="*/ 13 h 52"/>
                <a:gd name="T42" fmla="*/ 25 w 41"/>
                <a:gd name="T43" fmla="*/ 10 h 52"/>
                <a:gd name="T44" fmla="*/ 20 w 41"/>
                <a:gd name="T45" fmla="*/ 10 h 52"/>
                <a:gd name="T46" fmla="*/ 12 w 41"/>
                <a:gd name="T47" fmla="*/ 10 h 52"/>
                <a:gd name="T48" fmla="*/ 7 w 41"/>
                <a:gd name="T49" fmla="*/ 12 h 52"/>
                <a:gd name="T50" fmla="*/ 5 w 41"/>
                <a:gd name="T51" fmla="*/ 2 h 52"/>
                <a:gd name="T52" fmla="*/ 12 w 41"/>
                <a:gd name="T53" fmla="*/ 1 h 52"/>
                <a:gd name="T54" fmla="*/ 21 w 41"/>
                <a:gd name="T55" fmla="*/ 0 h 52"/>
                <a:gd name="T56" fmla="*/ 22 w 41"/>
                <a:gd name="T57" fmla="*/ 43 h 52"/>
                <a:gd name="T58" fmla="*/ 30 w 41"/>
                <a:gd name="T59" fmla="*/ 43 h 52"/>
                <a:gd name="T60" fmla="*/ 30 w 41"/>
                <a:gd name="T61" fmla="*/ 30 h 52"/>
                <a:gd name="T62" fmla="*/ 27 w 41"/>
                <a:gd name="T63" fmla="*/ 29 h 52"/>
                <a:gd name="T64" fmla="*/ 23 w 41"/>
                <a:gd name="T65" fmla="*/ 29 h 52"/>
                <a:gd name="T66" fmla="*/ 19 w 41"/>
                <a:gd name="T67" fmla="*/ 29 h 52"/>
                <a:gd name="T68" fmla="*/ 16 w 41"/>
                <a:gd name="T69" fmla="*/ 30 h 52"/>
                <a:gd name="T70" fmla="*/ 13 w 41"/>
                <a:gd name="T71" fmla="*/ 32 h 52"/>
                <a:gd name="T72" fmla="*/ 12 w 41"/>
                <a:gd name="T73" fmla="*/ 36 h 52"/>
                <a:gd name="T74" fmla="*/ 15 w 41"/>
                <a:gd name="T75" fmla="*/ 42 h 52"/>
                <a:gd name="T76" fmla="*/ 22 w 41"/>
                <a:gd name="T77" fmla="*/ 4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 h="52">
                  <a:moveTo>
                    <a:pt x="21" y="0"/>
                  </a:moveTo>
                  <a:cubicBezTo>
                    <a:pt x="25" y="0"/>
                    <a:pt x="28" y="0"/>
                    <a:pt x="30" y="1"/>
                  </a:cubicBezTo>
                  <a:cubicBezTo>
                    <a:pt x="33" y="2"/>
                    <a:pt x="35" y="4"/>
                    <a:pt x="37" y="5"/>
                  </a:cubicBezTo>
                  <a:cubicBezTo>
                    <a:pt x="38" y="7"/>
                    <a:pt x="39" y="9"/>
                    <a:pt x="40" y="12"/>
                  </a:cubicBezTo>
                  <a:cubicBezTo>
                    <a:pt x="41" y="14"/>
                    <a:pt x="41" y="17"/>
                    <a:pt x="41" y="20"/>
                  </a:cubicBezTo>
                  <a:cubicBezTo>
                    <a:pt x="41" y="50"/>
                    <a:pt x="41" y="50"/>
                    <a:pt x="41" y="50"/>
                  </a:cubicBezTo>
                  <a:cubicBezTo>
                    <a:pt x="39" y="51"/>
                    <a:pt x="37" y="51"/>
                    <a:pt x="33" y="52"/>
                  </a:cubicBezTo>
                  <a:cubicBezTo>
                    <a:pt x="29" y="52"/>
                    <a:pt x="25" y="52"/>
                    <a:pt x="21" y="52"/>
                  </a:cubicBezTo>
                  <a:cubicBezTo>
                    <a:pt x="18" y="52"/>
                    <a:pt x="15" y="52"/>
                    <a:pt x="12" y="52"/>
                  </a:cubicBezTo>
                  <a:cubicBezTo>
                    <a:pt x="10" y="51"/>
                    <a:pt x="8" y="50"/>
                    <a:pt x="6" y="49"/>
                  </a:cubicBezTo>
                  <a:cubicBezTo>
                    <a:pt x="4" y="47"/>
                    <a:pt x="3" y="46"/>
                    <a:pt x="2" y="44"/>
                  </a:cubicBezTo>
                  <a:cubicBezTo>
                    <a:pt x="1" y="42"/>
                    <a:pt x="0" y="39"/>
                    <a:pt x="0" y="36"/>
                  </a:cubicBezTo>
                  <a:cubicBezTo>
                    <a:pt x="0" y="33"/>
                    <a:pt x="1" y="31"/>
                    <a:pt x="2" y="29"/>
                  </a:cubicBezTo>
                  <a:cubicBezTo>
                    <a:pt x="3" y="27"/>
                    <a:pt x="5" y="25"/>
                    <a:pt x="7" y="24"/>
                  </a:cubicBezTo>
                  <a:cubicBezTo>
                    <a:pt x="9" y="23"/>
                    <a:pt x="11" y="22"/>
                    <a:pt x="13" y="21"/>
                  </a:cubicBezTo>
                  <a:cubicBezTo>
                    <a:pt x="16" y="21"/>
                    <a:pt x="19" y="21"/>
                    <a:pt x="21" y="21"/>
                  </a:cubicBezTo>
                  <a:cubicBezTo>
                    <a:pt x="23" y="21"/>
                    <a:pt x="24" y="21"/>
                    <a:pt x="25" y="21"/>
                  </a:cubicBezTo>
                  <a:cubicBezTo>
                    <a:pt x="27" y="21"/>
                    <a:pt x="28" y="21"/>
                    <a:pt x="30" y="22"/>
                  </a:cubicBezTo>
                  <a:cubicBezTo>
                    <a:pt x="30" y="20"/>
                    <a:pt x="30" y="20"/>
                    <a:pt x="30" y="20"/>
                  </a:cubicBezTo>
                  <a:cubicBezTo>
                    <a:pt x="30" y="18"/>
                    <a:pt x="30" y="17"/>
                    <a:pt x="29" y="16"/>
                  </a:cubicBezTo>
                  <a:cubicBezTo>
                    <a:pt x="29" y="15"/>
                    <a:pt x="28" y="14"/>
                    <a:pt x="28" y="13"/>
                  </a:cubicBezTo>
                  <a:cubicBezTo>
                    <a:pt x="27" y="12"/>
                    <a:pt x="26" y="11"/>
                    <a:pt x="25" y="10"/>
                  </a:cubicBezTo>
                  <a:cubicBezTo>
                    <a:pt x="23" y="10"/>
                    <a:pt x="22" y="10"/>
                    <a:pt x="20" y="10"/>
                  </a:cubicBezTo>
                  <a:cubicBezTo>
                    <a:pt x="17" y="10"/>
                    <a:pt x="14" y="10"/>
                    <a:pt x="12" y="10"/>
                  </a:cubicBezTo>
                  <a:cubicBezTo>
                    <a:pt x="10" y="11"/>
                    <a:pt x="8" y="11"/>
                    <a:pt x="7" y="12"/>
                  </a:cubicBezTo>
                  <a:cubicBezTo>
                    <a:pt x="5" y="2"/>
                    <a:pt x="5" y="2"/>
                    <a:pt x="5" y="2"/>
                  </a:cubicBezTo>
                  <a:cubicBezTo>
                    <a:pt x="7" y="2"/>
                    <a:pt x="9" y="1"/>
                    <a:pt x="12" y="1"/>
                  </a:cubicBezTo>
                  <a:cubicBezTo>
                    <a:pt x="15" y="0"/>
                    <a:pt x="18" y="0"/>
                    <a:pt x="21" y="0"/>
                  </a:cubicBezTo>
                  <a:close/>
                  <a:moveTo>
                    <a:pt x="22" y="43"/>
                  </a:moveTo>
                  <a:cubicBezTo>
                    <a:pt x="25" y="43"/>
                    <a:pt x="28" y="43"/>
                    <a:pt x="30" y="43"/>
                  </a:cubicBezTo>
                  <a:cubicBezTo>
                    <a:pt x="30" y="30"/>
                    <a:pt x="30" y="30"/>
                    <a:pt x="30" y="30"/>
                  </a:cubicBezTo>
                  <a:cubicBezTo>
                    <a:pt x="29" y="30"/>
                    <a:pt x="28" y="29"/>
                    <a:pt x="27" y="29"/>
                  </a:cubicBezTo>
                  <a:cubicBezTo>
                    <a:pt x="26" y="29"/>
                    <a:pt x="24" y="29"/>
                    <a:pt x="23" y="29"/>
                  </a:cubicBezTo>
                  <a:cubicBezTo>
                    <a:pt x="22" y="29"/>
                    <a:pt x="20" y="29"/>
                    <a:pt x="19" y="29"/>
                  </a:cubicBezTo>
                  <a:cubicBezTo>
                    <a:pt x="18" y="29"/>
                    <a:pt x="17" y="30"/>
                    <a:pt x="16" y="30"/>
                  </a:cubicBezTo>
                  <a:cubicBezTo>
                    <a:pt x="15" y="31"/>
                    <a:pt x="14" y="31"/>
                    <a:pt x="13" y="32"/>
                  </a:cubicBezTo>
                  <a:cubicBezTo>
                    <a:pt x="12" y="33"/>
                    <a:pt x="12" y="35"/>
                    <a:pt x="12" y="36"/>
                  </a:cubicBezTo>
                  <a:cubicBezTo>
                    <a:pt x="12" y="39"/>
                    <a:pt x="13" y="41"/>
                    <a:pt x="15" y="42"/>
                  </a:cubicBezTo>
                  <a:cubicBezTo>
                    <a:pt x="16" y="43"/>
                    <a:pt x="19" y="43"/>
                    <a:pt x="22" y="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35" name="Freeform 13">
              <a:extLst>
                <a:ext uri="{FF2B5EF4-FFF2-40B4-BE49-F238E27FC236}">
                  <a16:creationId xmlns:a16="http://schemas.microsoft.com/office/drawing/2014/main" id="{1113DFDA-E0B1-47E5-8DE6-79A15DDC5AFE}"/>
                </a:ext>
              </a:extLst>
            </p:cNvPr>
            <p:cNvSpPr>
              <a:spLocks/>
            </p:cNvSpPr>
            <p:nvPr userDrawn="1"/>
          </p:nvSpPr>
          <p:spPr bwMode="auto">
            <a:xfrm>
              <a:off x="3141437"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5"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5" y="67"/>
                    <a:pt x="12" y="66"/>
                    <a:pt x="9"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36" name="Freeform 14">
              <a:extLst>
                <a:ext uri="{FF2B5EF4-FFF2-40B4-BE49-F238E27FC236}">
                  <a16:creationId xmlns:a16="http://schemas.microsoft.com/office/drawing/2014/main" id="{DFF7EBE7-46DF-420A-977A-B72CB2796408}"/>
                </a:ext>
              </a:extLst>
            </p:cNvPr>
            <p:cNvSpPr>
              <a:spLocks/>
            </p:cNvSpPr>
            <p:nvPr userDrawn="1"/>
          </p:nvSpPr>
          <p:spPr bwMode="auto">
            <a:xfrm>
              <a:off x="3373212" y="4943171"/>
              <a:ext cx="188913" cy="422275"/>
            </a:xfrm>
            <a:custGeom>
              <a:avLst/>
              <a:gdLst>
                <a:gd name="T0" fmla="*/ 0 w 31"/>
                <a:gd name="T1" fmla="*/ 2 h 67"/>
                <a:gd name="T2" fmla="*/ 12 w 31"/>
                <a:gd name="T3" fmla="*/ 0 h 67"/>
                <a:gd name="T4" fmla="*/ 12 w 31"/>
                <a:gd name="T5" fmla="*/ 15 h 67"/>
                <a:gd name="T6" fmla="*/ 29 w 31"/>
                <a:gd name="T7" fmla="*/ 15 h 67"/>
                <a:gd name="T8" fmla="*/ 29 w 31"/>
                <a:gd name="T9" fmla="*/ 25 h 67"/>
                <a:gd name="T10" fmla="*/ 12 w 31"/>
                <a:gd name="T11" fmla="*/ 25 h 67"/>
                <a:gd name="T12" fmla="*/ 12 w 31"/>
                <a:gd name="T13" fmla="*/ 45 h 67"/>
                <a:gd name="T14" fmla="*/ 14 w 31"/>
                <a:gd name="T15" fmla="*/ 54 h 67"/>
                <a:gd name="T16" fmla="*/ 20 w 31"/>
                <a:gd name="T17" fmla="*/ 57 h 67"/>
                <a:gd name="T18" fmla="*/ 26 w 31"/>
                <a:gd name="T19" fmla="*/ 56 h 67"/>
                <a:gd name="T20" fmla="*/ 30 w 31"/>
                <a:gd name="T21" fmla="*/ 55 h 67"/>
                <a:gd name="T22" fmla="*/ 31 w 31"/>
                <a:gd name="T23" fmla="*/ 64 h 67"/>
                <a:gd name="T24" fmla="*/ 26 w 31"/>
                <a:gd name="T25" fmla="*/ 66 h 67"/>
                <a:gd name="T26" fmla="*/ 19 w 31"/>
                <a:gd name="T27" fmla="*/ 67 h 67"/>
                <a:gd name="T28" fmla="*/ 10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2" y="0"/>
                    <a:pt x="12" y="0"/>
                    <a:pt x="12" y="0"/>
                  </a:cubicBezTo>
                  <a:cubicBezTo>
                    <a:pt x="12" y="15"/>
                    <a:pt x="12" y="15"/>
                    <a:pt x="12" y="15"/>
                  </a:cubicBezTo>
                  <a:cubicBezTo>
                    <a:pt x="29" y="15"/>
                    <a:pt x="29" y="15"/>
                    <a:pt x="29" y="15"/>
                  </a:cubicBezTo>
                  <a:cubicBezTo>
                    <a:pt x="29" y="25"/>
                    <a:pt x="29" y="25"/>
                    <a:pt x="29" y="25"/>
                  </a:cubicBezTo>
                  <a:cubicBezTo>
                    <a:pt x="12" y="25"/>
                    <a:pt x="12" y="25"/>
                    <a:pt x="12" y="25"/>
                  </a:cubicBezTo>
                  <a:cubicBezTo>
                    <a:pt x="12" y="45"/>
                    <a:pt x="12" y="45"/>
                    <a:pt x="12" y="45"/>
                  </a:cubicBezTo>
                  <a:cubicBezTo>
                    <a:pt x="12" y="49"/>
                    <a:pt x="12" y="52"/>
                    <a:pt x="14" y="54"/>
                  </a:cubicBezTo>
                  <a:cubicBezTo>
                    <a:pt x="15" y="56"/>
                    <a:pt x="17" y="57"/>
                    <a:pt x="20" y="57"/>
                  </a:cubicBezTo>
                  <a:cubicBezTo>
                    <a:pt x="22" y="57"/>
                    <a:pt x="24" y="56"/>
                    <a:pt x="26" y="56"/>
                  </a:cubicBezTo>
                  <a:cubicBezTo>
                    <a:pt x="27" y="55"/>
                    <a:pt x="29" y="55"/>
                    <a:pt x="30" y="55"/>
                  </a:cubicBezTo>
                  <a:cubicBezTo>
                    <a:pt x="31" y="64"/>
                    <a:pt x="31" y="64"/>
                    <a:pt x="31" y="64"/>
                  </a:cubicBezTo>
                  <a:cubicBezTo>
                    <a:pt x="30" y="64"/>
                    <a:pt x="28" y="65"/>
                    <a:pt x="26" y="66"/>
                  </a:cubicBezTo>
                  <a:cubicBezTo>
                    <a:pt x="24" y="66"/>
                    <a:pt x="21" y="67"/>
                    <a:pt x="19" y="67"/>
                  </a:cubicBezTo>
                  <a:cubicBezTo>
                    <a:pt x="15" y="67"/>
                    <a:pt x="12" y="66"/>
                    <a:pt x="10"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37" name="Freeform 15">
              <a:extLst>
                <a:ext uri="{FF2B5EF4-FFF2-40B4-BE49-F238E27FC236}">
                  <a16:creationId xmlns:a16="http://schemas.microsoft.com/office/drawing/2014/main" id="{F7108A62-9DDD-43B8-AA5B-E17F6010FA10}"/>
                </a:ext>
              </a:extLst>
            </p:cNvPr>
            <p:cNvSpPr>
              <a:spLocks noEditPoints="1"/>
            </p:cNvSpPr>
            <p:nvPr userDrawn="1"/>
          </p:nvSpPr>
          <p:spPr bwMode="auto">
            <a:xfrm>
              <a:off x="3587525" y="5030484"/>
              <a:ext cx="274638" cy="334963"/>
            </a:xfrm>
            <a:custGeom>
              <a:avLst/>
              <a:gdLst>
                <a:gd name="T0" fmla="*/ 0 w 45"/>
                <a:gd name="T1" fmla="*/ 27 h 53"/>
                <a:gd name="T2" fmla="*/ 2 w 45"/>
                <a:gd name="T3" fmla="*/ 15 h 53"/>
                <a:gd name="T4" fmla="*/ 7 w 45"/>
                <a:gd name="T5" fmla="*/ 7 h 53"/>
                <a:gd name="T6" fmla="*/ 15 w 45"/>
                <a:gd name="T7" fmla="*/ 2 h 53"/>
                <a:gd name="T8" fmla="*/ 23 w 45"/>
                <a:gd name="T9" fmla="*/ 0 h 53"/>
                <a:gd name="T10" fmla="*/ 40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1 w 45"/>
                <a:gd name="T27" fmla="*/ 40 h 53"/>
                <a:gd name="T28" fmla="*/ 42 w 45"/>
                <a:gd name="T29" fmla="*/ 50 h 53"/>
                <a:gd name="T30" fmla="*/ 40 w 45"/>
                <a:gd name="T31" fmla="*/ 51 h 53"/>
                <a:gd name="T32" fmla="*/ 36 w 45"/>
                <a:gd name="T33" fmla="*/ 52 h 53"/>
                <a:gd name="T34" fmla="*/ 31 w 45"/>
                <a:gd name="T35" fmla="*/ 52 h 53"/>
                <a:gd name="T36" fmla="*/ 26 w 45"/>
                <a:gd name="T37" fmla="*/ 53 h 53"/>
                <a:gd name="T38" fmla="*/ 14 w 45"/>
                <a:gd name="T39" fmla="*/ 51 h 53"/>
                <a:gd name="T40" fmla="*/ 6 w 45"/>
                <a:gd name="T41" fmla="*/ 45 h 53"/>
                <a:gd name="T42" fmla="*/ 2 w 45"/>
                <a:gd name="T43" fmla="*/ 37 h 53"/>
                <a:gd name="T44" fmla="*/ 0 w 45"/>
                <a:gd name="T45" fmla="*/ 27 h 53"/>
                <a:gd name="T46" fmla="*/ 34 w 45"/>
                <a:gd name="T47" fmla="*/ 21 h 53"/>
                <a:gd name="T48" fmla="*/ 33 w 45"/>
                <a:gd name="T49" fmla="*/ 17 h 53"/>
                <a:gd name="T50" fmla="*/ 31 w 45"/>
                <a:gd name="T51" fmla="*/ 13 h 53"/>
                <a:gd name="T52" fmla="*/ 28 w 45"/>
                <a:gd name="T53" fmla="*/ 11 h 53"/>
                <a:gd name="T54" fmla="*/ 24 w 45"/>
                <a:gd name="T55" fmla="*/ 10 h 53"/>
                <a:gd name="T56" fmla="*/ 19 w 45"/>
                <a:gd name="T57" fmla="*/ 11 h 53"/>
                <a:gd name="T58" fmla="*/ 15 w 45"/>
                <a:gd name="T59" fmla="*/ 13 h 53"/>
                <a:gd name="T60" fmla="*/ 13 w 45"/>
                <a:gd name="T61" fmla="*/ 17 h 53"/>
                <a:gd name="T62" fmla="*/ 12 w 45"/>
                <a:gd name="T63" fmla="*/ 21 h 53"/>
                <a:gd name="T64" fmla="*/ 34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1" y="18"/>
                    <a:pt x="2" y="15"/>
                  </a:cubicBezTo>
                  <a:cubicBezTo>
                    <a:pt x="3" y="12"/>
                    <a:pt x="5" y="9"/>
                    <a:pt x="7" y="7"/>
                  </a:cubicBezTo>
                  <a:cubicBezTo>
                    <a:pt x="9" y="4"/>
                    <a:pt x="12" y="3"/>
                    <a:pt x="15" y="2"/>
                  </a:cubicBezTo>
                  <a:cubicBezTo>
                    <a:pt x="18" y="0"/>
                    <a:pt x="21" y="0"/>
                    <a:pt x="23" y="0"/>
                  </a:cubicBezTo>
                  <a:cubicBezTo>
                    <a:pt x="30" y="0"/>
                    <a:pt x="36" y="2"/>
                    <a:pt x="40" y="6"/>
                  </a:cubicBezTo>
                  <a:cubicBezTo>
                    <a:pt x="44"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3" y="43"/>
                    <a:pt x="27" y="43"/>
                  </a:cubicBezTo>
                  <a:cubicBezTo>
                    <a:pt x="30" y="43"/>
                    <a:pt x="33" y="42"/>
                    <a:pt x="35" y="42"/>
                  </a:cubicBezTo>
                  <a:cubicBezTo>
                    <a:pt x="37" y="41"/>
                    <a:pt x="39" y="41"/>
                    <a:pt x="41" y="40"/>
                  </a:cubicBezTo>
                  <a:cubicBezTo>
                    <a:pt x="42" y="50"/>
                    <a:pt x="42" y="50"/>
                    <a:pt x="42" y="50"/>
                  </a:cubicBezTo>
                  <a:cubicBezTo>
                    <a:pt x="42" y="50"/>
                    <a:pt x="41" y="50"/>
                    <a:pt x="40" y="51"/>
                  </a:cubicBezTo>
                  <a:cubicBezTo>
                    <a:pt x="38" y="51"/>
                    <a:pt x="37" y="51"/>
                    <a:pt x="36" y="52"/>
                  </a:cubicBezTo>
                  <a:cubicBezTo>
                    <a:pt x="34" y="52"/>
                    <a:pt x="33" y="52"/>
                    <a:pt x="31" y="52"/>
                  </a:cubicBezTo>
                  <a:cubicBezTo>
                    <a:pt x="29" y="53"/>
                    <a:pt x="28" y="53"/>
                    <a:pt x="26" y="53"/>
                  </a:cubicBezTo>
                  <a:cubicBezTo>
                    <a:pt x="22" y="53"/>
                    <a:pt x="18" y="52"/>
                    <a:pt x="14" y="51"/>
                  </a:cubicBezTo>
                  <a:cubicBezTo>
                    <a:pt x="11" y="49"/>
                    <a:pt x="8" y="48"/>
                    <a:pt x="6" y="45"/>
                  </a:cubicBezTo>
                  <a:cubicBezTo>
                    <a:pt x="4" y="43"/>
                    <a:pt x="3" y="40"/>
                    <a:pt x="2" y="37"/>
                  </a:cubicBezTo>
                  <a:cubicBezTo>
                    <a:pt x="1" y="34"/>
                    <a:pt x="0" y="30"/>
                    <a:pt x="0" y="27"/>
                  </a:cubicBezTo>
                  <a:close/>
                  <a:moveTo>
                    <a:pt x="34" y="21"/>
                  </a:moveTo>
                  <a:cubicBezTo>
                    <a:pt x="34" y="20"/>
                    <a:pt x="34" y="18"/>
                    <a:pt x="33" y="17"/>
                  </a:cubicBezTo>
                  <a:cubicBezTo>
                    <a:pt x="33" y="15"/>
                    <a:pt x="32" y="14"/>
                    <a:pt x="31" y="13"/>
                  </a:cubicBezTo>
                  <a:cubicBezTo>
                    <a:pt x="30" y="12"/>
                    <a:pt x="29" y="11"/>
                    <a:pt x="28" y="11"/>
                  </a:cubicBezTo>
                  <a:cubicBezTo>
                    <a:pt x="27" y="10"/>
                    <a:pt x="25" y="10"/>
                    <a:pt x="24" y="10"/>
                  </a:cubicBezTo>
                  <a:cubicBezTo>
                    <a:pt x="22" y="10"/>
                    <a:pt x="20" y="10"/>
                    <a:pt x="19" y="11"/>
                  </a:cubicBezTo>
                  <a:cubicBezTo>
                    <a:pt x="18" y="11"/>
                    <a:pt x="16" y="12"/>
                    <a:pt x="15" y="13"/>
                  </a:cubicBezTo>
                  <a:cubicBezTo>
                    <a:pt x="15" y="14"/>
                    <a:pt x="14" y="16"/>
                    <a:pt x="13" y="17"/>
                  </a:cubicBezTo>
                  <a:cubicBezTo>
                    <a:pt x="13" y="18"/>
                    <a:pt x="12" y="20"/>
                    <a:pt x="12" y="21"/>
                  </a:cubicBezTo>
                  <a:lnTo>
                    <a:pt x="34"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38" name="Freeform 16">
              <a:extLst>
                <a:ext uri="{FF2B5EF4-FFF2-40B4-BE49-F238E27FC236}">
                  <a16:creationId xmlns:a16="http://schemas.microsoft.com/office/drawing/2014/main" id="{345C6F0D-0CE1-48FC-8770-F292F203232B}"/>
                </a:ext>
              </a:extLst>
            </p:cNvPr>
            <p:cNvSpPr>
              <a:spLocks/>
            </p:cNvSpPr>
            <p:nvPr userDrawn="1"/>
          </p:nvSpPr>
          <p:spPr bwMode="auto">
            <a:xfrm>
              <a:off x="3928837" y="5030484"/>
              <a:ext cx="184150" cy="322263"/>
            </a:xfrm>
            <a:custGeom>
              <a:avLst/>
              <a:gdLst>
                <a:gd name="T0" fmla="*/ 28 w 30"/>
                <a:gd name="T1" fmla="*/ 12 h 51"/>
                <a:gd name="T2" fmla="*/ 24 w 30"/>
                <a:gd name="T3" fmla="*/ 11 h 51"/>
                <a:gd name="T4" fmla="*/ 19 w 30"/>
                <a:gd name="T5" fmla="*/ 10 h 51"/>
                <a:gd name="T6" fmla="*/ 14 w 30"/>
                <a:gd name="T7" fmla="*/ 10 h 51"/>
                <a:gd name="T8" fmla="*/ 11 w 30"/>
                <a:gd name="T9" fmla="*/ 11 h 51"/>
                <a:gd name="T10" fmla="*/ 11 w 30"/>
                <a:gd name="T11" fmla="*/ 51 h 51"/>
                <a:gd name="T12" fmla="*/ 0 w 30"/>
                <a:gd name="T13" fmla="*/ 51 h 51"/>
                <a:gd name="T14" fmla="*/ 0 w 30"/>
                <a:gd name="T15" fmla="*/ 4 h 51"/>
                <a:gd name="T16" fmla="*/ 8 w 30"/>
                <a:gd name="T17" fmla="*/ 1 h 51"/>
                <a:gd name="T18" fmla="*/ 19 w 30"/>
                <a:gd name="T19" fmla="*/ 0 h 51"/>
                <a:gd name="T20" fmla="*/ 22 w 30"/>
                <a:gd name="T21" fmla="*/ 0 h 51"/>
                <a:gd name="T22" fmla="*/ 25 w 30"/>
                <a:gd name="T23" fmla="*/ 1 h 51"/>
                <a:gd name="T24" fmla="*/ 28 w 30"/>
                <a:gd name="T25" fmla="*/ 1 h 51"/>
                <a:gd name="T26" fmla="*/ 30 w 30"/>
                <a:gd name="T27" fmla="*/ 2 h 51"/>
                <a:gd name="T28" fmla="*/ 28 w 30"/>
                <a:gd name="T29"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51">
                  <a:moveTo>
                    <a:pt x="28" y="12"/>
                  </a:moveTo>
                  <a:cubicBezTo>
                    <a:pt x="27" y="11"/>
                    <a:pt x="26" y="11"/>
                    <a:pt x="24" y="11"/>
                  </a:cubicBezTo>
                  <a:cubicBezTo>
                    <a:pt x="23" y="10"/>
                    <a:pt x="21" y="10"/>
                    <a:pt x="19" y="10"/>
                  </a:cubicBezTo>
                  <a:cubicBezTo>
                    <a:pt x="17" y="10"/>
                    <a:pt x="16" y="10"/>
                    <a:pt x="14" y="10"/>
                  </a:cubicBezTo>
                  <a:cubicBezTo>
                    <a:pt x="13" y="11"/>
                    <a:pt x="12" y="11"/>
                    <a:pt x="11" y="11"/>
                  </a:cubicBezTo>
                  <a:cubicBezTo>
                    <a:pt x="11" y="51"/>
                    <a:pt x="11" y="51"/>
                    <a:pt x="11" y="51"/>
                  </a:cubicBezTo>
                  <a:cubicBezTo>
                    <a:pt x="0" y="51"/>
                    <a:pt x="0" y="51"/>
                    <a:pt x="0" y="51"/>
                  </a:cubicBezTo>
                  <a:cubicBezTo>
                    <a:pt x="0" y="4"/>
                    <a:pt x="0" y="4"/>
                    <a:pt x="0" y="4"/>
                  </a:cubicBezTo>
                  <a:cubicBezTo>
                    <a:pt x="2" y="3"/>
                    <a:pt x="5" y="2"/>
                    <a:pt x="8" y="1"/>
                  </a:cubicBezTo>
                  <a:cubicBezTo>
                    <a:pt x="12" y="0"/>
                    <a:pt x="15" y="0"/>
                    <a:pt x="19" y="0"/>
                  </a:cubicBezTo>
                  <a:cubicBezTo>
                    <a:pt x="20" y="0"/>
                    <a:pt x="21" y="0"/>
                    <a:pt x="22" y="0"/>
                  </a:cubicBezTo>
                  <a:cubicBezTo>
                    <a:pt x="23" y="0"/>
                    <a:pt x="24" y="0"/>
                    <a:pt x="25" y="1"/>
                  </a:cubicBezTo>
                  <a:cubicBezTo>
                    <a:pt x="26" y="1"/>
                    <a:pt x="27" y="1"/>
                    <a:pt x="28" y="1"/>
                  </a:cubicBezTo>
                  <a:cubicBezTo>
                    <a:pt x="29" y="1"/>
                    <a:pt x="30" y="2"/>
                    <a:pt x="30" y="2"/>
                  </a:cubicBezTo>
                  <a:lnTo>
                    <a:pt x="28" y="1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39" name="Freeform 17">
              <a:extLst>
                <a:ext uri="{FF2B5EF4-FFF2-40B4-BE49-F238E27FC236}">
                  <a16:creationId xmlns:a16="http://schemas.microsoft.com/office/drawing/2014/main" id="{A59DA117-A374-4644-BC04-888AFAC54E66}"/>
                </a:ext>
              </a:extLst>
            </p:cNvPr>
            <p:cNvSpPr>
              <a:spLocks/>
            </p:cNvSpPr>
            <p:nvPr userDrawn="1"/>
          </p:nvSpPr>
          <p:spPr bwMode="auto">
            <a:xfrm>
              <a:off x="4100287" y="5276546"/>
              <a:ext cx="98425" cy="176213"/>
            </a:xfrm>
            <a:custGeom>
              <a:avLst/>
              <a:gdLst>
                <a:gd name="T0" fmla="*/ 16 w 16"/>
                <a:gd name="T1" fmla="*/ 0 h 28"/>
                <a:gd name="T2" fmla="*/ 16 w 16"/>
                <a:gd name="T3" fmla="*/ 2 h 28"/>
                <a:gd name="T4" fmla="*/ 16 w 16"/>
                <a:gd name="T5" fmla="*/ 4 h 28"/>
                <a:gd name="T6" fmla="*/ 14 w 16"/>
                <a:gd name="T7" fmla="*/ 16 h 28"/>
                <a:gd name="T8" fmla="*/ 9 w 16"/>
                <a:gd name="T9" fmla="*/ 28 h 28"/>
                <a:gd name="T10" fmla="*/ 0 w 16"/>
                <a:gd name="T11" fmla="*/ 25 h 28"/>
                <a:gd name="T12" fmla="*/ 3 w 16"/>
                <a:gd name="T13" fmla="*/ 14 h 28"/>
                <a:gd name="T14" fmla="*/ 4 w 16"/>
                <a:gd name="T15" fmla="*/ 5 h 28"/>
                <a:gd name="T16" fmla="*/ 4 w 16"/>
                <a:gd name="T17" fmla="*/ 2 h 28"/>
                <a:gd name="T18" fmla="*/ 4 w 16"/>
                <a:gd name="T19" fmla="*/ 0 h 28"/>
                <a:gd name="T20" fmla="*/ 16 w 16"/>
                <a:gd name="T21"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28">
                  <a:moveTo>
                    <a:pt x="16" y="0"/>
                  </a:moveTo>
                  <a:cubicBezTo>
                    <a:pt x="16" y="1"/>
                    <a:pt x="16" y="1"/>
                    <a:pt x="16" y="2"/>
                  </a:cubicBezTo>
                  <a:cubicBezTo>
                    <a:pt x="16" y="3"/>
                    <a:pt x="16" y="3"/>
                    <a:pt x="16" y="4"/>
                  </a:cubicBezTo>
                  <a:cubicBezTo>
                    <a:pt x="16" y="8"/>
                    <a:pt x="15" y="12"/>
                    <a:pt x="14" y="16"/>
                  </a:cubicBezTo>
                  <a:cubicBezTo>
                    <a:pt x="13" y="20"/>
                    <a:pt x="11" y="24"/>
                    <a:pt x="9" y="28"/>
                  </a:cubicBezTo>
                  <a:cubicBezTo>
                    <a:pt x="0" y="25"/>
                    <a:pt x="0" y="25"/>
                    <a:pt x="0" y="25"/>
                  </a:cubicBezTo>
                  <a:cubicBezTo>
                    <a:pt x="1" y="22"/>
                    <a:pt x="2" y="18"/>
                    <a:pt x="3" y="14"/>
                  </a:cubicBezTo>
                  <a:cubicBezTo>
                    <a:pt x="3" y="11"/>
                    <a:pt x="4" y="8"/>
                    <a:pt x="4" y="5"/>
                  </a:cubicBezTo>
                  <a:cubicBezTo>
                    <a:pt x="4" y="4"/>
                    <a:pt x="4" y="3"/>
                    <a:pt x="4" y="2"/>
                  </a:cubicBezTo>
                  <a:cubicBezTo>
                    <a:pt x="4" y="1"/>
                    <a:pt x="4" y="0"/>
                    <a:pt x="4" y="0"/>
                  </a:cubicBezTo>
                  <a:lnTo>
                    <a:pt x="16" y="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40" name="Freeform 18">
              <a:extLst>
                <a:ext uri="{FF2B5EF4-FFF2-40B4-BE49-F238E27FC236}">
                  <a16:creationId xmlns:a16="http://schemas.microsoft.com/office/drawing/2014/main" id="{EF74D334-9926-443B-8D36-5E68913EDC9A}"/>
                </a:ext>
              </a:extLst>
            </p:cNvPr>
            <p:cNvSpPr>
              <a:spLocks/>
            </p:cNvSpPr>
            <p:nvPr userDrawn="1"/>
          </p:nvSpPr>
          <p:spPr bwMode="auto">
            <a:xfrm>
              <a:off x="4393975" y="5030484"/>
              <a:ext cx="188913" cy="322263"/>
            </a:xfrm>
            <a:custGeom>
              <a:avLst/>
              <a:gdLst>
                <a:gd name="T0" fmla="*/ 29 w 31"/>
                <a:gd name="T1" fmla="*/ 12 h 51"/>
                <a:gd name="T2" fmla="*/ 25 w 31"/>
                <a:gd name="T3" fmla="*/ 11 h 51"/>
                <a:gd name="T4" fmla="*/ 19 w 31"/>
                <a:gd name="T5" fmla="*/ 10 h 51"/>
                <a:gd name="T6" fmla="*/ 15 w 31"/>
                <a:gd name="T7" fmla="*/ 10 h 51"/>
                <a:gd name="T8" fmla="*/ 12 w 31"/>
                <a:gd name="T9" fmla="*/ 11 h 51"/>
                <a:gd name="T10" fmla="*/ 12 w 31"/>
                <a:gd name="T11" fmla="*/ 51 h 51"/>
                <a:gd name="T12" fmla="*/ 0 w 31"/>
                <a:gd name="T13" fmla="*/ 51 h 51"/>
                <a:gd name="T14" fmla="*/ 0 w 31"/>
                <a:gd name="T15" fmla="*/ 4 h 51"/>
                <a:gd name="T16" fmla="*/ 9 w 31"/>
                <a:gd name="T17" fmla="*/ 1 h 51"/>
                <a:gd name="T18" fmla="*/ 20 w 31"/>
                <a:gd name="T19" fmla="*/ 0 h 51"/>
                <a:gd name="T20" fmla="*/ 22 w 31"/>
                <a:gd name="T21" fmla="*/ 0 h 51"/>
                <a:gd name="T22" fmla="*/ 25 w 31"/>
                <a:gd name="T23" fmla="*/ 1 h 51"/>
                <a:gd name="T24" fmla="*/ 28 w 31"/>
                <a:gd name="T25" fmla="*/ 1 h 51"/>
                <a:gd name="T26" fmla="*/ 31 w 31"/>
                <a:gd name="T27" fmla="*/ 2 h 51"/>
                <a:gd name="T28" fmla="*/ 29 w 31"/>
                <a:gd name="T29"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51">
                  <a:moveTo>
                    <a:pt x="29" y="12"/>
                  </a:moveTo>
                  <a:cubicBezTo>
                    <a:pt x="28" y="11"/>
                    <a:pt x="26" y="11"/>
                    <a:pt x="25" y="11"/>
                  </a:cubicBezTo>
                  <a:cubicBezTo>
                    <a:pt x="23" y="10"/>
                    <a:pt x="21" y="10"/>
                    <a:pt x="19" y="10"/>
                  </a:cubicBezTo>
                  <a:cubicBezTo>
                    <a:pt x="18" y="10"/>
                    <a:pt x="16" y="10"/>
                    <a:pt x="15" y="10"/>
                  </a:cubicBezTo>
                  <a:cubicBezTo>
                    <a:pt x="13" y="11"/>
                    <a:pt x="12" y="11"/>
                    <a:pt x="12" y="11"/>
                  </a:cubicBezTo>
                  <a:cubicBezTo>
                    <a:pt x="12" y="51"/>
                    <a:pt x="12" y="51"/>
                    <a:pt x="12" y="51"/>
                  </a:cubicBezTo>
                  <a:cubicBezTo>
                    <a:pt x="0" y="51"/>
                    <a:pt x="0" y="51"/>
                    <a:pt x="0" y="51"/>
                  </a:cubicBezTo>
                  <a:cubicBezTo>
                    <a:pt x="0" y="4"/>
                    <a:pt x="0" y="4"/>
                    <a:pt x="0" y="4"/>
                  </a:cubicBezTo>
                  <a:cubicBezTo>
                    <a:pt x="2" y="3"/>
                    <a:pt x="5" y="2"/>
                    <a:pt x="9" y="1"/>
                  </a:cubicBezTo>
                  <a:cubicBezTo>
                    <a:pt x="12" y="0"/>
                    <a:pt x="16" y="0"/>
                    <a:pt x="20" y="0"/>
                  </a:cubicBezTo>
                  <a:cubicBezTo>
                    <a:pt x="20" y="0"/>
                    <a:pt x="21" y="0"/>
                    <a:pt x="22" y="0"/>
                  </a:cubicBezTo>
                  <a:cubicBezTo>
                    <a:pt x="23" y="0"/>
                    <a:pt x="24" y="0"/>
                    <a:pt x="25" y="1"/>
                  </a:cubicBezTo>
                  <a:cubicBezTo>
                    <a:pt x="26" y="1"/>
                    <a:pt x="27" y="1"/>
                    <a:pt x="28" y="1"/>
                  </a:cubicBezTo>
                  <a:cubicBezTo>
                    <a:pt x="29" y="1"/>
                    <a:pt x="30" y="2"/>
                    <a:pt x="31" y="2"/>
                  </a:cubicBezTo>
                  <a:lnTo>
                    <a:pt x="29" y="1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41" name="Freeform 19">
              <a:extLst>
                <a:ext uri="{FF2B5EF4-FFF2-40B4-BE49-F238E27FC236}">
                  <a16:creationId xmlns:a16="http://schemas.microsoft.com/office/drawing/2014/main" id="{313A94D4-14DD-4111-B098-613DD350F6F0}"/>
                </a:ext>
              </a:extLst>
            </p:cNvPr>
            <p:cNvSpPr>
              <a:spLocks noEditPoints="1"/>
            </p:cNvSpPr>
            <p:nvPr userDrawn="1"/>
          </p:nvSpPr>
          <p:spPr bwMode="auto">
            <a:xfrm>
              <a:off x="4601938" y="5030484"/>
              <a:ext cx="274638" cy="334963"/>
            </a:xfrm>
            <a:custGeom>
              <a:avLst/>
              <a:gdLst>
                <a:gd name="T0" fmla="*/ 0 w 45"/>
                <a:gd name="T1" fmla="*/ 27 h 53"/>
                <a:gd name="T2" fmla="*/ 2 w 45"/>
                <a:gd name="T3" fmla="*/ 15 h 53"/>
                <a:gd name="T4" fmla="*/ 7 w 45"/>
                <a:gd name="T5" fmla="*/ 7 h 53"/>
                <a:gd name="T6" fmla="*/ 15 w 45"/>
                <a:gd name="T7" fmla="*/ 2 h 53"/>
                <a:gd name="T8" fmla="*/ 23 w 45"/>
                <a:gd name="T9" fmla="*/ 0 h 53"/>
                <a:gd name="T10" fmla="*/ 40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1 w 45"/>
                <a:gd name="T27" fmla="*/ 40 h 53"/>
                <a:gd name="T28" fmla="*/ 42 w 45"/>
                <a:gd name="T29" fmla="*/ 50 h 53"/>
                <a:gd name="T30" fmla="*/ 40 w 45"/>
                <a:gd name="T31" fmla="*/ 51 h 53"/>
                <a:gd name="T32" fmla="*/ 36 w 45"/>
                <a:gd name="T33" fmla="*/ 52 h 53"/>
                <a:gd name="T34" fmla="*/ 31 w 45"/>
                <a:gd name="T35" fmla="*/ 52 h 53"/>
                <a:gd name="T36" fmla="*/ 26 w 45"/>
                <a:gd name="T37" fmla="*/ 53 h 53"/>
                <a:gd name="T38" fmla="*/ 14 w 45"/>
                <a:gd name="T39" fmla="*/ 51 h 53"/>
                <a:gd name="T40" fmla="*/ 6 w 45"/>
                <a:gd name="T41" fmla="*/ 45 h 53"/>
                <a:gd name="T42" fmla="*/ 2 w 45"/>
                <a:gd name="T43" fmla="*/ 37 h 53"/>
                <a:gd name="T44" fmla="*/ 0 w 45"/>
                <a:gd name="T45" fmla="*/ 27 h 53"/>
                <a:gd name="T46" fmla="*/ 34 w 45"/>
                <a:gd name="T47" fmla="*/ 21 h 53"/>
                <a:gd name="T48" fmla="*/ 33 w 45"/>
                <a:gd name="T49" fmla="*/ 17 h 53"/>
                <a:gd name="T50" fmla="*/ 31 w 45"/>
                <a:gd name="T51" fmla="*/ 13 h 53"/>
                <a:gd name="T52" fmla="*/ 28 w 45"/>
                <a:gd name="T53" fmla="*/ 11 h 53"/>
                <a:gd name="T54" fmla="*/ 24 w 45"/>
                <a:gd name="T55" fmla="*/ 10 h 53"/>
                <a:gd name="T56" fmla="*/ 19 w 45"/>
                <a:gd name="T57" fmla="*/ 11 h 53"/>
                <a:gd name="T58" fmla="*/ 15 w 45"/>
                <a:gd name="T59" fmla="*/ 13 h 53"/>
                <a:gd name="T60" fmla="*/ 13 w 45"/>
                <a:gd name="T61" fmla="*/ 17 h 53"/>
                <a:gd name="T62" fmla="*/ 12 w 45"/>
                <a:gd name="T63" fmla="*/ 21 h 53"/>
                <a:gd name="T64" fmla="*/ 34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1" y="18"/>
                    <a:pt x="2" y="15"/>
                  </a:cubicBezTo>
                  <a:cubicBezTo>
                    <a:pt x="3" y="12"/>
                    <a:pt x="5" y="9"/>
                    <a:pt x="7" y="7"/>
                  </a:cubicBezTo>
                  <a:cubicBezTo>
                    <a:pt x="9" y="4"/>
                    <a:pt x="12" y="3"/>
                    <a:pt x="15" y="2"/>
                  </a:cubicBezTo>
                  <a:cubicBezTo>
                    <a:pt x="18" y="0"/>
                    <a:pt x="20" y="0"/>
                    <a:pt x="23" y="0"/>
                  </a:cubicBezTo>
                  <a:cubicBezTo>
                    <a:pt x="30" y="0"/>
                    <a:pt x="36" y="2"/>
                    <a:pt x="40" y="6"/>
                  </a:cubicBezTo>
                  <a:cubicBezTo>
                    <a:pt x="43"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3" y="43"/>
                    <a:pt x="27" y="43"/>
                  </a:cubicBezTo>
                  <a:cubicBezTo>
                    <a:pt x="30" y="43"/>
                    <a:pt x="33" y="42"/>
                    <a:pt x="35" y="42"/>
                  </a:cubicBezTo>
                  <a:cubicBezTo>
                    <a:pt x="37" y="41"/>
                    <a:pt x="39" y="41"/>
                    <a:pt x="41" y="40"/>
                  </a:cubicBezTo>
                  <a:cubicBezTo>
                    <a:pt x="42" y="50"/>
                    <a:pt x="42" y="50"/>
                    <a:pt x="42" y="50"/>
                  </a:cubicBezTo>
                  <a:cubicBezTo>
                    <a:pt x="42" y="50"/>
                    <a:pt x="41" y="50"/>
                    <a:pt x="40" y="51"/>
                  </a:cubicBezTo>
                  <a:cubicBezTo>
                    <a:pt x="38" y="51"/>
                    <a:pt x="37" y="51"/>
                    <a:pt x="36" y="52"/>
                  </a:cubicBezTo>
                  <a:cubicBezTo>
                    <a:pt x="34" y="52"/>
                    <a:pt x="33" y="52"/>
                    <a:pt x="31" y="52"/>
                  </a:cubicBezTo>
                  <a:cubicBezTo>
                    <a:pt x="29" y="53"/>
                    <a:pt x="28" y="53"/>
                    <a:pt x="26" y="53"/>
                  </a:cubicBezTo>
                  <a:cubicBezTo>
                    <a:pt x="22" y="53"/>
                    <a:pt x="18" y="52"/>
                    <a:pt x="14" y="51"/>
                  </a:cubicBezTo>
                  <a:cubicBezTo>
                    <a:pt x="11" y="49"/>
                    <a:pt x="8" y="48"/>
                    <a:pt x="6" y="45"/>
                  </a:cubicBezTo>
                  <a:cubicBezTo>
                    <a:pt x="4" y="43"/>
                    <a:pt x="3" y="40"/>
                    <a:pt x="2" y="37"/>
                  </a:cubicBezTo>
                  <a:cubicBezTo>
                    <a:pt x="1" y="34"/>
                    <a:pt x="0" y="30"/>
                    <a:pt x="0" y="27"/>
                  </a:cubicBezTo>
                  <a:close/>
                  <a:moveTo>
                    <a:pt x="34" y="21"/>
                  </a:moveTo>
                  <a:cubicBezTo>
                    <a:pt x="34" y="20"/>
                    <a:pt x="34" y="18"/>
                    <a:pt x="33" y="17"/>
                  </a:cubicBezTo>
                  <a:cubicBezTo>
                    <a:pt x="33" y="15"/>
                    <a:pt x="32" y="14"/>
                    <a:pt x="31" y="13"/>
                  </a:cubicBezTo>
                  <a:cubicBezTo>
                    <a:pt x="30" y="12"/>
                    <a:pt x="29" y="11"/>
                    <a:pt x="28" y="11"/>
                  </a:cubicBezTo>
                  <a:cubicBezTo>
                    <a:pt x="27" y="10"/>
                    <a:pt x="25" y="10"/>
                    <a:pt x="24" y="10"/>
                  </a:cubicBezTo>
                  <a:cubicBezTo>
                    <a:pt x="22" y="10"/>
                    <a:pt x="20" y="10"/>
                    <a:pt x="19" y="11"/>
                  </a:cubicBezTo>
                  <a:cubicBezTo>
                    <a:pt x="17" y="11"/>
                    <a:pt x="16" y="12"/>
                    <a:pt x="15" y="13"/>
                  </a:cubicBezTo>
                  <a:cubicBezTo>
                    <a:pt x="14" y="14"/>
                    <a:pt x="14" y="16"/>
                    <a:pt x="13" y="17"/>
                  </a:cubicBezTo>
                  <a:cubicBezTo>
                    <a:pt x="13" y="18"/>
                    <a:pt x="12" y="20"/>
                    <a:pt x="12" y="21"/>
                  </a:cubicBezTo>
                  <a:lnTo>
                    <a:pt x="34" y="2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42" name="Freeform 20">
              <a:extLst>
                <a:ext uri="{FF2B5EF4-FFF2-40B4-BE49-F238E27FC236}">
                  <a16:creationId xmlns:a16="http://schemas.microsoft.com/office/drawing/2014/main" id="{25E6B7CD-3505-4929-827A-066E4FC0A268}"/>
                </a:ext>
              </a:extLst>
            </p:cNvPr>
            <p:cNvSpPr>
              <a:spLocks/>
            </p:cNvSpPr>
            <p:nvPr userDrawn="1"/>
          </p:nvSpPr>
          <p:spPr bwMode="auto">
            <a:xfrm>
              <a:off x="4919438" y="5030484"/>
              <a:ext cx="227013" cy="334963"/>
            </a:xfrm>
            <a:custGeom>
              <a:avLst/>
              <a:gdLst>
                <a:gd name="T0" fmla="*/ 16 w 37"/>
                <a:gd name="T1" fmla="*/ 43 h 53"/>
                <a:gd name="T2" fmla="*/ 23 w 37"/>
                <a:gd name="T3" fmla="*/ 42 h 53"/>
                <a:gd name="T4" fmla="*/ 25 w 37"/>
                <a:gd name="T5" fmla="*/ 38 h 53"/>
                <a:gd name="T6" fmla="*/ 23 w 37"/>
                <a:gd name="T7" fmla="*/ 34 h 53"/>
                <a:gd name="T8" fmla="*/ 15 w 37"/>
                <a:gd name="T9" fmla="*/ 30 h 53"/>
                <a:gd name="T10" fmla="*/ 10 w 37"/>
                <a:gd name="T11" fmla="*/ 28 h 53"/>
                <a:gd name="T12" fmla="*/ 5 w 37"/>
                <a:gd name="T13" fmla="*/ 25 h 53"/>
                <a:gd name="T14" fmla="*/ 2 w 37"/>
                <a:gd name="T15" fmla="*/ 21 h 53"/>
                <a:gd name="T16" fmla="*/ 1 w 37"/>
                <a:gd name="T17" fmla="*/ 15 h 53"/>
                <a:gd name="T18" fmla="*/ 6 w 37"/>
                <a:gd name="T19" fmla="*/ 4 h 53"/>
                <a:gd name="T20" fmla="*/ 20 w 37"/>
                <a:gd name="T21" fmla="*/ 0 h 53"/>
                <a:gd name="T22" fmla="*/ 28 w 37"/>
                <a:gd name="T23" fmla="*/ 1 h 53"/>
                <a:gd name="T24" fmla="*/ 34 w 37"/>
                <a:gd name="T25" fmla="*/ 2 h 53"/>
                <a:gd name="T26" fmla="*/ 32 w 37"/>
                <a:gd name="T27" fmla="*/ 12 h 53"/>
                <a:gd name="T28" fmla="*/ 27 w 37"/>
                <a:gd name="T29" fmla="*/ 10 h 53"/>
                <a:gd name="T30" fmla="*/ 20 w 37"/>
                <a:gd name="T31" fmla="*/ 9 h 53"/>
                <a:gd name="T32" fmla="*/ 15 w 37"/>
                <a:gd name="T33" fmla="*/ 11 h 53"/>
                <a:gd name="T34" fmla="*/ 13 w 37"/>
                <a:gd name="T35" fmla="*/ 14 h 53"/>
                <a:gd name="T36" fmla="*/ 13 w 37"/>
                <a:gd name="T37" fmla="*/ 17 h 53"/>
                <a:gd name="T38" fmla="*/ 14 w 37"/>
                <a:gd name="T39" fmla="*/ 18 h 53"/>
                <a:gd name="T40" fmla="*/ 17 w 37"/>
                <a:gd name="T41" fmla="*/ 20 h 53"/>
                <a:gd name="T42" fmla="*/ 21 w 37"/>
                <a:gd name="T43" fmla="*/ 22 h 53"/>
                <a:gd name="T44" fmla="*/ 28 w 37"/>
                <a:gd name="T45" fmla="*/ 25 h 53"/>
                <a:gd name="T46" fmla="*/ 33 w 37"/>
                <a:gd name="T47" fmla="*/ 28 h 53"/>
                <a:gd name="T48" fmla="*/ 36 w 37"/>
                <a:gd name="T49" fmla="*/ 32 h 53"/>
                <a:gd name="T50" fmla="*/ 37 w 37"/>
                <a:gd name="T51" fmla="*/ 38 h 53"/>
                <a:gd name="T52" fmla="*/ 31 w 37"/>
                <a:gd name="T53" fmla="*/ 49 h 53"/>
                <a:gd name="T54" fmla="*/ 16 w 37"/>
                <a:gd name="T55" fmla="*/ 53 h 53"/>
                <a:gd name="T56" fmla="*/ 6 w 37"/>
                <a:gd name="T57" fmla="*/ 52 h 53"/>
                <a:gd name="T58" fmla="*/ 0 w 37"/>
                <a:gd name="T59" fmla="*/ 50 h 53"/>
                <a:gd name="T60" fmla="*/ 2 w 37"/>
                <a:gd name="T61" fmla="*/ 40 h 53"/>
                <a:gd name="T62" fmla="*/ 8 w 37"/>
                <a:gd name="T63" fmla="*/ 42 h 53"/>
                <a:gd name="T64" fmla="*/ 16 w 37"/>
                <a:gd name="T65"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 h="53">
                  <a:moveTo>
                    <a:pt x="16" y="43"/>
                  </a:moveTo>
                  <a:cubicBezTo>
                    <a:pt x="19" y="43"/>
                    <a:pt x="22" y="43"/>
                    <a:pt x="23" y="42"/>
                  </a:cubicBezTo>
                  <a:cubicBezTo>
                    <a:pt x="24" y="41"/>
                    <a:pt x="25" y="40"/>
                    <a:pt x="25" y="38"/>
                  </a:cubicBezTo>
                  <a:cubicBezTo>
                    <a:pt x="25" y="36"/>
                    <a:pt x="24" y="35"/>
                    <a:pt x="23" y="34"/>
                  </a:cubicBezTo>
                  <a:cubicBezTo>
                    <a:pt x="21" y="33"/>
                    <a:pt x="19" y="32"/>
                    <a:pt x="15" y="30"/>
                  </a:cubicBezTo>
                  <a:cubicBezTo>
                    <a:pt x="13" y="30"/>
                    <a:pt x="11" y="29"/>
                    <a:pt x="10" y="28"/>
                  </a:cubicBezTo>
                  <a:cubicBezTo>
                    <a:pt x="8" y="27"/>
                    <a:pt x="6" y="26"/>
                    <a:pt x="5" y="25"/>
                  </a:cubicBezTo>
                  <a:cubicBezTo>
                    <a:pt x="4" y="24"/>
                    <a:pt x="3" y="22"/>
                    <a:pt x="2" y="21"/>
                  </a:cubicBezTo>
                  <a:cubicBezTo>
                    <a:pt x="1" y="19"/>
                    <a:pt x="1" y="17"/>
                    <a:pt x="1" y="15"/>
                  </a:cubicBezTo>
                  <a:cubicBezTo>
                    <a:pt x="1" y="10"/>
                    <a:pt x="3" y="7"/>
                    <a:pt x="6" y="4"/>
                  </a:cubicBezTo>
                  <a:cubicBezTo>
                    <a:pt x="9" y="1"/>
                    <a:pt x="14" y="0"/>
                    <a:pt x="20" y="0"/>
                  </a:cubicBezTo>
                  <a:cubicBezTo>
                    <a:pt x="23" y="0"/>
                    <a:pt x="26" y="0"/>
                    <a:pt x="28" y="1"/>
                  </a:cubicBezTo>
                  <a:cubicBezTo>
                    <a:pt x="31" y="1"/>
                    <a:pt x="33" y="2"/>
                    <a:pt x="34" y="2"/>
                  </a:cubicBezTo>
                  <a:cubicBezTo>
                    <a:pt x="32" y="12"/>
                    <a:pt x="32" y="12"/>
                    <a:pt x="32" y="12"/>
                  </a:cubicBezTo>
                  <a:cubicBezTo>
                    <a:pt x="31" y="11"/>
                    <a:pt x="29" y="11"/>
                    <a:pt x="27" y="10"/>
                  </a:cubicBezTo>
                  <a:cubicBezTo>
                    <a:pt x="25" y="10"/>
                    <a:pt x="23" y="9"/>
                    <a:pt x="20" y="9"/>
                  </a:cubicBezTo>
                  <a:cubicBezTo>
                    <a:pt x="18" y="9"/>
                    <a:pt x="16" y="10"/>
                    <a:pt x="15" y="11"/>
                  </a:cubicBezTo>
                  <a:cubicBezTo>
                    <a:pt x="13" y="11"/>
                    <a:pt x="13" y="13"/>
                    <a:pt x="13" y="14"/>
                  </a:cubicBezTo>
                  <a:cubicBezTo>
                    <a:pt x="13" y="15"/>
                    <a:pt x="13" y="16"/>
                    <a:pt x="13" y="17"/>
                  </a:cubicBezTo>
                  <a:cubicBezTo>
                    <a:pt x="13" y="17"/>
                    <a:pt x="14" y="18"/>
                    <a:pt x="14" y="18"/>
                  </a:cubicBezTo>
                  <a:cubicBezTo>
                    <a:pt x="15" y="19"/>
                    <a:pt x="16" y="19"/>
                    <a:pt x="17" y="20"/>
                  </a:cubicBezTo>
                  <a:cubicBezTo>
                    <a:pt x="18" y="20"/>
                    <a:pt x="20" y="21"/>
                    <a:pt x="21" y="22"/>
                  </a:cubicBezTo>
                  <a:cubicBezTo>
                    <a:pt x="24" y="23"/>
                    <a:pt x="27" y="24"/>
                    <a:pt x="28" y="25"/>
                  </a:cubicBezTo>
                  <a:cubicBezTo>
                    <a:pt x="30" y="26"/>
                    <a:pt x="32" y="27"/>
                    <a:pt x="33" y="28"/>
                  </a:cubicBezTo>
                  <a:cubicBezTo>
                    <a:pt x="34" y="29"/>
                    <a:pt x="35" y="31"/>
                    <a:pt x="36" y="32"/>
                  </a:cubicBezTo>
                  <a:cubicBezTo>
                    <a:pt x="37" y="34"/>
                    <a:pt x="37" y="36"/>
                    <a:pt x="37" y="38"/>
                  </a:cubicBezTo>
                  <a:cubicBezTo>
                    <a:pt x="37" y="43"/>
                    <a:pt x="35" y="46"/>
                    <a:pt x="31" y="49"/>
                  </a:cubicBezTo>
                  <a:cubicBezTo>
                    <a:pt x="28" y="51"/>
                    <a:pt x="23" y="53"/>
                    <a:pt x="16" y="53"/>
                  </a:cubicBezTo>
                  <a:cubicBezTo>
                    <a:pt x="12" y="53"/>
                    <a:pt x="8" y="52"/>
                    <a:pt x="6" y="52"/>
                  </a:cubicBezTo>
                  <a:cubicBezTo>
                    <a:pt x="3" y="51"/>
                    <a:pt x="1" y="50"/>
                    <a:pt x="0" y="50"/>
                  </a:cubicBezTo>
                  <a:cubicBezTo>
                    <a:pt x="2" y="40"/>
                    <a:pt x="2" y="40"/>
                    <a:pt x="2" y="40"/>
                  </a:cubicBezTo>
                  <a:cubicBezTo>
                    <a:pt x="4" y="41"/>
                    <a:pt x="6" y="41"/>
                    <a:pt x="8" y="42"/>
                  </a:cubicBezTo>
                  <a:cubicBezTo>
                    <a:pt x="11" y="43"/>
                    <a:pt x="13" y="43"/>
                    <a:pt x="16" y="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43" name="Freeform 21">
              <a:extLst>
                <a:ext uri="{FF2B5EF4-FFF2-40B4-BE49-F238E27FC236}">
                  <a16:creationId xmlns:a16="http://schemas.microsoft.com/office/drawing/2014/main" id="{BB0673E4-9C2A-495A-9B24-42ACDAA07D1E}"/>
                </a:ext>
              </a:extLst>
            </p:cNvPr>
            <p:cNvSpPr>
              <a:spLocks/>
            </p:cNvSpPr>
            <p:nvPr userDrawn="1"/>
          </p:nvSpPr>
          <p:spPr bwMode="auto">
            <a:xfrm>
              <a:off x="5195663" y="5036834"/>
              <a:ext cx="255588" cy="328613"/>
            </a:xfrm>
            <a:custGeom>
              <a:avLst/>
              <a:gdLst>
                <a:gd name="T0" fmla="*/ 42 w 42"/>
                <a:gd name="T1" fmla="*/ 49 h 52"/>
                <a:gd name="T2" fmla="*/ 33 w 42"/>
                <a:gd name="T3" fmla="*/ 51 h 52"/>
                <a:gd name="T4" fmla="*/ 21 w 42"/>
                <a:gd name="T5" fmla="*/ 52 h 52"/>
                <a:gd name="T6" fmla="*/ 11 w 42"/>
                <a:gd name="T7" fmla="*/ 50 h 52"/>
                <a:gd name="T8" fmla="*/ 5 w 42"/>
                <a:gd name="T9" fmla="*/ 45 h 52"/>
                <a:gd name="T10" fmla="*/ 1 w 42"/>
                <a:gd name="T11" fmla="*/ 38 h 52"/>
                <a:gd name="T12" fmla="*/ 0 w 42"/>
                <a:gd name="T13" fmla="*/ 28 h 52"/>
                <a:gd name="T14" fmla="*/ 0 w 42"/>
                <a:gd name="T15" fmla="*/ 0 h 52"/>
                <a:gd name="T16" fmla="*/ 12 w 42"/>
                <a:gd name="T17" fmla="*/ 0 h 52"/>
                <a:gd name="T18" fmla="*/ 12 w 42"/>
                <a:gd name="T19" fmla="*/ 26 h 52"/>
                <a:gd name="T20" fmla="*/ 14 w 42"/>
                <a:gd name="T21" fmla="*/ 38 h 52"/>
                <a:gd name="T22" fmla="*/ 22 w 42"/>
                <a:gd name="T23" fmla="*/ 41 h 52"/>
                <a:gd name="T24" fmla="*/ 27 w 42"/>
                <a:gd name="T25" fmla="*/ 41 h 52"/>
                <a:gd name="T26" fmla="*/ 30 w 42"/>
                <a:gd name="T27" fmla="*/ 41 h 52"/>
                <a:gd name="T28" fmla="*/ 30 w 42"/>
                <a:gd name="T29" fmla="*/ 0 h 52"/>
                <a:gd name="T30" fmla="*/ 42 w 42"/>
                <a:gd name="T31" fmla="*/ 0 h 52"/>
                <a:gd name="T32" fmla="*/ 42 w 42"/>
                <a:gd name="T33" fmla="*/ 4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52">
                  <a:moveTo>
                    <a:pt x="42" y="49"/>
                  </a:moveTo>
                  <a:cubicBezTo>
                    <a:pt x="40" y="49"/>
                    <a:pt x="37" y="50"/>
                    <a:pt x="33" y="51"/>
                  </a:cubicBezTo>
                  <a:cubicBezTo>
                    <a:pt x="30" y="51"/>
                    <a:pt x="26" y="52"/>
                    <a:pt x="21" y="52"/>
                  </a:cubicBezTo>
                  <a:cubicBezTo>
                    <a:pt x="17" y="52"/>
                    <a:pt x="14" y="51"/>
                    <a:pt x="11" y="50"/>
                  </a:cubicBezTo>
                  <a:cubicBezTo>
                    <a:pt x="9" y="49"/>
                    <a:pt x="6" y="47"/>
                    <a:pt x="5" y="45"/>
                  </a:cubicBezTo>
                  <a:cubicBezTo>
                    <a:pt x="3" y="43"/>
                    <a:pt x="2" y="40"/>
                    <a:pt x="1" y="38"/>
                  </a:cubicBezTo>
                  <a:cubicBezTo>
                    <a:pt x="1" y="35"/>
                    <a:pt x="0" y="32"/>
                    <a:pt x="0" y="28"/>
                  </a:cubicBezTo>
                  <a:cubicBezTo>
                    <a:pt x="0" y="0"/>
                    <a:pt x="0" y="0"/>
                    <a:pt x="0" y="0"/>
                  </a:cubicBezTo>
                  <a:cubicBezTo>
                    <a:pt x="12" y="0"/>
                    <a:pt x="12" y="0"/>
                    <a:pt x="12" y="0"/>
                  </a:cubicBezTo>
                  <a:cubicBezTo>
                    <a:pt x="12" y="26"/>
                    <a:pt x="12" y="26"/>
                    <a:pt x="12" y="26"/>
                  </a:cubicBezTo>
                  <a:cubicBezTo>
                    <a:pt x="12" y="32"/>
                    <a:pt x="13" y="36"/>
                    <a:pt x="14" y="38"/>
                  </a:cubicBezTo>
                  <a:cubicBezTo>
                    <a:pt x="16" y="40"/>
                    <a:pt x="18" y="41"/>
                    <a:pt x="22" y="41"/>
                  </a:cubicBezTo>
                  <a:cubicBezTo>
                    <a:pt x="24" y="41"/>
                    <a:pt x="25" y="41"/>
                    <a:pt x="27" y="41"/>
                  </a:cubicBezTo>
                  <a:cubicBezTo>
                    <a:pt x="28" y="41"/>
                    <a:pt x="30" y="41"/>
                    <a:pt x="30" y="41"/>
                  </a:cubicBezTo>
                  <a:cubicBezTo>
                    <a:pt x="30" y="0"/>
                    <a:pt x="30" y="0"/>
                    <a:pt x="30" y="0"/>
                  </a:cubicBezTo>
                  <a:cubicBezTo>
                    <a:pt x="42" y="0"/>
                    <a:pt x="42" y="0"/>
                    <a:pt x="42" y="0"/>
                  </a:cubicBezTo>
                  <a:lnTo>
                    <a:pt x="42" y="4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44" name="Freeform 22">
              <a:extLst>
                <a:ext uri="{FF2B5EF4-FFF2-40B4-BE49-F238E27FC236}">
                  <a16:creationId xmlns:a16="http://schemas.microsoft.com/office/drawing/2014/main" id="{7BACE70A-F6C3-4350-A63E-239D9587D764}"/>
                </a:ext>
              </a:extLst>
            </p:cNvPr>
            <p:cNvSpPr>
              <a:spLocks/>
            </p:cNvSpPr>
            <p:nvPr userDrawn="1"/>
          </p:nvSpPr>
          <p:spPr bwMode="auto">
            <a:xfrm>
              <a:off x="5530625" y="4886021"/>
              <a:ext cx="117475" cy="473075"/>
            </a:xfrm>
            <a:custGeom>
              <a:avLst/>
              <a:gdLst>
                <a:gd name="T0" fmla="*/ 17 w 19"/>
                <a:gd name="T1" fmla="*/ 75 h 75"/>
                <a:gd name="T2" fmla="*/ 9 w 19"/>
                <a:gd name="T3" fmla="*/ 74 h 75"/>
                <a:gd name="T4" fmla="*/ 3 w 19"/>
                <a:gd name="T5" fmla="*/ 71 h 75"/>
                <a:gd name="T6" fmla="*/ 0 w 19"/>
                <a:gd name="T7" fmla="*/ 66 h 75"/>
                <a:gd name="T8" fmla="*/ 0 w 19"/>
                <a:gd name="T9" fmla="*/ 60 h 75"/>
                <a:gd name="T10" fmla="*/ 0 w 19"/>
                <a:gd name="T11" fmla="*/ 2 h 75"/>
                <a:gd name="T12" fmla="*/ 11 w 19"/>
                <a:gd name="T13" fmla="*/ 0 h 75"/>
                <a:gd name="T14" fmla="*/ 11 w 19"/>
                <a:gd name="T15" fmla="*/ 57 h 75"/>
                <a:gd name="T16" fmla="*/ 12 w 19"/>
                <a:gd name="T17" fmla="*/ 61 h 75"/>
                <a:gd name="T18" fmla="*/ 13 w 19"/>
                <a:gd name="T19" fmla="*/ 63 h 75"/>
                <a:gd name="T20" fmla="*/ 15 w 19"/>
                <a:gd name="T21" fmla="*/ 65 h 75"/>
                <a:gd name="T22" fmla="*/ 19 w 19"/>
                <a:gd name="T23" fmla="*/ 66 h 75"/>
                <a:gd name="T24" fmla="*/ 17 w 19"/>
                <a:gd name="T25"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75">
                  <a:moveTo>
                    <a:pt x="17" y="75"/>
                  </a:moveTo>
                  <a:cubicBezTo>
                    <a:pt x="14" y="75"/>
                    <a:pt x="11" y="75"/>
                    <a:pt x="9" y="74"/>
                  </a:cubicBezTo>
                  <a:cubicBezTo>
                    <a:pt x="6" y="73"/>
                    <a:pt x="5" y="72"/>
                    <a:pt x="3" y="71"/>
                  </a:cubicBezTo>
                  <a:cubicBezTo>
                    <a:pt x="2" y="70"/>
                    <a:pt x="1" y="68"/>
                    <a:pt x="0" y="66"/>
                  </a:cubicBezTo>
                  <a:cubicBezTo>
                    <a:pt x="0" y="64"/>
                    <a:pt x="0" y="62"/>
                    <a:pt x="0" y="60"/>
                  </a:cubicBezTo>
                  <a:cubicBezTo>
                    <a:pt x="0" y="2"/>
                    <a:pt x="0" y="2"/>
                    <a:pt x="0" y="2"/>
                  </a:cubicBezTo>
                  <a:cubicBezTo>
                    <a:pt x="11" y="0"/>
                    <a:pt x="11" y="0"/>
                    <a:pt x="11" y="0"/>
                  </a:cubicBezTo>
                  <a:cubicBezTo>
                    <a:pt x="11" y="57"/>
                    <a:pt x="11" y="57"/>
                    <a:pt x="11" y="57"/>
                  </a:cubicBezTo>
                  <a:cubicBezTo>
                    <a:pt x="11" y="59"/>
                    <a:pt x="11" y="60"/>
                    <a:pt x="12" y="61"/>
                  </a:cubicBezTo>
                  <a:cubicBezTo>
                    <a:pt x="12" y="62"/>
                    <a:pt x="12" y="63"/>
                    <a:pt x="13" y="63"/>
                  </a:cubicBezTo>
                  <a:cubicBezTo>
                    <a:pt x="13" y="64"/>
                    <a:pt x="14" y="65"/>
                    <a:pt x="15" y="65"/>
                  </a:cubicBezTo>
                  <a:cubicBezTo>
                    <a:pt x="16" y="65"/>
                    <a:pt x="17" y="66"/>
                    <a:pt x="19" y="66"/>
                  </a:cubicBezTo>
                  <a:lnTo>
                    <a:pt x="17" y="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45" name="Freeform 23">
              <a:extLst>
                <a:ext uri="{FF2B5EF4-FFF2-40B4-BE49-F238E27FC236}">
                  <a16:creationId xmlns:a16="http://schemas.microsoft.com/office/drawing/2014/main" id="{BA945C11-EE8D-4A32-8347-B8FFB8F2F10E}"/>
                </a:ext>
              </a:extLst>
            </p:cNvPr>
            <p:cNvSpPr>
              <a:spLocks/>
            </p:cNvSpPr>
            <p:nvPr userDrawn="1"/>
          </p:nvSpPr>
          <p:spPr bwMode="auto">
            <a:xfrm>
              <a:off x="5690963"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5"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5" y="67"/>
                    <a:pt x="12" y="66"/>
                    <a:pt x="9"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46" name="Freeform 24">
              <a:extLst>
                <a:ext uri="{FF2B5EF4-FFF2-40B4-BE49-F238E27FC236}">
                  <a16:creationId xmlns:a16="http://schemas.microsoft.com/office/drawing/2014/main" id="{DB8701A0-F0F7-4D6B-B79A-2F60F01BEC92}"/>
                </a:ext>
              </a:extLst>
            </p:cNvPr>
            <p:cNvSpPr>
              <a:spLocks/>
            </p:cNvSpPr>
            <p:nvPr userDrawn="1"/>
          </p:nvSpPr>
          <p:spPr bwMode="auto">
            <a:xfrm>
              <a:off x="5903688" y="5030484"/>
              <a:ext cx="227013" cy="334963"/>
            </a:xfrm>
            <a:custGeom>
              <a:avLst/>
              <a:gdLst>
                <a:gd name="T0" fmla="*/ 16 w 37"/>
                <a:gd name="T1" fmla="*/ 43 h 53"/>
                <a:gd name="T2" fmla="*/ 23 w 37"/>
                <a:gd name="T3" fmla="*/ 42 h 53"/>
                <a:gd name="T4" fmla="*/ 25 w 37"/>
                <a:gd name="T5" fmla="*/ 38 h 53"/>
                <a:gd name="T6" fmla="*/ 23 w 37"/>
                <a:gd name="T7" fmla="*/ 34 h 53"/>
                <a:gd name="T8" fmla="*/ 15 w 37"/>
                <a:gd name="T9" fmla="*/ 30 h 53"/>
                <a:gd name="T10" fmla="*/ 9 w 37"/>
                <a:gd name="T11" fmla="*/ 28 h 53"/>
                <a:gd name="T12" fmla="*/ 5 w 37"/>
                <a:gd name="T13" fmla="*/ 25 h 53"/>
                <a:gd name="T14" fmla="*/ 2 w 37"/>
                <a:gd name="T15" fmla="*/ 21 h 53"/>
                <a:gd name="T16" fmla="*/ 1 w 37"/>
                <a:gd name="T17" fmla="*/ 15 h 53"/>
                <a:gd name="T18" fmla="*/ 6 w 37"/>
                <a:gd name="T19" fmla="*/ 4 h 53"/>
                <a:gd name="T20" fmla="*/ 20 w 37"/>
                <a:gd name="T21" fmla="*/ 0 h 53"/>
                <a:gd name="T22" fmla="*/ 28 w 37"/>
                <a:gd name="T23" fmla="*/ 1 h 53"/>
                <a:gd name="T24" fmla="*/ 34 w 37"/>
                <a:gd name="T25" fmla="*/ 2 h 53"/>
                <a:gd name="T26" fmla="*/ 32 w 37"/>
                <a:gd name="T27" fmla="*/ 12 h 53"/>
                <a:gd name="T28" fmla="*/ 27 w 37"/>
                <a:gd name="T29" fmla="*/ 10 h 53"/>
                <a:gd name="T30" fmla="*/ 20 w 37"/>
                <a:gd name="T31" fmla="*/ 9 h 53"/>
                <a:gd name="T32" fmla="*/ 15 w 37"/>
                <a:gd name="T33" fmla="*/ 11 h 53"/>
                <a:gd name="T34" fmla="*/ 12 w 37"/>
                <a:gd name="T35" fmla="*/ 14 h 53"/>
                <a:gd name="T36" fmla="*/ 13 w 37"/>
                <a:gd name="T37" fmla="*/ 17 h 53"/>
                <a:gd name="T38" fmla="*/ 14 w 37"/>
                <a:gd name="T39" fmla="*/ 18 h 53"/>
                <a:gd name="T40" fmla="*/ 17 w 37"/>
                <a:gd name="T41" fmla="*/ 20 h 53"/>
                <a:gd name="T42" fmla="*/ 21 w 37"/>
                <a:gd name="T43" fmla="*/ 22 h 53"/>
                <a:gd name="T44" fmla="*/ 28 w 37"/>
                <a:gd name="T45" fmla="*/ 25 h 53"/>
                <a:gd name="T46" fmla="*/ 33 w 37"/>
                <a:gd name="T47" fmla="*/ 28 h 53"/>
                <a:gd name="T48" fmla="*/ 36 w 37"/>
                <a:gd name="T49" fmla="*/ 32 h 53"/>
                <a:gd name="T50" fmla="*/ 37 w 37"/>
                <a:gd name="T51" fmla="*/ 38 h 53"/>
                <a:gd name="T52" fmla="*/ 31 w 37"/>
                <a:gd name="T53" fmla="*/ 49 h 53"/>
                <a:gd name="T54" fmla="*/ 16 w 37"/>
                <a:gd name="T55" fmla="*/ 53 h 53"/>
                <a:gd name="T56" fmla="*/ 5 w 37"/>
                <a:gd name="T57" fmla="*/ 52 h 53"/>
                <a:gd name="T58" fmla="*/ 0 w 37"/>
                <a:gd name="T59" fmla="*/ 50 h 53"/>
                <a:gd name="T60" fmla="*/ 2 w 37"/>
                <a:gd name="T61" fmla="*/ 40 h 53"/>
                <a:gd name="T62" fmla="*/ 8 w 37"/>
                <a:gd name="T63" fmla="*/ 42 h 53"/>
                <a:gd name="T64" fmla="*/ 16 w 37"/>
                <a:gd name="T65"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 h="53">
                  <a:moveTo>
                    <a:pt x="16" y="43"/>
                  </a:moveTo>
                  <a:cubicBezTo>
                    <a:pt x="19" y="43"/>
                    <a:pt x="21" y="43"/>
                    <a:pt x="23" y="42"/>
                  </a:cubicBezTo>
                  <a:cubicBezTo>
                    <a:pt x="24" y="41"/>
                    <a:pt x="25" y="40"/>
                    <a:pt x="25" y="38"/>
                  </a:cubicBezTo>
                  <a:cubicBezTo>
                    <a:pt x="25" y="36"/>
                    <a:pt x="24" y="35"/>
                    <a:pt x="23" y="34"/>
                  </a:cubicBezTo>
                  <a:cubicBezTo>
                    <a:pt x="21" y="33"/>
                    <a:pt x="19" y="32"/>
                    <a:pt x="15" y="30"/>
                  </a:cubicBezTo>
                  <a:cubicBezTo>
                    <a:pt x="13" y="30"/>
                    <a:pt x="11" y="29"/>
                    <a:pt x="9" y="28"/>
                  </a:cubicBezTo>
                  <a:cubicBezTo>
                    <a:pt x="8" y="27"/>
                    <a:pt x="6" y="26"/>
                    <a:pt x="5" y="25"/>
                  </a:cubicBezTo>
                  <a:cubicBezTo>
                    <a:pt x="4" y="24"/>
                    <a:pt x="3" y="22"/>
                    <a:pt x="2" y="21"/>
                  </a:cubicBezTo>
                  <a:cubicBezTo>
                    <a:pt x="1" y="19"/>
                    <a:pt x="1" y="17"/>
                    <a:pt x="1" y="15"/>
                  </a:cubicBezTo>
                  <a:cubicBezTo>
                    <a:pt x="1" y="10"/>
                    <a:pt x="2" y="7"/>
                    <a:pt x="6" y="4"/>
                  </a:cubicBezTo>
                  <a:cubicBezTo>
                    <a:pt x="9" y="1"/>
                    <a:pt x="14" y="0"/>
                    <a:pt x="20" y="0"/>
                  </a:cubicBezTo>
                  <a:cubicBezTo>
                    <a:pt x="23" y="0"/>
                    <a:pt x="25" y="0"/>
                    <a:pt x="28" y="1"/>
                  </a:cubicBezTo>
                  <a:cubicBezTo>
                    <a:pt x="31" y="1"/>
                    <a:pt x="33" y="2"/>
                    <a:pt x="34" y="2"/>
                  </a:cubicBezTo>
                  <a:cubicBezTo>
                    <a:pt x="32" y="12"/>
                    <a:pt x="32" y="12"/>
                    <a:pt x="32" y="12"/>
                  </a:cubicBezTo>
                  <a:cubicBezTo>
                    <a:pt x="31" y="11"/>
                    <a:pt x="29" y="11"/>
                    <a:pt x="27" y="10"/>
                  </a:cubicBezTo>
                  <a:cubicBezTo>
                    <a:pt x="25" y="10"/>
                    <a:pt x="23" y="9"/>
                    <a:pt x="20" y="9"/>
                  </a:cubicBezTo>
                  <a:cubicBezTo>
                    <a:pt x="18" y="9"/>
                    <a:pt x="16" y="10"/>
                    <a:pt x="15" y="11"/>
                  </a:cubicBezTo>
                  <a:cubicBezTo>
                    <a:pt x="13" y="11"/>
                    <a:pt x="12" y="13"/>
                    <a:pt x="12" y="14"/>
                  </a:cubicBezTo>
                  <a:cubicBezTo>
                    <a:pt x="12" y="15"/>
                    <a:pt x="12" y="16"/>
                    <a:pt x="13" y="17"/>
                  </a:cubicBezTo>
                  <a:cubicBezTo>
                    <a:pt x="13" y="17"/>
                    <a:pt x="14" y="18"/>
                    <a:pt x="14" y="18"/>
                  </a:cubicBezTo>
                  <a:cubicBezTo>
                    <a:pt x="15" y="19"/>
                    <a:pt x="16" y="19"/>
                    <a:pt x="17" y="20"/>
                  </a:cubicBezTo>
                  <a:cubicBezTo>
                    <a:pt x="18" y="20"/>
                    <a:pt x="20" y="21"/>
                    <a:pt x="21" y="22"/>
                  </a:cubicBezTo>
                  <a:cubicBezTo>
                    <a:pt x="24" y="23"/>
                    <a:pt x="26" y="24"/>
                    <a:pt x="28" y="25"/>
                  </a:cubicBezTo>
                  <a:cubicBezTo>
                    <a:pt x="30" y="26"/>
                    <a:pt x="32" y="27"/>
                    <a:pt x="33" y="28"/>
                  </a:cubicBezTo>
                  <a:cubicBezTo>
                    <a:pt x="34" y="29"/>
                    <a:pt x="35" y="31"/>
                    <a:pt x="36" y="32"/>
                  </a:cubicBezTo>
                  <a:cubicBezTo>
                    <a:pt x="36" y="34"/>
                    <a:pt x="37" y="36"/>
                    <a:pt x="37" y="38"/>
                  </a:cubicBezTo>
                  <a:cubicBezTo>
                    <a:pt x="37" y="43"/>
                    <a:pt x="35" y="46"/>
                    <a:pt x="31" y="49"/>
                  </a:cubicBezTo>
                  <a:cubicBezTo>
                    <a:pt x="28" y="51"/>
                    <a:pt x="23" y="53"/>
                    <a:pt x="16" y="53"/>
                  </a:cubicBezTo>
                  <a:cubicBezTo>
                    <a:pt x="12" y="53"/>
                    <a:pt x="8" y="52"/>
                    <a:pt x="5" y="52"/>
                  </a:cubicBezTo>
                  <a:cubicBezTo>
                    <a:pt x="3" y="51"/>
                    <a:pt x="1" y="50"/>
                    <a:pt x="0" y="50"/>
                  </a:cubicBezTo>
                  <a:cubicBezTo>
                    <a:pt x="2" y="40"/>
                    <a:pt x="2" y="40"/>
                    <a:pt x="2" y="40"/>
                  </a:cubicBezTo>
                  <a:cubicBezTo>
                    <a:pt x="3" y="41"/>
                    <a:pt x="6" y="41"/>
                    <a:pt x="8" y="42"/>
                  </a:cubicBezTo>
                  <a:cubicBezTo>
                    <a:pt x="10" y="43"/>
                    <a:pt x="13" y="43"/>
                    <a:pt x="16" y="43"/>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47" name="Freeform 25">
              <a:extLst>
                <a:ext uri="{FF2B5EF4-FFF2-40B4-BE49-F238E27FC236}">
                  <a16:creationId xmlns:a16="http://schemas.microsoft.com/office/drawing/2014/main" id="{6A5E9F5E-8D3C-4355-B793-3B4BF49E24CC}"/>
                </a:ext>
              </a:extLst>
            </p:cNvPr>
            <p:cNvSpPr>
              <a:spLocks/>
            </p:cNvSpPr>
            <p:nvPr userDrawn="1"/>
          </p:nvSpPr>
          <p:spPr bwMode="auto">
            <a:xfrm>
              <a:off x="6289450" y="5030484"/>
              <a:ext cx="238125" cy="334963"/>
            </a:xfrm>
            <a:custGeom>
              <a:avLst/>
              <a:gdLst>
                <a:gd name="T0" fmla="*/ 0 w 39"/>
                <a:gd name="T1" fmla="*/ 26 h 53"/>
                <a:gd name="T2" fmla="*/ 2 w 39"/>
                <a:gd name="T3" fmla="*/ 16 h 53"/>
                <a:gd name="T4" fmla="*/ 7 w 39"/>
                <a:gd name="T5" fmla="*/ 7 h 53"/>
                <a:gd name="T6" fmla="*/ 15 w 39"/>
                <a:gd name="T7" fmla="*/ 2 h 53"/>
                <a:gd name="T8" fmla="*/ 25 w 39"/>
                <a:gd name="T9" fmla="*/ 0 h 53"/>
                <a:gd name="T10" fmla="*/ 39 w 39"/>
                <a:gd name="T11" fmla="*/ 3 h 53"/>
                <a:gd name="T12" fmla="*/ 36 w 39"/>
                <a:gd name="T13" fmla="*/ 12 h 53"/>
                <a:gd name="T14" fmla="*/ 31 w 39"/>
                <a:gd name="T15" fmla="*/ 11 h 53"/>
                <a:gd name="T16" fmla="*/ 26 w 39"/>
                <a:gd name="T17" fmla="*/ 10 h 53"/>
                <a:gd name="T18" fmla="*/ 16 w 39"/>
                <a:gd name="T19" fmla="*/ 14 h 53"/>
                <a:gd name="T20" fmla="*/ 12 w 39"/>
                <a:gd name="T21" fmla="*/ 26 h 53"/>
                <a:gd name="T22" fmla="*/ 15 w 39"/>
                <a:gd name="T23" fmla="*/ 38 h 53"/>
                <a:gd name="T24" fmla="*/ 27 w 39"/>
                <a:gd name="T25" fmla="*/ 43 h 53"/>
                <a:gd name="T26" fmla="*/ 33 w 39"/>
                <a:gd name="T27" fmla="*/ 42 h 53"/>
                <a:gd name="T28" fmla="*/ 38 w 39"/>
                <a:gd name="T29" fmla="*/ 41 h 53"/>
                <a:gd name="T30" fmla="*/ 39 w 39"/>
                <a:gd name="T31" fmla="*/ 50 h 53"/>
                <a:gd name="T32" fmla="*/ 33 w 39"/>
                <a:gd name="T33" fmla="*/ 52 h 53"/>
                <a:gd name="T34" fmla="*/ 25 w 39"/>
                <a:gd name="T35" fmla="*/ 53 h 53"/>
                <a:gd name="T36" fmla="*/ 14 w 39"/>
                <a:gd name="T37" fmla="*/ 51 h 53"/>
                <a:gd name="T38" fmla="*/ 6 w 39"/>
                <a:gd name="T39" fmla="*/ 45 h 53"/>
                <a:gd name="T40" fmla="*/ 2 w 39"/>
                <a:gd name="T41" fmla="*/ 37 h 53"/>
                <a:gd name="T42" fmla="*/ 0 w 39"/>
                <a:gd name="T43"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9" h="53">
                  <a:moveTo>
                    <a:pt x="0" y="26"/>
                  </a:moveTo>
                  <a:cubicBezTo>
                    <a:pt x="0" y="23"/>
                    <a:pt x="1" y="19"/>
                    <a:pt x="2" y="16"/>
                  </a:cubicBezTo>
                  <a:cubicBezTo>
                    <a:pt x="3" y="13"/>
                    <a:pt x="5" y="10"/>
                    <a:pt x="7" y="7"/>
                  </a:cubicBezTo>
                  <a:cubicBezTo>
                    <a:pt x="9" y="5"/>
                    <a:pt x="12" y="3"/>
                    <a:pt x="15" y="2"/>
                  </a:cubicBezTo>
                  <a:cubicBezTo>
                    <a:pt x="18" y="1"/>
                    <a:pt x="21" y="0"/>
                    <a:pt x="25" y="0"/>
                  </a:cubicBezTo>
                  <a:cubicBezTo>
                    <a:pt x="30" y="0"/>
                    <a:pt x="34" y="1"/>
                    <a:pt x="39" y="3"/>
                  </a:cubicBezTo>
                  <a:cubicBezTo>
                    <a:pt x="36" y="12"/>
                    <a:pt x="36" y="12"/>
                    <a:pt x="36" y="12"/>
                  </a:cubicBezTo>
                  <a:cubicBezTo>
                    <a:pt x="35" y="11"/>
                    <a:pt x="33" y="11"/>
                    <a:pt x="31" y="11"/>
                  </a:cubicBezTo>
                  <a:cubicBezTo>
                    <a:pt x="30" y="10"/>
                    <a:pt x="28" y="10"/>
                    <a:pt x="26" y="10"/>
                  </a:cubicBezTo>
                  <a:cubicBezTo>
                    <a:pt x="21" y="10"/>
                    <a:pt x="18" y="11"/>
                    <a:pt x="16" y="14"/>
                  </a:cubicBezTo>
                  <a:cubicBezTo>
                    <a:pt x="13" y="17"/>
                    <a:pt x="12" y="21"/>
                    <a:pt x="12" y="26"/>
                  </a:cubicBezTo>
                  <a:cubicBezTo>
                    <a:pt x="12" y="31"/>
                    <a:pt x="13" y="35"/>
                    <a:pt x="15" y="38"/>
                  </a:cubicBezTo>
                  <a:cubicBezTo>
                    <a:pt x="18" y="41"/>
                    <a:pt x="21" y="43"/>
                    <a:pt x="27" y="43"/>
                  </a:cubicBezTo>
                  <a:cubicBezTo>
                    <a:pt x="29" y="43"/>
                    <a:pt x="31" y="42"/>
                    <a:pt x="33" y="42"/>
                  </a:cubicBezTo>
                  <a:cubicBezTo>
                    <a:pt x="35" y="42"/>
                    <a:pt x="36" y="41"/>
                    <a:pt x="38" y="41"/>
                  </a:cubicBezTo>
                  <a:cubicBezTo>
                    <a:pt x="39" y="50"/>
                    <a:pt x="39" y="50"/>
                    <a:pt x="39" y="50"/>
                  </a:cubicBezTo>
                  <a:cubicBezTo>
                    <a:pt x="38" y="51"/>
                    <a:pt x="36" y="51"/>
                    <a:pt x="33" y="52"/>
                  </a:cubicBezTo>
                  <a:cubicBezTo>
                    <a:pt x="31" y="52"/>
                    <a:pt x="28" y="53"/>
                    <a:pt x="25" y="53"/>
                  </a:cubicBezTo>
                  <a:cubicBezTo>
                    <a:pt x="21" y="53"/>
                    <a:pt x="17" y="52"/>
                    <a:pt x="14" y="51"/>
                  </a:cubicBezTo>
                  <a:cubicBezTo>
                    <a:pt x="11" y="49"/>
                    <a:pt x="8" y="48"/>
                    <a:pt x="6" y="45"/>
                  </a:cubicBezTo>
                  <a:cubicBezTo>
                    <a:pt x="4" y="43"/>
                    <a:pt x="3" y="40"/>
                    <a:pt x="2" y="37"/>
                  </a:cubicBezTo>
                  <a:cubicBezTo>
                    <a:pt x="1" y="34"/>
                    <a:pt x="0" y="30"/>
                    <a:pt x="0" y="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48" name="Freeform 26">
              <a:extLst>
                <a:ext uri="{FF2B5EF4-FFF2-40B4-BE49-F238E27FC236}">
                  <a16:creationId xmlns:a16="http://schemas.microsoft.com/office/drawing/2014/main" id="{34B851D5-2E68-4505-9B8C-3D6521CB7186}"/>
                </a:ext>
              </a:extLst>
            </p:cNvPr>
            <p:cNvSpPr>
              <a:spLocks noEditPoints="1"/>
            </p:cNvSpPr>
            <p:nvPr userDrawn="1"/>
          </p:nvSpPr>
          <p:spPr bwMode="auto">
            <a:xfrm>
              <a:off x="6552975" y="5030484"/>
              <a:ext cx="292100" cy="334963"/>
            </a:xfrm>
            <a:custGeom>
              <a:avLst/>
              <a:gdLst>
                <a:gd name="T0" fmla="*/ 48 w 48"/>
                <a:gd name="T1" fmla="*/ 26 h 53"/>
                <a:gd name="T2" fmla="*/ 46 w 48"/>
                <a:gd name="T3" fmla="*/ 37 h 53"/>
                <a:gd name="T4" fmla="*/ 41 w 48"/>
                <a:gd name="T5" fmla="*/ 45 h 53"/>
                <a:gd name="T6" fmla="*/ 33 w 48"/>
                <a:gd name="T7" fmla="*/ 51 h 53"/>
                <a:gd name="T8" fmla="*/ 24 w 48"/>
                <a:gd name="T9" fmla="*/ 53 h 53"/>
                <a:gd name="T10" fmla="*/ 14 w 48"/>
                <a:gd name="T11" fmla="*/ 51 h 53"/>
                <a:gd name="T12" fmla="*/ 6 w 48"/>
                <a:gd name="T13" fmla="*/ 45 h 53"/>
                <a:gd name="T14" fmla="*/ 1 w 48"/>
                <a:gd name="T15" fmla="*/ 37 h 53"/>
                <a:gd name="T16" fmla="*/ 0 w 48"/>
                <a:gd name="T17" fmla="*/ 26 h 53"/>
                <a:gd name="T18" fmla="*/ 1 w 48"/>
                <a:gd name="T19" fmla="*/ 15 h 53"/>
                <a:gd name="T20" fmla="*/ 6 w 48"/>
                <a:gd name="T21" fmla="*/ 7 h 53"/>
                <a:gd name="T22" fmla="*/ 14 w 48"/>
                <a:gd name="T23" fmla="*/ 2 h 53"/>
                <a:gd name="T24" fmla="*/ 24 w 48"/>
                <a:gd name="T25" fmla="*/ 0 h 53"/>
                <a:gd name="T26" fmla="*/ 33 w 48"/>
                <a:gd name="T27" fmla="*/ 2 h 53"/>
                <a:gd name="T28" fmla="*/ 41 w 48"/>
                <a:gd name="T29" fmla="*/ 7 h 53"/>
                <a:gd name="T30" fmla="*/ 46 w 48"/>
                <a:gd name="T31" fmla="*/ 15 h 53"/>
                <a:gd name="T32" fmla="*/ 48 w 48"/>
                <a:gd name="T33" fmla="*/ 26 h 53"/>
                <a:gd name="T34" fmla="*/ 36 w 48"/>
                <a:gd name="T35" fmla="*/ 26 h 53"/>
                <a:gd name="T36" fmla="*/ 33 w 48"/>
                <a:gd name="T37" fmla="*/ 14 h 53"/>
                <a:gd name="T38" fmla="*/ 24 w 48"/>
                <a:gd name="T39" fmla="*/ 10 h 53"/>
                <a:gd name="T40" fmla="*/ 15 w 48"/>
                <a:gd name="T41" fmla="*/ 14 h 53"/>
                <a:gd name="T42" fmla="*/ 11 w 48"/>
                <a:gd name="T43" fmla="*/ 26 h 53"/>
                <a:gd name="T44" fmla="*/ 15 w 48"/>
                <a:gd name="T45" fmla="*/ 38 h 53"/>
                <a:gd name="T46" fmla="*/ 24 w 48"/>
                <a:gd name="T47" fmla="*/ 43 h 53"/>
                <a:gd name="T48" fmla="*/ 33 w 48"/>
                <a:gd name="T49" fmla="*/ 38 h 53"/>
                <a:gd name="T50" fmla="*/ 36 w 48"/>
                <a:gd name="T5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8" h="53">
                  <a:moveTo>
                    <a:pt x="48" y="26"/>
                  </a:moveTo>
                  <a:cubicBezTo>
                    <a:pt x="48" y="30"/>
                    <a:pt x="47" y="34"/>
                    <a:pt x="46" y="37"/>
                  </a:cubicBezTo>
                  <a:cubicBezTo>
                    <a:pt x="45" y="40"/>
                    <a:pt x="43" y="43"/>
                    <a:pt x="41" y="45"/>
                  </a:cubicBezTo>
                  <a:cubicBezTo>
                    <a:pt x="39" y="48"/>
                    <a:pt x="36" y="50"/>
                    <a:pt x="33" y="51"/>
                  </a:cubicBezTo>
                  <a:cubicBezTo>
                    <a:pt x="30" y="52"/>
                    <a:pt x="27" y="53"/>
                    <a:pt x="24" y="53"/>
                  </a:cubicBezTo>
                  <a:cubicBezTo>
                    <a:pt x="20" y="53"/>
                    <a:pt x="17" y="52"/>
                    <a:pt x="14" y="51"/>
                  </a:cubicBezTo>
                  <a:cubicBezTo>
                    <a:pt x="11" y="50"/>
                    <a:pt x="8" y="48"/>
                    <a:pt x="6" y="45"/>
                  </a:cubicBezTo>
                  <a:cubicBezTo>
                    <a:pt x="4" y="43"/>
                    <a:pt x="2" y="40"/>
                    <a:pt x="1" y="37"/>
                  </a:cubicBezTo>
                  <a:cubicBezTo>
                    <a:pt x="0" y="34"/>
                    <a:pt x="0" y="30"/>
                    <a:pt x="0" y="26"/>
                  </a:cubicBezTo>
                  <a:cubicBezTo>
                    <a:pt x="0" y="22"/>
                    <a:pt x="0" y="19"/>
                    <a:pt x="1" y="15"/>
                  </a:cubicBezTo>
                  <a:cubicBezTo>
                    <a:pt x="2" y="12"/>
                    <a:pt x="4" y="9"/>
                    <a:pt x="6" y="7"/>
                  </a:cubicBezTo>
                  <a:cubicBezTo>
                    <a:pt x="8" y="5"/>
                    <a:pt x="11" y="3"/>
                    <a:pt x="14" y="2"/>
                  </a:cubicBezTo>
                  <a:cubicBezTo>
                    <a:pt x="17" y="1"/>
                    <a:pt x="20" y="0"/>
                    <a:pt x="24" y="0"/>
                  </a:cubicBezTo>
                  <a:cubicBezTo>
                    <a:pt x="27" y="0"/>
                    <a:pt x="30" y="1"/>
                    <a:pt x="33" y="2"/>
                  </a:cubicBezTo>
                  <a:cubicBezTo>
                    <a:pt x="36" y="3"/>
                    <a:pt x="39" y="5"/>
                    <a:pt x="41" y="7"/>
                  </a:cubicBezTo>
                  <a:cubicBezTo>
                    <a:pt x="43" y="9"/>
                    <a:pt x="45" y="12"/>
                    <a:pt x="46" y="15"/>
                  </a:cubicBezTo>
                  <a:cubicBezTo>
                    <a:pt x="47" y="19"/>
                    <a:pt x="48" y="22"/>
                    <a:pt x="48" y="26"/>
                  </a:cubicBezTo>
                  <a:close/>
                  <a:moveTo>
                    <a:pt x="36" y="26"/>
                  </a:moveTo>
                  <a:cubicBezTo>
                    <a:pt x="36" y="21"/>
                    <a:pt x="35" y="17"/>
                    <a:pt x="33" y="14"/>
                  </a:cubicBezTo>
                  <a:cubicBezTo>
                    <a:pt x="30" y="11"/>
                    <a:pt x="27" y="10"/>
                    <a:pt x="24" y="10"/>
                  </a:cubicBezTo>
                  <a:cubicBezTo>
                    <a:pt x="20" y="10"/>
                    <a:pt x="17" y="11"/>
                    <a:pt x="15" y="14"/>
                  </a:cubicBezTo>
                  <a:cubicBezTo>
                    <a:pt x="13" y="17"/>
                    <a:pt x="11" y="21"/>
                    <a:pt x="11" y="26"/>
                  </a:cubicBezTo>
                  <a:cubicBezTo>
                    <a:pt x="11" y="31"/>
                    <a:pt x="13" y="35"/>
                    <a:pt x="15" y="38"/>
                  </a:cubicBezTo>
                  <a:cubicBezTo>
                    <a:pt x="17" y="41"/>
                    <a:pt x="20" y="43"/>
                    <a:pt x="24" y="43"/>
                  </a:cubicBezTo>
                  <a:cubicBezTo>
                    <a:pt x="27" y="43"/>
                    <a:pt x="30" y="41"/>
                    <a:pt x="33" y="38"/>
                  </a:cubicBezTo>
                  <a:cubicBezTo>
                    <a:pt x="35" y="35"/>
                    <a:pt x="36" y="31"/>
                    <a:pt x="36" y="26"/>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49" name="Freeform 27">
              <a:extLst>
                <a:ext uri="{FF2B5EF4-FFF2-40B4-BE49-F238E27FC236}">
                  <a16:creationId xmlns:a16="http://schemas.microsoft.com/office/drawing/2014/main" id="{A5043529-B5D2-4082-80C6-2BBCBF3B2172}"/>
                </a:ext>
              </a:extLst>
            </p:cNvPr>
            <p:cNvSpPr>
              <a:spLocks/>
            </p:cNvSpPr>
            <p:nvPr userDrawn="1"/>
          </p:nvSpPr>
          <p:spPr bwMode="auto">
            <a:xfrm>
              <a:off x="6900638" y="5036834"/>
              <a:ext cx="257175" cy="328613"/>
            </a:xfrm>
            <a:custGeom>
              <a:avLst/>
              <a:gdLst>
                <a:gd name="T0" fmla="*/ 42 w 42"/>
                <a:gd name="T1" fmla="*/ 49 h 52"/>
                <a:gd name="T2" fmla="*/ 33 w 42"/>
                <a:gd name="T3" fmla="*/ 51 h 52"/>
                <a:gd name="T4" fmla="*/ 21 w 42"/>
                <a:gd name="T5" fmla="*/ 52 h 52"/>
                <a:gd name="T6" fmla="*/ 11 w 42"/>
                <a:gd name="T7" fmla="*/ 50 h 52"/>
                <a:gd name="T8" fmla="*/ 5 w 42"/>
                <a:gd name="T9" fmla="*/ 45 h 52"/>
                <a:gd name="T10" fmla="*/ 1 w 42"/>
                <a:gd name="T11" fmla="*/ 38 h 52"/>
                <a:gd name="T12" fmla="*/ 0 w 42"/>
                <a:gd name="T13" fmla="*/ 28 h 52"/>
                <a:gd name="T14" fmla="*/ 0 w 42"/>
                <a:gd name="T15" fmla="*/ 0 h 52"/>
                <a:gd name="T16" fmla="*/ 12 w 42"/>
                <a:gd name="T17" fmla="*/ 0 h 52"/>
                <a:gd name="T18" fmla="*/ 12 w 42"/>
                <a:gd name="T19" fmla="*/ 26 h 52"/>
                <a:gd name="T20" fmla="*/ 14 w 42"/>
                <a:gd name="T21" fmla="*/ 38 h 52"/>
                <a:gd name="T22" fmla="*/ 22 w 42"/>
                <a:gd name="T23" fmla="*/ 41 h 52"/>
                <a:gd name="T24" fmla="*/ 27 w 42"/>
                <a:gd name="T25" fmla="*/ 41 h 52"/>
                <a:gd name="T26" fmla="*/ 30 w 42"/>
                <a:gd name="T27" fmla="*/ 41 h 52"/>
                <a:gd name="T28" fmla="*/ 30 w 42"/>
                <a:gd name="T29" fmla="*/ 0 h 52"/>
                <a:gd name="T30" fmla="*/ 42 w 42"/>
                <a:gd name="T31" fmla="*/ 0 h 52"/>
                <a:gd name="T32" fmla="*/ 42 w 42"/>
                <a:gd name="T33" fmla="*/ 4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52">
                  <a:moveTo>
                    <a:pt x="42" y="49"/>
                  </a:moveTo>
                  <a:cubicBezTo>
                    <a:pt x="40" y="49"/>
                    <a:pt x="37" y="50"/>
                    <a:pt x="33" y="51"/>
                  </a:cubicBezTo>
                  <a:cubicBezTo>
                    <a:pt x="30" y="51"/>
                    <a:pt x="26" y="52"/>
                    <a:pt x="21" y="52"/>
                  </a:cubicBezTo>
                  <a:cubicBezTo>
                    <a:pt x="17" y="52"/>
                    <a:pt x="14" y="51"/>
                    <a:pt x="11" y="50"/>
                  </a:cubicBezTo>
                  <a:cubicBezTo>
                    <a:pt x="9" y="49"/>
                    <a:pt x="6" y="47"/>
                    <a:pt x="5" y="45"/>
                  </a:cubicBezTo>
                  <a:cubicBezTo>
                    <a:pt x="3" y="43"/>
                    <a:pt x="2" y="40"/>
                    <a:pt x="1" y="38"/>
                  </a:cubicBezTo>
                  <a:cubicBezTo>
                    <a:pt x="1" y="35"/>
                    <a:pt x="0" y="32"/>
                    <a:pt x="0" y="28"/>
                  </a:cubicBezTo>
                  <a:cubicBezTo>
                    <a:pt x="0" y="0"/>
                    <a:pt x="0" y="0"/>
                    <a:pt x="0" y="0"/>
                  </a:cubicBezTo>
                  <a:cubicBezTo>
                    <a:pt x="12" y="0"/>
                    <a:pt x="12" y="0"/>
                    <a:pt x="12" y="0"/>
                  </a:cubicBezTo>
                  <a:cubicBezTo>
                    <a:pt x="12" y="26"/>
                    <a:pt x="12" y="26"/>
                    <a:pt x="12" y="26"/>
                  </a:cubicBezTo>
                  <a:cubicBezTo>
                    <a:pt x="12" y="32"/>
                    <a:pt x="13" y="36"/>
                    <a:pt x="14" y="38"/>
                  </a:cubicBezTo>
                  <a:cubicBezTo>
                    <a:pt x="16" y="40"/>
                    <a:pt x="19" y="41"/>
                    <a:pt x="22" y="41"/>
                  </a:cubicBezTo>
                  <a:cubicBezTo>
                    <a:pt x="24" y="41"/>
                    <a:pt x="25" y="41"/>
                    <a:pt x="27" y="41"/>
                  </a:cubicBezTo>
                  <a:cubicBezTo>
                    <a:pt x="28" y="41"/>
                    <a:pt x="30" y="41"/>
                    <a:pt x="30" y="41"/>
                  </a:cubicBezTo>
                  <a:cubicBezTo>
                    <a:pt x="30" y="0"/>
                    <a:pt x="30" y="0"/>
                    <a:pt x="30" y="0"/>
                  </a:cubicBezTo>
                  <a:cubicBezTo>
                    <a:pt x="42" y="0"/>
                    <a:pt x="42" y="0"/>
                    <a:pt x="42" y="0"/>
                  </a:cubicBezTo>
                  <a:lnTo>
                    <a:pt x="42" y="4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50" name="Freeform 28">
              <a:extLst>
                <a:ext uri="{FF2B5EF4-FFF2-40B4-BE49-F238E27FC236}">
                  <a16:creationId xmlns:a16="http://schemas.microsoft.com/office/drawing/2014/main" id="{5EE8F553-B800-40BB-AAD8-6B44CEB10929}"/>
                </a:ext>
              </a:extLst>
            </p:cNvPr>
            <p:cNvSpPr>
              <a:spLocks/>
            </p:cNvSpPr>
            <p:nvPr userDrawn="1"/>
          </p:nvSpPr>
          <p:spPr bwMode="auto">
            <a:xfrm>
              <a:off x="7237188" y="5030484"/>
              <a:ext cx="257175" cy="322263"/>
            </a:xfrm>
            <a:custGeom>
              <a:avLst/>
              <a:gdLst>
                <a:gd name="T0" fmla="*/ 0 w 42"/>
                <a:gd name="T1" fmla="*/ 3 h 51"/>
                <a:gd name="T2" fmla="*/ 9 w 42"/>
                <a:gd name="T3" fmla="*/ 1 h 51"/>
                <a:gd name="T4" fmla="*/ 20 w 42"/>
                <a:gd name="T5" fmla="*/ 0 h 51"/>
                <a:gd name="T6" fmla="*/ 31 w 42"/>
                <a:gd name="T7" fmla="*/ 2 h 51"/>
                <a:gd name="T8" fmla="*/ 37 w 42"/>
                <a:gd name="T9" fmla="*/ 6 h 51"/>
                <a:gd name="T10" fmla="*/ 41 w 42"/>
                <a:gd name="T11" fmla="*/ 14 h 51"/>
                <a:gd name="T12" fmla="*/ 42 w 42"/>
                <a:gd name="T13" fmla="*/ 23 h 51"/>
                <a:gd name="T14" fmla="*/ 42 w 42"/>
                <a:gd name="T15" fmla="*/ 51 h 51"/>
                <a:gd name="T16" fmla="*/ 30 w 42"/>
                <a:gd name="T17" fmla="*/ 51 h 51"/>
                <a:gd name="T18" fmla="*/ 30 w 42"/>
                <a:gd name="T19" fmla="*/ 25 h 51"/>
                <a:gd name="T20" fmla="*/ 30 w 42"/>
                <a:gd name="T21" fmla="*/ 18 h 51"/>
                <a:gd name="T22" fmla="*/ 28 w 42"/>
                <a:gd name="T23" fmla="*/ 13 h 51"/>
                <a:gd name="T24" fmla="*/ 25 w 42"/>
                <a:gd name="T25" fmla="*/ 11 h 51"/>
                <a:gd name="T26" fmla="*/ 20 w 42"/>
                <a:gd name="T27" fmla="*/ 10 h 51"/>
                <a:gd name="T28" fmla="*/ 15 w 42"/>
                <a:gd name="T29" fmla="*/ 10 h 51"/>
                <a:gd name="T30" fmla="*/ 11 w 42"/>
                <a:gd name="T31" fmla="*/ 11 h 51"/>
                <a:gd name="T32" fmla="*/ 11 w 42"/>
                <a:gd name="T33" fmla="*/ 51 h 51"/>
                <a:gd name="T34" fmla="*/ 0 w 42"/>
                <a:gd name="T35" fmla="*/ 51 h 51"/>
                <a:gd name="T36" fmla="*/ 0 w 42"/>
                <a:gd name="T37"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51">
                  <a:moveTo>
                    <a:pt x="0" y="3"/>
                  </a:moveTo>
                  <a:cubicBezTo>
                    <a:pt x="2" y="2"/>
                    <a:pt x="5" y="2"/>
                    <a:pt x="9" y="1"/>
                  </a:cubicBezTo>
                  <a:cubicBezTo>
                    <a:pt x="12" y="0"/>
                    <a:pt x="16" y="0"/>
                    <a:pt x="20" y="0"/>
                  </a:cubicBezTo>
                  <a:cubicBezTo>
                    <a:pt x="25" y="0"/>
                    <a:pt x="28" y="1"/>
                    <a:pt x="31" y="2"/>
                  </a:cubicBezTo>
                  <a:cubicBezTo>
                    <a:pt x="34" y="3"/>
                    <a:pt x="36" y="4"/>
                    <a:pt x="37" y="6"/>
                  </a:cubicBezTo>
                  <a:cubicBezTo>
                    <a:pt x="39" y="9"/>
                    <a:pt x="40" y="11"/>
                    <a:pt x="41" y="14"/>
                  </a:cubicBezTo>
                  <a:cubicBezTo>
                    <a:pt x="41" y="17"/>
                    <a:pt x="42" y="20"/>
                    <a:pt x="42" y="23"/>
                  </a:cubicBezTo>
                  <a:cubicBezTo>
                    <a:pt x="42" y="51"/>
                    <a:pt x="42" y="51"/>
                    <a:pt x="42" y="51"/>
                  </a:cubicBezTo>
                  <a:cubicBezTo>
                    <a:pt x="30" y="51"/>
                    <a:pt x="30" y="51"/>
                    <a:pt x="30" y="51"/>
                  </a:cubicBezTo>
                  <a:cubicBezTo>
                    <a:pt x="30" y="25"/>
                    <a:pt x="30" y="25"/>
                    <a:pt x="30" y="25"/>
                  </a:cubicBezTo>
                  <a:cubicBezTo>
                    <a:pt x="30" y="22"/>
                    <a:pt x="30" y="20"/>
                    <a:pt x="30" y="18"/>
                  </a:cubicBezTo>
                  <a:cubicBezTo>
                    <a:pt x="29" y="16"/>
                    <a:pt x="29" y="15"/>
                    <a:pt x="28" y="13"/>
                  </a:cubicBezTo>
                  <a:cubicBezTo>
                    <a:pt x="27" y="12"/>
                    <a:pt x="26" y="11"/>
                    <a:pt x="25" y="11"/>
                  </a:cubicBezTo>
                  <a:cubicBezTo>
                    <a:pt x="23" y="10"/>
                    <a:pt x="22" y="10"/>
                    <a:pt x="20" y="10"/>
                  </a:cubicBezTo>
                  <a:cubicBezTo>
                    <a:pt x="18" y="10"/>
                    <a:pt x="17" y="10"/>
                    <a:pt x="15" y="10"/>
                  </a:cubicBezTo>
                  <a:cubicBezTo>
                    <a:pt x="13" y="11"/>
                    <a:pt x="12" y="11"/>
                    <a:pt x="11" y="11"/>
                  </a:cubicBezTo>
                  <a:cubicBezTo>
                    <a:pt x="11" y="51"/>
                    <a:pt x="11" y="51"/>
                    <a:pt x="11" y="51"/>
                  </a:cubicBezTo>
                  <a:cubicBezTo>
                    <a:pt x="0" y="51"/>
                    <a:pt x="0" y="51"/>
                    <a:pt x="0" y="51"/>
                  </a:cubicBezTo>
                  <a:lnTo>
                    <a:pt x="0" y="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51" name="Freeform 29">
              <a:extLst>
                <a:ext uri="{FF2B5EF4-FFF2-40B4-BE49-F238E27FC236}">
                  <a16:creationId xmlns:a16="http://schemas.microsoft.com/office/drawing/2014/main" id="{A504CBB8-2109-4DD4-BA71-EF173341A56A}"/>
                </a:ext>
              </a:extLst>
            </p:cNvPr>
            <p:cNvSpPr>
              <a:spLocks/>
            </p:cNvSpPr>
            <p:nvPr userDrawn="1"/>
          </p:nvSpPr>
          <p:spPr bwMode="auto">
            <a:xfrm>
              <a:off x="7567388"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3 w 31"/>
                <a:gd name="T31" fmla="*/ 61 h 67"/>
                <a:gd name="T32" fmla="*/ 0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4"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4" y="67"/>
                    <a:pt x="11" y="66"/>
                    <a:pt x="9" y="65"/>
                  </a:cubicBezTo>
                  <a:cubicBezTo>
                    <a:pt x="7" y="64"/>
                    <a:pt x="5" y="63"/>
                    <a:pt x="3" y="61"/>
                  </a:cubicBezTo>
                  <a:cubicBezTo>
                    <a:pt x="2" y="59"/>
                    <a:pt x="1" y="57"/>
                    <a:pt x="0" y="54"/>
                  </a:cubicBezTo>
                  <a:cubicBezTo>
                    <a:pt x="0" y="52"/>
                    <a:pt x="0" y="49"/>
                    <a:pt x="0" y="45"/>
                  </a:cubicBezTo>
                  <a:lnTo>
                    <a:pt x="0" y="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52" name="Freeform 30">
              <a:extLst>
                <a:ext uri="{FF2B5EF4-FFF2-40B4-BE49-F238E27FC236}">
                  <a16:creationId xmlns:a16="http://schemas.microsoft.com/office/drawing/2014/main" id="{8D20F235-BF4A-4E34-986F-0A130CB48908}"/>
                </a:ext>
              </a:extLst>
            </p:cNvPr>
            <p:cNvSpPr>
              <a:spLocks/>
            </p:cNvSpPr>
            <p:nvPr userDrawn="1"/>
          </p:nvSpPr>
          <p:spPr bwMode="auto">
            <a:xfrm>
              <a:off x="7792813" y="5263846"/>
              <a:ext cx="92075" cy="101600"/>
            </a:xfrm>
            <a:custGeom>
              <a:avLst/>
              <a:gdLst>
                <a:gd name="T0" fmla="*/ 15 w 15"/>
                <a:gd name="T1" fmla="*/ 8 h 16"/>
                <a:gd name="T2" fmla="*/ 13 w 15"/>
                <a:gd name="T3" fmla="*/ 14 h 16"/>
                <a:gd name="T4" fmla="*/ 8 w 15"/>
                <a:gd name="T5" fmla="*/ 16 h 16"/>
                <a:gd name="T6" fmla="*/ 2 w 15"/>
                <a:gd name="T7" fmla="*/ 14 h 16"/>
                <a:gd name="T8" fmla="*/ 0 w 15"/>
                <a:gd name="T9" fmla="*/ 8 h 16"/>
                <a:gd name="T10" fmla="*/ 2 w 15"/>
                <a:gd name="T11" fmla="*/ 3 h 16"/>
                <a:gd name="T12" fmla="*/ 8 w 15"/>
                <a:gd name="T13" fmla="*/ 0 h 16"/>
                <a:gd name="T14" fmla="*/ 13 w 15"/>
                <a:gd name="T15" fmla="*/ 3 h 16"/>
                <a:gd name="T16" fmla="*/ 15 w 15"/>
                <a:gd name="T17"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6">
                  <a:moveTo>
                    <a:pt x="15" y="8"/>
                  </a:moveTo>
                  <a:cubicBezTo>
                    <a:pt x="15" y="10"/>
                    <a:pt x="14" y="12"/>
                    <a:pt x="13" y="14"/>
                  </a:cubicBezTo>
                  <a:cubicBezTo>
                    <a:pt x="11" y="15"/>
                    <a:pt x="10" y="16"/>
                    <a:pt x="8" y="16"/>
                  </a:cubicBezTo>
                  <a:cubicBezTo>
                    <a:pt x="5" y="16"/>
                    <a:pt x="4" y="15"/>
                    <a:pt x="2" y="14"/>
                  </a:cubicBezTo>
                  <a:cubicBezTo>
                    <a:pt x="1" y="12"/>
                    <a:pt x="0" y="10"/>
                    <a:pt x="0" y="8"/>
                  </a:cubicBezTo>
                  <a:cubicBezTo>
                    <a:pt x="0" y="6"/>
                    <a:pt x="1" y="4"/>
                    <a:pt x="2" y="3"/>
                  </a:cubicBezTo>
                  <a:cubicBezTo>
                    <a:pt x="4" y="1"/>
                    <a:pt x="5" y="0"/>
                    <a:pt x="8" y="0"/>
                  </a:cubicBezTo>
                  <a:cubicBezTo>
                    <a:pt x="10" y="0"/>
                    <a:pt x="11" y="1"/>
                    <a:pt x="13" y="3"/>
                  </a:cubicBezTo>
                  <a:cubicBezTo>
                    <a:pt x="14" y="4"/>
                    <a:pt x="15" y="6"/>
                    <a:pt x="15" y="8"/>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grpSp>
      <p:sp>
        <p:nvSpPr>
          <p:cNvPr id="55" name="Rectangle 54">
            <a:extLst>
              <a:ext uri="{FF2B5EF4-FFF2-40B4-BE49-F238E27FC236}">
                <a16:creationId xmlns:a16="http://schemas.microsoft.com/office/drawing/2014/main" id="{ECB19421-3B10-499C-A823-B62CB9DADE28}"/>
              </a:ext>
            </a:extLst>
          </p:cNvPr>
          <p:cNvSpPr/>
          <p:nvPr userDrawn="1"/>
        </p:nvSpPr>
        <p:spPr>
          <a:xfrm>
            <a:off x="6124673" y="3995756"/>
            <a:ext cx="4899531"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US" sz="900" dirty="0">
                <a:solidFill>
                  <a:srgbClr val="FFFFFF"/>
                </a:solidFill>
              </a:rPr>
              <a:t>Capgemini, a global leader in consulting, technology services and digital transformation. The Group is at the forefront of innovation to address the entire breadth of clients’ opportunities in the evolving world of cloud, digital and platforms. Building on its strong 50-year heritage and deep industry-specific expertise, Capgemini enables organizations to realise their business ambitions through an array of services from strategy to operations. Capgemini is driven by the conviction that the business value of technology comes from and through people. It is a multicultural company of </a:t>
            </a:r>
            <a:r>
              <a:rPr lang="en-GB" sz="900" dirty="0"/>
              <a:t>219,300</a:t>
            </a:r>
            <a:r>
              <a:rPr lang="en-US" sz="900" dirty="0">
                <a:solidFill>
                  <a:srgbClr val="FFFFFF"/>
                </a:solidFill>
              </a:rPr>
              <a:t> team members in over 40 countries. The Group reported 2019 global revenues of EUR 14.125 billion.</a:t>
            </a:r>
          </a:p>
          <a:p>
            <a:endParaRPr lang="en-US" sz="900" dirty="0">
              <a:solidFill>
                <a:srgbClr val="FFFFFF"/>
              </a:solidFill>
            </a:endParaRPr>
          </a:p>
          <a:p>
            <a:r>
              <a:rPr lang="en-US" sz="900" dirty="0">
                <a:solidFill>
                  <a:srgbClr val="FFFFFF"/>
                </a:solidFill>
              </a:rPr>
              <a:t>Visit us at </a:t>
            </a:r>
            <a:r>
              <a:rPr lang="en-US" sz="900" u="sng" dirty="0">
                <a:solidFill>
                  <a:srgbClr val="FFFFFF"/>
                </a:solidFill>
              </a:rPr>
              <a:t>www.capgemini.com</a:t>
            </a:r>
            <a:endParaRPr lang="en-US" sz="900" dirty="0">
              <a:solidFill>
                <a:srgbClr val="FFFFFF"/>
              </a:solidFill>
            </a:endParaRPr>
          </a:p>
        </p:txBody>
      </p:sp>
    </p:spTree>
    <p:extLst>
      <p:ext uri="{BB962C8B-B14F-4D97-AF65-F5344CB8AC3E}">
        <p14:creationId xmlns:p14="http://schemas.microsoft.com/office/powerpoint/2010/main" val="292786794"/>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224.xml><?xml version="1.0" encoding="utf-8"?>
<p:sldLayout xmlns:a="http://schemas.openxmlformats.org/drawingml/2006/main" xmlns:r="http://schemas.openxmlformats.org/officeDocument/2006/relationships" xmlns:p="http://schemas.openxmlformats.org/presentationml/2006/main" preserve="1" userDrawn="1">
  <p:cSld name="1_Titre seul">
    <p:spTree>
      <p:nvGrpSpPr>
        <p:cNvPr id="1" name=""/>
        <p:cNvGrpSpPr/>
        <p:nvPr/>
      </p:nvGrpSpPr>
      <p:grpSpPr>
        <a:xfrm>
          <a:off x="0" y="0"/>
          <a:ext cx="0" cy="0"/>
          <a:chOff x="0" y="0"/>
          <a:chExt cx="0" cy="0"/>
        </a:xfrm>
      </p:grpSpPr>
      <p:sp>
        <p:nvSpPr>
          <p:cNvPr id="3" name="Date Placeholder 2">
            <a:extLst>
              <a:ext uri="{FF2B5EF4-FFF2-40B4-BE49-F238E27FC236}">
                <a16:creationId xmlns:a16="http://schemas.microsoft.com/office/drawing/2014/main" id="{E5D2A46D-615C-4F05-9663-B5CE1CD0A5DC}"/>
              </a:ext>
            </a:extLst>
          </p:cNvPr>
          <p:cNvSpPr>
            <a:spLocks noGrp="1"/>
          </p:cNvSpPr>
          <p:nvPr>
            <p:ph type="dt" sz="half" idx="10"/>
          </p:nvPr>
        </p:nvSpPr>
        <p:spPr/>
        <p:txBody>
          <a:bodyPr/>
          <a:lstStyle/>
          <a:p>
            <a:pPr algn="r">
              <a:spcBef>
                <a:spcPts val="1000"/>
              </a:spcBef>
              <a:buFont typeface="Arial" panose="020B0604020202020204" pitchFamily="34" charset="0"/>
              <a:buNone/>
            </a:pPr>
            <a:r>
              <a:rPr lang="en-US" dirty="0"/>
              <a:t>© Capgemini Invent 2019. All rights reserved.</a:t>
            </a:r>
          </a:p>
        </p:txBody>
      </p:sp>
      <p:sp>
        <p:nvSpPr>
          <p:cNvPr id="4" name="Footer Placeholder 3">
            <a:extLst>
              <a:ext uri="{FF2B5EF4-FFF2-40B4-BE49-F238E27FC236}">
                <a16:creationId xmlns:a16="http://schemas.microsoft.com/office/drawing/2014/main" id="{6EAB3EE2-E466-4DE1-A234-978922CB642B}"/>
              </a:ext>
            </a:extLst>
          </p:cNvPr>
          <p:cNvSpPr>
            <a:spLocks noGrp="1"/>
          </p:cNvSpPr>
          <p:nvPr>
            <p:ph type="ftr" sz="quarter" idx="11"/>
          </p:nvPr>
        </p:nvSpPr>
        <p:spPr/>
        <p:txBody>
          <a:bodyPr/>
          <a:lstStyle/>
          <a:p>
            <a:pPr>
              <a:spcBef>
                <a:spcPts val="1000"/>
              </a:spcBef>
              <a:buFont typeface="Arial" panose="020B0604020202020204" pitchFamily="34" charset="0"/>
              <a:buNone/>
            </a:pPr>
            <a:r>
              <a:rPr lang="en-US" dirty="0"/>
              <a:t>Presentation Title | Author | Date</a:t>
            </a:r>
          </a:p>
        </p:txBody>
      </p:sp>
      <p:sp>
        <p:nvSpPr>
          <p:cNvPr id="6" name="Slide Number Placeholder 5">
            <a:extLst>
              <a:ext uri="{FF2B5EF4-FFF2-40B4-BE49-F238E27FC236}">
                <a16:creationId xmlns:a16="http://schemas.microsoft.com/office/drawing/2014/main" id="{A9BC7EB4-3EA4-4365-ADA0-2786FCECBE44}"/>
              </a:ext>
            </a:extLst>
          </p:cNvPr>
          <p:cNvSpPr>
            <a:spLocks noGrp="1"/>
          </p:cNvSpPr>
          <p:nvPr>
            <p:ph type="sldNum" sz="quarter" idx="12"/>
          </p:nvPr>
        </p:nvSpPr>
        <p:spPr/>
        <p:txBody>
          <a:bodyPr/>
          <a:lstStyle/>
          <a:p>
            <a:pPr algn="r"/>
            <a:fld id="{5D9A5160-6218-4E5A-B9E6-B93E3DAE377C}" type="slidenum">
              <a:rPr lang="en-US" smtClean="0"/>
              <a:pPr algn="r"/>
              <a:t>‹#›</a:t>
            </a:fld>
            <a:endParaRPr lang="en-US" dirty="0"/>
          </a:p>
        </p:txBody>
      </p:sp>
      <p:sp>
        <p:nvSpPr>
          <p:cNvPr id="7" name="Title 6">
            <a:extLst>
              <a:ext uri="{FF2B5EF4-FFF2-40B4-BE49-F238E27FC236}">
                <a16:creationId xmlns:a16="http://schemas.microsoft.com/office/drawing/2014/main" id="{701A3B19-2048-4412-87BB-E742FB2B3451}"/>
              </a:ext>
            </a:extLst>
          </p:cNvPr>
          <p:cNvSpPr>
            <a:spLocks noGrp="1"/>
          </p:cNvSpPr>
          <p:nvPr>
            <p:ph type="title"/>
          </p:nvPr>
        </p:nvSpPr>
        <p:spPr/>
        <p:txBody>
          <a:bodyPr/>
          <a:lstStyle>
            <a:lvl1pPr>
              <a:defRPr sz="2400"/>
            </a:lvl1pPr>
          </a:lstStyle>
          <a:p>
            <a:r>
              <a:rPr lang="en-US" dirty="0"/>
              <a:t>Click to edit Master title style</a:t>
            </a:r>
            <a:endParaRPr lang="de-DE" dirty="0"/>
          </a:p>
        </p:txBody>
      </p:sp>
    </p:spTree>
    <p:extLst>
      <p:ext uri="{BB962C8B-B14F-4D97-AF65-F5344CB8AC3E}">
        <p14:creationId xmlns:p14="http://schemas.microsoft.com/office/powerpoint/2010/main" val="2910452790"/>
      </p:ext>
    </p:extLst>
  </p:cSld>
  <p:clrMapOvr>
    <a:masterClrMapping/>
  </p:clrMapOvr>
</p:sldLayout>
</file>

<file path=ppt/slideLayouts/slideLayout225.xml><?xml version="1.0" encoding="utf-8"?>
<p:sldLayout xmlns:a="http://schemas.openxmlformats.org/drawingml/2006/main" xmlns:r="http://schemas.openxmlformats.org/officeDocument/2006/relationships" xmlns:p="http://schemas.openxmlformats.org/presentationml/2006/main" showMasterSp="0" preserve="1" userDrawn="1">
  <p:cSld name="Title Slide 2 for client Logo Light">
    <p:bg>
      <p:bgPr>
        <a:solidFill>
          <a:schemeClr val="bg2"/>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3CAD2B56-A575-4937-B8BA-CA5363C2BA77}"/>
              </a:ext>
            </a:extLst>
          </p:cNvPr>
          <p:cNvSpPr/>
          <p:nvPr userDrawn="1"/>
        </p:nvSpPr>
        <p:spPr>
          <a:xfrm>
            <a:off x="0" y="-13696"/>
            <a:ext cx="4295800" cy="6871696"/>
          </a:xfrm>
          <a:prstGeom prst="rect">
            <a:avLst/>
          </a:prstGeom>
          <a:solidFill>
            <a:schemeClr val="bg1"/>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eaLnBrk="1"/>
            <a:endParaRPr lang="en-GB" sz="1400" dirty="0">
              <a:solidFill>
                <a:schemeClr val="tx1"/>
              </a:solidFill>
            </a:endParaRPr>
          </a:p>
        </p:txBody>
      </p:sp>
      <p:pic>
        <p:nvPicPr>
          <p:cNvPr id="19" name="Picture 18">
            <a:extLst>
              <a:ext uri="{FF2B5EF4-FFF2-40B4-BE49-F238E27FC236}">
                <a16:creationId xmlns:a16="http://schemas.microsoft.com/office/drawing/2014/main" id="{6566A2C5-D4BC-40B6-B14A-8AB9210B8FBE}"/>
              </a:ext>
            </a:extLst>
          </p:cNvPr>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3934023" y="-13696"/>
            <a:ext cx="8257977" cy="6858000"/>
          </a:xfrm>
          <a:prstGeom prst="rect">
            <a:avLst/>
          </a:prstGeom>
        </p:spPr>
      </p:pic>
      <p:pic>
        <p:nvPicPr>
          <p:cNvPr id="4" name="Picture 3">
            <a:extLst>
              <a:ext uri="{FF2B5EF4-FFF2-40B4-BE49-F238E27FC236}">
                <a16:creationId xmlns:a16="http://schemas.microsoft.com/office/drawing/2014/main" id="{C832ADD1-D0B7-4454-85A7-58016CF86B85}"/>
              </a:ext>
            </a:extLst>
          </p:cNvPr>
          <p:cNvPicPr>
            <a:picLocks noChangeAspect="1"/>
          </p:cNvPicPr>
          <p:nvPr userDrawn="1"/>
        </p:nvPicPr>
        <p:blipFill>
          <a:blip r:embed="rId4">
            <a:extLst>
              <a:ext uri="{28A0092B-C50C-407E-A947-70E740481C1C}">
                <a14:useLocalDpi xmlns:a14="http://schemas.microsoft.com/office/drawing/2010/main" val="0"/>
              </a:ext>
            </a:extLst>
          </a:blip>
          <a:stretch>
            <a:fillRect/>
          </a:stretch>
        </p:blipFill>
        <p:spPr>
          <a:xfrm>
            <a:off x="0" y="985689"/>
            <a:ext cx="12192000" cy="5872311"/>
          </a:xfrm>
          <a:prstGeom prst="rect">
            <a:avLst/>
          </a:prstGeom>
        </p:spPr>
      </p:pic>
      <p:graphicFrame>
        <p:nvGraphicFramePr>
          <p:cNvPr id="5" name="Object 4" hidden="1">
            <a:extLst>
              <a:ext uri="{FF2B5EF4-FFF2-40B4-BE49-F238E27FC236}">
                <a16:creationId xmlns:a16="http://schemas.microsoft.com/office/drawing/2014/main" id="{B3853712-BC23-4183-B4EC-72E5F76F56A8}"/>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270" imgH="270" progId="TCLayout.ActiveDocument.1">
                  <p:embed/>
                </p:oleObj>
              </mc:Choice>
              <mc:Fallback>
                <p:oleObj name="think-cell Slide" r:id="rId5" imgW="270" imgH="270" progId="TCLayout.ActiveDocument.1">
                  <p:embed/>
                  <p:pic>
                    <p:nvPicPr>
                      <p:cNvPr id="5" name="Object 4" hidden="1">
                        <a:extLst>
                          <a:ext uri="{FF2B5EF4-FFF2-40B4-BE49-F238E27FC236}">
                            <a16:creationId xmlns:a16="http://schemas.microsoft.com/office/drawing/2014/main" id="{B3853712-BC23-4183-B4EC-72E5F76F56A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22" name="Subtitle 2"/>
          <p:cNvSpPr>
            <a:spLocks noGrp="1"/>
          </p:cNvSpPr>
          <p:nvPr>
            <p:ph type="subTitle" idx="1" hasCustomPrompt="1"/>
          </p:nvPr>
        </p:nvSpPr>
        <p:spPr>
          <a:xfrm>
            <a:off x="958084" y="5435302"/>
            <a:ext cx="6234859" cy="1126046"/>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ormAutofit/>
          </a:bodyPr>
          <a:lstStyle>
            <a:lvl1pPr>
              <a:lnSpc>
                <a:spcPct val="100000"/>
              </a:lnSpc>
              <a:spcBef>
                <a:spcPts val="0"/>
              </a:spcBef>
              <a:defRPr lang="en-US" sz="2000" spc="0" baseline="0" dirty="0">
                <a:solidFill>
                  <a:schemeClr val="bg1"/>
                </a:solidFill>
              </a:defRPr>
            </a:lvl1pPr>
          </a:lstStyle>
          <a:p>
            <a:pPr marR="0" lvl="0" fontAlgn="auto">
              <a:spcAft>
                <a:spcPts val="0"/>
              </a:spcAft>
              <a:buClrTx/>
              <a:buSzTx/>
              <a:tabLst/>
            </a:pPr>
            <a:r>
              <a:rPr lang="en-GB"/>
              <a:t>Click to insert presenter, location, and date</a:t>
            </a:r>
            <a:endParaRPr lang="en-GB" dirty="0"/>
          </a:p>
        </p:txBody>
      </p:sp>
      <p:sp>
        <p:nvSpPr>
          <p:cNvPr id="7" name="Text Placeholder 4">
            <a:extLst>
              <a:ext uri="{FF2B5EF4-FFF2-40B4-BE49-F238E27FC236}">
                <a16:creationId xmlns:a16="http://schemas.microsoft.com/office/drawing/2014/main" id="{1F3E939C-08F0-4EF6-9BF9-099A86FAC769}"/>
              </a:ext>
            </a:extLst>
          </p:cNvPr>
          <p:cNvSpPr>
            <a:spLocks noGrp="1"/>
          </p:cNvSpPr>
          <p:nvPr>
            <p:ph type="body" sz="quarter" idx="11" hasCustomPrompt="1"/>
          </p:nvPr>
        </p:nvSpPr>
        <p:spPr>
          <a:xfrm>
            <a:off x="958084" y="3979863"/>
            <a:ext cx="6234859" cy="1295400"/>
          </a:xfrm>
          <a:prstGeom prst="rect">
            <a:avLst/>
          </a:prstGeom>
        </p:spPr>
        <p:txBody>
          <a:bodyPr lIns="0" rIns="0" anchor="b" anchorCtr="0"/>
          <a:lstStyle>
            <a:lvl1pPr>
              <a:lnSpc>
                <a:spcPct val="100000"/>
              </a:lnSpc>
              <a:spcBef>
                <a:spcPts val="0"/>
              </a:spcBef>
              <a:defRPr sz="3000" cap="all" spc="800" baseline="0">
                <a:solidFill>
                  <a:schemeClr val="bg1"/>
                </a:solidFill>
              </a:defRPr>
            </a:lvl1pPr>
          </a:lstStyle>
          <a:p>
            <a:pPr lvl="0"/>
            <a:r>
              <a:rPr lang="en-GB"/>
              <a:t>CLICK TO INSERT TITLE</a:t>
            </a:r>
            <a:endParaRPr lang="en-GB" dirty="0"/>
          </a:p>
        </p:txBody>
      </p:sp>
      <p:grpSp>
        <p:nvGrpSpPr>
          <p:cNvPr id="24" name="Graphic 4">
            <a:extLst>
              <a:ext uri="{FF2B5EF4-FFF2-40B4-BE49-F238E27FC236}">
                <a16:creationId xmlns:a16="http://schemas.microsoft.com/office/drawing/2014/main" id="{2866234A-554F-4BBB-A5CF-58DAAC7A7927}"/>
              </a:ext>
            </a:extLst>
          </p:cNvPr>
          <p:cNvGrpSpPr/>
          <p:nvPr userDrawn="1"/>
        </p:nvGrpSpPr>
        <p:grpSpPr>
          <a:xfrm>
            <a:off x="958084" y="486661"/>
            <a:ext cx="4446326" cy="682687"/>
            <a:chOff x="3176111" y="1257136"/>
            <a:chExt cx="5719756" cy="878207"/>
          </a:xfrm>
        </p:grpSpPr>
        <p:sp>
          <p:nvSpPr>
            <p:cNvPr id="25" name="Freeform: Shape 24">
              <a:extLst>
                <a:ext uri="{FF2B5EF4-FFF2-40B4-BE49-F238E27FC236}">
                  <a16:creationId xmlns:a16="http://schemas.microsoft.com/office/drawing/2014/main" id="{48A48368-23F7-435B-9C36-2DB5837D88E6}"/>
                </a:ext>
              </a:extLst>
            </p:cNvPr>
            <p:cNvSpPr/>
            <p:nvPr/>
          </p:nvSpPr>
          <p:spPr>
            <a:xfrm>
              <a:off x="8667268" y="1360960"/>
              <a:ext cx="228599" cy="485775"/>
            </a:xfrm>
            <a:custGeom>
              <a:avLst/>
              <a:gdLst>
                <a:gd name="connsiteX0" fmla="*/ 43339 w 228600"/>
                <a:gd name="connsiteY0" fmla="*/ 14764 h 485775"/>
                <a:gd name="connsiteX1" fmla="*/ 90011 w 228600"/>
                <a:gd name="connsiteY1" fmla="*/ 7144 h 485775"/>
                <a:gd name="connsiteX2" fmla="*/ 90011 w 228600"/>
                <a:gd name="connsiteY2" fmla="*/ 118586 h 485775"/>
                <a:gd name="connsiteX3" fmla="*/ 217646 w 228600"/>
                <a:gd name="connsiteY3" fmla="*/ 118586 h 485775"/>
                <a:gd name="connsiteX4" fmla="*/ 217646 w 228600"/>
                <a:gd name="connsiteY4" fmla="*/ 148114 h 485775"/>
                <a:gd name="connsiteX5" fmla="*/ 180499 w 228600"/>
                <a:gd name="connsiteY5" fmla="*/ 185261 h 485775"/>
                <a:gd name="connsiteX6" fmla="*/ 90011 w 228600"/>
                <a:gd name="connsiteY6" fmla="*/ 185261 h 485775"/>
                <a:gd name="connsiteX7" fmla="*/ 90011 w 228600"/>
                <a:gd name="connsiteY7" fmla="*/ 330994 h 485775"/>
                <a:gd name="connsiteX8" fmla="*/ 103346 w 228600"/>
                <a:gd name="connsiteY8" fmla="*/ 392906 h 485775"/>
                <a:gd name="connsiteX9" fmla="*/ 150019 w 228600"/>
                <a:gd name="connsiteY9" fmla="*/ 411004 h 485775"/>
                <a:gd name="connsiteX10" fmla="*/ 190024 w 228600"/>
                <a:gd name="connsiteY10" fmla="*/ 406241 h 485775"/>
                <a:gd name="connsiteX11" fmla="*/ 217646 w 228600"/>
                <a:gd name="connsiteY11" fmla="*/ 397669 h 485775"/>
                <a:gd name="connsiteX12" fmla="*/ 226219 w 228600"/>
                <a:gd name="connsiteY12" fmla="*/ 438626 h 485775"/>
                <a:gd name="connsiteX13" fmla="*/ 205264 w 228600"/>
                <a:gd name="connsiteY13" fmla="*/ 472916 h 485775"/>
                <a:gd name="connsiteX14" fmla="*/ 193834 w 228600"/>
                <a:gd name="connsiteY14" fmla="*/ 475774 h 485775"/>
                <a:gd name="connsiteX15" fmla="*/ 138589 w 228600"/>
                <a:gd name="connsiteY15" fmla="*/ 482441 h 485775"/>
                <a:gd name="connsiteX16" fmla="*/ 74771 w 228600"/>
                <a:gd name="connsiteY16" fmla="*/ 471964 h 485775"/>
                <a:gd name="connsiteX17" fmla="*/ 33814 w 228600"/>
                <a:gd name="connsiteY17" fmla="*/ 442436 h 485775"/>
                <a:gd name="connsiteX18" fmla="*/ 12859 w 228600"/>
                <a:gd name="connsiteY18" fmla="*/ 394811 h 485775"/>
                <a:gd name="connsiteX19" fmla="*/ 7144 w 228600"/>
                <a:gd name="connsiteY19" fmla="*/ 330994 h 485775"/>
                <a:gd name="connsiteX20" fmla="*/ 7144 w 228600"/>
                <a:gd name="connsiteY20" fmla="*/ 56674 h 485775"/>
                <a:gd name="connsiteX21" fmla="*/ 43339 w 228600"/>
                <a:gd name="connsiteY21" fmla="*/ 14764 h 485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228600" h="485775">
                  <a:moveTo>
                    <a:pt x="43339" y="14764"/>
                  </a:moveTo>
                  <a:lnTo>
                    <a:pt x="90011" y="7144"/>
                  </a:lnTo>
                  <a:lnTo>
                    <a:pt x="90011" y="118586"/>
                  </a:lnTo>
                  <a:lnTo>
                    <a:pt x="217646" y="118586"/>
                  </a:lnTo>
                  <a:lnTo>
                    <a:pt x="217646" y="148114"/>
                  </a:lnTo>
                  <a:cubicBezTo>
                    <a:pt x="217646" y="168116"/>
                    <a:pt x="201453" y="185261"/>
                    <a:pt x="180499" y="185261"/>
                  </a:cubicBezTo>
                  <a:lnTo>
                    <a:pt x="90011" y="185261"/>
                  </a:lnTo>
                  <a:lnTo>
                    <a:pt x="90011" y="330994"/>
                  </a:lnTo>
                  <a:cubicBezTo>
                    <a:pt x="90011" y="359569"/>
                    <a:pt x="94774" y="380524"/>
                    <a:pt x="103346" y="392906"/>
                  </a:cubicBezTo>
                  <a:cubicBezTo>
                    <a:pt x="112871" y="405289"/>
                    <a:pt x="128111" y="411004"/>
                    <a:pt x="150019" y="411004"/>
                  </a:cubicBezTo>
                  <a:cubicBezTo>
                    <a:pt x="165259" y="411004"/>
                    <a:pt x="178594" y="409099"/>
                    <a:pt x="190024" y="406241"/>
                  </a:cubicBezTo>
                  <a:cubicBezTo>
                    <a:pt x="201453" y="403384"/>
                    <a:pt x="210978" y="400526"/>
                    <a:pt x="217646" y="397669"/>
                  </a:cubicBezTo>
                  <a:lnTo>
                    <a:pt x="226219" y="438626"/>
                  </a:lnTo>
                  <a:cubicBezTo>
                    <a:pt x="229076" y="453866"/>
                    <a:pt x="220503" y="469106"/>
                    <a:pt x="205264" y="472916"/>
                  </a:cubicBezTo>
                  <a:lnTo>
                    <a:pt x="193834" y="475774"/>
                  </a:lnTo>
                  <a:cubicBezTo>
                    <a:pt x="178594" y="480536"/>
                    <a:pt x="159544" y="482441"/>
                    <a:pt x="138589" y="482441"/>
                  </a:cubicBezTo>
                  <a:cubicBezTo>
                    <a:pt x="112871" y="482441"/>
                    <a:pt x="91916" y="478631"/>
                    <a:pt x="74771" y="471964"/>
                  </a:cubicBezTo>
                  <a:cubicBezTo>
                    <a:pt x="57626" y="465296"/>
                    <a:pt x="44291" y="454819"/>
                    <a:pt x="33814" y="442436"/>
                  </a:cubicBezTo>
                  <a:cubicBezTo>
                    <a:pt x="23336" y="429101"/>
                    <a:pt x="16669" y="413861"/>
                    <a:pt x="12859" y="394811"/>
                  </a:cubicBezTo>
                  <a:cubicBezTo>
                    <a:pt x="9049" y="376714"/>
                    <a:pt x="7144" y="354806"/>
                    <a:pt x="7144" y="330994"/>
                  </a:cubicBezTo>
                  <a:lnTo>
                    <a:pt x="7144" y="56674"/>
                  </a:lnTo>
                  <a:cubicBezTo>
                    <a:pt x="7144" y="36671"/>
                    <a:pt x="22384" y="18574"/>
                    <a:pt x="43339" y="14764"/>
                  </a:cubicBezTo>
                  <a:close/>
                </a:path>
              </a:pathLst>
            </a:custGeom>
            <a:solidFill>
              <a:srgbClr val="0072AF"/>
            </a:solidFill>
            <a:ln w="9525" cap="flat">
              <a:noFill/>
              <a:prstDash val="solid"/>
              <a:miter/>
            </a:ln>
          </p:spPr>
          <p:txBody>
            <a:bodyPr rtlCol="0" anchor="ctr"/>
            <a:lstStyle/>
            <a:p>
              <a:pPr eaLnBrk="1"/>
              <a:endParaRPr lang="en-GB" dirty="0"/>
            </a:p>
          </p:txBody>
        </p:sp>
        <p:sp>
          <p:nvSpPr>
            <p:cNvPr id="26" name="Freeform: Shape 25">
              <a:extLst>
                <a:ext uri="{FF2B5EF4-FFF2-40B4-BE49-F238E27FC236}">
                  <a16:creationId xmlns:a16="http://schemas.microsoft.com/office/drawing/2014/main" id="{EF823941-B648-418E-B46F-23726D3EC4CE}"/>
                </a:ext>
              </a:extLst>
            </p:cNvPr>
            <p:cNvSpPr/>
            <p:nvPr/>
          </p:nvSpPr>
          <p:spPr>
            <a:xfrm>
              <a:off x="7972896" y="1460972"/>
              <a:ext cx="333375" cy="381000"/>
            </a:xfrm>
            <a:custGeom>
              <a:avLst/>
              <a:gdLst>
                <a:gd name="connsiteX0" fmla="*/ 7144 w 333375"/>
                <a:gd name="connsiteY0" fmla="*/ 196691 h 381000"/>
                <a:gd name="connsiteX1" fmla="*/ 21431 w 333375"/>
                <a:gd name="connsiteY1" fmla="*/ 113824 h 381000"/>
                <a:gd name="connsiteX2" fmla="*/ 58579 w 333375"/>
                <a:gd name="connsiteY2" fmla="*/ 54769 h 381000"/>
                <a:gd name="connsiteX3" fmla="*/ 111919 w 333375"/>
                <a:gd name="connsiteY3" fmla="*/ 19526 h 381000"/>
                <a:gd name="connsiteX4" fmla="*/ 173831 w 333375"/>
                <a:gd name="connsiteY4" fmla="*/ 7144 h 381000"/>
                <a:gd name="connsiteX5" fmla="*/ 289084 w 333375"/>
                <a:gd name="connsiteY5" fmla="*/ 52864 h 381000"/>
                <a:gd name="connsiteX6" fmla="*/ 330041 w 333375"/>
                <a:gd name="connsiteY6" fmla="*/ 189071 h 381000"/>
                <a:gd name="connsiteX7" fmla="*/ 330041 w 333375"/>
                <a:gd name="connsiteY7" fmla="*/ 204311 h 381000"/>
                <a:gd name="connsiteX8" fmla="*/ 329089 w 333375"/>
                <a:gd name="connsiteY8" fmla="*/ 219551 h 381000"/>
                <a:gd name="connsiteX9" fmla="*/ 93822 w 333375"/>
                <a:gd name="connsiteY9" fmla="*/ 219551 h 381000"/>
                <a:gd name="connsiteX10" fmla="*/ 124301 w 333375"/>
                <a:gd name="connsiteY10" fmla="*/ 286226 h 381000"/>
                <a:gd name="connsiteX11" fmla="*/ 202406 w 333375"/>
                <a:gd name="connsiteY11" fmla="*/ 310039 h 381000"/>
                <a:gd name="connsiteX12" fmla="*/ 257651 w 333375"/>
                <a:gd name="connsiteY12" fmla="*/ 304324 h 381000"/>
                <a:gd name="connsiteX13" fmla="*/ 269081 w 333375"/>
                <a:gd name="connsiteY13" fmla="*/ 301466 h 381000"/>
                <a:gd name="connsiteX14" fmla="*/ 301466 w 333375"/>
                <a:gd name="connsiteY14" fmla="*/ 323374 h 381000"/>
                <a:gd name="connsiteX15" fmla="*/ 307181 w 333375"/>
                <a:gd name="connsiteY15" fmla="*/ 360521 h 381000"/>
                <a:gd name="connsiteX16" fmla="*/ 288131 w 333375"/>
                <a:gd name="connsiteY16" fmla="*/ 368141 h 381000"/>
                <a:gd name="connsiteX17" fmla="*/ 260509 w 333375"/>
                <a:gd name="connsiteY17" fmla="*/ 374809 h 381000"/>
                <a:gd name="connsiteX18" fmla="*/ 227172 w 333375"/>
                <a:gd name="connsiteY18" fmla="*/ 379571 h 381000"/>
                <a:gd name="connsiteX19" fmla="*/ 190976 w 333375"/>
                <a:gd name="connsiteY19" fmla="*/ 381476 h 381000"/>
                <a:gd name="connsiteX20" fmla="*/ 109061 w 333375"/>
                <a:gd name="connsiteY20" fmla="*/ 367189 h 381000"/>
                <a:gd name="connsiteX21" fmla="*/ 51911 w 333375"/>
                <a:gd name="connsiteY21" fmla="*/ 328136 h 381000"/>
                <a:gd name="connsiteX22" fmla="*/ 18574 w 333375"/>
                <a:gd name="connsiteY22" fmla="*/ 269081 h 381000"/>
                <a:gd name="connsiteX23" fmla="*/ 7144 w 333375"/>
                <a:gd name="connsiteY23" fmla="*/ 196691 h 381000"/>
                <a:gd name="connsiteX24" fmla="*/ 246222 w 333375"/>
                <a:gd name="connsiteY24" fmla="*/ 159544 h 381000"/>
                <a:gd name="connsiteX25" fmla="*/ 241459 w 333375"/>
                <a:gd name="connsiteY25" fmla="*/ 127159 h 381000"/>
                <a:gd name="connsiteX26" fmla="*/ 227172 w 333375"/>
                <a:gd name="connsiteY26" fmla="*/ 100489 h 381000"/>
                <a:gd name="connsiteX27" fmla="*/ 204311 w 333375"/>
                <a:gd name="connsiteY27" fmla="*/ 82391 h 381000"/>
                <a:gd name="connsiteX28" fmla="*/ 172879 w 333375"/>
                <a:gd name="connsiteY28" fmla="*/ 75724 h 381000"/>
                <a:gd name="connsiteX29" fmla="*/ 139541 w 333375"/>
                <a:gd name="connsiteY29" fmla="*/ 83344 h 381000"/>
                <a:gd name="connsiteX30" fmla="*/ 115729 w 333375"/>
                <a:gd name="connsiteY30" fmla="*/ 102394 h 381000"/>
                <a:gd name="connsiteX31" fmla="*/ 100489 w 333375"/>
                <a:gd name="connsiteY31" fmla="*/ 129064 h 381000"/>
                <a:gd name="connsiteX32" fmla="*/ 92869 w 333375"/>
                <a:gd name="connsiteY32" fmla="*/ 159544 h 381000"/>
                <a:gd name="connsiteX33" fmla="*/ 246222 w 333375"/>
                <a:gd name="connsiteY33" fmla="*/ 159544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33375" h="381000">
                  <a:moveTo>
                    <a:pt x="7144" y="196691"/>
                  </a:moveTo>
                  <a:cubicBezTo>
                    <a:pt x="7144" y="165259"/>
                    <a:pt x="11906" y="137636"/>
                    <a:pt x="21431" y="113824"/>
                  </a:cubicBezTo>
                  <a:cubicBezTo>
                    <a:pt x="30956" y="90011"/>
                    <a:pt x="43339" y="70009"/>
                    <a:pt x="58579" y="54769"/>
                  </a:cubicBezTo>
                  <a:cubicBezTo>
                    <a:pt x="73819" y="38576"/>
                    <a:pt x="91916" y="27146"/>
                    <a:pt x="111919" y="19526"/>
                  </a:cubicBezTo>
                  <a:cubicBezTo>
                    <a:pt x="131922" y="11906"/>
                    <a:pt x="152876" y="7144"/>
                    <a:pt x="173831" y="7144"/>
                  </a:cubicBezTo>
                  <a:cubicBezTo>
                    <a:pt x="223361" y="7144"/>
                    <a:pt x="261461" y="22384"/>
                    <a:pt x="289084" y="52864"/>
                  </a:cubicBezTo>
                  <a:cubicBezTo>
                    <a:pt x="316706" y="83344"/>
                    <a:pt x="330041" y="129064"/>
                    <a:pt x="330041" y="189071"/>
                  </a:cubicBezTo>
                  <a:cubicBezTo>
                    <a:pt x="330041" y="193834"/>
                    <a:pt x="330041" y="198596"/>
                    <a:pt x="330041" y="204311"/>
                  </a:cubicBezTo>
                  <a:cubicBezTo>
                    <a:pt x="330041" y="210026"/>
                    <a:pt x="329089" y="214789"/>
                    <a:pt x="329089" y="219551"/>
                  </a:cubicBezTo>
                  <a:lnTo>
                    <a:pt x="93822" y="219551"/>
                  </a:lnTo>
                  <a:cubicBezTo>
                    <a:pt x="95726" y="248126"/>
                    <a:pt x="106204" y="270034"/>
                    <a:pt x="124301" y="286226"/>
                  </a:cubicBezTo>
                  <a:cubicBezTo>
                    <a:pt x="142399" y="301466"/>
                    <a:pt x="168116" y="310039"/>
                    <a:pt x="202406" y="310039"/>
                  </a:cubicBezTo>
                  <a:cubicBezTo>
                    <a:pt x="222409" y="310039"/>
                    <a:pt x="240506" y="308134"/>
                    <a:pt x="257651" y="304324"/>
                  </a:cubicBezTo>
                  <a:cubicBezTo>
                    <a:pt x="261461" y="303371"/>
                    <a:pt x="266224" y="302419"/>
                    <a:pt x="269081" y="301466"/>
                  </a:cubicBezTo>
                  <a:cubicBezTo>
                    <a:pt x="284322" y="297656"/>
                    <a:pt x="298609" y="308134"/>
                    <a:pt x="301466" y="323374"/>
                  </a:cubicBezTo>
                  <a:lnTo>
                    <a:pt x="307181" y="360521"/>
                  </a:lnTo>
                  <a:cubicBezTo>
                    <a:pt x="302419" y="362426"/>
                    <a:pt x="296704" y="365284"/>
                    <a:pt x="288131" y="368141"/>
                  </a:cubicBezTo>
                  <a:cubicBezTo>
                    <a:pt x="280511" y="370999"/>
                    <a:pt x="270986" y="372904"/>
                    <a:pt x="260509" y="374809"/>
                  </a:cubicBezTo>
                  <a:cubicBezTo>
                    <a:pt x="250031" y="376714"/>
                    <a:pt x="239554" y="378619"/>
                    <a:pt x="227172" y="379571"/>
                  </a:cubicBezTo>
                  <a:cubicBezTo>
                    <a:pt x="214789" y="380524"/>
                    <a:pt x="203359" y="381476"/>
                    <a:pt x="190976" y="381476"/>
                  </a:cubicBezTo>
                  <a:cubicBezTo>
                    <a:pt x="159544" y="381476"/>
                    <a:pt x="131922" y="376714"/>
                    <a:pt x="109061" y="367189"/>
                  </a:cubicBezTo>
                  <a:cubicBezTo>
                    <a:pt x="86201" y="357664"/>
                    <a:pt x="67151" y="345281"/>
                    <a:pt x="51911" y="328136"/>
                  </a:cubicBezTo>
                  <a:cubicBezTo>
                    <a:pt x="36672" y="311944"/>
                    <a:pt x="26194" y="291941"/>
                    <a:pt x="18574" y="269081"/>
                  </a:cubicBezTo>
                  <a:cubicBezTo>
                    <a:pt x="10954" y="248126"/>
                    <a:pt x="7144" y="223361"/>
                    <a:pt x="7144" y="196691"/>
                  </a:cubicBezTo>
                  <a:close/>
                  <a:moveTo>
                    <a:pt x="246222" y="159544"/>
                  </a:moveTo>
                  <a:cubicBezTo>
                    <a:pt x="246222" y="148114"/>
                    <a:pt x="244316" y="137636"/>
                    <a:pt x="241459" y="127159"/>
                  </a:cubicBezTo>
                  <a:cubicBezTo>
                    <a:pt x="238601" y="116681"/>
                    <a:pt x="233839" y="108109"/>
                    <a:pt x="227172" y="100489"/>
                  </a:cubicBezTo>
                  <a:cubicBezTo>
                    <a:pt x="221456" y="92869"/>
                    <a:pt x="213836" y="87154"/>
                    <a:pt x="204311" y="82391"/>
                  </a:cubicBezTo>
                  <a:cubicBezTo>
                    <a:pt x="195739" y="77629"/>
                    <a:pt x="185261" y="75724"/>
                    <a:pt x="172879" y="75724"/>
                  </a:cubicBezTo>
                  <a:cubicBezTo>
                    <a:pt x="160497" y="75724"/>
                    <a:pt x="149066" y="78581"/>
                    <a:pt x="139541" y="83344"/>
                  </a:cubicBezTo>
                  <a:cubicBezTo>
                    <a:pt x="130016" y="88106"/>
                    <a:pt x="121444" y="94774"/>
                    <a:pt x="115729" y="102394"/>
                  </a:cubicBezTo>
                  <a:cubicBezTo>
                    <a:pt x="110014" y="110014"/>
                    <a:pt x="104299" y="118586"/>
                    <a:pt x="100489" y="129064"/>
                  </a:cubicBezTo>
                  <a:cubicBezTo>
                    <a:pt x="96679" y="139541"/>
                    <a:pt x="94774" y="149066"/>
                    <a:pt x="92869" y="159544"/>
                  </a:cubicBezTo>
                  <a:lnTo>
                    <a:pt x="246222" y="159544"/>
                  </a:lnTo>
                  <a:close/>
                </a:path>
              </a:pathLst>
            </a:custGeom>
            <a:solidFill>
              <a:srgbClr val="0072AF"/>
            </a:solidFill>
            <a:ln w="9525" cap="flat">
              <a:noFill/>
              <a:prstDash val="solid"/>
              <a:miter/>
            </a:ln>
          </p:spPr>
          <p:txBody>
            <a:bodyPr rtlCol="0" anchor="ctr"/>
            <a:lstStyle/>
            <a:p>
              <a:pPr eaLnBrk="1"/>
              <a:endParaRPr lang="en-GB" dirty="0"/>
            </a:p>
          </p:txBody>
        </p:sp>
        <p:sp>
          <p:nvSpPr>
            <p:cNvPr id="27" name="Freeform: Shape 26">
              <a:extLst>
                <a:ext uri="{FF2B5EF4-FFF2-40B4-BE49-F238E27FC236}">
                  <a16:creationId xmlns:a16="http://schemas.microsoft.com/office/drawing/2014/main" id="{F0DDDCC1-860C-4945-8B70-CB8FE5BAA464}"/>
                </a:ext>
              </a:extLst>
            </p:cNvPr>
            <p:cNvSpPr/>
            <p:nvPr/>
          </p:nvSpPr>
          <p:spPr>
            <a:xfrm>
              <a:off x="7182323" y="1317145"/>
              <a:ext cx="114301" cy="114301"/>
            </a:xfrm>
            <a:custGeom>
              <a:avLst/>
              <a:gdLst>
                <a:gd name="connsiteX0" fmla="*/ 109061 w 114300"/>
                <a:gd name="connsiteY0" fmla="*/ 58579 h 114300"/>
                <a:gd name="connsiteX1" fmla="*/ 93821 w 114300"/>
                <a:gd name="connsiteY1" fmla="*/ 95726 h 114300"/>
                <a:gd name="connsiteX2" fmla="*/ 58579 w 114300"/>
                <a:gd name="connsiteY2" fmla="*/ 109061 h 114300"/>
                <a:gd name="connsiteX3" fmla="*/ 22384 w 114300"/>
                <a:gd name="connsiteY3" fmla="*/ 95726 h 114300"/>
                <a:gd name="connsiteX4" fmla="*/ 7144 w 114300"/>
                <a:gd name="connsiteY4" fmla="*/ 58579 h 114300"/>
                <a:gd name="connsiteX5" fmla="*/ 22384 w 114300"/>
                <a:gd name="connsiteY5" fmla="*/ 20479 h 114300"/>
                <a:gd name="connsiteX6" fmla="*/ 58579 w 114300"/>
                <a:gd name="connsiteY6" fmla="*/ 7144 h 114300"/>
                <a:gd name="connsiteX7" fmla="*/ 93821 w 114300"/>
                <a:gd name="connsiteY7" fmla="*/ 20479 h 114300"/>
                <a:gd name="connsiteX8" fmla="*/ 109061 w 114300"/>
                <a:gd name="connsiteY8" fmla="*/ 58579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14300" h="114300">
                  <a:moveTo>
                    <a:pt x="109061" y="58579"/>
                  </a:moveTo>
                  <a:cubicBezTo>
                    <a:pt x="109061" y="73819"/>
                    <a:pt x="104299" y="86201"/>
                    <a:pt x="93821" y="95726"/>
                  </a:cubicBezTo>
                  <a:cubicBezTo>
                    <a:pt x="83344" y="105251"/>
                    <a:pt x="71914" y="109061"/>
                    <a:pt x="58579" y="109061"/>
                  </a:cubicBezTo>
                  <a:cubicBezTo>
                    <a:pt x="44291" y="109061"/>
                    <a:pt x="31909" y="104299"/>
                    <a:pt x="22384" y="95726"/>
                  </a:cubicBezTo>
                  <a:cubicBezTo>
                    <a:pt x="11906" y="86201"/>
                    <a:pt x="7144" y="73819"/>
                    <a:pt x="7144" y="58579"/>
                  </a:cubicBezTo>
                  <a:cubicBezTo>
                    <a:pt x="7144" y="42386"/>
                    <a:pt x="11906" y="30004"/>
                    <a:pt x="22384" y="20479"/>
                  </a:cubicBezTo>
                  <a:cubicBezTo>
                    <a:pt x="32861" y="10954"/>
                    <a:pt x="44291" y="7144"/>
                    <a:pt x="58579" y="7144"/>
                  </a:cubicBezTo>
                  <a:cubicBezTo>
                    <a:pt x="71914" y="7144"/>
                    <a:pt x="84296" y="11906"/>
                    <a:pt x="93821" y="20479"/>
                  </a:cubicBezTo>
                  <a:cubicBezTo>
                    <a:pt x="104299" y="30004"/>
                    <a:pt x="109061" y="43339"/>
                    <a:pt x="109061" y="58579"/>
                  </a:cubicBezTo>
                  <a:close/>
                </a:path>
              </a:pathLst>
            </a:custGeom>
            <a:solidFill>
              <a:srgbClr val="0072AF"/>
            </a:solidFill>
            <a:ln w="9525" cap="flat">
              <a:noFill/>
              <a:prstDash val="solid"/>
              <a:miter/>
            </a:ln>
          </p:spPr>
          <p:txBody>
            <a:bodyPr rtlCol="0" anchor="ctr"/>
            <a:lstStyle/>
            <a:p>
              <a:pPr eaLnBrk="1"/>
              <a:endParaRPr lang="en-GB" dirty="0"/>
            </a:p>
          </p:txBody>
        </p:sp>
        <p:sp>
          <p:nvSpPr>
            <p:cNvPr id="28" name="Freeform: Shape 27">
              <a:extLst>
                <a:ext uri="{FF2B5EF4-FFF2-40B4-BE49-F238E27FC236}">
                  <a16:creationId xmlns:a16="http://schemas.microsoft.com/office/drawing/2014/main" id="{C087AF91-C341-4CEE-9EEF-42CD356BCA8B}"/>
                </a:ext>
              </a:extLst>
            </p:cNvPr>
            <p:cNvSpPr/>
            <p:nvPr/>
          </p:nvSpPr>
          <p:spPr>
            <a:xfrm>
              <a:off x="7192800" y="1473355"/>
              <a:ext cx="95250" cy="371475"/>
            </a:xfrm>
            <a:custGeom>
              <a:avLst/>
              <a:gdLst>
                <a:gd name="connsiteX0" fmla="*/ 90011 w 95250"/>
                <a:gd name="connsiteY0" fmla="*/ 366236 h 371475"/>
                <a:gd name="connsiteX1" fmla="*/ 67151 w 95250"/>
                <a:gd name="connsiteY1" fmla="*/ 366236 h 371475"/>
                <a:gd name="connsiteX2" fmla="*/ 7144 w 95250"/>
                <a:gd name="connsiteY2" fmla="*/ 306229 h 371475"/>
                <a:gd name="connsiteX3" fmla="*/ 7144 w 95250"/>
                <a:gd name="connsiteY3" fmla="*/ 7144 h 371475"/>
                <a:gd name="connsiteX4" fmla="*/ 35719 w 95250"/>
                <a:gd name="connsiteY4" fmla="*/ 7144 h 371475"/>
                <a:gd name="connsiteX5" fmla="*/ 90011 w 95250"/>
                <a:gd name="connsiteY5" fmla="*/ 62389 h 371475"/>
                <a:gd name="connsiteX6" fmla="*/ 90011 w 95250"/>
                <a:gd name="connsiteY6" fmla="*/ 366236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5250" h="371475">
                  <a:moveTo>
                    <a:pt x="90011" y="366236"/>
                  </a:moveTo>
                  <a:lnTo>
                    <a:pt x="67151" y="366236"/>
                  </a:lnTo>
                  <a:cubicBezTo>
                    <a:pt x="33814" y="366236"/>
                    <a:pt x="7144" y="339566"/>
                    <a:pt x="7144" y="306229"/>
                  </a:cubicBezTo>
                  <a:lnTo>
                    <a:pt x="7144" y="7144"/>
                  </a:lnTo>
                  <a:lnTo>
                    <a:pt x="35719" y="7144"/>
                  </a:lnTo>
                  <a:cubicBezTo>
                    <a:pt x="66199" y="7144"/>
                    <a:pt x="90011" y="31909"/>
                    <a:pt x="90011" y="62389"/>
                  </a:cubicBezTo>
                  <a:lnTo>
                    <a:pt x="90011" y="366236"/>
                  </a:lnTo>
                  <a:close/>
                </a:path>
              </a:pathLst>
            </a:custGeom>
            <a:solidFill>
              <a:srgbClr val="0072AF"/>
            </a:solidFill>
            <a:ln w="9525" cap="flat">
              <a:noFill/>
              <a:prstDash val="solid"/>
              <a:miter/>
            </a:ln>
          </p:spPr>
          <p:txBody>
            <a:bodyPr rtlCol="0" anchor="ctr"/>
            <a:lstStyle/>
            <a:p>
              <a:pPr eaLnBrk="1"/>
              <a:endParaRPr lang="en-GB" dirty="0"/>
            </a:p>
          </p:txBody>
        </p:sp>
        <p:sp>
          <p:nvSpPr>
            <p:cNvPr id="29" name="Freeform: Shape 28">
              <a:extLst>
                <a:ext uri="{FF2B5EF4-FFF2-40B4-BE49-F238E27FC236}">
                  <a16:creationId xmlns:a16="http://schemas.microsoft.com/office/drawing/2014/main" id="{0FFAD3AB-1B8D-4DCE-8040-514FBE18CCF8}"/>
                </a:ext>
              </a:extLst>
            </p:cNvPr>
            <p:cNvSpPr/>
            <p:nvPr/>
          </p:nvSpPr>
          <p:spPr>
            <a:xfrm>
              <a:off x="7637617" y="1474308"/>
              <a:ext cx="352426" cy="371475"/>
            </a:xfrm>
            <a:custGeom>
              <a:avLst/>
              <a:gdLst>
                <a:gd name="connsiteX0" fmla="*/ 287179 w 352425"/>
                <a:gd name="connsiteY0" fmla="*/ 7144 h 371475"/>
                <a:gd name="connsiteX1" fmla="*/ 250031 w 352425"/>
                <a:gd name="connsiteY1" fmla="*/ 43339 h 371475"/>
                <a:gd name="connsiteX2" fmla="*/ 179547 w 352425"/>
                <a:gd name="connsiteY2" fmla="*/ 246221 h 371475"/>
                <a:gd name="connsiteX3" fmla="*/ 106204 w 352425"/>
                <a:gd name="connsiteY3" fmla="*/ 47149 h 371475"/>
                <a:gd name="connsiteX4" fmla="*/ 68104 w 352425"/>
                <a:gd name="connsiteY4" fmla="*/ 7144 h 371475"/>
                <a:gd name="connsiteX5" fmla="*/ 27147 w 352425"/>
                <a:gd name="connsiteY5" fmla="*/ 7144 h 371475"/>
                <a:gd name="connsiteX6" fmla="*/ 7144 w 352425"/>
                <a:gd name="connsiteY6" fmla="*/ 7144 h 371475"/>
                <a:gd name="connsiteX7" fmla="*/ 130969 w 352425"/>
                <a:gd name="connsiteY7" fmla="*/ 329089 h 371475"/>
                <a:gd name="connsiteX8" fmla="*/ 171927 w 352425"/>
                <a:gd name="connsiteY8" fmla="*/ 365284 h 371475"/>
                <a:gd name="connsiteX9" fmla="*/ 213836 w 352425"/>
                <a:gd name="connsiteY9" fmla="*/ 365284 h 371475"/>
                <a:gd name="connsiteX10" fmla="*/ 350044 w 352425"/>
                <a:gd name="connsiteY10" fmla="*/ 7144 h 371475"/>
                <a:gd name="connsiteX11" fmla="*/ 287179 w 352425"/>
                <a:gd name="connsiteY11" fmla="*/ 7144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52425" h="371475">
                  <a:moveTo>
                    <a:pt x="287179" y="7144"/>
                  </a:moveTo>
                  <a:cubicBezTo>
                    <a:pt x="265272" y="7144"/>
                    <a:pt x="259556" y="18574"/>
                    <a:pt x="250031" y="43339"/>
                  </a:cubicBezTo>
                  <a:lnTo>
                    <a:pt x="179547" y="246221"/>
                  </a:lnTo>
                  <a:lnTo>
                    <a:pt x="106204" y="47149"/>
                  </a:lnTo>
                  <a:cubicBezTo>
                    <a:pt x="97631" y="21431"/>
                    <a:pt x="90011" y="7144"/>
                    <a:pt x="68104" y="7144"/>
                  </a:cubicBezTo>
                  <a:lnTo>
                    <a:pt x="27147" y="7144"/>
                  </a:lnTo>
                  <a:lnTo>
                    <a:pt x="7144" y="7144"/>
                  </a:lnTo>
                  <a:lnTo>
                    <a:pt x="130969" y="329089"/>
                  </a:lnTo>
                  <a:cubicBezTo>
                    <a:pt x="142399" y="352901"/>
                    <a:pt x="150019" y="365284"/>
                    <a:pt x="171927" y="365284"/>
                  </a:cubicBezTo>
                  <a:lnTo>
                    <a:pt x="213836" y="365284"/>
                  </a:lnTo>
                  <a:lnTo>
                    <a:pt x="350044" y="7144"/>
                  </a:lnTo>
                  <a:lnTo>
                    <a:pt x="287179" y="7144"/>
                  </a:lnTo>
                  <a:close/>
                </a:path>
              </a:pathLst>
            </a:custGeom>
            <a:solidFill>
              <a:srgbClr val="0072AF"/>
            </a:solidFill>
            <a:ln w="9525" cap="flat">
              <a:noFill/>
              <a:prstDash val="solid"/>
              <a:miter/>
            </a:ln>
          </p:spPr>
          <p:txBody>
            <a:bodyPr rtlCol="0" anchor="ctr"/>
            <a:lstStyle/>
            <a:p>
              <a:pPr eaLnBrk="1"/>
              <a:endParaRPr lang="en-GB" dirty="0"/>
            </a:p>
          </p:txBody>
        </p:sp>
        <p:sp>
          <p:nvSpPr>
            <p:cNvPr id="30" name="Freeform: Shape 29">
              <a:extLst>
                <a:ext uri="{FF2B5EF4-FFF2-40B4-BE49-F238E27FC236}">
                  <a16:creationId xmlns:a16="http://schemas.microsoft.com/office/drawing/2014/main" id="{FB5A9034-EBBB-4FEA-9CF9-86A220F932DC}"/>
                </a:ext>
              </a:extLst>
            </p:cNvPr>
            <p:cNvSpPr/>
            <p:nvPr/>
          </p:nvSpPr>
          <p:spPr>
            <a:xfrm>
              <a:off x="7326150"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2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2" y="80486"/>
                  </a:cubicBezTo>
                  <a:cubicBezTo>
                    <a:pt x="128111" y="79534"/>
                    <a:pt x="139541" y="78581"/>
                    <a:pt x="150019" y="78581"/>
                  </a:cubicBezTo>
                  <a:cubicBezTo>
                    <a:pt x="164307"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8134" y="148114"/>
                    <a:pt x="305276" y="126206"/>
                    <a:pt x="300514" y="105251"/>
                  </a:cubicBezTo>
                  <a:close/>
                </a:path>
              </a:pathLst>
            </a:custGeom>
            <a:solidFill>
              <a:srgbClr val="0072AF"/>
            </a:solidFill>
            <a:ln w="9525" cap="flat">
              <a:noFill/>
              <a:prstDash val="solid"/>
              <a:miter/>
            </a:ln>
          </p:spPr>
          <p:txBody>
            <a:bodyPr rtlCol="0" anchor="ctr"/>
            <a:lstStyle/>
            <a:p>
              <a:pPr eaLnBrk="1"/>
              <a:endParaRPr lang="en-GB" dirty="0"/>
            </a:p>
          </p:txBody>
        </p:sp>
        <p:sp>
          <p:nvSpPr>
            <p:cNvPr id="31" name="Freeform: Shape 30">
              <a:extLst>
                <a:ext uri="{FF2B5EF4-FFF2-40B4-BE49-F238E27FC236}">
                  <a16:creationId xmlns:a16="http://schemas.microsoft.com/office/drawing/2014/main" id="{5C7C0D9E-8588-453F-A5CF-C2800171BD3E}"/>
                </a:ext>
              </a:extLst>
            </p:cNvPr>
            <p:cNvSpPr/>
            <p:nvPr/>
          </p:nvSpPr>
          <p:spPr>
            <a:xfrm>
              <a:off x="8331989" y="1464782"/>
              <a:ext cx="314325" cy="381000"/>
            </a:xfrm>
            <a:custGeom>
              <a:avLst/>
              <a:gdLst>
                <a:gd name="connsiteX0" fmla="*/ 300514 w 314325"/>
                <a:gd name="connsiteY0" fmla="*/ 105251 h 381000"/>
                <a:gd name="connsiteX1" fmla="*/ 275749 w 314325"/>
                <a:gd name="connsiteY1" fmla="*/ 52864 h 381000"/>
                <a:gd name="connsiteX2" fmla="*/ 229076 w 314325"/>
                <a:gd name="connsiteY2" fmla="*/ 19526 h 381000"/>
                <a:gd name="connsiteX3" fmla="*/ 155734 w 314325"/>
                <a:gd name="connsiteY3" fmla="*/ 7144 h 381000"/>
                <a:gd name="connsiteX4" fmla="*/ 70009 w 314325"/>
                <a:gd name="connsiteY4" fmla="*/ 13811 h 381000"/>
                <a:gd name="connsiteX5" fmla="*/ 7144 w 314325"/>
                <a:gd name="connsiteY5" fmla="*/ 27146 h 381000"/>
                <a:gd name="connsiteX6" fmla="*/ 7144 w 314325"/>
                <a:gd name="connsiteY6" fmla="*/ 329089 h 381000"/>
                <a:gd name="connsiteX7" fmla="*/ 7144 w 314325"/>
                <a:gd name="connsiteY7" fmla="*/ 329089 h 381000"/>
                <a:gd name="connsiteX8" fmla="*/ 7144 w 314325"/>
                <a:gd name="connsiteY8" fmla="*/ 338614 h 381000"/>
                <a:gd name="connsiteX9" fmla="*/ 44291 w 314325"/>
                <a:gd name="connsiteY9" fmla="*/ 375761 h 381000"/>
                <a:gd name="connsiteX10" fmla="*/ 45244 w 314325"/>
                <a:gd name="connsiteY10" fmla="*/ 375761 h 381000"/>
                <a:gd name="connsiteX11" fmla="*/ 45244 w 314325"/>
                <a:gd name="connsiteY11" fmla="*/ 375761 h 381000"/>
                <a:gd name="connsiteX12" fmla="*/ 90964 w 314325"/>
                <a:gd name="connsiteY12" fmla="*/ 375761 h 381000"/>
                <a:gd name="connsiteX13" fmla="*/ 90964 w 314325"/>
                <a:gd name="connsiteY13" fmla="*/ 84296 h 381000"/>
                <a:gd name="connsiteX14" fmla="*/ 116681 w 314325"/>
                <a:gd name="connsiteY14" fmla="*/ 80486 h 381000"/>
                <a:gd name="connsiteX15" fmla="*/ 150019 w 314325"/>
                <a:gd name="connsiteY15" fmla="*/ 78581 h 381000"/>
                <a:gd name="connsiteX16" fmla="*/ 186214 w 314325"/>
                <a:gd name="connsiteY16" fmla="*/ 84296 h 381000"/>
                <a:gd name="connsiteX17" fmla="*/ 210026 w 314325"/>
                <a:gd name="connsiteY17" fmla="*/ 102394 h 381000"/>
                <a:gd name="connsiteX18" fmla="*/ 222409 w 314325"/>
                <a:gd name="connsiteY18" fmla="*/ 135731 h 381000"/>
                <a:gd name="connsiteX19" fmla="*/ 226219 w 314325"/>
                <a:gd name="connsiteY19" fmla="*/ 185261 h 381000"/>
                <a:gd name="connsiteX20" fmla="*/ 226219 w 314325"/>
                <a:gd name="connsiteY20" fmla="*/ 328136 h 381000"/>
                <a:gd name="connsiteX21" fmla="*/ 226219 w 314325"/>
                <a:gd name="connsiteY21" fmla="*/ 328136 h 381000"/>
                <a:gd name="connsiteX22" fmla="*/ 226219 w 314325"/>
                <a:gd name="connsiteY22" fmla="*/ 337661 h 381000"/>
                <a:gd name="connsiteX23" fmla="*/ 263366 w 314325"/>
                <a:gd name="connsiteY23" fmla="*/ 374809 h 381000"/>
                <a:gd name="connsiteX24" fmla="*/ 263366 w 314325"/>
                <a:gd name="connsiteY24" fmla="*/ 374809 h 381000"/>
                <a:gd name="connsiteX25" fmla="*/ 310039 w 314325"/>
                <a:gd name="connsiteY25" fmla="*/ 374809 h 381000"/>
                <a:gd name="connsiteX26" fmla="*/ 310039 w 314325"/>
                <a:gd name="connsiteY26" fmla="*/ 172879 h 381000"/>
                <a:gd name="connsiteX27" fmla="*/ 300514 w 314325"/>
                <a:gd name="connsiteY27" fmla="*/ 105251 h 381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314325" h="381000">
                  <a:moveTo>
                    <a:pt x="300514" y="105251"/>
                  </a:moveTo>
                  <a:cubicBezTo>
                    <a:pt x="295751" y="85249"/>
                    <a:pt x="287179" y="67151"/>
                    <a:pt x="275749" y="52864"/>
                  </a:cubicBezTo>
                  <a:cubicBezTo>
                    <a:pt x="264319" y="38576"/>
                    <a:pt x="248126" y="27146"/>
                    <a:pt x="229076" y="19526"/>
                  </a:cubicBezTo>
                  <a:cubicBezTo>
                    <a:pt x="209074" y="11906"/>
                    <a:pt x="185261" y="7144"/>
                    <a:pt x="155734" y="7144"/>
                  </a:cubicBezTo>
                  <a:cubicBezTo>
                    <a:pt x="124301" y="7144"/>
                    <a:pt x="95726" y="9049"/>
                    <a:pt x="70009" y="13811"/>
                  </a:cubicBezTo>
                  <a:cubicBezTo>
                    <a:pt x="44291" y="17621"/>
                    <a:pt x="23336" y="22384"/>
                    <a:pt x="7144" y="27146"/>
                  </a:cubicBezTo>
                  <a:lnTo>
                    <a:pt x="7144" y="329089"/>
                  </a:lnTo>
                  <a:lnTo>
                    <a:pt x="7144" y="329089"/>
                  </a:lnTo>
                  <a:lnTo>
                    <a:pt x="7144" y="338614"/>
                  </a:lnTo>
                  <a:cubicBezTo>
                    <a:pt x="7144" y="358616"/>
                    <a:pt x="23336" y="375761"/>
                    <a:pt x="44291" y="375761"/>
                  </a:cubicBezTo>
                  <a:lnTo>
                    <a:pt x="45244" y="375761"/>
                  </a:lnTo>
                  <a:lnTo>
                    <a:pt x="45244" y="375761"/>
                  </a:lnTo>
                  <a:lnTo>
                    <a:pt x="90964" y="375761"/>
                  </a:lnTo>
                  <a:lnTo>
                    <a:pt x="90964" y="84296"/>
                  </a:lnTo>
                  <a:cubicBezTo>
                    <a:pt x="96679" y="83344"/>
                    <a:pt x="105251" y="82391"/>
                    <a:pt x="116681" y="80486"/>
                  </a:cubicBezTo>
                  <a:cubicBezTo>
                    <a:pt x="128111" y="79534"/>
                    <a:pt x="139541" y="78581"/>
                    <a:pt x="150019" y="78581"/>
                  </a:cubicBezTo>
                  <a:cubicBezTo>
                    <a:pt x="164306" y="78581"/>
                    <a:pt x="176689" y="80486"/>
                    <a:pt x="186214" y="84296"/>
                  </a:cubicBezTo>
                  <a:cubicBezTo>
                    <a:pt x="195739" y="88106"/>
                    <a:pt x="204311" y="94774"/>
                    <a:pt x="210026" y="102394"/>
                  </a:cubicBezTo>
                  <a:cubicBezTo>
                    <a:pt x="215741" y="110966"/>
                    <a:pt x="219551" y="121444"/>
                    <a:pt x="222409" y="135731"/>
                  </a:cubicBezTo>
                  <a:cubicBezTo>
                    <a:pt x="225266" y="149066"/>
                    <a:pt x="226219" y="165259"/>
                    <a:pt x="226219" y="185261"/>
                  </a:cubicBezTo>
                  <a:lnTo>
                    <a:pt x="226219" y="328136"/>
                  </a:lnTo>
                  <a:lnTo>
                    <a:pt x="226219" y="328136"/>
                  </a:lnTo>
                  <a:lnTo>
                    <a:pt x="226219" y="337661"/>
                  </a:lnTo>
                  <a:cubicBezTo>
                    <a:pt x="226219" y="357664"/>
                    <a:pt x="242411" y="374809"/>
                    <a:pt x="263366" y="374809"/>
                  </a:cubicBezTo>
                  <a:lnTo>
                    <a:pt x="263366" y="374809"/>
                  </a:lnTo>
                  <a:lnTo>
                    <a:pt x="310039" y="374809"/>
                  </a:lnTo>
                  <a:lnTo>
                    <a:pt x="310039" y="172879"/>
                  </a:lnTo>
                  <a:cubicBezTo>
                    <a:pt x="307181" y="148114"/>
                    <a:pt x="305276" y="126206"/>
                    <a:pt x="300514" y="105251"/>
                  </a:cubicBezTo>
                  <a:close/>
                </a:path>
              </a:pathLst>
            </a:custGeom>
            <a:solidFill>
              <a:srgbClr val="0072AF"/>
            </a:solidFill>
            <a:ln w="9525" cap="flat">
              <a:noFill/>
              <a:prstDash val="solid"/>
              <a:miter/>
            </a:ln>
          </p:spPr>
          <p:txBody>
            <a:bodyPr rtlCol="0" anchor="ctr"/>
            <a:lstStyle/>
            <a:p>
              <a:pPr eaLnBrk="1"/>
              <a:endParaRPr lang="en-GB" dirty="0"/>
            </a:p>
          </p:txBody>
        </p:sp>
        <p:sp>
          <p:nvSpPr>
            <p:cNvPr id="32" name="Freeform: Shape 31">
              <a:extLst>
                <a:ext uri="{FF2B5EF4-FFF2-40B4-BE49-F238E27FC236}">
                  <a16:creationId xmlns:a16="http://schemas.microsoft.com/office/drawing/2014/main" id="{38D15F60-3C20-437A-AC32-E3F31953F8D2}"/>
                </a:ext>
              </a:extLst>
            </p:cNvPr>
            <p:cNvSpPr/>
            <p:nvPr/>
          </p:nvSpPr>
          <p:spPr>
            <a:xfrm>
              <a:off x="6619395" y="1521933"/>
              <a:ext cx="457199" cy="371475"/>
            </a:xfrm>
            <a:custGeom>
              <a:avLst/>
              <a:gdLst>
                <a:gd name="connsiteX0" fmla="*/ 304324 w 457200"/>
                <a:gd name="connsiteY0" fmla="*/ 261461 h 371475"/>
                <a:gd name="connsiteX1" fmla="*/ 456724 w 457200"/>
                <a:gd name="connsiteY1" fmla="*/ 110014 h 371475"/>
                <a:gd name="connsiteX2" fmla="*/ 344329 w 457200"/>
                <a:gd name="connsiteY2" fmla="*/ 7144 h 371475"/>
                <a:gd name="connsiteX3" fmla="*/ 125254 w 457200"/>
                <a:gd name="connsiteY3" fmla="*/ 241459 h 371475"/>
                <a:gd name="connsiteX4" fmla="*/ 7144 w 457200"/>
                <a:gd name="connsiteY4" fmla="*/ 348139 h 371475"/>
                <a:gd name="connsiteX5" fmla="*/ 96679 w 457200"/>
                <a:gd name="connsiteY5" fmla="*/ 372904 h 371475"/>
                <a:gd name="connsiteX6" fmla="*/ 306229 w 457200"/>
                <a:gd name="connsiteY6" fmla="*/ 304324 h 371475"/>
                <a:gd name="connsiteX7" fmla="*/ 200501 w 457200"/>
                <a:gd name="connsiteY7" fmla="*/ 210026 h 371475"/>
                <a:gd name="connsiteX8" fmla="*/ 304324 w 457200"/>
                <a:gd name="connsiteY8" fmla="*/ 261461 h 371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57200" h="371475">
                  <a:moveTo>
                    <a:pt x="304324" y="261461"/>
                  </a:moveTo>
                  <a:cubicBezTo>
                    <a:pt x="390049" y="261461"/>
                    <a:pt x="455771" y="191929"/>
                    <a:pt x="456724" y="110014"/>
                  </a:cubicBezTo>
                  <a:cubicBezTo>
                    <a:pt x="451009" y="73819"/>
                    <a:pt x="438626" y="7144"/>
                    <a:pt x="344329" y="7144"/>
                  </a:cubicBezTo>
                  <a:cubicBezTo>
                    <a:pt x="242411" y="7144"/>
                    <a:pt x="208121" y="150019"/>
                    <a:pt x="125254" y="241459"/>
                  </a:cubicBezTo>
                  <a:cubicBezTo>
                    <a:pt x="118586" y="293846"/>
                    <a:pt x="69056" y="340519"/>
                    <a:pt x="7144" y="348139"/>
                  </a:cubicBezTo>
                  <a:cubicBezTo>
                    <a:pt x="22384" y="364331"/>
                    <a:pt x="55721" y="372904"/>
                    <a:pt x="96679" y="372904"/>
                  </a:cubicBezTo>
                  <a:cubicBezTo>
                    <a:pt x="170021" y="372904"/>
                    <a:pt x="259556" y="350996"/>
                    <a:pt x="306229" y="304324"/>
                  </a:cubicBezTo>
                  <a:cubicBezTo>
                    <a:pt x="244316" y="305276"/>
                    <a:pt x="204311" y="265271"/>
                    <a:pt x="200501" y="210026"/>
                  </a:cubicBezTo>
                  <a:cubicBezTo>
                    <a:pt x="230029" y="247174"/>
                    <a:pt x="264319" y="261461"/>
                    <a:pt x="304324" y="261461"/>
                  </a:cubicBezTo>
                  <a:close/>
                </a:path>
              </a:pathLst>
            </a:custGeom>
            <a:solidFill>
              <a:srgbClr val="17ABDB"/>
            </a:solidFill>
            <a:ln w="9525" cap="flat">
              <a:noFill/>
              <a:prstDash val="solid"/>
              <a:miter/>
            </a:ln>
          </p:spPr>
          <p:txBody>
            <a:bodyPr rtlCol="0" anchor="ctr"/>
            <a:lstStyle/>
            <a:p>
              <a:pPr eaLnBrk="1"/>
              <a:endParaRPr lang="en-GB" dirty="0"/>
            </a:p>
          </p:txBody>
        </p:sp>
        <p:sp>
          <p:nvSpPr>
            <p:cNvPr id="33" name="Freeform: Shape 32">
              <a:extLst>
                <a:ext uri="{FF2B5EF4-FFF2-40B4-BE49-F238E27FC236}">
                  <a16:creationId xmlns:a16="http://schemas.microsoft.com/office/drawing/2014/main" id="{09E32212-A802-47EC-A9CF-ADC9656D0885}"/>
                </a:ext>
              </a:extLst>
            </p:cNvPr>
            <p:cNvSpPr/>
            <p:nvPr/>
          </p:nvSpPr>
          <p:spPr>
            <a:xfrm>
              <a:off x="3176111" y="1268567"/>
              <a:ext cx="3171823" cy="866776"/>
            </a:xfrm>
            <a:custGeom>
              <a:avLst/>
              <a:gdLst>
                <a:gd name="connsiteX0" fmla="*/ 3092291 w 3171825"/>
                <a:gd name="connsiteY0" fmla="*/ 287179 h 866775"/>
                <a:gd name="connsiteX1" fmla="*/ 3059907 w 3171825"/>
                <a:gd name="connsiteY1" fmla="*/ 211931 h 866775"/>
                <a:gd name="connsiteX2" fmla="*/ 3027521 w 3171825"/>
                <a:gd name="connsiteY2" fmla="*/ 218599 h 866775"/>
                <a:gd name="connsiteX3" fmla="*/ 2960846 w 3171825"/>
                <a:gd name="connsiteY3" fmla="*/ 507206 h 866775"/>
                <a:gd name="connsiteX4" fmla="*/ 2816066 w 3171825"/>
                <a:gd name="connsiteY4" fmla="*/ 178594 h 866775"/>
                <a:gd name="connsiteX5" fmla="*/ 2679859 w 3171825"/>
                <a:gd name="connsiteY5" fmla="*/ 440531 h 866775"/>
                <a:gd name="connsiteX6" fmla="*/ 2670334 w 3171825"/>
                <a:gd name="connsiteY6" fmla="*/ 319564 h 866775"/>
                <a:gd name="connsiteX7" fmla="*/ 2677001 w 3171825"/>
                <a:gd name="connsiteY7" fmla="*/ 254794 h 866775"/>
                <a:gd name="connsiteX8" fmla="*/ 2611279 w 3171825"/>
                <a:gd name="connsiteY8" fmla="*/ 209074 h 866775"/>
                <a:gd name="connsiteX9" fmla="*/ 2533174 w 3171825"/>
                <a:gd name="connsiteY9" fmla="*/ 510064 h 866775"/>
                <a:gd name="connsiteX10" fmla="*/ 2470309 w 3171825"/>
                <a:gd name="connsiteY10" fmla="*/ 292894 h 866775"/>
                <a:gd name="connsiteX11" fmla="*/ 2405539 w 3171825"/>
                <a:gd name="connsiteY11" fmla="*/ 208121 h 866775"/>
                <a:gd name="connsiteX12" fmla="*/ 2325529 w 3171825"/>
                <a:gd name="connsiteY12" fmla="*/ 494824 h 866775"/>
                <a:gd name="connsiteX13" fmla="*/ 2206466 w 3171825"/>
                <a:gd name="connsiteY13" fmla="*/ 211931 h 866775"/>
                <a:gd name="connsiteX14" fmla="*/ 2087404 w 3171825"/>
                <a:gd name="connsiteY14" fmla="*/ 479584 h 866775"/>
                <a:gd name="connsiteX15" fmla="*/ 1983581 w 3171825"/>
                <a:gd name="connsiteY15" fmla="*/ 178594 h 866775"/>
                <a:gd name="connsiteX16" fmla="*/ 1877854 w 3171825"/>
                <a:gd name="connsiteY16" fmla="*/ 391954 h 866775"/>
                <a:gd name="connsiteX17" fmla="*/ 1867376 w 3171825"/>
                <a:gd name="connsiteY17" fmla="*/ 390049 h 866775"/>
                <a:gd name="connsiteX18" fmla="*/ 1866424 w 3171825"/>
                <a:gd name="connsiteY18" fmla="*/ 327184 h 866775"/>
                <a:gd name="connsiteX19" fmla="*/ 1807369 w 3171825"/>
                <a:gd name="connsiteY19" fmla="*/ 202406 h 866775"/>
                <a:gd name="connsiteX20" fmla="*/ 1654969 w 3171825"/>
                <a:gd name="connsiteY20" fmla="*/ 512921 h 866775"/>
                <a:gd name="connsiteX21" fmla="*/ 1592104 w 3171825"/>
                <a:gd name="connsiteY21" fmla="*/ 483394 h 866775"/>
                <a:gd name="connsiteX22" fmla="*/ 1719739 w 3171825"/>
                <a:gd name="connsiteY22" fmla="*/ 306229 h 866775"/>
                <a:gd name="connsiteX23" fmla="*/ 1619726 w 3171825"/>
                <a:gd name="connsiteY23" fmla="*/ 202406 h 866775"/>
                <a:gd name="connsiteX24" fmla="*/ 1483519 w 3171825"/>
                <a:gd name="connsiteY24" fmla="*/ 369094 h 866775"/>
                <a:gd name="connsiteX25" fmla="*/ 1503521 w 3171825"/>
                <a:gd name="connsiteY25" fmla="*/ 473869 h 866775"/>
                <a:gd name="connsiteX26" fmla="*/ 1418749 w 3171825"/>
                <a:gd name="connsiteY26" fmla="*/ 512921 h 866775"/>
                <a:gd name="connsiteX27" fmla="*/ 1400651 w 3171825"/>
                <a:gd name="connsiteY27" fmla="*/ 274796 h 866775"/>
                <a:gd name="connsiteX28" fmla="*/ 1336834 w 3171825"/>
                <a:gd name="connsiteY28" fmla="*/ 326231 h 866775"/>
                <a:gd name="connsiteX29" fmla="*/ 1262539 w 3171825"/>
                <a:gd name="connsiteY29" fmla="*/ 479584 h 866775"/>
                <a:gd name="connsiteX30" fmla="*/ 1223486 w 3171825"/>
                <a:gd name="connsiteY30" fmla="*/ 421481 h 866775"/>
                <a:gd name="connsiteX31" fmla="*/ 1402556 w 3171825"/>
                <a:gd name="connsiteY31" fmla="*/ 250031 h 866775"/>
                <a:gd name="connsiteX32" fmla="*/ 1343501 w 3171825"/>
                <a:gd name="connsiteY32" fmla="*/ 192881 h 866775"/>
                <a:gd name="connsiteX33" fmla="*/ 1181576 w 3171825"/>
                <a:gd name="connsiteY33" fmla="*/ 290989 h 866775"/>
                <a:gd name="connsiteX34" fmla="*/ 1086326 w 3171825"/>
                <a:gd name="connsiteY34" fmla="*/ 385286 h 866775"/>
                <a:gd name="connsiteX35" fmla="*/ 1088231 w 3171825"/>
                <a:gd name="connsiteY35" fmla="*/ 358616 h 866775"/>
                <a:gd name="connsiteX36" fmla="*/ 974884 w 3171825"/>
                <a:gd name="connsiteY36" fmla="*/ 204311 h 866775"/>
                <a:gd name="connsiteX37" fmla="*/ 883444 w 3171825"/>
                <a:gd name="connsiteY37" fmla="*/ 273844 h 866775"/>
                <a:gd name="connsiteX38" fmla="*/ 846296 w 3171825"/>
                <a:gd name="connsiteY38" fmla="*/ 213836 h 866775"/>
                <a:gd name="connsiteX39" fmla="*/ 805339 w 3171825"/>
                <a:gd name="connsiteY39" fmla="*/ 224314 h 866775"/>
                <a:gd name="connsiteX40" fmla="*/ 814864 w 3171825"/>
                <a:gd name="connsiteY40" fmla="*/ 334804 h 866775"/>
                <a:gd name="connsiteX41" fmla="*/ 742474 w 3171825"/>
                <a:gd name="connsiteY41" fmla="*/ 520541 h 866775"/>
                <a:gd name="connsiteX42" fmla="*/ 691991 w 3171825"/>
                <a:gd name="connsiteY42" fmla="*/ 309086 h 866775"/>
                <a:gd name="connsiteX43" fmla="*/ 671989 w 3171825"/>
                <a:gd name="connsiteY43" fmla="*/ 305276 h 866775"/>
                <a:gd name="connsiteX44" fmla="*/ 621506 w 3171825"/>
                <a:gd name="connsiteY44" fmla="*/ 399574 h 866775"/>
                <a:gd name="connsiteX45" fmla="*/ 539591 w 3171825"/>
                <a:gd name="connsiteY45" fmla="*/ 512921 h 866775"/>
                <a:gd name="connsiteX46" fmla="*/ 495776 w 3171825"/>
                <a:gd name="connsiteY46" fmla="*/ 443389 h 866775"/>
                <a:gd name="connsiteX47" fmla="*/ 685324 w 3171825"/>
                <a:gd name="connsiteY47" fmla="*/ 278606 h 866775"/>
                <a:gd name="connsiteX48" fmla="*/ 627221 w 3171825"/>
                <a:gd name="connsiteY48" fmla="*/ 214789 h 866775"/>
                <a:gd name="connsiteX49" fmla="*/ 437674 w 3171825"/>
                <a:gd name="connsiteY49" fmla="*/ 355759 h 866775"/>
                <a:gd name="connsiteX50" fmla="*/ 237649 w 3171825"/>
                <a:gd name="connsiteY50" fmla="*/ 529114 h 866775"/>
                <a:gd name="connsiteX51" fmla="*/ 97631 w 3171825"/>
                <a:gd name="connsiteY51" fmla="*/ 313849 h 866775"/>
                <a:gd name="connsiteX52" fmla="*/ 261461 w 3171825"/>
                <a:gd name="connsiteY52" fmla="*/ 69056 h 866775"/>
                <a:gd name="connsiteX53" fmla="*/ 329089 w 3171825"/>
                <a:gd name="connsiteY53" fmla="*/ 181451 h 866775"/>
                <a:gd name="connsiteX54" fmla="*/ 410051 w 3171825"/>
                <a:gd name="connsiteY54" fmla="*/ 121444 h 866775"/>
                <a:gd name="connsiteX55" fmla="*/ 265271 w 3171825"/>
                <a:gd name="connsiteY55" fmla="*/ 7144 h 866775"/>
                <a:gd name="connsiteX56" fmla="*/ 7144 w 3171825"/>
                <a:gd name="connsiteY56" fmla="*/ 324326 h 866775"/>
                <a:gd name="connsiteX57" fmla="*/ 220504 w 3171825"/>
                <a:gd name="connsiteY57" fmla="*/ 601504 h 866775"/>
                <a:gd name="connsiteX58" fmla="*/ 425291 w 3171825"/>
                <a:gd name="connsiteY58" fmla="*/ 472916 h 866775"/>
                <a:gd name="connsiteX59" fmla="*/ 525304 w 3171825"/>
                <a:gd name="connsiteY59" fmla="*/ 576739 h 866775"/>
                <a:gd name="connsiteX60" fmla="*/ 646271 w 3171825"/>
                <a:gd name="connsiteY60" fmla="*/ 485299 h 866775"/>
                <a:gd name="connsiteX61" fmla="*/ 734854 w 3171825"/>
                <a:gd name="connsiteY61" fmla="*/ 576739 h 866775"/>
                <a:gd name="connsiteX62" fmla="*/ 812959 w 3171825"/>
                <a:gd name="connsiteY62" fmla="*/ 532924 h 866775"/>
                <a:gd name="connsiteX63" fmla="*/ 904399 w 3171825"/>
                <a:gd name="connsiteY63" fmla="*/ 810101 h 866775"/>
                <a:gd name="connsiteX64" fmla="*/ 882491 w 3171825"/>
                <a:gd name="connsiteY64" fmla="*/ 577691 h 866775"/>
                <a:gd name="connsiteX65" fmla="*/ 969169 w 3171825"/>
                <a:gd name="connsiteY65" fmla="*/ 267176 h 866775"/>
                <a:gd name="connsiteX66" fmla="*/ 1015841 w 3171825"/>
                <a:gd name="connsiteY66" fmla="*/ 359569 h 866775"/>
                <a:gd name="connsiteX67" fmla="*/ 1007269 w 3171825"/>
                <a:gd name="connsiteY67" fmla="*/ 440531 h 866775"/>
                <a:gd name="connsiteX68" fmla="*/ 900589 w 3171825"/>
                <a:gd name="connsiteY68" fmla="*/ 545306 h 866775"/>
                <a:gd name="connsiteX69" fmla="*/ 941546 w 3171825"/>
                <a:gd name="connsiteY69" fmla="*/ 577691 h 866775"/>
                <a:gd name="connsiteX70" fmla="*/ 1072039 w 3171825"/>
                <a:gd name="connsiteY70" fmla="*/ 449104 h 866775"/>
                <a:gd name="connsiteX71" fmla="*/ 1150144 w 3171825"/>
                <a:gd name="connsiteY71" fmla="*/ 390049 h 866775"/>
                <a:gd name="connsiteX72" fmla="*/ 1149191 w 3171825"/>
                <a:gd name="connsiteY72" fmla="*/ 415766 h 866775"/>
                <a:gd name="connsiteX73" fmla="*/ 1244441 w 3171825"/>
                <a:gd name="connsiteY73" fmla="*/ 550069 h 866775"/>
                <a:gd name="connsiteX74" fmla="*/ 1349216 w 3171825"/>
                <a:gd name="connsiteY74" fmla="*/ 469106 h 866775"/>
                <a:gd name="connsiteX75" fmla="*/ 1352074 w 3171825"/>
                <a:gd name="connsiteY75" fmla="*/ 547211 h 866775"/>
                <a:gd name="connsiteX76" fmla="*/ 1155859 w 3171825"/>
                <a:gd name="connsiteY76" fmla="*/ 754856 h 866775"/>
                <a:gd name="connsiteX77" fmla="*/ 1259681 w 3171825"/>
                <a:gd name="connsiteY77" fmla="*/ 864394 h 866775"/>
                <a:gd name="connsiteX78" fmla="*/ 1419701 w 3171825"/>
                <a:gd name="connsiteY78" fmla="*/ 569119 h 866775"/>
                <a:gd name="connsiteX79" fmla="*/ 1529239 w 3171825"/>
                <a:gd name="connsiteY79" fmla="*/ 518636 h 866775"/>
                <a:gd name="connsiteX80" fmla="*/ 1640681 w 3171825"/>
                <a:gd name="connsiteY80" fmla="*/ 576739 h 866775"/>
                <a:gd name="connsiteX81" fmla="*/ 1813084 w 3171825"/>
                <a:gd name="connsiteY81" fmla="*/ 459581 h 866775"/>
                <a:gd name="connsiteX82" fmla="*/ 1868329 w 3171825"/>
                <a:gd name="connsiteY82" fmla="*/ 576739 h 866775"/>
                <a:gd name="connsiteX83" fmla="*/ 1980724 w 3171825"/>
                <a:gd name="connsiteY83" fmla="*/ 273844 h 866775"/>
                <a:gd name="connsiteX84" fmla="*/ 2074069 w 3171825"/>
                <a:gd name="connsiteY84" fmla="*/ 601504 h 866775"/>
                <a:gd name="connsiteX85" fmla="*/ 2198846 w 3171825"/>
                <a:gd name="connsiteY85" fmla="*/ 312896 h 866775"/>
                <a:gd name="connsiteX86" fmla="*/ 2307432 w 3171825"/>
                <a:gd name="connsiteY86" fmla="*/ 576739 h 866775"/>
                <a:gd name="connsiteX87" fmla="*/ 2412207 w 3171825"/>
                <a:gd name="connsiteY87" fmla="*/ 428149 h 866775"/>
                <a:gd name="connsiteX88" fmla="*/ 2521744 w 3171825"/>
                <a:gd name="connsiteY88" fmla="*/ 576739 h 866775"/>
                <a:gd name="connsiteX89" fmla="*/ 2618899 w 3171825"/>
                <a:gd name="connsiteY89" fmla="*/ 486251 h 866775"/>
                <a:gd name="connsiteX90" fmla="*/ 2670334 w 3171825"/>
                <a:gd name="connsiteY90" fmla="*/ 576739 h 866775"/>
                <a:gd name="connsiteX91" fmla="*/ 2803684 w 3171825"/>
                <a:gd name="connsiteY91" fmla="*/ 274796 h 866775"/>
                <a:gd name="connsiteX92" fmla="*/ 2947511 w 3171825"/>
                <a:gd name="connsiteY92" fmla="*/ 576739 h 866775"/>
                <a:gd name="connsiteX93" fmla="*/ 3040857 w 3171825"/>
                <a:gd name="connsiteY93" fmla="*/ 474821 h 866775"/>
                <a:gd name="connsiteX94" fmla="*/ 3121819 w 3171825"/>
                <a:gd name="connsiteY94" fmla="*/ 576739 h 866775"/>
                <a:gd name="connsiteX95" fmla="*/ 3169444 w 3171825"/>
                <a:gd name="connsiteY95" fmla="*/ 550069 h 866775"/>
                <a:gd name="connsiteX96" fmla="*/ 3092291 w 3171825"/>
                <a:gd name="connsiteY96" fmla="*/ 287179 h 866775"/>
                <a:gd name="connsiteX97" fmla="*/ 1267301 w 3171825"/>
                <a:gd name="connsiteY97" fmla="*/ 806291 h 866775"/>
                <a:gd name="connsiteX98" fmla="*/ 1226344 w 3171825"/>
                <a:gd name="connsiteY98" fmla="*/ 751999 h 866775"/>
                <a:gd name="connsiteX99" fmla="*/ 1353026 w 3171825"/>
                <a:gd name="connsiteY99" fmla="*/ 597694 h 866775"/>
                <a:gd name="connsiteX100" fmla="*/ 1267301 w 3171825"/>
                <a:gd name="connsiteY100" fmla="*/ 806291 h 866775"/>
                <a:gd name="connsiteX101" fmla="*/ 1614964 w 3171825"/>
                <a:gd name="connsiteY101" fmla="*/ 257651 h 866775"/>
                <a:gd name="connsiteX102" fmla="*/ 1653064 w 3171825"/>
                <a:gd name="connsiteY102" fmla="*/ 315754 h 866775"/>
                <a:gd name="connsiteX103" fmla="*/ 1569244 w 3171825"/>
                <a:gd name="connsiteY103" fmla="*/ 438626 h 866775"/>
                <a:gd name="connsiteX104" fmla="*/ 1614964 w 3171825"/>
                <a:gd name="connsiteY104" fmla="*/ 257651 h 866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3171825" h="866775">
                  <a:moveTo>
                    <a:pt x="3092291" y="287179"/>
                  </a:moveTo>
                  <a:cubicBezTo>
                    <a:pt x="3092291" y="241459"/>
                    <a:pt x="3089434" y="211931"/>
                    <a:pt x="3059907" y="211931"/>
                  </a:cubicBezTo>
                  <a:cubicBezTo>
                    <a:pt x="3046571" y="211931"/>
                    <a:pt x="3039904" y="214789"/>
                    <a:pt x="3027521" y="218599"/>
                  </a:cubicBezTo>
                  <a:cubicBezTo>
                    <a:pt x="3037999" y="371951"/>
                    <a:pt x="3003709" y="507206"/>
                    <a:pt x="2960846" y="507206"/>
                  </a:cubicBezTo>
                  <a:cubicBezTo>
                    <a:pt x="2905601" y="507206"/>
                    <a:pt x="2933224" y="178594"/>
                    <a:pt x="2816066" y="178594"/>
                  </a:cubicBezTo>
                  <a:cubicBezTo>
                    <a:pt x="2707482" y="178594"/>
                    <a:pt x="2692241" y="440531"/>
                    <a:pt x="2679859" y="440531"/>
                  </a:cubicBezTo>
                  <a:cubicBezTo>
                    <a:pt x="2671286" y="440531"/>
                    <a:pt x="2670334" y="371951"/>
                    <a:pt x="2670334" y="319564"/>
                  </a:cubicBezTo>
                  <a:cubicBezTo>
                    <a:pt x="2675096" y="294799"/>
                    <a:pt x="2677001" y="271939"/>
                    <a:pt x="2677001" y="254794"/>
                  </a:cubicBezTo>
                  <a:cubicBezTo>
                    <a:pt x="2677001" y="230029"/>
                    <a:pt x="2667476" y="188119"/>
                    <a:pt x="2611279" y="209074"/>
                  </a:cubicBezTo>
                  <a:cubicBezTo>
                    <a:pt x="2613184" y="396716"/>
                    <a:pt x="2576036" y="510064"/>
                    <a:pt x="2533174" y="510064"/>
                  </a:cubicBezTo>
                  <a:cubicBezTo>
                    <a:pt x="2471261" y="510064"/>
                    <a:pt x="2470309" y="340519"/>
                    <a:pt x="2470309" y="292894"/>
                  </a:cubicBezTo>
                  <a:cubicBezTo>
                    <a:pt x="2470309" y="247174"/>
                    <a:pt x="2473166" y="186214"/>
                    <a:pt x="2405539" y="208121"/>
                  </a:cubicBezTo>
                  <a:cubicBezTo>
                    <a:pt x="2395061" y="371951"/>
                    <a:pt x="2352199" y="494824"/>
                    <a:pt x="2325529" y="494824"/>
                  </a:cubicBezTo>
                  <a:cubicBezTo>
                    <a:pt x="2285524" y="494824"/>
                    <a:pt x="2293144" y="211931"/>
                    <a:pt x="2206466" y="211931"/>
                  </a:cubicBezTo>
                  <a:cubicBezTo>
                    <a:pt x="2128361" y="211931"/>
                    <a:pt x="2103596" y="479584"/>
                    <a:pt x="2087404" y="479584"/>
                  </a:cubicBezTo>
                  <a:cubicBezTo>
                    <a:pt x="2057876" y="479584"/>
                    <a:pt x="2096929" y="178594"/>
                    <a:pt x="1983581" y="178594"/>
                  </a:cubicBezTo>
                  <a:cubicBezTo>
                    <a:pt x="1924526" y="178594"/>
                    <a:pt x="1900714" y="279559"/>
                    <a:pt x="1877854" y="391954"/>
                  </a:cubicBezTo>
                  <a:cubicBezTo>
                    <a:pt x="1873091" y="413861"/>
                    <a:pt x="1868329" y="414814"/>
                    <a:pt x="1867376" y="390049"/>
                  </a:cubicBezTo>
                  <a:cubicBezTo>
                    <a:pt x="1866424" y="370046"/>
                    <a:pt x="1866424" y="347186"/>
                    <a:pt x="1866424" y="327184"/>
                  </a:cubicBezTo>
                  <a:cubicBezTo>
                    <a:pt x="1894999" y="213836"/>
                    <a:pt x="1859756" y="171926"/>
                    <a:pt x="1807369" y="202406"/>
                  </a:cubicBezTo>
                  <a:cubicBezTo>
                    <a:pt x="1824514" y="411004"/>
                    <a:pt x="1728311" y="512921"/>
                    <a:pt x="1654969" y="512921"/>
                  </a:cubicBezTo>
                  <a:cubicBezTo>
                    <a:pt x="1628299" y="512921"/>
                    <a:pt x="1607344" y="501491"/>
                    <a:pt x="1592104" y="483394"/>
                  </a:cubicBezTo>
                  <a:cubicBezTo>
                    <a:pt x="1680686" y="429101"/>
                    <a:pt x="1719739" y="367189"/>
                    <a:pt x="1719739" y="306229"/>
                  </a:cubicBezTo>
                  <a:cubicBezTo>
                    <a:pt x="1719739" y="240506"/>
                    <a:pt x="1681639" y="202406"/>
                    <a:pt x="1619726" y="202406"/>
                  </a:cubicBezTo>
                  <a:cubicBezTo>
                    <a:pt x="1532096" y="202406"/>
                    <a:pt x="1483519" y="292894"/>
                    <a:pt x="1483519" y="369094"/>
                  </a:cubicBezTo>
                  <a:cubicBezTo>
                    <a:pt x="1483519" y="410051"/>
                    <a:pt x="1491139" y="445294"/>
                    <a:pt x="1503521" y="473869"/>
                  </a:cubicBezTo>
                  <a:cubicBezTo>
                    <a:pt x="1473041" y="488156"/>
                    <a:pt x="1445419" y="500539"/>
                    <a:pt x="1418749" y="512921"/>
                  </a:cubicBezTo>
                  <a:cubicBezTo>
                    <a:pt x="1416844" y="433864"/>
                    <a:pt x="1407319" y="350996"/>
                    <a:pt x="1400651" y="274796"/>
                  </a:cubicBezTo>
                  <a:cubicBezTo>
                    <a:pt x="1353979" y="262414"/>
                    <a:pt x="1340644" y="284321"/>
                    <a:pt x="1336834" y="326231"/>
                  </a:cubicBezTo>
                  <a:cubicBezTo>
                    <a:pt x="1328261" y="420529"/>
                    <a:pt x="1293971" y="479584"/>
                    <a:pt x="1262539" y="479584"/>
                  </a:cubicBezTo>
                  <a:cubicBezTo>
                    <a:pt x="1239679" y="479584"/>
                    <a:pt x="1225391" y="451009"/>
                    <a:pt x="1223486" y="421481"/>
                  </a:cubicBezTo>
                  <a:cubicBezTo>
                    <a:pt x="1214914" y="270034"/>
                    <a:pt x="1337786" y="228124"/>
                    <a:pt x="1402556" y="250031"/>
                  </a:cubicBezTo>
                  <a:cubicBezTo>
                    <a:pt x="1415891" y="216694"/>
                    <a:pt x="1401604" y="192881"/>
                    <a:pt x="1343501" y="192881"/>
                  </a:cubicBezTo>
                  <a:cubicBezTo>
                    <a:pt x="1273016" y="192881"/>
                    <a:pt x="1220629" y="235744"/>
                    <a:pt x="1181576" y="290989"/>
                  </a:cubicBezTo>
                  <a:cubicBezTo>
                    <a:pt x="1155859" y="327184"/>
                    <a:pt x="1126331" y="353854"/>
                    <a:pt x="1086326" y="385286"/>
                  </a:cubicBezTo>
                  <a:cubicBezTo>
                    <a:pt x="1087279" y="375761"/>
                    <a:pt x="1088231" y="367189"/>
                    <a:pt x="1088231" y="358616"/>
                  </a:cubicBezTo>
                  <a:cubicBezTo>
                    <a:pt x="1088231" y="251936"/>
                    <a:pt x="1030129" y="204311"/>
                    <a:pt x="974884" y="204311"/>
                  </a:cubicBezTo>
                  <a:cubicBezTo>
                    <a:pt x="929164" y="204311"/>
                    <a:pt x="900589" y="231934"/>
                    <a:pt x="883444" y="273844"/>
                  </a:cubicBezTo>
                  <a:cubicBezTo>
                    <a:pt x="879634" y="231934"/>
                    <a:pt x="871061" y="213836"/>
                    <a:pt x="846296" y="213836"/>
                  </a:cubicBezTo>
                  <a:cubicBezTo>
                    <a:pt x="835819" y="213836"/>
                    <a:pt x="821531" y="216694"/>
                    <a:pt x="805339" y="224314"/>
                  </a:cubicBezTo>
                  <a:cubicBezTo>
                    <a:pt x="812959" y="248126"/>
                    <a:pt x="814864" y="300514"/>
                    <a:pt x="814864" y="334804"/>
                  </a:cubicBezTo>
                  <a:cubicBezTo>
                    <a:pt x="814864" y="463391"/>
                    <a:pt x="777716" y="520541"/>
                    <a:pt x="742474" y="520541"/>
                  </a:cubicBezTo>
                  <a:cubicBezTo>
                    <a:pt x="701516" y="520541"/>
                    <a:pt x="695801" y="368141"/>
                    <a:pt x="691991" y="309086"/>
                  </a:cubicBezTo>
                  <a:cubicBezTo>
                    <a:pt x="687229" y="307181"/>
                    <a:pt x="681514" y="305276"/>
                    <a:pt x="671989" y="305276"/>
                  </a:cubicBezTo>
                  <a:cubicBezTo>
                    <a:pt x="635794" y="305276"/>
                    <a:pt x="631031" y="354806"/>
                    <a:pt x="621506" y="399574"/>
                  </a:cubicBezTo>
                  <a:cubicBezTo>
                    <a:pt x="611029" y="450056"/>
                    <a:pt x="582454" y="512921"/>
                    <a:pt x="539591" y="512921"/>
                  </a:cubicBezTo>
                  <a:cubicBezTo>
                    <a:pt x="513874" y="512921"/>
                    <a:pt x="497681" y="488156"/>
                    <a:pt x="495776" y="443389"/>
                  </a:cubicBezTo>
                  <a:cubicBezTo>
                    <a:pt x="491966" y="352901"/>
                    <a:pt x="567214" y="245269"/>
                    <a:pt x="685324" y="278606"/>
                  </a:cubicBezTo>
                  <a:cubicBezTo>
                    <a:pt x="700564" y="242411"/>
                    <a:pt x="676751" y="214789"/>
                    <a:pt x="627221" y="214789"/>
                  </a:cubicBezTo>
                  <a:cubicBezTo>
                    <a:pt x="540544" y="214789"/>
                    <a:pt x="469106" y="279559"/>
                    <a:pt x="437674" y="355759"/>
                  </a:cubicBezTo>
                  <a:cubicBezTo>
                    <a:pt x="406241" y="426244"/>
                    <a:pt x="350996" y="529114"/>
                    <a:pt x="237649" y="529114"/>
                  </a:cubicBezTo>
                  <a:cubicBezTo>
                    <a:pt x="157639" y="529114"/>
                    <a:pt x="97631" y="459581"/>
                    <a:pt x="97631" y="313849"/>
                  </a:cubicBezTo>
                  <a:cubicBezTo>
                    <a:pt x="97631" y="188119"/>
                    <a:pt x="176689" y="69056"/>
                    <a:pt x="261461" y="69056"/>
                  </a:cubicBezTo>
                  <a:cubicBezTo>
                    <a:pt x="320516" y="69056"/>
                    <a:pt x="333851" y="127159"/>
                    <a:pt x="329089" y="181451"/>
                  </a:cubicBezTo>
                  <a:cubicBezTo>
                    <a:pt x="359569" y="206216"/>
                    <a:pt x="410051" y="183356"/>
                    <a:pt x="410051" y="121444"/>
                  </a:cubicBezTo>
                  <a:cubicBezTo>
                    <a:pt x="410051" y="79534"/>
                    <a:pt x="375761" y="7144"/>
                    <a:pt x="265271" y="7144"/>
                  </a:cubicBezTo>
                  <a:cubicBezTo>
                    <a:pt x="128111" y="7144"/>
                    <a:pt x="7144" y="144304"/>
                    <a:pt x="7144" y="324326"/>
                  </a:cubicBezTo>
                  <a:cubicBezTo>
                    <a:pt x="7144" y="498634"/>
                    <a:pt x="95726" y="601504"/>
                    <a:pt x="220504" y="601504"/>
                  </a:cubicBezTo>
                  <a:cubicBezTo>
                    <a:pt x="299561" y="601504"/>
                    <a:pt x="373856" y="556736"/>
                    <a:pt x="425291" y="472916"/>
                  </a:cubicBezTo>
                  <a:cubicBezTo>
                    <a:pt x="438626" y="545306"/>
                    <a:pt x="488156" y="576739"/>
                    <a:pt x="525304" y="576739"/>
                  </a:cubicBezTo>
                  <a:cubicBezTo>
                    <a:pt x="585311" y="576739"/>
                    <a:pt x="624364" y="537686"/>
                    <a:pt x="646271" y="485299"/>
                  </a:cubicBezTo>
                  <a:cubicBezTo>
                    <a:pt x="659606" y="537686"/>
                    <a:pt x="688181" y="576739"/>
                    <a:pt x="734854" y="576739"/>
                  </a:cubicBezTo>
                  <a:cubicBezTo>
                    <a:pt x="768191" y="576739"/>
                    <a:pt x="793909" y="559594"/>
                    <a:pt x="812959" y="532924"/>
                  </a:cubicBezTo>
                  <a:cubicBezTo>
                    <a:pt x="805339" y="716756"/>
                    <a:pt x="795814" y="832961"/>
                    <a:pt x="904399" y="810101"/>
                  </a:cubicBezTo>
                  <a:cubicBezTo>
                    <a:pt x="887254" y="757714"/>
                    <a:pt x="882491" y="663416"/>
                    <a:pt x="882491" y="577691"/>
                  </a:cubicBezTo>
                  <a:cubicBezTo>
                    <a:pt x="882491" y="344329"/>
                    <a:pt x="920591" y="267176"/>
                    <a:pt x="969169" y="267176"/>
                  </a:cubicBezTo>
                  <a:cubicBezTo>
                    <a:pt x="1004411" y="267176"/>
                    <a:pt x="1015841" y="311944"/>
                    <a:pt x="1015841" y="359569"/>
                  </a:cubicBezTo>
                  <a:cubicBezTo>
                    <a:pt x="1015841" y="385286"/>
                    <a:pt x="1012984" y="413861"/>
                    <a:pt x="1007269" y="440531"/>
                  </a:cubicBezTo>
                  <a:cubicBezTo>
                    <a:pt x="948214" y="477679"/>
                    <a:pt x="900589" y="507206"/>
                    <a:pt x="900589" y="545306"/>
                  </a:cubicBezTo>
                  <a:cubicBezTo>
                    <a:pt x="900589" y="574834"/>
                    <a:pt x="922496" y="577691"/>
                    <a:pt x="941546" y="577691"/>
                  </a:cubicBezTo>
                  <a:cubicBezTo>
                    <a:pt x="987266" y="577691"/>
                    <a:pt x="1041559" y="532924"/>
                    <a:pt x="1072039" y="449104"/>
                  </a:cubicBezTo>
                  <a:cubicBezTo>
                    <a:pt x="1098709" y="432911"/>
                    <a:pt x="1125379" y="414814"/>
                    <a:pt x="1150144" y="390049"/>
                  </a:cubicBezTo>
                  <a:cubicBezTo>
                    <a:pt x="1149191" y="398621"/>
                    <a:pt x="1149191" y="407194"/>
                    <a:pt x="1149191" y="415766"/>
                  </a:cubicBezTo>
                  <a:cubicBezTo>
                    <a:pt x="1149191" y="499586"/>
                    <a:pt x="1185386" y="550069"/>
                    <a:pt x="1244441" y="550069"/>
                  </a:cubicBezTo>
                  <a:cubicBezTo>
                    <a:pt x="1290161" y="550069"/>
                    <a:pt x="1324451" y="517684"/>
                    <a:pt x="1349216" y="469106"/>
                  </a:cubicBezTo>
                  <a:cubicBezTo>
                    <a:pt x="1351121" y="496729"/>
                    <a:pt x="1352074" y="523399"/>
                    <a:pt x="1352074" y="547211"/>
                  </a:cubicBezTo>
                  <a:cubicBezTo>
                    <a:pt x="1258729" y="590074"/>
                    <a:pt x="1155859" y="633889"/>
                    <a:pt x="1155859" y="754856"/>
                  </a:cubicBezTo>
                  <a:cubicBezTo>
                    <a:pt x="1155859" y="817721"/>
                    <a:pt x="1201579" y="864394"/>
                    <a:pt x="1259681" y="864394"/>
                  </a:cubicBezTo>
                  <a:cubicBezTo>
                    <a:pt x="1389221" y="864394"/>
                    <a:pt x="1418749" y="728186"/>
                    <a:pt x="1419701" y="569119"/>
                  </a:cubicBezTo>
                  <a:cubicBezTo>
                    <a:pt x="1461611" y="551021"/>
                    <a:pt x="1493044" y="536734"/>
                    <a:pt x="1529239" y="518636"/>
                  </a:cubicBezTo>
                  <a:cubicBezTo>
                    <a:pt x="1560671" y="557689"/>
                    <a:pt x="1602581" y="576739"/>
                    <a:pt x="1640681" y="576739"/>
                  </a:cubicBezTo>
                  <a:cubicBezTo>
                    <a:pt x="1714024" y="576739"/>
                    <a:pt x="1768316" y="537686"/>
                    <a:pt x="1813084" y="459581"/>
                  </a:cubicBezTo>
                  <a:cubicBezTo>
                    <a:pt x="1820704" y="519589"/>
                    <a:pt x="1835944" y="576739"/>
                    <a:pt x="1868329" y="576739"/>
                  </a:cubicBezTo>
                  <a:cubicBezTo>
                    <a:pt x="1926431" y="576739"/>
                    <a:pt x="1937861" y="273844"/>
                    <a:pt x="1980724" y="273844"/>
                  </a:cubicBezTo>
                  <a:cubicBezTo>
                    <a:pt x="2014061" y="273844"/>
                    <a:pt x="1986439" y="601504"/>
                    <a:pt x="2074069" y="601504"/>
                  </a:cubicBezTo>
                  <a:cubicBezTo>
                    <a:pt x="2148364" y="601504"/>
                    <a:pt x="2162651" y="312896"/>
                    <a:pt x="2198846" y="312896"/>
                  </a:cubicBezTo>
                  <a:cubicBezTo>
                    <a:pt x="2224564" y="312896"/>
                    <a:pt x="2226469" y="576739"/>
                    <a:pt x="2307432" y="576739"/>
                  </a:cubicBezTo>
                  <a:cubicBezTo>
                    <a:pt x="2347436" y="576739"/>
                    <a:pt x="2390299" y="529114"/>
                    <a:pt x="2412207" y="428149"/>
                  </a:cubicBezTo>
                  <a:cubicBezTo>
                    <a:pt x="2422684" y="494824"/>
                    <a:pt x="2456021" y="576739"/>
                    <a:pt x="2521744" y="576739"/>
                  </a:cubicBezTo>
                  <a:cubicBezTo>
                    <a:pt x="2559844" y="576739"/>
                    <a:pt x="2593182" y="537686"/>
                    <a:pt x="2618899" y="486251"/>
                  </a:cubicBezTo>
                  <a:cubicBezTo>
                    <a:pt x="2625566" y="539591"/>
                    <a:pt x="2640807" y="576739"/>
                    <a:pt x="2670334" y="576739"/>
                  </a:cubicBezTo>
                  <a:cubicBezTo>
                    <a:pt x="2746534" y="576739"/>
                    <a:pt x="2743676" y="274796"/>
                    <a:pt x="2803684" y="274796"/>
                  </a:cubicBezTo>
                  <a:cubicBezTo>
                    <a:pt x="2850357" y="274796"/>
                    <a:pt x="2836069" y="576739"/>
                    <a:pt x="2947511" y="576739"/>
                  </a:cubicBezTo>
                  <a:cubicBezTo>
                    <a:pt x="3000851" y="576739"/>
                    <a:pt x="3025616" y="531971"/>
                    <a:pt x="3040857" y="474821"/>
                  </a:cubicBezTo>
                  <a:cubicBezTo>
                    <a:pt x="3061811" y="558641"/>
                    <a:pt x="3094196" y="576739"/>
                    <a:pt x="3121819" y="576739"/>
                  </a:cubicBezTo>
                  <a:cubicBezTo>
                    <a:pt x="3138964" y="576739"/>
                    <a:pt x="3152299" y="571024"/>
                    <a:pt x="3169444" y="550069"/>
                  </a:cubicBezTo>
                  <a:cubicBezTo>
                    <a:pt x="3085624" y="511969"/>
                    <a:pt x="3092291" y="375761"/>
                    <a:pt x="3092291" y="287179"/>
                  </a:cubicBezTo>
                  <a:close/>
                  <a:moveTo>
                    <a:pt x="1267301" y="806291"/>
                  </a:moveTo>
                  <a:cubicBezTo>
                    <a:pt x="1240631" y="806291"/>
                    <a:pt x="1226344" y="780574"/>
                    <a:pt x="1226344" y="751999"/>
                  </a:cubicBezTo>
                  <a:cubicBezTo>
                    <a:pt x="1226344" y="674846"/>
                    <a:pt x="1283494" y="632936"/>
                    <a:pt x="1353026" y="597694"/>
                  </a:cubicBezTo>
                  <a:cubicBezTo>
                    <a:pt x="1349216" y="768191"/>
                    <a:pt x="1310164" y="806291"/>
                    <a:pt x="1267301" y="806291"/>
                  </a:cubicBezTo>
                  <a:close/>
                  <a:moveTo>
                    <a:pt x="1614964" y="257651"/>
                  </a:moveTo>
                  <a:cubicBezTo>
                    <a:pt x="1640681" y="257651"/>
                    <a:pt x="1655921" y="281464"/>
                    <a:pt x="1653064" y="315754"/>
                  </a:cubicBezTo>
                  <a:cubicBezTo>
                    <a:pt x="1650206" y="355759"/>
                    <a:pt x="1620679" y="402431"/>
                    <a:pt x="1569244" y="438626"/>
                  </a:cubicBezTo>
                  <a:cubicBezTo>
                    <a:pt x="1543526" y="362426"/>
                    <a:pt x="1563529" y="257651"/>
                    <a:pt x="1614964" y="257651"/>
                  </a:cubicBezTo>
                  <a:close/>
                </a:path>
              </a:pathLst>
            </a:custGeom>
            <a:solidFill>
              <a:srgbClr val="0072AF"/>
            </a:solidFill>
            <a:ln w="9525" cap="flat">
              <a:noFill/>
              <a:prstDash val="solid"/>
              <a:miter/>
            </a:ln>
          </p:spPr>
          <p:txBody>
            <a:bodyPr rtlCol="0" anchor="ctr"/>
            <a:lstStyle/>
            <a:p>
              <a:pPr eaLnBrk="1"/>
              <a:endParaRPr lang="en-GB" dirty="0"/>
            </a:p>
          </p:txBody>
        </p:sp>
        <p:sp>
          <p:nvSpPr>
            <p:cNvPr id="34" name="Freeform: Shape 33">
              <a:extLst>
                <a:ext uri="{FF2B5EF4-FFF2-40B4-BE49-F238E27FC236}">
                  <a16:creationId xmlns:a16="http://schemas.microsoft.com/office/drawing/2014/main" id="{420F68B9-AD51-4ED7-8602-A5B10D62DCFB}"/>
                </a:ext>
              </a:extLst>
            </p:cNvPr>
            <p:cNvSpPr/>
            <p:nvPr/>
          </p:nvSpPr>
          <p:spPr>
            <a:xfrm>
              <a:off x="5565899" y="1311398"/>
              <a:ext cx="95250" cy="104775"/>
            </a:xfrm>
            <a:custGeom>
              <a:avLst/>
              <a:gdLst>
                <a:gd name="connsiteX0" fmla="*/ 51942 w 95250"/>
                <a:gd name="connsiteY0" fmla="*/ 99569 h 104775"/>
                <a:gd name="connsiteX1" fmla="*/ 93853 w 95250"/>
                <a:gd name="connsiteY1" fmla="*/ 51944 h 104775"/>
                <a:gd name="connsiteX2" fmla="*/ 51942 w 95250"/>
                <a:gd name="connsiteY2" fmla="*/ 7176 h 104775"/>
                <a:gd name="connsiteX3" fmla="*/ 7175 w 95250"/>
                <a:gd name="connsiteY3" fmla="*/ 54801 h 104775"/>
                <a:gd name="connsiteX4" fmla="*/ 51942 w 95250"/>
                <a:gd name="connsiteY4" fmla="*/ 99569 h 104775"/>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104775">
                  <a:moveTo>
                    <a:pt x="51942" y="99569"/>
                  </a:moveTo>
                  <a:cubicBezTo>
                    <a:pt x="76707" y="98616"/>
                    <a:pt x="93853" y="77661"/>
                    <a:pt x="93853" y="51944"/>
                  </a:cubicBezTo>
                  <a:cubicBezTo>
                    <a:pt x="93853" y="26226"/>
                    <a:pt x="76707" y="6224"/>
                    <a:pt x="51942" y="7176"/>
                  </a:cubicBezTo>
                  <a:cubicBezTo>
                    <a:pt x="27178" y="8129"/>
                    <a:pt x="7175" y="29084"/>
                    <a:pt x="7175" y="54801"/>
                  </a:cubicBezTo>
                  <a:cubicBezTo>
                    <a:pt x="6222" y="80519"/>
                    <a:pt x="27178" y="100521"/>
                    <a:pt x="51942" y="99569"/>
                  </a:cubicBezTo>
                  <a:close/>
                </a:path>
              </a:pathLst>
            </a:custGeom>
            <a:solidFill>
              <a:srgbClr val="0072AF"/>
            </a:solidFill>
            <a:ln w="9525" cap="flat">
              <a:noFill/>
              <a:prstDash val="solid"/>
              <a:miter/>
            </a:ln>
          </p:spPr>
          <p:txBody>
            <a:bodyPr rtlCol="0" anchor="ctr"/>
            <a:lstStyle/>
            <a:p>
              <a:pPr eaLnBrk="1"/>
              <a:endParaRPr lang="en-GB" dirty="0"/>
            </a:p>
          </p:txBody>
        </p:sp>
        <p:sp>
          <p:nvSpPr>
            <p:cNvPr id="35" name="Freeform: Shape 34">
              <a:extLst>
                <a:ext uri="{FF2B5EF4-FFF2-40B4-BE49-F238E27FC236}">
                  <a16:creationId xmlns:a16="http://schemas.microsoft.com/office/drawing/2014/main" id="{918D92F8-44A3-4D30-AA4B-735DA73F2CE6}"/>
                </a:ext>
              </a:extLst>
            </p:cNvPr>
            <p:cNvSpPr/>
            <p:nvPr/>
          </p:nvSpPr>
          <p:spPr>
            <a:xfrm>
              <a:off x="6186959" y="1329492"/>
              <a:ext cx="95250" cy="95250"/>
            </a:xfrm>
            <a:custGeom>
              <a:avLst/>
              <a:gdLst>
                <a:gd name="connsiteX0" fmla="*/ 48101 w 95250"/>
                <a:gd name="connsiteY0" fmla="*/ 94808 h 95250"/>
                <a:gd name="connsiteX1" fmla="*/ 89059 w 95250"/>
                <a:gd name="connsiteY1" fmla="*/ 49088 h 95250"/>
                <a:gd name="connsiteX2" fmla="*/ 48101 w 95250"/>
                <a:gd name="connsiteY2" fmla="*/ 7178 h 95250"/>
                <a:gd name="connsiteX3" fmla="*/ 7144 w 95250"/>
                <a:gd name="connsiteY3" fmla="*/ 52898 h 95250"/>
                <a:gd name="connsiteX4" fmla="*/ 48101 w 95250"/>
                <a:gd name="connsiteY4" fmla="*/ 94808 h 952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5250" h="95250">
                  <a:moveTo>
                    <a:pt x="48101" y="94808"/>
                  </a:moveTo>
                  <a:cubicBezTo>
                    <a:pt x="70961" y="93856"/>
                    <a:pt x="89059" y="73853"/>
                    <a:pt x="89059" y="49088"/>
                  </a:cubicBezTo>
                  <a:cubicBezTo>
                    <a:pt x="89059" y="25275"/>
                    <a:pt x="70961" y="6225"/>
                    <a:pt x="48101" y="7178"/>
                  </a:cubicBezTo>
                  <a:cubicBezTo>
                    <a:pt x="25241" y="8131"/>
                    <a:pt x="7144" y="28133"/>
                    <a:pt x="7144" y="52898"/>
                  </a:cubicBezTo>
                  <a:cubicBezTo>
                    <a:pt x="8096" y="76711"/>
                    <a:pt x="26194" y="95761"/>
                    <a:pt x="48101" y="94808"/>
                  </a:cubicBezTo>
                  <a:close/>
                </a:path>
              </a:pathLst>
            </a:custGeom>
            <a:solidFill>
              <a:srgbClr val="0072AF"/>
            </a:solidFill>
            <a:ln w="9525" cap="flat">
              <a:noFill/>
              <a:prstDash val="solid"/>
              <a:miter/>
            </a:ln>
          </p:spPr>
          <p:txBody>
            <a:bodyPr rtlCol="0" anchor="ctr"/>
            <a:lstStyle/>
            <a:p>
              <a:pPr eaLnBrk="1"/>
              <a:endParaRPr lang="en-GB" dirty="0"/>
            </a:p>
          </p:txBody>
        </p:sp>
        <p:sp>
          <p:nvSpPr>
            <p:cNvPr id="36" name="Freeform: Shape 35">
              <a:extLst>
                <a:ext uri="{FF2B5EF4-FFF2-40B4-BE49-F238E27FC236}">
                  <a16:creationId xmlns:a16="http://schemas.microsoft.com/office/drawing/2014/main" id="{DC992723-DD27-4C2D-B33E-BA86F4AD2894}"/>
                </a:ext>
              </a:extLst>
            </p:cNvPr>
            <p:cNvSpPr/>
            <p:nvPr/>
          </p:nvSpPr>
          <p:spPr>
            <a:xfrm>
              <a:off x="6386989" y="1257136"/>
              <a:ext cx="695324" cy="581025"/>
            </a:xfrm>
            <a:custGeom>
              <a:avLst/>
              <a:gdLst>
                <a:gd name="connsiteX0" fmla="*/ 689134 w 695325"/>
                <a:gd name="connsiteY0" fmla="*/ 368141 h 581025"/>
                <a:gd name="connsiteX1" fmla="*/ 571024 w 695325"/>
                <a:gd name="connsiteY1" fmla="*/ 127159 h 581025"/>
                <a:gd name="connsiteX2" fmla="*/ 388144 w 695325"/>
                <a:gd name="connsiteY2" fmla="*/ 13811 h 581025"/>
                <a:gd name="connsiteX3" fmla="*/ 371951 w 695325"/>
                <a:gd name="connsiteY3" fmla="*/ 7144 h 581025"/>
                <a:gd name="connsiteX4" fmla="*/ 371951 w 695325"/>
                <a:gd name="connsiteY4" fmla="*/ 7144 h 581025"/>
                <a:gd name="connsiteX5" fmla="*/ 371951 w 695325"/>
                <a:gd name="connsiteY5" fmla="*/ 7144 h 581025"/>
                <a:gd name="connsiteX6" fmla="*/ 7144 w 695325"/>
                <a:gd name="connsiteY6" fmla="*/ 383381 h 581025"/>
                <a:gd name="connsiteX7" fmla="*/ 132874 w 695325"/>
                <a:gd name="connsiteY7" fmla="*/ 569119 h 581025"/>
                <a:gd name="connsiteX8" fmla="*/ 262414 w 695325"/>
                <a:gd name="connsiteY8" fmla="*/ 571976 h 581025"/>
                <a:gd name="connsiteX9" fmla="*/ 358616 w 695325"/>
                <a:gd name="connsiteY9" fmla="*/ 506254 h 581025"/>
                <a:gd name="connsiteX10" fmla="*/ 577692 w 695325"/>
                <a:gd name="connsiteY10" fmla="*/ 271939 h 581025"/>
                <a:gd name="connsiteX11" fmla="*/ 690086 w 695325"/>
                <a:gd name="connsiteY11" fmla="*/ 374809 h 581025"/>
                <a:gd name="connsiteX12" fmla="*/ 689134 w 695325"/>
                <a:gd name="connsiteY12" fmla="*/ 368141 h 581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95325" h="581025">
                  <a:moveTo>
                    <a:pt x="689134" y="368141"/>
                  </a:moveTo>
                  <a:cubicBezTo>
                    <a:pt x="687229" y="271939"/>
                    <a:pt x="641509" y="191929"/>
                    <a:pt x="571024" y="127159"/>
                  </a:cubicBezTo>
                  <a:cubicBezTo>
                    <a:pt x="517684" y="78581"/>
                    <a:pt x="453866" y="41434"/>
                    <a:pt x="388144" y="13811"/>
                  </a:cubicBezTo>
                  <a:cubicBezTo>
                    <a:pt x="382429" y="11906"/>
                    <a:pt x="377666" y="9049"/>
                    <a:pt x="371951" y="7144"/>
                  </a:cubicBezTo>
                  <a:lnTo>
                    <a:pt x="371951" y="7144"/>
                  </a:lnTo>
                  <a:cubicBezTo>
                    <a:pt x="371951" y="7144"/>
                    <a:pt x="371951" y="7144"/>
                    <a:pt x="371951" y="7144"/>
                  </a:cubicBezTo>
                  <a:cubicBezTo>
                    <a:pt x="290036" y="105251"/>
                    <a:pt x="7144" y="178594"/>
                    <a:pt x="7144" y="383381"/>
                  </a:cubicBezTo>
                  <a:cubicBezTo>
                    <a:pt x="7144" y="463391"/>
                    <a:pt x="57626" y="538639"/>
                    <a:pt x="132874" y="569119"/>
                  </a:cubicBezTo>
                  <a:cubicBezTo>
                    <a:pt x="175736" y="585311"/>
                    <a:pt x="219551" y="586264"/>
                    <a:pt x="262414" y="571976"/>
                  </a:cubicBezTo>
                  <a:cubicBezTo>
                    <a:pt x="300514" y="559594"/>
                    <a:pt x="332899" y="535781"/>
                    <a:pt x="358616" y="506254"/>
                  </a:cubicBezTo>
                  <a:cubicBezTo>
                    <a:pt x="441484" y="413861"/>
                    <a:pt x="475774" y="271939"/>
                    <a:pt x="577692" y="271939"/>
                  </a:cubicBezTo>
                  <a:cubicBezTo>
                    <a:pt x="671036" y="271939"/>
                    <a:pt x="683419" y="338614"/>
                    <a:pt x="690086" y="374809"/>
                  </a:cubicBezTo>
                  <a:cubicBezTo>
                    <a:pt x="689134" y="373856"/>
                    <a:pt x="689134" y="371951"/>
                    <a:pt x="689134" y="368141"/>
                  </a:cubicBezTo>
                  <a:close/>
                </a:path>
              </a:pathLst>
            </a:custGeom>
            <a:solidFill>
              <a:srgbClr val="0072AF"/>
            </a:solidFill>
            <a:ln w="9525" cap="flat">
              <a:noFill/>
              <a:prstDash val="solid"/>
              <a:miter/>
            </a:ln>
          </p:spPr>
          <p:txBody>
            <a:bodyPr rtlCol="0" anchor="ctr"/>
            <a:lstStyle/>
            <a:p>
              <a:pPr eaLnBrk="1"/>
              <a:endParaRPr lang="en-GB" dirty="0"/>
            </a:p>
          </p:txBody>
        </p:sp>
      </p:grpSp>
    </p:spTree>
    <p:extLst>
      <p:ext uri="{BB962C8B-B14F-4D97-AF65-F5344CB8AC3E}">
        <p14:creationId xmlns:p14="http://schemas.microsoft.com/office/powerpoint/2010/main" val="783743976"/>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226.xml><?xml version="1.0" encoding="utf-8"?>
<p:sldLayout xmlns:a="http://schemas.openxmlformats.org/drawingml/2006/main" xmlns:r="http://schemas.openxmlformats.org/officeDocument/2006/relationships" xmlns:p="http://schemas.openxmlformats.org/presentationml/2006/main" preserve="1" userDrawn="1">
  <p:cSld name="2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itle 1"/>
          <p:cNvSpPr>
            <a:spLocks noGrp="1"/>
          </p:cNvSpPr>
          <p:nvPr>
            <p:ph type="title"/>
          </p:nvPr>
        </p:nvSpPr>
        <p:spPr>
          <a:xfrm>
            <a:off x="550200" y="0"/>
            <a:ext cx="11091600" cy="1104900"/>
          </a:xfrm>
          <a:prstGeom prst="rect">
            <a:avLst/>
          </a:prstGeom>
        </p:spPr>
        <p:txBody>
          <a:bodyPr vert="horz" lIns="0" tIns="180000" rIns="0" bIns="0" rtlCol="0" anchor="t">
            <a:noAutofit/>
          </a:bodyPr>
          <a:lstStyle>
            <a:lvl1pPr>
              <a:defRPr lang="en-GB" dirty="0"/>
            </a:lvl1pPr>
          </a:lstStyle>
          <a:p>
            <a:pPr lvl="0"/>
            <a:r>
              <a:rPr lang="en-US" dirty="0"/>
              <a:t>Click to edit Master title style</a:t>
            </a:r>
            <a:endParaRPr lang="en-GB" dirty="0"/>
          </a:p>
        </p:txBody>
      </p:sp>
    </p:spTree>
    <p:extLst>
      <p:ext uri="{BB962C8B-B14F-4D97-AF65-F5344CB8AC3E}">
        <p14:creationId xmlns:p14="http://schemas.microsoft.com/office/powerpoint/2010/main" val="2732569950"/>
      </p:ext>
    </p:extLst>
  </p:cSld>
  <p:clrMapOvr>
    <a:masterClrMapping/>
  </p:clrMapOvr>
</p:sldLayout>
</file>

<file path=ppt/slideLayouts/slideLayout227.xml><?xml version="1.0" encoding="utf-8"?>
<p:sldLayout xmlns:a="http://schemas.openxmlformats.org/drawingml/2006/main" xmlns:r="http://schemas.openxmlformats.org/officeDocument/2006/relationships" xmlns:p="http://schemas.openxmlformats.org/presentationml/2006/main" preserve="1" userDrawn="1">
  <p:cSld name="8_Vide">
    <p:bg>
      <p:bgPr>
        <a:solidFill>
          <a:schemeClr val="tx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023218117"/>
      </p:ext>
    </p:extLst>
  </p:cSld>
  <p:clrMapOvr>
    <a:masterClrMapping/>
  </p:clrMapOvr>
</p:sldLayout>
</file>

<file path=ppt/slideLayouts/slideLayout228.xml><?xml version="1.0" encoding="utf-8"?>
<p:sldLayout xmlns:a="http://schemas.openxmlformats.org/drawingml/2006/main" xmlns:r="http://schemas.openxmlformats.org/officeDocument/2006/relationships" xmlns:p="http://schemas.openxmlformats.org/presentationml/2006/main" preserve="1" userDrawn="1">
  <p:cSld name="Boiler Plate 1">
    <p:bg>
      <p:bgPr>
        <a:solidFill>
          <a:schemeClr val="tx2"/>
        </a:solidFill>
        <a:effectLst/>
      </p:bgPr>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240FE82C-947F-4010-9F2B-F2101479F69D}"/>
              </a:ext>
            </a:extLst>
          </p:cNvPr>
          <p:cNvPicPr>
            <a:picLocks noChangeAspect="1"/>
          </p:cNvPicPr>
          <p:nvPr userDrawn="1"/>
        </p:nvPicPr>
        <p:blipFill rotWithShape="1">
          <a:blip r:embed="rId3" cstate="print">
            <a:extLst>
              <a:ext uri="{28A0092B-C50C-407E-A947-70E740481C1C}">
                <a14:useLocalDpi xmlns:a14="http://schemas.microsoft.com/office/drawing/2010/main"/>
              </a:ext>
            </a:extLst>
          </a:blip>
          <a:srcRect/>
          <a:stretch/>
        </p:blipFill>
        <p:spPr>
          <a:xfrm rot="10800000">
            <a:off x="0" y="-2176"/>
            <a:ext cx="12192000" cy="6889672"/>
          </a:xfrm>
          <a:prstGeom prst="rect">
            <a:avLst/>
          </a:prstGeom>
        </p:spPr>
      </p:pic>
      <p:graphicFrame>
        <p:nvGraphicFramePr>
          <p:cNvPr id="7" name="Object 6"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4" imgW="270" imgH="270" progId="TCLayout.ActiveDocument.1">
                  <p:embed/>
                </p:oleObj>
              </mc:Choice>
              <mc:Fallback>
                <p:oleObj name="think-cell Slide" r:id="rId4" imgW="270" imgH="270" progId="TCLayout.ActiveDocument.1">
                  <p:embed/>
                  <p:pic>
                    <p:nvPicPr>
                      <p:cNvPr id="7" name="Object 6" hidden="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 name="Rectangle 15">
            <a:extLst>
              <a:ext uri="{FF2B5EF4-FFF2-40B4-BE49-F238E27FC236}">
                <a16:creationId xmlns:a16="http://schemas.microsoft.com/office/drawing/2014/main" id="{9D493959-D479-46CF-9B88-C99644F86C11}"/>
              </a:ext>
            </a:extLst>
          </p:cNvPr>
          <p:cNvSpPr/>
          <p:nvPr userDrawn="1"/>
        </p:nvSpPr>
        <p:spPr>
          <a:xfrm>
            <a:off x="6130635" y="3637273"/>
            <a:ext cx="3668557"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spc="200" dirty="0">
                <a:solidFill>
                  <a:srgbClr val="FFFFFF"/>
                </a:solidFill>
              </a:rPr>
              <a:t>ABOUT CAPGEMINI INVENT</a:t>
            </a:r>
          </a:p>
        </p:txBody>
      </p:sp>
      <p:pic>
        <p:nvPicPr>
          <p:cNvPr id="18" name="Picture 2" descr="D:\My Work\Template\Icons\Social Media\LinkedIN.png">
            <a:hlinkClick r:id="rId6"/>
            <a:extLst>
              <a:ext uri="{FF2B5EF4-FFF2-40B4-BE49-F238E27FC236}">
                <a16:creationId xmlns:a16="http://schemas.microsoft.com/office/drawing/2014/main" id="{0DD1957E-41EA-4B6A-AB35-8240577CD899}"/>
              </a:ext>
            </a:extLst>
          </p:cNvPr>
          <p:cNvPicPr>
            <a:picLocks noChangeAspect="1" noChangeArrowheads="1"/>
          </p:cNvPicPr>
          <p:nvPr userDrawn="1"/>
        </p:nvPicPr>
        <p:blipFill>
          <a:blip r:embed="rId7" cstate="screen">
            <a:extLst>
              <a:ext uri="{28A0092B-C50C-407E-A947-70E740481C1C}">
                <a14:useLocalDpi xmlns:a14="http://schemas.microsoft.com/office/drawing/2010/main"/>
              </a:ext>
            </a:extLst>
          </a:blip>
          <a:srcRect/>
          <a:stretch>
            <a:fillRect/>
          </a:stretch>
        </p:blipFill>
        <p:spPr bwMode="auto">
          <a:xfrm>
            <a:off x="810097" y="4976083"/>
            <a:ext cx="333195" cy="333195"/>
          </a:xfrm>
          <a:prstGeom prst="rect">
            <a:avLst/>
          </a:prstGeom>
          <a:noFill/>
        </p:spPr>
      </p:pic>
      <p:pic>
        <p:nvPicPr>
          <p:cNvPr id="19" name="Picture 4" descr="D:\My Work\Template\Icons\Social Media\SlideShare.png">
            <a:hlinkClick r:id="rId8"/>
            <a:extLst>
              <a:ext uri="{FF2B5EF4-FFF2-40B4-BE49-F238E27FC236}">
                <a16:creationId xmlns:a16="http://schemas.microsoft.com/office/drawing/2014/main" id="{DDC91DD4-D921-4F72-A154-DD386349C5CC}"/>
              </a:ext>
            </a:extLst>
          </p:cNvPr>
          <p:cNvPicPr>
            <a:picLocks noChangeAspect="1" noChangeArrowheads="1"/>
          </p:cNvPicPr>
          <p:nvPr userDrawn="1"/>
        </p:nvPicPr>
        <p:blipFill>
          <a:blip r:embed="rId9" cstate="screen">
            <a:extLst>
              <a:ext uri="{28A0092B-C50C-407E-A947-70E740481C1C}">
                <a14:useLocalDpi xmlns:a14="http://schemas.microsoft.com/office/drawing/2010/main"/>
              </a:ext>
            </a:extLst>
          </a:blip>
          <a:srcRect/>
          <a:stretch>
            <a:fillRect/>
          </a:stretch>
        </p:blipFill>
        <p:spPr bwMode="auto">
          <a:xfrm>
            <a:off x="1193474" y="4976083"/>
            <a:ext cx="333195" cy="333195"/>
          </a:xfrm>
          <a:prstGeom prst="rect">
            <a:avLst/>
          </a:prstGeom>
          <a:noFill/>
        </p:spPr>
      </p:pic>
      <p:pic>
        <p:nvPicPr>
          <p:cNvPr id="21" name="Picture 5" descr="D:\My Work\Template\Icons\Social Media\Twitter.png">
            <a:hlinkClick r:id="rId10"/>
            <a:extLst>
              <a:ext uri="{FF2B5EF4-FFF2-40B4-BE49-F238E27FC236}">
                <a16:creationId xmlns:a16="http://schemas.microsoft.com/office/drawing/2014/main" id="{50D41579-B18F-457F-A8A5-AF2C2B0526A1}"/>
              </a:ext>
            </a:extLst>
          </p:cNvPr>
          <p:cNvPicPr>
            <a:picLocks noChangeAspect="1" noChangeArrowheads="1"/>
          </p:cNvPicPr>
          <p:nvPr userDrawn="1"/>
        </p:nvPicPr>
        <p:blipFill>
          <a:blip r:embed="rId11" cstate="screen">
            <a:extLst>
              <a:ext uri="{28A0092B-C50C-407E-A947-70E740481C1C}">
                <a14:useLocalDpi xmlns:a14="http://schemas.microsoft.com/office/drawing/2010/main"/>
              </a:ext>
            </a:extLst>
          </a:blip>
          <a:srcRect/>
          <a:stretch>
            <a:fillRect/>
          </a:stretch>
        </p:blipFill>
        <p:spPr bwMode="auto">
          <a:xfrm>
            <a:off x="1576851" y="4976083"/>
            <a:ext cx="333195" cy="333195"/>
          </a:xfrm>
          <a:prstGeom prst="rect">
            <a:avLst/>
          </a:prstGeom>
          <a:noFill/>
        </p:spPr>
      </p:pic>
      <p:pic>
        <p:nvPicPr>
          <p:cNvPr id="22" name="Picture 6" descr="D:\My Work\Template\Icons\Social Media\YouTube.png">
            <a:hlinkClick r:id="rId12"/>
            <a:extLst>
              <a:ext uri="{FF2B5EF4-FFF2-40B4-BE49-F238E27FC236}">
                <a16:creationId xmlns:a16="http://schemas.microsoft.com/office/drawing/2014/main" id="{53D4D78A-A7BD-4D62-B3A3-27E461667E06}"/>
              </a:ext>
            </a:extLst>
          </p:cNvPr>
          <p:cNvPicPr>
            <a:picLocks noChangeAspect="1" noChangeArrowheads="1"/>
          </p:cNvPicPr>
          <p:nvPr userDrawn="1"/>
        </p:nvPicPr>
        <p:blipFill>
          <a:blip r:embed="rId13" cstate="screen">
            <a:extLst>
              <a:ext uri="{28A0092B-C50C-407E-A947-70E740481C1C}">
                <a14:useLocalDpi xmlns:a14="http://schemas.microsoft.com/office/drawing/2010/main"/>
              </a:ext>
            </a:extLst>
          </a:blip>
          <a:srcRect/>
          <a:stretch>
            <a:fillRect/>
          </a:stretch>
        </p:blipFill>
        <p:spPr bwMode="auto">
          <a:xfrm>
            <a:off x="1960227" y="4976083"/>
            <a:ext cx="333195" cy="333195"/>
          </a:xfrm>
          <a:prstGeom prst="rect">
            <a:avLst/>
          </a:prstGeom>
          <a:noFill/>
        </p:spPr>
      </p:pic>
      <p:pic>
        <p:nvPicPr>
          <p:cNvPr id="23" name="Picture 7" descr="D:\My Work\Template\Icons\Social Media\Facebook.png">
            <a:hlinkClick r:id="rId14"/>
            <a:extLst>
              <a:ext uri="{FF2B5EF4-FFF2-40B4-BE49-F238E27FC236}">
                <a16:creationId xmlns:a16="http://schemas.microsoft.com/office/drawing/2014/main" id="{17B8AAE7-3107-482A-9615-7D3E05FB31D2}"/>
              </a:ext>
            </a:extLst>
          </p:cNvPr>
          <p:cNvPicPr>
            <a:picLocks noChangeAspect="1" noChangeArrowheads="1"/>
          </p:cNvPicPr>
          <p:nvPr userDrawn="1"/>
        </p:nvPicPr>
        <p:blipFill>
          <a:blip r:embed="rId15" cstate="screen">
            <a:extLst>
              <a:ext uri="{28A0092B-C50C-407E-A947-70E740481C1C}">
                <a14:useLocalDpi xmlns:a14="http://schemas.microsoft.com/office/drawing/2010/main"/>
              </a:ext>
            </a:extLst>
          </a:blip>
          <a:srcRect/>
          <a:stretch>
            <a:fillRect/>
          </a:stretch>
        </p:blipFill>
        <p:spPr bwMode="auto">
          <a:xfrm>
            <a:off x="426720" y="4976083"/>
            <a:ext cx="333195" cy="333195"/>
          </a:xfrm>
          <a:prstGeom prst="rect">
            <a:avLst/>
          </a:prstGeom>
          <a:noFill/>
        </p:spPr>
      </p:pic>
      <p:sp>
        <p:nvSpPr>
          <p:cNvPr id="24" name="Rectangle 23">
            <a:extLst>
              <a:ext uri="{FF2B5EF4-FFF2-40B4-BE49-F238E27FC236}">
                <a16:creationId xmlns:a16="http://schemas.microsoft.com/office/drawing/2014/main" id="{EA726FF3-09C6-4BE1-9DED-F22520BC1884}"/>
              </a:ext>
            </a:extLst>
          </p:cNvPr>
          <p:cNvSpPr/>
          <p:nvPr userDrawn="1"/>
        </p:nvSpPr>
        <p:spPr>
          <a:xfrm>
            <a:off x="426720" y="6022593"/>
            <a:ext cx="3465612" cy="446276"/>
          </a:xfrm>
          <a:prstGeom prst="rect">
            <a:avLst/>
          </a:prstGeom>
        </p:spPr>
        <p:txBody>
          <a:bodyPr wrap="square" lIns="0" tIns="0" rIns="0" bIns="0" anchor="b" anchorCtr="0">
            <a:spAutoFit/>
          </a:bodyPr>
          <a:lstStyle/>
          <a:p>
            <a:pPr>
              <a:spcAft>
                <a:spcPts val="600"/>
              </a:spcAft>
            </a:pPr>
            <a:r>
              <a:rPr lang="en-US" sz="800" dirty="0">
                <a:solidFill>
                  <a:srgbClr val="FFFFFF"/>
                </a:solidFill>
                <a:cs typeface="Arial"/>
              </a:rPr>
              <a:t>This presentation contains information that may be privileged or confidential and is the property of the Capgemini Group.</a:t>
            </a:r>
          </a:p>
          <a:p>
            <a:pPr>
              <a:spcAft>
                <a:spcPts val="600"/>
              </a:spcAft>
            </a:pPr>
            <a:r>
              <a:rPr lang="en-US" sz="800" dirty="0">
                <a:solidFill>
                  <a:srgbClr val="FFFFFF"/>
                </a:solidFill>
                <a:cs typeface="Arial"/>
              </a:rPr>
              <a:t>Copyright © 2020 Capgemini. All rights reserved.</a:t>
            </a:r>
          </a:p>
        </p:txBody>
      </p:sp>
      <p:sp>
        <p:nvSpPr>
          <p:cNvPr id="25" name="Rectangle 24">
            <a:hlinkClick r:id="rId16"/>
            <a:extLst>
              <a:ext uri="{FF2B5EF4-FFF2-40B4-BE49-F238E27FC236}">
                <a16:creationId xmlns:a16="http://schemas.microsoft.com/office/drawing/2014/main" id="{9F81E28A-4FC1-4C3D-8EEF-F0B729859246}"/>
              </a:ext>
            </a:extLst>
          </p:cNvPr>
          <p:cNvSpPr/>
          <p:nvPr userDrawn="1"/>
        </p:nvSpPr>
        <p:spPr>
          <a:xfrm>
            <a:off x="6333489" y="5821999"/>
            <a:ext cx="2336088" cy="124676"/>
          </a:xfrm>
          <a:prstGeom prst="rect">
            <a:avLst/>
          </a:prstGeom>
          <a:solidFill>
            <a:schemeClr val="accent2">
              <a:alpha val="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solidFill>
                <a:srgbClr val="FFFFFF"/>
              </a:solidFill>
            </a:endParaRPr>
          </a:p>
        </p:txBody>
      </p:sp>
      <p:grpSp>
        <p:nvGrpSpPr>
          <p:cNvPr id="26" name="Groupe 26">
            <a:extLst>
              <a:ext uri="{FF2B5EF4-FFF2-40B4-BE49-F238E27FC236}">
                <a16:creationId xmlns:a16="http://schemas.microsoft.com/office/drawing/2014/main" id="{9A7ABA97-C3D4-4777-B23E-FE59B08CBBA0}"/>
              </a:ext>
            </a:extLst>
          </p:cNvPr>
          <p:cNvGrpSpPr>
            <a:grpSpLocks noChangeAspect="1"/>
          </p:cNvGrpSpPr>
          <p:nvPr userDrawn="1"/>
        </p:nvGrpSpPr>
        <p:grpSpPr>
          <a:xfrm>
            <a:off x="444000" y="5468639"/>
            <a:ext cx="2340000" cy="181186"/>
            <a:chOff x="401412" y="4886021"/>
            <a:chExt cx="7483476" cy="579438"/>
          </a:xfrm>
          <a:solidFill>
            <a:schemeClr val="bg1"/>
          </a:solidFill>
        </p:grpSpPr>
        <p:sp>
          <p:nvSpPr>
            <p:cNvPr id="27" name="Freeform 5">
              <a:extLst>
                <a:ext uri="{FF2B5EF4-FFF2-40B4-BE49-F238E27FC236}">
                  <a16:creationId xmlns:a16="http://schemas.microsoft.com/office/drawing/2014/main" id="{5A208038-09A9-451C-88FE-F6CCA65DA5C4}"/>
                </a:ext>
              </a:extLst>
            </p:cNvPr>
            <p:cNvSpPr>
              <a:spLocks noEditPoints="1"/>
            </p:cNvSpPr>
            <p:nvPr userDrawn="1"/>
          </p:nvSpPr>
          <p:spPr bwMode="auto">
            <a:xfrm>
              <a:off x="401412" y="4930471"/>
              <a:ext cx="293688" cy="422275"/>
            </a:xfrm>
            <a:custGeom>
              <a:avLst/>
              <a:gdLst>
                <a:gd name="T0" fmla="*/ 18 w 48"/>
                <a:gd name="T1" fmla="*/ 0 h 67"/>
                <a:gd name="T2" fmla="*/ 41 w 48"/>
                <a:gd name="T3" fmla="*/ 5 h 67"/>
                <a:gd name="T4" fmla="*/ 48 w 48"/>
                <a:gd name="T5" fmla="*/ 22 h 67"/>
                <a:gd name="T6" fmla="*/ 46 w 48"/>
                <a:gd name="T7" fmla="*/ 32 h 67"/>
                <a:gd name="T8" fmla="*/ 40 w 48"/>
                <a:gd name="T9" fmla="*/ 39 h 67"/>
                <a:gd name="T10" fmla="*/ 31 w 48"/>
                <a:gd name="T11" fmla="*/ 43 h 67"/>
                <a:gd name="T12" fmla="*/ 18 w 48"/>
                <a:gd name="T13" fmla="*/ 44 h 67"/>
                <a:gd name="T14" fmla="*/ 12 w 48"/>
                <a:gd name="T15" fmla="*/ 44 h 67"/>
                <a:gd name="T16" fmla="*/ 12 w 48"/>
                <a:gd name="T17" fmla="*/ 67 h 67"/>
                <a:gd name="T18" fmla="*/ 0 w 48"/>
                <a:gd name="T19" fmla="*/ 67 h 67"/>
                <a:gd name="T20" fmla="*/ 0 w 48"/>
                <a:gd name="T21" fmla="*/ 2 h 67"/>
                <a:gd name="T22" fmla="*/ 9 w 48"/>
                <a:gd name="T23" fmla="*/ 1 h 67"/>
                <a:gd name="T24" fmla="*/ 18 w 48"/>
                <a:gd name="T25" fmla="*/ 0 h 67"/>
                <a:gd name="T26" fmla="*/ 19 w 48"/>
                <a:gd name="T27" fmla="*/ 11 h 67"/>
                <a:gd name="T28" fmla="*/ 12 w 48"/>
                <a:gd name="T29" fmla="*/ 11 h 67"/>
                <a:gd name="T30" fmla="*/ 12 w 48"/>
                <a:gd name="T31" fmla="*/ 34 h 67"/>
                <a:gd name="T32" fmla="*/ 18 w 48"/>
                <a:gd name="T33" fmla="*/ 34 h 67"/>
                <a:gd name="T34" fmla="*/ 31 w 48"/>
                <a:gd name="T35" fmla="*/ 31 h 67"/>
                <a:gd name="T36" fmla="*/ 36 w 48"/>
                <a:gd name="T37" fmla="*/ 22 h 67"/>
                <a:gd name="T38" fmla="*/ 35 w 48"/>
                <a:gd name="T39" fmla="*/ 16 h 67"/>
                <a:gd name="T40" fmla="*/ 31 w 48"/>
                <a:gd name="T41" fmla="*/ 13 h 67"/>
                <a:gd name="T42" fmla="*/ 26 w 48"/>
                <a:gd name="T43" fmla="*/ 11 h 67"/>
                <a:gd name="T44" fmla="*/ 19 w 48"/>
                <a:gd name="T45" fmla="*/ 11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8" h="67">
                  <a:moveTo>
                    <a:pt x="18" y="0"/>
                  </a:moveTo>
                  <a:cubicBezTo>
                    <a:pt x="28" y="0"/>
                    <a:pt x="36" y="2"/>
                    <a:pt x="41" y="5"/>
                  </a:cubicBezTo>
                  <a:cubicBezTo>
                    <a:pt x="46" y="9"/>
                    <a:pt x="48" y="14"/>
                    <a:pt x="48" y="22"/>
                  </a:cubicBezTo>
                  <a:cubicBezTo>
                    <a:pt x="48" y="26"/>
                    <a:pt x="48" y="29"/>
                    <a:pt x="46" y="32"/>
                  </a:cubicBezTo>
                  <a:cubicBezTo>
                    <a:pt x="45" y="35"/>
                    <a:pt x="43" y="37"/>
                    <a:pt x="40" y="39"/>
                  </a:cubicBezTo>
                  <a:cubicBezTo>
                    <a:pt x="38" y="41"/>
                    <a:pt x="35" y="42"/>
                    <a:pt x="31" y="43"/>
                  </a:cubicBezTo>
                  <a:cubicBezTo>
                    <a:pt x="27" y="44"/>
                    <a:pt x="23" y="44"/>
                    <a:pt x="18" y="44"/>
                  </a:cubicBezTo>
                  <a:cubicBezTo>
                    <a:pt x="12" y="44"/>
                    <a:pt x="12" y="44"/>
                    <a:pt x="12" y="44"/>
                  </a:cubicBezTo>
                  <a:cubicBezTo>
                    <a:pt x="12" y="67"/>
                    <a:pt x="12" y="67"/>
                    <a:pt x="12" y="67"/>
                  </a:cubicBezTo>
                  <a:cubicBezTo>
                    <a:pt x="0" y="67"/>
                    <a:pt x="0" y="67"/>
                    <a:pt x="0" y="67"/>
                  </a:cubicBezTo>
                  <a:cubicBezTo>
                    <a:pt x="0" y="2"/>
                    <a:pt x="0" y="2"/>
                    <a:pt x="0" y="2"/>
                  </a:cubicBezTo>
                  <a:cubicBezTo>
                    <a:pt x="2" y="1"/>
                    <a:pt x="6" y="1"/>
                    <a:pt x="9" y="1"/>
                  </a:cubicBezTo>
                  <a:cubicBezTo>
                    <a:pt x="12" y="0"/>
                    <a:pt x="16" y="0"/>
                    <a:pt x="18" y="0"/>
                  </a:cubicBezTo>
                  <a:close/>
                  <a:moveTo>
                    <a:pt x="19" y="11"/>
                  </a:moveTo>
                  <a:cubicBezTo>
                    <a:pt x="16" y="11"/>
                    <a:pt x="14" y="11"/>
                    <a:pt x="12" y="11"/>
                  </a:cubicBezTo>
                  <a:cubicBezTo>
                    <a:pt x="12" y="34"/>
                    <a:pt x="12" y="34"/>
                    <a:pt x="12" y="34"/>
                  </a:cubicBezTo>
                  <a:cubicBezTo>
                    <a:pt x="18" y="34"/>
                    <a:pt x="18" y="34"/>
                    <a:pt x="18" y="34"/>
                  </a:cubicBezTo>
                  <a:cubicBezTo>
                    <a:pt x="23" y="34"/>
                    <a:pt x="28" y="33"/>
                    <a:pt x="31" y="31"/>
                  </a:cubicBezTo>
                  <a:cubicBezTo>
                    <a:pt x="34" y="29"/>
                    <a:pt x="36" y="26"/>
                    <a:pt x="36" y="22"/>
                  </a:cubicBezTo>
                  <a:cubicBezTo>
                    <a:pt x="36" y="20"/>
                    <a:pt x="35" y="18"/>
                    <a:pt x="35" y="16"/>
                  </a:cubicBezTo>
                  <a:cubicBezTo>
                    <a:pt x="34" y="15"/>
                    <a:pt x="33" y="14"/>
                    <a:pt x="31" y="13"/>
                  </a:cubicBezTo>
                  <a:cubicBezTo>
                    <a:pt x="30" y="12"/>
                    <a:pt x="28" y="12"/>
                    <a:pt x="26" y="11"/>
                  </a:cubicBezTo>
                  <a:cubicBezTo>
                    <a:pt x="24" y="11"/>
                    <a:pt x="22" y="11"/>
                    <a:pt x="19" y="11"/>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28" name="Freeform 6">
              <a:extLst>
                <a:ext uri="{FF2B5EF4-FFF2-40B4-BE49-F238E27FC236}">
                  <a16:creationId xmlns:a16="http://schemas.microsoft.com/office/drawing/2014/main" id="{1FE5D02E-DF0E-4563-A14A-01167876039D}"/>
                </a:ext>
              </a:extLst>
            </p:cNvPr>
            <p:cNvSpPr>
              <a:spLocks noEditPoints="1"/>
            </p:cNvSpPr>
            <p:nvPr userDrawn="1"/>
          </p:nvSpPr>
          <p:spPr bwMode="auto">
            <a:xfrm>
              <a:off x="714150" y="5030484"/>
              <a:ext cx="280988" cy="334963"/>
            </a:xfrm>
            <a:custGeom>
              <a:avLst/>
              <a:gdLst>
                <a:gd name="T0" fmla="*/ 0 w 46"/>
                <a:gd name="T1" fmla="*/ 27 h 53"/>
                <a:gd name="T2" fmla="*/ 2 w 46"/>
                <a:gd name="T3" fmla="*/ 15 h 53"/>
                <a:gd name="T4" fmla="*/ 8 w 46"/>
                <a:gd name="T5" fmla="*/ 7 h 53"/>
                <a:gd name="T6" fmla="*/ 15 w 46"/>
                <a:gd name="T7" fmla="*/ 2 h 53"/>
                <a:gd name="T8" fmla="*/ 24 w 46"/>
                <a:gd name="T9" fmla="*/ 0 h 53"/>
                <a:gd name="T10" fmla="*/ 40 w 46"/>
                <a:gd name="T11" fmla="*/ 6 h 53"/>
                <a:gd name="T12" fmla="*/ 46 w 46"/>
                <a:gd name="T13" fmla="*/ 26 h 53"/>
                <a:gd name="T14" fmla="*/ 46 w 46"/>
                <a:gd name="T15" fmla="*/ 28 h 53"/>
                <a:gd name="T16" fmla="*/ 46 w 46"/>
                <a:gd name="T17" fmla="*/ 30 h 53"/>
                <a:gd name="T18" fmla="*/ 12 w 46"/>
                <a:gd name="T19" fmla="*/ 30 h 53"/>
                <a:gd name="T20" fmla="*/ 17 w 46"/>
                <a:gd name="T21" fmla="*/ 39 h 53"/>
                <a:gd name="T22" fmla="*/ 28 w 46"/>
                <a:gd name="T23" fmla="*/ 43 h 53"/>
                <a:gd name="T24" fmla="*/ 35 w 46"/>
                <a:gd name="T25" fmla="*/ 42 h 53"/>
                <a:gd name="T26" fmla="*/ 41 w 46"/>
                <a:gd name="T27" fmla="*/ 40 h 53"/>
                <a:gd name="T28" fmla="*/ 43 w 46"/>
                <a:gd name="T29" fmla="*/ 50 h 53"/>
                <a:gd name="T30" fmla="*/ 40 w 46"/>
                <a:gd name="T31" fmla="*/ 51 h 53"/>
                <a:gd name="T32" fmla="*/ 36 w 46"/>
                <a:gd name="T33" fmla="*/ 52 h 53"/>
                <a:gd name="T34" fmla="*/ 31 w 46"/>
                <a:gd name="T35" fmla="*/ 52 h 53"/>
                <a:gd name="T36" fmla="*/ 26 w 46"/>
                <a:gd name="T37" fmla="*/ 53 h 53"/>
                <a:gd name="T38" fmla="*/ 15 w 46"/>
                <a:gd name="T39" fmla="*/ 51 h 53"/>
                <a:gd name="T40" fmla="*/ 7 w 46"/>
                <a:gd name="T41" fmla="*/ 45 h 53"/>
                <a:gd name="T42" fmla="*/ 2 w 46"/>
                <a:gd name="T43" fmla="*/ 37 h 53"/>
                <a:gd name="T44" fmla="*/ 0 w 46"/>
                <a:gd name="T45" fmla="*/ 27 h 53"/>
                <a:gd name="T46" fmla="*/ 34 w 46"/>
                <a:gd name="T47" fmla="*/ 21 h 53"/>
                <a:gd name="T48" fmla="*/ 34 w 46"/>
                <a:gd name="T49" fmla="*/ 17 h 53"/>
                <a:gd name="T50" fmla="*/ 32 w 46"/>
                <a:gd name="T51" fmla="*/ 13 h 53"/>
                <a:gd name="T52" fmla="*/ 28 w 46"/>
                <a:gd name="T53" fmla="*/ 11 h 53"/>
                <a:gd name="T54" fmla="*/ 24 w 46"/>
                <a:gd name="T55" fmla="*/ 10 h 53"/>
                <a:gd name="T56" fmla="*/ 19 w 46"/>
                <a:gd name="T57" fmla="*/ 11 h 53"/>
                <a:gd name="T58" fmla="*/ 16 w 46"/>
                <a:gd name="T59" fmla="*/ 13 h 53"/>
                <a:gd name="T60" fmla="*/ 14 w 46"/>
                <a:gd name="T61" fmla="*/ 17 h 53"/>
                <a:gd name="T62" fmla="*/ 13 w 46"/>
                <a:gd name="T63" fmla="*/ 21 h 53"/>
                <a:gd name="T64" fmla="*/ 34 w 46"/>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6" h="53">
                  <a:moveTo>
                    <a:pt x="0" y="27"/>
                  </a:moveTo>
                  <a:cubicBezTo>
                    <a:pt x="0" y="22"/>
                    <a:pt x="1" y="18"/>
                    <a:pt x="2" y="15"/>
                  </a:cubicBezTo>
                  <a:cubicBezTo>
                    <a:pt x="4" y="12"/>
                    <a:pt x="6" y="9"/>
                    <a:pt x="8" y="7"/>
                  </a:cubicBezTo>
                  <a:cubicBezTo>
                    <a:pt x="10" y="4"/>
                    <a:pt x="12" y="3"/>
                    <a:pt x="15" y="2"/>
                  </a:cubicBezTo>
                  <a:cubicBezTo>
                    <a:pt x="18" y="0"/>
                    <a:pt x="21" y="0"/>
                    <a:pt x="24" y="0"/>
                  </a:cubicBezTo>
                  <a:cubicBezTo>
                    <a:pt x="31" y="0"/>
                    <a:pt x="36" y="2"/>
                    <a:pt x="40" y="6"/>
                  </a:cubicBezTo>
                  <a:cubicBezTo>
                    <a:pt x="44" y="11"/>
                    <a:pt x="46" y="17"/>
                    <a:pt x="46" y="26"/>
                  </a:cubicBezTo>
                  <a:cubicBezTo>
                    <a:pt x="46" y="26"/>
                    <a:pt x="46" y="27"/>
                    <a:pt x="46" y="28"/>
                  </a:cubicBezTo>
                  <a:cubicBezTo>
                    <a:pt x="46" y="29"/>
                    <a:pt x="46" y="29"/>
                    <a:pt x="46" y="30"/>
                  </a:cubicBezTo>
                  <a:cubicBezTo>
                    <a:pt x="12" y="30"/>
                    <a:pt x="12" y="30"/>
                    <a:pt x="12" y="30"/>
                  </a:cubicBezTo>
                  <a:cubicBezTo>
                    <a:pt x="13" y="34"/>
                    <a:pt x="14" y="37"/>
                    <a:pt x="17" y="39"/>
                  </a:cubicBezTo>
                  <a:cubicBezTo>
                    <a:pt x="19" y="41"/>
                    <a:pt x="23" y="43"/>
                    <a:pt x="28" y="43"/>
                  </a:cubicBezTo>
                  <a:cubicBezTo>
                    <a:pt x="31" y="43"/>
                    <a:pt x="33" y="42"/>
                    <a:pt x="35" y="42"/>
                  </a:cubicBezTo>
                  <a:cubicBezTo>
                    <a:pt x="38" y="41"/>
                    <a:pt x="40" y="41"/>
                    <a:pt x="41" y="40"/>
                  </a:cubicBezTo>
                  <a:cubicBezTo>
                    <a:pt x="43" y="50"/>
                    <a:pt x="43" y="50"/>
                    <a:pt x="43" y="50"/>
                  </a:cubicBezTo>
                  <a:cubicBezTo>
                    <a:pt x="42" y="50"/>
                    <a:pt x="41" y="50"/>
                    <a:pt x="40" y="51"/>
                  </a:cubicBezTo>
                  <a:cubicBezTo>
                    <a:pt x="39" y="51"/>
                    <a:pt x="38" y="51"/>
                    <a:pt x="36" y="52"/>
                  </a:cubicBezTo>
                  <a:cubicBezTo>
                    <a:pt x="35" y="52"/>
                    <a:pt x="33" y="52"/>
                    <a:pt x="31" y="52"/>
                  </a:cubicBezTo>
                  <a:cubicBezTo>
                    <a:pt x="30" y="53"/>
                    <a:pt x="28" y="53"/>
                    <a:pt x="26" y="53"/>
                  </a:cubicBezTo>
                  <a:cubicBezTo>
                    <a:pt x="22" y="53"/>
                    <a:pt x="18" y="52"/>
                    <a:pt x="15" y="51"/>
                  </a:cubicBezTo>
                  <a:cubicBezTo>
                    <a:pt x="12" y="49"/>
                    <a:pt x="9" y="48"/>
                    <a:pt x="7" y="45"/>
                  </a:cubicBezTo>
                  <a:cubicBezTo>
                    <a:pt x="5" y="43"/>
                    <a:pt x="3" y="40"/>
                    <a:pt x="2" y="37"/>
                  </a:cubicBezTo>
                  <a:cubicBezTo>
                    <a:pt x="1" y="34"/>
                    <a:pt x="0" y="30"/>
                    <a:pt x="0" y="27"/>
                  </a:cubicBezTo>
                  <a:close/>
                  <a:moveTo>
                    <a:pt x="34" y="21"/>
                  </a:moveTo>
                  <a:cubicBezTo>
                    <a:pt x="34" y="20"/>
                    <a:pt x="34" y="18"/>
                    <a:pt x="34" y="17"/>
                  </a:cubicBezTo>
                  <a:cubicBezTo>
                    <a:pt x="33" y="15"/>
                    <a:pt x="32" y="14"/>
                    <a:pt x="32" y="13"/>
                  </a:cubicBezTo>
                  <a:cubicBezTo>
                    <a:pt x="31" y="12"/>
                    <a:pt x="30" y="11"/>
                    <a:pt x="28" y="11"/>
                  </a:cubicBezTo>
                  <a:cubicBezTo>
                    <a:pt x="27" y="10"/>
                    <a:pt x="26" y="10"/>
                    <a:pt x="24" y="10"/>
                  </a:cubicBezTo>
                  <a:cubicBezTo>
                    <a:pt x="22" y="10"/>
                    <a:pt x="21" y="10"/>
                    <a:pt x="19" y="11"/>
                  </a:cubicBezTo>
                  <a:cubicBezTo>
                    <a:pt x="18" y="11"/>
                    <a:pt x="17" y="12"/>
                    <a:pt x="16" y="13"/>
                  </a:cubicBezTo>
                  <a:cubicBezTo>
                    <a:pt x="15" y="14"/>
                    <a:pt x="14" y="16"/>
                    <a:pt x="14" y="17"/>
                  </a:cubicBezTo>
                  <a:cubicBezTo>
                    <a:pt x="13" y="18"/>
                    <a:pt x="13" y="20"/>
                    <a:pt x="13" y="21"/>
                  </a:cubicBezTo>
                  <a:lnTo>
                    <a:pt x="34"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29" name="Freeform 7">
              <a:extLst>
                <a:ext uri="{FF2B5EF4-FFF2-40B4-BE49-F238E27FC236}">
                  <a16:creationId xmlns:a16="http://schemas.microsoft.com/office/drawing/2014/main" id="{E87745CD-1FEA-4787-853E-B3F92946D114}"/>
                </a:ext>
              </a:extLst>
            </p:cNvPr>
            <p:cNvSpPr>
              <a:spLocks noEditPoints="1"/>
            </p:cNvSpPr>
            <p:nvPr userDrawn="1"/>
          </p:nvSpPr>
          <p:spPr bwMode="auto">
            <a:xfrm>
              <a:off x="1038000" y="5030484"/>
              <a:ext cx="298450" cy="334963"/>
            </a:xfrm>
            <a:custGeom>
              <a:avLst/>
              <a:gdLst>
                <a:gd name="T0" fmla="*/ 49 w 49"/>
                <a:gd name="T1" fmla="*/ 26 h 53"/>
                <a:gd name="T2" fmla="*/ 47 w 49"/>
                <a:gd name="T3" fmla="*/ 37 h 53"/>
                <a:gd name="T4" fmla="*/ 42 w 49"/>
                <a:gd name="T5" fmla="*/ 45 h 53"/>
                <a:gd name="T6" fmla="*/ 34 w 49"/>
                <a:gd name="T7" fmla="*/ 51 h 53"/>
                <a:gd name="T8" fmla="*/ 24 w 49"/>
                <a:gd name="T9" fmla="*/ 53 h 53"/>
                <a:gd name="T10" fmla="*/ 15 w 49"/>
                <a:gd name="T11" fmla="*/ 51 h 53"/>
                <a:gd name="T12" fmla="*/ 7 w 49"/>
                <a:gd name="T13" fmla="*/ 45 h 53"/>
                <a:gd name="T14" fmla="*/ 2 w 49"/>
                <a:gd name="T15" fmla="*/ 37 h 53"/>
                <a:gd name="T16" fmla="*/ 0 w 49"/>
                <a:gd name="T17" fmla="*/ 26 h 53"/>
                <a:gd name="T18" fmla="*/ 2 w 49"/>
                <a:gd name="T19" fmla="*/ 15 h 53"/>
                <a:gd name="T20" fmla="*/ 7 w 49"/>
                <a:gd name="T21" fmla="*/ 7 h 53"/>
                <a:gd name="T22" fmla="*/ 15 w 49"/>
                <a:gd name="T23" fmla="*/ 2 h 53"/>
                <a:gd name="T24" fmla="*/ 24 w 49"/>
                <a:gd name="T25" fmla="*/ 0 h 53"/>
                <a:gd name="T26" fmla="*/ 34 w 49"/>
                <a:gd name="T27" fmla="*/ 2 h 53"/>
                <a:gd name="T28" fmla="*/ 42 w 49"/>
                <a:gd name="T29" fmla="*/ 7 h 53"/>
                <a:gd name="T30" fmla="*/ 47 w 49"/>
                <a:gd name="T31" fmla="*/ 15 h 53"/>
                <a:gd name="T32" fmla="*/ 49 w 49"/>
                <a:gd name="T33" fmla="*/ 26 h 53"/>
                <a:gd name="T34" fmla="*/ 37 w 49"/>
                <a:gd name="T35" fmla="*/ 26 h 53"/>
                <a:gd name="T36" fmla="*/ 33 w 49"/>
                <a:gd name="T37" fmla="*/ 14 h 53"/>
                <a:gd name="T38" fmla="*/ 24 w 49"/>
                <a:gd name="T39" fmla="*/ 10 h 53"/>
                <a:gd name="T40" fmla="*/ 16 w 49"/>
                <a:gd name="T41" fmla="*/ 14 h 53"/>
                <a:gd name="T42" fmla="*/ 12 w 49"/>
                <a:gd name="T43" fmla="*/ 26 h 53"/>
                <a:gd name="T44" fmla="*/ 16 w 49"/>
                <a:gd name="T45" fmla="*/ 38 h 53"/>
                <a:gd name="T46" fmla="*/ 24 w 49"/>
                <a:gd name="T47" fmla="*/ 43 h 53"/>
                <a:gd name="T48" fmla="*/ 33 w 49"/>
                <a:gd name="T49" fmla="*/ 38 h 53"/>
                <a:gd name="T50" fmla="*/ 37 w 49"/>
                <a:gd name="T5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9" h="53">
                  <a:moveTo>
                    <a:pt x="49" y="26"/>
                  </a:moveTo>
                  <a:cubicBezTo>
                    <a:pt x="49" y="30"/>
                    <a:pt x="48" y="34"/>
                    <a:pt x="47" y="37"/>
                  </a:cubicBezTo>
                  <a:cubicBezTo>
                    <a:pt x="46" y="40"/>
                    <a:pt x="44" y="43"/>
                    <a:pt x="42" y="45"/>
                  </a:cubicBezTo>
                  <a:cubicBezTo>
                    <a:pt x="40" y="48"/>
                    <a:pt x="37" y="50"/>
                    <a:pt x="34" y="51"/>
                  </a:cubicBezTo>
                  <a:cubicBezTo>
                    <a:pt x="31" y="52"/>
                    <a:pt x="28" y="53"/>
                    <a:pt x="24" y="53"/>
                  </a:cubicBezTo>
                  <a:cubicBezTo>
                    <a:pt x="21" y="53"/>
                    <a:pt x="18" y="52"/>
                    <a:pt x="15" y="51"/>
                  </a:cubicBezTo>
                  <a:cubicBezTo>
                    <a:pt x="12" y="50"/>
                    <a:pt x="9" y="48"/>
                    <a:pt x="7" y="45"/>
                  </a:cubicBezTo>
                  <a:cubicBezTo>
                    <a:pt x="5" y="43"/>
                    <a:pt x="3" y="40"/>
                    <a:pt x="2" y="37"/>
                  </a:cubicBezTo>
                  <a:cubicBezTo>
                    <a:pt x="1" y="34"/>
                    <a:pt x="0" y="30"/>
                    <a:pt x="0" y="26"/>
                  </a:cubicBezTo>
                  <a:cubicBezTo>
                    <a:pt x="0" y="22"/>
                    <a:pt x="1" y="19"/>
                    <a:pt x="2" y="15"/>
                  </a:cubicBezTo>
                  <a:cubicBezTo>
                    <a:pt x="3" y="12"/>
                    <a:pt x="5" y="9"/>
                    <a:pt x="7" y="7"/>
                  </a:cubicBezTo>
                  <a:cubicBezTo>
                    <a:pt x="9" y="5"/>
                    <a:pt x="12" y="3"/>
                    <a:pt x="15" y="2"/>
                  </a:cubicBezTo>
                  <a:cubicBezTo>
                    <a:pt x="18" y="1"/>
                    <a:pt x="21" y="0"/>
                    <a:pt x="24" y="0"/>
                  </a:cubicBezTo>
                  <a:cubicBezTo>
                    <a:pt x="28" y="0"/>
                    <a:pt x="31" y="1"/>
                    <a:pt x="34" y="2"/>
                  </a:cubicBezTo>
                  <a:cubicBezTo>
                    <a:pt x="37" y="3"/>
                    <a:pt x="40" y="5"/>
                    <a:pt x="42" y="7"/>
                  </a:cubicBezTo>
                  <a:cubicBezTo>
                    <a:pt x="44" y="9"/>
                    <a:pt x="46" y="12"/>
                    <a:pt x="47" y="15"/>
                  </a:cubicBezTo>
                  <a:cubicBezTo>
                    <a:pt x="48" y="19"/>
                    <a:pt x="49" y="22"/>
                    <a:pt x="49" y="26"/>
                  </a:cubicBezTo>
                  <a:close/>
                  <a:moveTo>
                    <a:pt x="37" y="26"/>
                  </a:moveTo>
                  <a:cubicBezTo>
                    <a:pt x="37" y="21"/>
                    <a:pt x="36" y="17"/>
                    <a:pt x="33" y="14"/>
                  </a:cubicBezTo>
                  <a:cubicBezTo>
                    <a:pt x="31" y="11"/>
                    <a:pt x="28" y="10"/>
                    <a:pt x="24" y="10"/>
                  </a:cubicBezTo>
                  <a:cubicBezTo>
                    <a:pt x="21" y="10"/>
                    <a:pt x="18" y="11"/>
                    <a:pt x="16" y="14"/>
                  </a:cubicBezTo>
                  <a:cubicBezTo>
                    <a:pt x="13" y="17"/>
                    <a:pt x="12" y="21"/>
                    <a:pt x="12" y="26"/>
                  </a:cubicBezTo>
                  <a:cubicBezTo>
                    <a:pt x="12" y="31"/>
                    <a:pt x="13" y="35"/>
                    <a:pt x="16" y="38"/>
                  </a:cubicBezTo>
                  <a:cubicBezTo>
                    <a:pt x="18" y="41"/>
                    <a:pt x="21" y="43"/>
                    <a:pt x="24" y="43"/>
                  </a:cubicBezTo>
                  <a:cubicBezTo>
                    <a:pt x="28" y="43"/>
                    <a:pt x="31" y="41"/>
                    <a:pt x="33" y="38"/>
                  </a:cubicBezTo>
                  <a:cubicBezTo>
                    <a:pt x="36" y="35"/>
                    <a:pt x="37" y="31"/>
                    <a:pt x="37" y="2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30" name="Freeform 8">
              <a:extLst>
                <a:ext uri="{FF2B5EF4-FFF2-40B4-BE49-F238E27FC236}">
                  <a16:creationId xmlns:a16="http://schemas.microsoft.com/office/drawing/2014/main" id="{736BE8F4-4385-41DC-891E-4C7A0CB2F177}"/>
                </a:ext>
              </a:extLst>
            </p:cNvPr>
            <p:cNvSpPr>
              <a:spLocks noEditPoints="1"/>
            </p:cNvSpPr>
            <p:nvPr userDrawn="1"/>
          </p:nvSpPr>
          <p:spPr bwMode="auto">
            <a:xfrm>
              <a:off x="1398362" y="5030484"/>
              <a:ext cx="274638" cy="434975"/>
            </a:xfrm>
            <a:custGeom>
              <a:avLst/>
              <a:gdLst>
                <a:gd name="T0" fmla="*/ 45 w 45"/>
                <a:gd name="T1" fmla="*/ 26 h 69"/>
                <a:gd name="T2" fmla="*/ 43 w 45"/>
                <a:gd name="T3" fmla="*/ 37 h 69"/>
                <a:gd name="T4" fmla="*/ 39 w 45"/>
                <a:gd name="T5" fmla="*/ 45 h 69"/>
                <a:gd name="T6" fmla="*/ 32 w 45"/>
                <a:gd name="T7" fmla="*/ 51 h 69"/>
                <a:gd name="T8" fmla="*/ 23 w 45"/>
                <a:gd name="T9" fmla="*/ 52 h 69"/>
                <a:gd name="T10" fmla="*/ 16 w 45"/>
                <a:gd name="T11" fmla="*/ 52 h 69"/>
                <a:gd name="T12" fmla="*/ 11 w 45"/>
                <a:gd name="T13" fmla="*/ 50 h 69"/>
                <a:gd name="T14" fmla="*/ 11 w 45"/>
                <a:gd name="T15" fmla="*/ 69 h 69"/>
                <a:gd name="T16" fmla="*/ 0 w 45"/>
                <a:gd name="T17" fmla="*/ 69 h 69"/>
                <a:gd name="T18" fmla="*/ 0 w 45"/>
                <a:gd name="T19" fmla="*/ 3 h 69"/>
                <a:gd name="T20" fmla="*/ 8 w 45"/>
                <a:gd name="T21" fmla="*/ 1 h 69"/>
                <a:gd name="T22" fmla="*/ 19 w 45"/>
                <a:gd name="T23" fmla="*/ 0 h 69"/>
                <a:gd name="T24" fmla="*/ 30 w 45"/>
                <a:gd name="T25" fmla="*/ 2 h 69"/>
                <a:gd name="T26" fmla="*/ 38 w 45"/>
                <a:gd name="T27" fmla="*/ 7 h 69"/>
                <a:gd name="T28" fmla="*/ 43 w 45"/>
                <a:gd name="T29" fmla="*/ 15 h 69"/>
                <a:gd name="T30" fmla="*/ 45 w 45"/>
                <a:gd name="T31" fmla="*/ 26 h 69"/>
                <a:gd name="T32" fmla="*/ 33 w 45"/>
                <a:gd name="T33" fmla="*/ 27 h 69"/>
                <a:gd name="T34" fmla="*/ 29 w 45"/>
                <a:gd name="T35" fmla="*/ 14 h 69"/>
                <a:gd name="T36" fmla="*/ 18 w 45"/>
                <a:gd name="T37" fmla="*/ 10 h 69"/>
                <a:gd name="T38" fmla="*/ 15 w 45"/>
                <a:gd name="T39" fmla="*/ 10 h 69"/>
                <a:gd name="T40" fmla="*/ 11 w 45"/>
                <a:gd name="T41" fmla="*/ 11 h 69"/>
                <a:gd name="T42" fmla="*/ 11 w 45"/>
                <a:gd name="T43" fmla="*/ 40 h 69"/>
                <a:gd name="T44" fmla="*/ 15 w 45"/>
                <a:gd name="T45" fmla="*/ 42 h 69"/>
                <a:gd name="T46" fmla="*/ 21 w 45"/>
                <a:gd name="T47" fmla="*/ 42 h 69"/>
                <a:gd name="T48" fmla="*/ 30 w 45"/>
                <a:gd name="T49" fmla="*/ 38 h 69"/>
                <a:gd name="T50" fmla="*/ 33 w 45"/>
                <a:gd name="T51" fmla="*/ 27 h 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5" h="69">
                  <a:moveTo>
                    <a:pt x="45" y="26"/>
                  </a:moveTo>
                  <a:cubicBezTo>
                    <a:pt x="45" y="30"/>
                    <a:pt x="44" y="34"/>
                    <a:pt x="43" y="37"/>
                  </a:cubicBezTo>
                  <a:cubicBezTo>
                    <a:pt x="42" y="40"/>
                    <a:pt x="41" y="43"/>
                    <a:pt x="39" y="45"/>
                  </a:cubicBezTo>
                  <a:cubicBezTo>
                    <a:pt x="37" y="47"/>
                    <a:pt x="35" y="49"/>
                    <a:pt x="32" y="51"/>
                  </a:cubicBezTo>
                  <a:cubicBezTo>
                    <a:pt x="29" y="52"/>
                    <a:pt x="26" y="52"/>
                    <a:pt x="23" y="52"/>
                  </a:cubicBezTo>
                  <a:cubicBezTo>
                    <a:pt x="20" y="52"/>
                    <a:pt x="18" y="52"/>
                    <a:pt x="16" y="52"/>
                  </a:cubicBezTo>
                  <a:cubicBezTo>
                    <a:pt x="14" y="51"/>
                    <a:pt x="13" y="50"/>
                    <a:pt x="11" y="50"/>
                  </a:cubicBezTo>
                  <a:cubicBezTo>
                    <a:pt x="11" y="69"/>
                    <a:pt x="11" y="69"/>
                    <a:pt x="11" y="69"/>
                  </a:cubicBezTo>
                  <a:cubicBezTo>
                    <a:pt x="0" y="69"/>
                    <a:pt x="0" y="69"/>
                    <a:pt x="0" y="69"/>
                  </a:cubicBezTo>
                  <a:cubicBezTo>
                    <a:pt x="0" y="3"/>
                    <a:pt x="0" y="3"/>
                    <a:pt x="0" y="3"/>
                  </a:cubicBezTo>
                  <a:cubicBezTo>
                    <a:pt x="2" y="2"/>
                    <a:pt x="5" y="2"/>
                    <a:pt x="8" y="1"/>
                  </a:cubicBezTo>
                  <a:cubicBezTo>
                    <a:pt x="12" y="0"/>
                    <a:pt x="16" y="0"/>
                    <a:pt x="19" y="0"/>
                  </a:cubicBezTo>
                  <a:cubicBezTo>
                    <a:pt x="23" y="0"/>
                    <a:pt x="27" y="1"/>
                    <a:pt x="30" y="2"/>
                  </a:cubicBezTo>
                  <a:cubicBezTo>
                    <a:pt x="33" y="3"/>
                    <a:pt x="36" y="5"/>
                    <a:pt x="38" y="7"/>
                  </a:cubicBezTo>
                  <a:cubicBezTo>
                    <a:pt x="40" y="9"/>
                    <a:pt x="42" y="12"/>
                    <a:pt x="43" y="15"/>
                  </a:cubicBezTo>
                  <a:cubicBezTo>
                    <a:pt x="44" y="19"/>
                    <a:pt x="45" y="22"/>
                    <a:pt x="45" y="26"/>
                  </a:cubicBezTo>
                  <a:close/>
                  <a:moveTo>
                    <a:pt x="33" y="27"/>
                  </a:moveTo>
                  <a:cubicBezTo>
                    <a:pt x="33" y="21"/>
                    <a:pt x="32" y="17"/>
                    <a:pt x="29" y="14"/>
                  </a:cubicBezTo>
                  <a:cubicBezTo>
                    <a:pt x="27" y="12"/>
                    <a:pt x="23" y="10"/>
                    <a:pt x="18" y="10"/>
                  </a:cubicBezTo>
                  <a:cubicBezTo>
                    <a:pt x="17" y="10"/>
                    <a:pt x="16" y="10"/>
                    <a:pt x="15" y="10"/>
                  </a:cubicBezTo>
                  <a:cubicBezTo>
                    <a:pt x="14" y="10"/>
                    <a:pt x="12" y="11"/>
                    <a:pt x="11" y="11"/>
                  </a:cubicBezTo>
                  <a:cubicBezTo>
                    <a:pt x="11" y="40"/>
                    <a:pt x="11" y="40"/>
                    <a:pt x="11" y="40"/>
                  </a:cubicBezTo>
                  <a:cubicBezTo>
                    <a:pt x="12" y="40"/>
                    <a:pt x="14" y="41"/>
                    <a:pt x="15" y="42"/>
                  </a:cubicBezTo>
                  <a:cubicBezTo>
                    <a:pt x="17" y="42"/>
                    <a:pt x="19" y="42"/>
                    <a:pt x="21" y="42"/>
                  </a:cubicBezTo>
                  <a:cubicBezTo>
                    <a:pt x="25" y="42"/>
                    <a:pt x="28" y="41"/>
                    <a:pt x="30" y="38"/>
                  </a:cubicBezTo>
                  <a:cubicBezTo>
                    <a:pt x="32" y="35"/>
                    <a:pt x="33" y="31"/>
                    <a:pt x="33" y="27"/>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31" name="Freeform 9">
              <a:extLst>
                <a:ext uri="{FF2B5EF4-FFF2-40B4-BE49-F238E27FC236}">
                  <a16:creationId xmlns:a16="http://schemas.microsoft.com/office/drawing/2014/main" id="{F61E42E2-4849-4296-AD4C-9F7E6208C913}"/>
                </a:ext>
              </a:extLst>
            </p:cNvPr>
            <p:cNvSpPr>
              <a:spLocks/>
            </p:cNvSpPr>
            <p:nvPr userDrawn="1"/>
          </p:nvSpPr>
          <p:spPr bwMode="auto">
            <a:xfrm>
              <a:off x="1734912" y="4886021"/>
              <a:ext cx="115888" cy="473075"/>
            </a:xfrm>
            <a:custGeom>
              <a:avLst/>
              <a:gdLst>
                <a:gd name="T0" fmla="*/ 17 w 19"/>
                <a:gd name="T1" fmla="*/ 75 h 75"/>
                <a:gd name="T2" fmla="*/ 9 w 19"/>
                <a:gd name="T3" fmla="*/ 74 h 75"/>
                <a:gd name="T4" fmla="*/ 3 w 19"/>
                <a:gd name="T5" fmla="*/ 71 h 75"/>
                <a:gd name="T6" fmla="*/ 1 w 19"/>
                <a:gd name="T7" fmla="*/ 66 h 75"/>
                <a:gd name="T8" fmla="*/ 0 w 19"/>
                <a:gd name="T9" fmla="*/ 60 h 75"/>
                <a:gd name="T10" fmla="*/ 0 w 19"/>
                <a:gd name="T11" fmla="*/ 2 h 75"/>
                <a:gd name="T12" fmla="*/ 11 w 19"/>
                <a:gd name="T13" fmla="*/ 0 h 75"/>
                <a:gd name="T14" fmla="*/ 11 w 19"/>
                <a:gd name="T15" fmla="*/ 57 h 75"/>
                <a:gd name="T16" fmla="*/ 12 w 19"/>
                <a:gd name="T17" fmla="*/ 61 h 75"/>
                <a:gd name="T18" fmla="*/ 13 w 19"/>
                <a:gd name="T19" fmla="*/ 63 h 75"/>
                <a:gd name="T20" fmla="*/ 15 w 19"/>
                <a:gd name="T21" fmla="*/ 65 h 75"/>
                <a:gd name="T22" fmla="*/ 19 w 19"/>
                <a:gd name="T23" fmla="*/ 66 h 75"/>
                <a:gd name="T24" fmla="*/ 17 w 19"/>
                <a:gd name="T25"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75">
                  <a:moveTo>
                    <a:pt x="17" y="75"/>
                  </a:moveTo>
                  <a:cubicBezTo>
                    <a:pt x="14" y="75"/>
                    <a:pt x="11" y="75"/>
                    <a:pt x="9" y="74"/>
                  </a:cubicBezTo>
                  <a:cubicBezTo>
                    <a:pt x="7" y="73"/>
                    <a:pt x="5" y="72"/>
                    <a:pt x="3" y="71"/>
                  </a:cubicBezTo>
                  <a:cubicBezTo>
                    <a:pt x="2" y="70"/>
                    <a:pt x="1" y="68"/>
                    <a:pt x="1" y="66"/>
                  </a:cubicBezTo>
                  <a:cubicBezTo>
                    <a:pt x="0" y="64"/>
                    <a:pt x="0" y="62"/>
                    <a:pt x="0" y="60"/>
                  </a:cubicBezTo>
                  <a:cubicBezTo>
                    <a:pt x="0" y="2"/>
                    <a:pt x="0" y="2"/>
                    <a:pt x="0" y="2"/>
                  </a:cubicBezTo>
                  <a:cubicBezTo>
                    <a:pt x="11" y="0"/>
                    <a:pt x="11" y="0"/>
                    <a:pt x="11" y="0"/>
                  </a:cubicBezTo>
                  <a:cubicBezTo>
                    <a:pt x="11" y="57"/>
                    <a:pt x="11" y="57"/>
                    <a:pt x="11" y="57"/>
                  </a:cubicBezTo>
                  <a:cubicBezTo>
                    <a:pt x="11" y="59"/>
                    <a:pt x="11" y="60"/>
                    <a:pt x="12" y="61"/>
                  </a:cubicBezTo>
                  <a:cubicBezTo>
                    <a:pt x="12" y="62"/>
                    <a:pt x="12" y="63"/>
                    <a:pt x="13" y="63"/>
                  </a:cubicBezTo>
                  <a:cubicBezTo>
                    <a:pt x="13" y="64"/>
                    <a:pt x="14" y="65"/>
                    <a:pt x="15" y="65"/>
                  </a:cubicBezTo>
                  <a:cubicBezTo>
                    <a:pt x="16" y="65"/>
                    <a:pt x="18" y="66"/>
                    <a:pt x="19" y="66"/>
                  </a:cubicBezTo>
                  <a:lnTo>
                    <a:pt x="17" y="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32" name="Freeform 10">
              <a:extLst>
                <a:ext uri="{FF2B5EF4-FFF2-40B4-BE49-F238E27FC236}">
                  <a16:creationId xmlns:a16="http://schemas.microsoft.com/office/drawing/2014/main" id="{90999C1F-E9A1-4857-94A7-BE92F2D5B14A}"/>
                </a:ext>
              </a:extLst>
            </p:cNvPr>
            <p:cNvSpPr>
              <a:spLocks noEditPoints="1"/>
            </p:cNvSpPr>
            <p:nvPr userDrawn="1"/>
          </p:nvSpPr>
          <p:spPr bwMode="auto">
            <a:xfrm>
              <a:off x="1880962" y="5030484"/>
              <a:ext cx="274638" cy="334963"/>
            </a:xfrm>
            <a:custGeom>
              <a:avLst/>
              <a:gdLst>
                <a:gd name="T0" fmla="*/ 0 w 45"/>
                <a:gd name="T1" fmla="*/ 27 h 53"/>
                <a:gd name="T2" fmla="*/ 2 w 45"/>
                <a:gd name="T3" fmla="*/ 15 h 53"/>
                <a:gd name="T4" fmla="*/ 7 w 45"/>
                <a:gd name="T5" fmla="*/ 7 h 53"/>
                <a:gd name="T6" fmla="*/ 14 w 45"/>
                <a:gd name="T7" fmla="*/ 2 h 53"/>
                <a:gd name="T8" fmla="*/ 23 w 45"/>
                <a:gd name="T9" fmla="*/ 0 h 53"/>
                <a:gd name="T10" fmla="*/ 39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0 w 45"/>
                <a:gd name="T27" fmla="*/ 40 h 53"/>
                <a:gd name="T28" fmla="*/ 42 w 45"/>
                <a:gd name="T29" fmla="*/ 50 h 53"/>
                <a:gd name="T30" fmla="*/ 39 w 45"/>
                <a:gd name="T31" fmla="*/ 51 h 53"/>
                <a:gd name="T32" fmla="*/ 35 w 45"/>
                <a:gd name="T33" fmla="*/ 52 h 53"/>
                <a:gd name="T34" fmla="*/ 31 w 45"/>
                <a:gd name="T35" fmla="*/ 52 h 53"/>
                <a:gd name="T36" fmla="*/ 26 w 45"/>
                <a:gd name="T37" fmla="*/ 53 h 53"/>
                <a:gd name="T38" fmla="*/ 14 w 45"/>
                <a:gd name="T39" fmla="*/ 51 h 53"/>
                <a:gd name="T40" fmla="*/ 6 w 45"/>
                <a:gd name="T41" fmla="*/ 45 h 53"/>
                <a:gd name="T42" fmla="*/ 1 w 45"/>
                <a:gd name="T43" fmla="*/ 37 h 53"/>
                <a:gd name="T44" fmla="*/ 0 w 45"/>
                <a:gd name="T45" fmla="*/ 27 h 53"/>
                <a:gd name="T46" fmla="*/ 33 w 45"/>
                <a:gd name="T47" fmla="*/ 21 h 53"/>
                <a:gd name="T48" fmla="*/ 33 w 45"/>
                <a:gd name="T49" fmla="*/ 17 h 53"/>
                <a:gd name="T50" fmla="*/ 31 w 45"/>
                <a:gd name="T51" fmla="*/ 13 h 53"/>
                <a:gd name="T52" fmla="*/ 28 w 45"/>
                <a:gd name="T53" fmla="*/ 11 h 53"/>
                <a:gd name="T54" fmla="*/ 23 w 45"/>
                <a:gd name="T55" fmla="*/ 10 h 53"/>
                <a:gd name="T56" fmla="*/ 18 w 45"/>
                <a:gd name="T57" fmla="*/ 11 h 53"/>
                <a:gd name="T58" fmla="*/ 15 w 45"/>
                <a:gd name="T59" fmla="*/ 13 h 53"/>
                <a:gd name="T60" fmla="*/ 13 w 45"/>
                <a:gd name="T61" fmla="*/ 17 h 53"/>
                <a:gd name="T62" fmla="*/ 12 w 45"/>
                <a:gd name="T63" fmla="*/ 21 h 53"/>
                <a:gd name="T64" fmla="*/ 33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0" y="18"/>
                    <a:pt x="2" y="15"/>
                  </a:cubicBezTo>
                  <a:cubicBezTo>
                    <a:pt x="3" y="12"/>
                    <a:pt x="5" y="9"/>
                    <a:pt x="7" y="7"/>
                  </a:cubicBezTo>
                  <a:cubicBezTo>
                    <a:pt x="9" y="4"/>
                    <a:pt x="12" y="3"/>
                    <a:pt x="14" y="2"/>
                  </a:cubicBezTo>
                  <a:cubicBezTo>
                    <a:pt x="17" y="0"/>
                    <a:pt x="20" y="0"/>
                    <a:pt x="23" y="0"/>
                  </a:cubicBezTo>
                  <a:cubicBezTo>
                    <a:pt x="30" y="0"/>
                    <a:pt x="35" y="2"/>
                    <a:pt x="39" y="6"/>
                  </a:cubicBezTo>
                  <a:cubicBezTo>
                    <a:pt x="43"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2" y="43"/>
                    <a:pt x="27" y="43"/>
                  </a:cubicBezTo>
                  <a:cubicBezTo>
                    <a:pt x="30" y="43"/>
                    <a:pt x="32" y="42"/>
                    <a:pt x="35" y="42"/>
                  </a:cubicBezTo>
                  <a:cubicBezTo>
                    <a:pt x="37" y="41"/>
                    <a:pt x="39" y="41"/>
                    <a:pt x="40" y="40"/>
                  </a:cubicBezTo>
                  <a:cubicBezTo>
                    <a:pt x="42" y="50"/>
                    <a:pt x="42" y="50"/>
                    <a:pt x="42" y="50"/>
                  </a:cubicBezTo>
                  <a:cubicBezTo>
                    <a:pt x="41" y="50"/>
                    <a:pt x="40" y="50"/>
                    <a:pt x="39" y="51"/>
                  </a:cubicBezTo>
                  <a:cubicBezTo>
                    <a:pt x="38" y="51"/>
                    <a:pt x="37" y="51"/>
                    <a:pt x="35" y="52"/>
                  </a:cubicBezTo>
                  <a:cubicBezTo>
                    <a:pt x="34" y="52"/>
                    <a:pt x="32" y="52"/>
                    <a:pt x="31" y="52"/>
                  </a:cubicBezTo>
                  <a:cubicBezTo>
                    <a:pt x="29" y="53"/>
                    <a:pt x="27" y="53"/>
                    <a:pt x="26" y="53"/>
                  </a:cubicBezTo>
                  <a:cubicBezTo>
                    <a:pt x="21" y="53"/>
                    <a:pt x="17" y="52"/>
                    <a:pt x="14" y="51"/>
                  </a:cubicBezTo>
                  <a:cubicBezTo>
                    <a:pt x="11" y="49"/>
                    <a:pt x="8" y="48"/>
                    <a:pt x="6" y="45"/>
                  </a:cubicBezTo>
                  <a:cubicBezTo>
                    <a:pt x="4" y="43"/>
                    <a:pt x="2" y="40"/>
                    <a:pt x="1" y="37"/>
                  </a:cubicBezTo>
                  <a:cubicBezTo>
                    <a:pt x="0" y="34"/>
                    <a:pt x="0" y="30"/>
                    <a:pt x="0" y="27"/>
                  </a:cubicBezTo>
                  <a:close/>
                  <a:moveTo>
                    <a:pt x="33" y="21"/>
                  </a:moveTo>
                  <a:cubicBezTo>
                    <a:pt x="33" y="20"/>
                    <a:pt x="33" y="18"/>
                    <a:pt x="33" y="17"/>
                  </a:cubicBezTo>
                  <a:cubicBezTo>
                    <a:pt x="32" y="15"/>
                    <a:pt x="32" y="14"/>
                    <a:pt x="31" y="13"/>
                  </a:cubicBezTo>
                  <a:cubicBezTo>
                    <a:pt x="30" y="12"/>
                    <a:pt x="29" y="11"/>
                    <a:pt x="28" y="11"/>
                  </a:cubicBezTo>
                  <a:cubicBezTo>
                    <a:pt x="26" y="10"/>
                    <a:pt x="25" y="10"/>
                    <a:pt x="23" y="10"/>
                  </a:cubicBezTo>
                  <a:cubicBezTo>
                    <a:pt x="21" y="10"/>
                    <a:pt x="20" y="10"/>
                    <a:pt x="18" y="11"/>
                  </a:cubicBezTo>
                  <a:cubicBezTo>
                    <a:pt x="17" y="11"/>
                    <a:pt x="16" y="12"/>
                    <a:pt x="15" y="13"/>
                  </a:cubicBezTo>
                  <a:cubicBezTo>
                    <a:pt x="14" y="14"/>
                    <a:pt x="13" y="16"/>
                    <a:pt x="13" y="17"/>
                  </a:cubicBezTo>
                  <a:cubicBezTo>
                    <a:pt x="12" y="18"/>
                    <a:pt x="12" y="20"/>
                    <a:pt x="12" y="21"/>
                  </a:cubicBezTo>
                  <a:lnTo>
                    <a:pt x="33"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33" name="Freeform 11">
              <a:extLst>
                <a:ext uri="{FF2B5EF4-FFF2-40B4-BE49-F238E27FC236}">
                  <a16:creationId xmlns:a16="http://schemas.microsoft.com/office/drawing/2014/main" id="{55510841-B679-4200-BD83-157497D64970}"/>
                </a:ext>
              </a:extLst>
            </p:cNvPr>
            <p:cNvSpPr>
              <a:spLocks/>
            </p:cNvSpPr>
            <p:nvPr userDrawn="1"/>
          </p:nvSpPr>
          <p:spPr bwMode="auto">
            <a:xfrm>
              <a:off x="2346100" y="5030484"/>
              <a:ext cx="422275" cy="322263"/>
            </a:xfrm>
            <a:custGeom>
              <a:avLst/>
              <a:gdLst>
                <a:gd name="T0" fmla="*/ 29 w 69"/>
                <a:gd name="T1" fmla="*/ 25 h 51"/>
                <a:gd name="T2" fmla="*/ 27 w 69"/>
                <a:gd name="T3" fmla="*/ 14 h 51"/>
                <a:gd name="T4" fmla="*/ 19 w 69"/>
                <a:gd name="T5" fmla="*/ 10 h 51"/>
                <a:gd name="T6" fmla="*/ 15 w 69"/>
                <a:gd name="T7" fmla="*/ 10 h 51"/>
                <a:gd name="T8" fmla="*/ 12 w 69"/>
                <a:gd name="T9" fmla="*/ 11 h 51"/>
                <a:gd name="T10" fmla="*/ 12 w 69"/>
                <a:gd name="T11" fmla="*/ 51 h 51"/>
                <a:gd name="T12" fmla="*/ 0 w 69"/>
                <a:gd name="T13" fmla="*/ 51 h 51"/>
                <a:gd name="T14" fmla="*/ 0 w 69"/>
                <a:gd name="T15" fmla="*/ 3 h 51"/>
                <a:gd name="T16" fmla="*/ 9 w 69"/>
                <a:gd name="T17" fmla="*/ 1 h 51"/>
                <a:gd name="T18" fmla="*/ 20 w 69"/>
                <a:gd name="T19" fmla="*/ 0 h 51"/>
                <a:gd name="T20" fmla="*/ 29 w 69"/>
                <a:gd name="T21" fmla="*/ 1 h 51"/>
                <a:gd name="T22" fmla="*/ 34 w 69"/>
                <a:gd name="T23" fmla="*/ 5 h 51"/>
                <a:gd name="T24" fmla="*/ 37 w 69"/>
                <a:gd name="T25" fmla="*/ 3 h 51"/>
                <a:gd name="T26" fmla="*/ 41 w 69"/>
                <a:gd name="T27" fmla="*/ 2 h 51"/>
                <a:gd name="T28" fmla="*/ 45 w 69"/>
                <a:gd name="T29" fmla="*/ 1 h 51"/>
                <a:gd name="T30" fmla="*/ 49 w 69"/>
                <a:gd name="T31" fmla="*/ 0 h 51"/>
                <a:gd name="T32" fmla="*/ 59 w 69"/>
                <a:gd name="T33" fmla="*/ 2 h 51"/>
                <a:gd name="T34" fmla="*/ 65 w 69"/>
                <a:gd name="T35" fmla="*/ 6 h 51"/>
                <a:gd name="T36" fmla="*/ 68 w 69"/>
                <a:gd name="T37" fmla="*/ 14 h 51"/>
                <a:gd name="T38" fmla="*/ 69 w 69"/>
                <a:gd name="T39" fmla="*/ 23 h 51"/>
                <a:gd name="T40" fmla="*/ 69 w 69"/>
                <a:gd name="T41" fmla="*/ 51 h 51"/>
                <a:gd name="T42" fmla="*/ 57 w 69"/>
                <a:gd name="T43" fmla="*/ 51 h 51"/>
                <a:gd name="T44" fmla="*/ 57 w 69"/>
                <a:gd name="T45" fmla="*/ 25 h 51"/>
                <a:gd name="T46" fmla="*/ 55 w 69"/>
                <a:gd name="T47" fmla="*/ 14 h 51"/>
                <a:gd name="T48" fmla="*/ 48 w 69"/>
                <a:gd name="T49" fmla="*/ 10 h 51"/>
                <a:gd name="T50" fmla="*/ 43 w 69"/>
                <a:gd name="T51" fmla="*/ 11 h 51"/>
                <a:gd name="T52" fmla="*/ 39 w 69"/>
                <a:gd name="T53" fmla="*/ 13 h 51"/>
                <a:gd name="T54" fmla="*/ 40 w 69"/>
                <a:gd name="T55" fmla="*/ 18 h 51"/>
                <a:gd name="T56" fmla="*/ 40 w 69"/>
                <a:gd name="T57" fmla="*/ 24 h 51"/>
                <a:gd name="T58" fmla="*/ 40 w 69"/>
                <a:gd name="T59" fmla="*/ 51 h 51"/>
                <a:gd name="T60" fmla="*/ 29 w 69"/>
                <a:gd name="T61" fmla="*/ 51 h 51"/>
                <a:gd name="T62" fmla="*/ 29 w 69"/>
                <a:gd name="T63" fmla="*/ 25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69" h="51">
                  <a:moveTo>
                    <a:pt x="29" y="25"/>
                  </a:moveTo>
                  <a:cubicBezTo>
                    <a:pt x="29" y="20"/>
                    <a:pt x="28" y="16"/>
                    <a:pt x="27" y="14"/>
                  </a:cubicBezTo>
                  <a:cubicBezTo>
                    <a:pt x="25" y="11"/>
                    <a:pt x="23" y="10"/>
                    <a:pt x="19" y="10"/>
                  </a:cubicBezTo>
                  <a:cubicBezTo>
                    <a:pt x="18" y="10"/>
                    <a:pt x="17" y="10"/>
                    <a:pt x="15" y="10"/>
                  </a:cubicBezTo>
                  <a:cubicBezTo>
                    <a:pt x="13" y="11"/>
                    <a:pt x="12" y="11"/>
                    <a:pt x="12" y="11"/>
                  </a:cubicBezTo>
                  <a:cubicBezTo>
                    <a:pt x="12" y="51"/>
                    <a:pt x="12" y="51"/>
                    <a:pt x="12" y="51"/>
                  </a:cubicBezTo>
                  <a:cubicBezTo>
                    <a:pt x="0" y="51"/>
                    <a:pt x="0" y="51"/>
                    <a:pt x="0" y="51"/>
                  </a:cubicBezTo>
                  <a:cubicBezTo>
                    <a:pt x="0" y="3"/>
                    <a:pt x="0" y="3"/>
                    <a:pt x="0" y="3"/>
                  </a:cubicBezTo>
                  <a:cubicBezTo>
                    <a:pt x="2" y="2"/>
                    <a:pt x="5" y="2"/>
                    <a:pt x="9" y="1"/>
                  </a:cubicBezTo>
                  <a:cubicBezTo>
                    <a:pt x="12" y="0"/>
                    <a:pt x="16" y="0"/>
                    <a:pt x="20" y="0"/>
                  </a:cubicBezTo>
                  <a:cubicBezTo>
                    <a:pt x="24" y="0"/>
                    <a:pt x="26" y="1"/>
                    <a:pt x="29" y="1"/>
                  </a:cubicBezTo>
                  <a:cubicBezTo>
                    <a:pt x="31" y="2"/>
                    <a:pt x="33" y="4"/>
                    <a:pt x="34" y="5"/>
                  </a:cubicBezTo>
                  <a:cubicBezTo>
                    <a:pt x="35" y="4"/>
                    <a:pt x="36" y="4"/>
                    <a:pt x="37" y="3"/>
                  </a:cubicBezTo>
                  <a:cubicBezTo>
                    <a:pt x="38" y="3"/>
                    <a:pt x="39" y="2"/>
                    <a:pt x="41" y="2"/>
                  </a:cubicBezTo>
                  <a:cubicBezTo>
                    <a:pt x="42" y="1"/>
                    <a:pt x="43" y="1"/>
                    <a:pt x="45" y="1"/>
                  </a:cubicBezTo>
                  <a:cubicBezTo>
                    <a:pt x="46" y="0"/>
                    <a:pt x="48" y="0"/>
                    <a:pt x="49" y="0"/>
                  </a:cubicBezTo>
                  <a:cubicBezTo>
                    <a:pt x="53" y="0"/>
                    <a:pt x="56" y="1"/>
                    <a:pt x="59" y="2"/>
                  </a:cubicBezTo>
                  <a:cubicBezTo>
                    <a:pt x="62" y="3"/>
                    <a:pt x="63" y="4"/>
                    <a:pt x="65" y="6"/>
                  </a:cubicBezTo>
                  <a:cubicBezTo>
                    <a:pt x="66" y="9"/>
                    <a:pt x="67" y="11"/>
                    <a:pt x="68" y="14"/>
                  </a:cubicBezTo>
                  <a:cubicBezTo>
                    <a:pt x="68" y="17"/>
                    <a:pt x="69" y="20"/>
                    <a:pt x="69" y="23"/>
                  </a:cubicBezTo>
                  <a:cubicBezTo>
                    <a:pt x="69" y="51"/>
                    <a:pt x="69" y="51"/>
                    <a:pt x="69" y="51"/>
                  </a:cubicBezTo>
                  <a:cubicBezTo>
                    <a:pt x="57" y="51"/>
                    <a:pt x="57" y="51"/>
                    <a:pt x="57" y="51"/>
                  </a:cubicBezTo>
                  <a:cubicBezTo>
                    <a:pt x="57" y="25"/>
                    <a:pt x="57" y="25"/>
                    <a:pt x="57" y="25"/>
                  </a:cubicBezTo>
                  <a:cubicBezTo>
                    <a:pt x="57" y="20"/>
                    <a:pt x="56" y="16"/>
                    <a:pt x="55" y="14"/>
                  </a:cubicBezTo>
                  <a:cubicBezTo>
                    <a:pt x="54" y="11"/>
                    <a:pt x="51" y="10"/>
                    <a:pt x="48" y="10"/>
                  </a:cubicBezTo>
                  <a:cubicBezTo>
                    <a:pt x="46" y="10"/>
                    <a:pt x="44" y="10"/>
                    <a:pt x="43" y="11"/>
                  </a:cubicBezTo>
                  <a:cubicBezTo>
                    <a:pt x="41" y="12"/>
                    <a:pt x="40" y="12"/>
                    <a:pt x="39" y="13"/>
                  </a:cubicBezTo>
                  <a:cubicBezTo>
                    <a:pt x="39" y="14"/>
                    <a:pt x="40" y="16"/>
                    <a:pt x="40" y="18"/>
                  </a:cubicBezTo>
                  <a:cubicBezTo>
                    <a:pt x="40" y="20"/>
                    <a:pt x="40" y="22"/>
                    <a:pt x="40" y="24"/>
                  </a:cubicBezTo>
                  <a:cubicBezTo>
                    <a:pt x="40" y="51"/>
                    <a:pt x="40" y="51"/>
                    <a:pt x="40" y="51"/>
                  </a:cubicBezTo>
                  <a:cubicBezTo>
                    <a:pt x="29" y="51"/>
                    <a:pt x="29" y="51"/>
                    <a:pt x="29" y="51"/>
                  </a:cubicBezTo>
                  <a:lnTo>
                    <a:pt x="29" y="2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34" name="Freeform 12">
              <a:extLst>
                <a:ext uri="{FF2B5EF4-FFF2-40B4-BE49-F238E27FC236}">
                  <a16:creationId xmlns:a16="http://schemas.microsoft.com/office/drawing/2014/main" id="{333909EC-AA30-49D2-B39E-0474767BA1C3}"/>
                </a:ext>
              </a:extLst>
            </p:cNvPr>
            <p:cNvSpPr>
              <a:spLocks noEditPoints="1"/>
            </p:cNvSpPr>
            <p:nvPr userDrawn="1"/>
          </p:nvSpPr>
          <p:spPr bwMode="auto">
            <a:xfrm>
              <a:off x="2816000" y="5030484"/>
              <a:ext cx="250825" cy="328613"/>
            </a:xfrm>
            <a:custGeom>
              <a:avLst/>
              <a:gdLst>
                <a:gd name="T0" fmla="*/ 21 w 41"/>
                <a:gd name="T1" fmla="*/ 0 h 52"/>
                <a:gd name="T2" fmla="*/ 30 w 41"/>
                <a:gd name="T3" fmla="*/ 1 h 52"/>
                <a:gd name="T4" fmla="*/ 37 w 41"/>
                <a:gd name="T5" fmla="*/ 5 h 52"/>
                <a:gd name="T6" fmla="*/ 40 w 41"/>
                <a:gd name="T7" fmla="*/ 12 h 52"/>
                <a:gd name="T8" fmla="*/ 41 w 41"/>
                <a:gd name="T9" fmla="*/ 20 h 52"/>
                <a:gd name="T10" fmla="*/ 41 w 41"/>
                <a:gd name="T11" fmla="*/ 50 h 52"/>
                <a:gd name="T12" fmla="*/ 33 w 41"/>
                <a:gd name="T13" fmla="*/ 52 h 52"/>
                <a:gd name="T14" fmla="*/ 21 w 41"/>
                <a:gd name="T15" fmla="*/ 52 h 52"/>
                <a:gd name="T16" fmla="*/ 12 w 41"/>
                <a:gd name="T17" fmla="*/ 52 h 52"/>
                <a:gd name="T18" fmla="*/ 6 w 41"/>
                <a:gd name="T19" fmla="*/ 49 h 52"/>
                <a:gd name="T20" fmla="*/ 2 w 41"/>
                <a:gd name="T21" fmla="*/ 44 h 52"/>
                <a:gd name="T22" fmla="*/ 0 w 41"/>
                <a:gd name="T23" fmla="*/ 36 h 52"/>
                <a:gd name="T24" fmla="*/ 2 w 41"/>
                <a:gd name="T25" fmla="*/ 29 h 52"/>
                <a:gd name="T26" fmla="*/ 7 w 41"/>
                <a:gd name="T27" fmla="*/ 24 h 52"/>
                <a:gd name="T28" fmla="*/ 13 w 41"/>
                <a:gd name="T29" fmla="*/ 21 h 52"/>
                <a:gd name="T30" fmla="*/ 21 w 41"/>
                <a:gd name="T31" fmla="*/ 21 h 52"/>
                <a:gd name="T32" fmla="*/ 25 w 41"/>
                <a:gd name="T33" fmla="*/ 21 h 52"/>
                <a:gd name="T34" fmla="*/ 30 w 41"/>
                <a:gd name="T35" fmla="*/ 22 h 52"/>
                <a:gd name="T36" fmla="*/ 30 w 41"/>
                <a:gd name="T37" fmla="*/ 20 h 52"/>
                <a:gd name="T38" fmla="*/ 29 w 41"/>
                <a:gd name="T39" fmla="*/ 16 h 52"/>
                <a:gd name="T40" fmla="*/ 28 w 41"/>
                <a:gd name="T41" fmla="*/ 13 h 52"/>
                <a:gd name="T42" fmla="*/ 25 w 41"/>
                <a:gd name="T43" fmla="*/ 10 h 52"/>
                <a:gd name="T44" fmla="*/ 20 w 41"/>
                <a:gd name="T45" fmla="*/ 10 h 52"/>
                <a:gd name="T46" fmla="*/ 12 w 41"/>
                <a:gd name="T47" fmla="*/ 10 h 52"/>
                <a:gd name="T48" fmla="*/ 7 w 41"/>
                <a:gd name="T49" fmla="*/ 12 h 52"/>
                <a:gd name="T50" fmla="*/ 5 w 41"/>
                <a:gd name="T51" fmla="*/ 2 h 52"/>
                <a:gd name="T52" fmla="*/ 12 w 41"/>
                <a:gd name="T53" fmla="*/ 1 h 52"/>
                <a:gd name="T54" fmla="*/ 21 w 41"/>
                <a:gd name="T55" fmla="*/ 0 h 52"/>
                <a:gd name="T56" fmla="*/ 22 w 41"/>
                <a:gd name="T57" fmla="*/ 43 h 52"/>
                <a:gd name="T58" fmla="*/ 30 w 41"/>
                <a:gd name="T59" fmla="*/ 43 h 52"/>
                <a:gd name="T60" fmla="*/ 30 w 41"/>
                <a:gd name="T61" fmla="*/ 30 h 52"/>
                <a:gd name="T62" fmla="*/ 27 w 41"/>
                <a:gd name="T63" fmla="*/ 29 h 52"/>
                <a:gd name="T64" fmla="*/ 23 w 41"/>
                <a:gd name="T65" fmla="*/ 29 h 52"/>
                <a:gd name="T66" fmla="*/ 19 w 41"/>
                <a:gd name="T67" fmla="*/ 29 h 52"/>
                <a:gd name="T68" fmla="*/ 16 w 41"/>
                <a:gd name="T69" fmla="*/ 30 h 52"/>
                <a:gd name="T70" fmla="*/ 13 w 41"/>
                <a:gd name="T71" fmla="*/ 32 h 52"/>
                <a:gd name="T72" fmla="*/ 12 w 41"/>
                <a:gd name="T73" fmla="*/ 36 h 52"/>
                <a:gd name="T74" fmla="*/ 15 w 41"/>
                <a:gd name="T75" fmla="*/ 42 h 52"/>
                <a:gd name="T76" fmla="*/ 22 w 41"/>
                <a:gd name="T77" fmla="*/ 43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41" h="52">
                  <a:moveTo>
                    <a:pt x="21" y="0"/>
                  </a:moveTo>
                  <a:cubicBezTo>
                    <a:pt x="25" y="0"/>
                    <a:pt x="28" y="0"/>
                    <a:pt x="30" y="1"/>
                  </a:cubicBezTo>
                  <a:cubicBezTo>
                    <a:pt x="33" y="2"/>
                    <a:pt x="35" y="4"/>
                    <a:pt x="37" y="5"/>
                  </a:cubicBezTo>
                  <a:cubicBezTo>
                    <a:pt x="38" y="7"/>
                    <a:pt x="39" y="9"/>
                    <a:pt x="40" y="12"/>
                  </a:cubicBezTo>
                  <a:cubicBezTo>
                    <a:pt x="41" y="14"/>
                    <a:pt x="41" y="17"/>
                    <a:pt x="41" y="20"/>
                  </a:cubicBezTo>
                  <a:cubicBezTo>
                    <a:pt x="41" y="50"/>
                    <a:pt x="41" y="50"/>
                    <a:pt x="41" y="50"/>
                  </a:cubicBezTo>
                  <a:cubicBezTo>
                    <a:pt x="39" y="51"/>
                    <a:pt x="37" y="51"/>
                    <a:pt x="33" y="52"/>
                  </a:cubicBezTo>
                  <a:cubicBezTo>
                    <a:pt x="29" y="52"/>
                    <a:pt x="25" y="52"/>
                    <a:pt x="21" y="52"/>
                  </a:cubicBezTo>
                  <a:cubicBezTo>
                    <a:pt x="18" y="52"/>
                    <a:pt x="15" y="52"/>
                    <a:pt x="12" y="52"/>
                  </a:cubicBezTo>
                  <a:cubicBezTo>
                    <a:pt x="10" y="51"/>
                    <a:pt x="8" y="50"/>
                    <a:pt x="6" y="49"/>
                  </a:cubicBezTo>
                  <a:cubicBezTo>
                    <a:pt x="4" y="47"/>
                    <a:pt x="3" y="46"/>
                    <a:pt x="2" y="44"/>
                  </a:cubicBezTo>
                  <a:cubicBezTo>
                    <a:pt x="1" y="42"/>
                    <a:pt x="0" y="39"/>
                    <a:pt x="0" y="36"/>
                  </a:cubicBezTo>
                  <a:cubicBezTo>
                    <a:pt x="0" y="33"/>
                    <a:pt x="1" y="31"/>
                    <a:pt x="2" y="29"/>
                  </a:cubicBezTo>
                  <a:cubicBezTo>
                    <a:pt x="3" y="27"/>
                    <a:pt x="5" y="25"/>
                    <a:pt x="7" y="24"/>
                  </a:cubicBezTo>
                  <a:cubicBezTo>
                    <a:pt x="9" y="23"/>
                    <a:pt x="11" y="22"/>
                    <a:pt x="13" y="21"/>
                  </a:cubicBezTo>
                  <a:cubicBezTo>
                    <a:pt x="16" y="21"/>
                    <a:pt x="19" y="21"/>
                    <a:pt x="21" y="21"/>
                  </a:cubicBezTo>
                  <a:cubicBezTo>
                    <a:pt x="23" y="21"/>
                    <a:pt x="24" y="21"/>
                    <a:pt x="25" y="21"/>
                  </a:cubicBezTo>
                  <a:cubicBezTo>
                    <a:pt x="27" y="21"/>
                    <a:pt x="28" y="21"/>
                    <a:pt x="30" y="22"/>
                  </a:cubicBezTo>
                  <a:cubicBezTo>
                    <a:pt x="30" y="20"/>
                    <a:pt x="30" y="20"/>
                    <a:pt x="30" y="20"/>
                  </a:cubicBezTo>
                  <a:cubicBezTo>
                    <a:pt x="30" y="18"/>
                    <a:pt x="30" y="17"/>
                    <a:pt x="29" y="16"/>
                  </a:cubicBezTo>
                  <a:cubicBezTo>
                    <a:pt x="29" y="15"/>
                    <a:pt x="28" y="14"/>
                    <a:pt x="28" y="13"/>
                  </a:cubicBezTo>
                  <a:cubicBezTo>
                    <a:pt x="27" y="12"/>
                    <a:pt x="26" y="11"/>
                    <a:pt x="25" y="10"/>
                  </a:cubicBezTo>
                  <a:cubicBezTo>
                    <a:pt x="23" y="10"/>
                    <a:pt x="22" y="10"/>
                    <a:pt x="20" y="10"/>
                  </a:cubicBezTo>
                  <a:cubicBezTo>
                    <a:pt x="17" y="10"/>
                    <a:pt x="14" y="10"/>
                    <a:pt x="12" y="10"/>
                  </a:cubicBezTo>
                  <a:cubicBezTo>
                    <a:pt x="10" y="11"/>
                    <a:pt x="8" y="11"/>
                    <a:pt x="7" y="12"/>
                  </a:cubicBezTo>
                  <a:cubicBezTo>
                    <a:pt x="5" y="2"/>
                    <a:pt x="5" y="2"/>
                    <a:pt x="5" y="2"/>
                  </a:cubicBezTo>
                  <a:cubicBezTo>
                    <a:pt x="7" y="2"/>
                    <a:pt x="9" y="1"/>
                    <a:pt x="12" y="1"/>
                  </a:cubicBezTo>
                  <a:cubicBezTo>
                    <a:pt x="15" y="0"/>
                    <a:pt x="18" y="0"/>
                    <a:pt x="21" y="0"/>
                  </a:cubicBezTo>
                  <a:close/>
                  <a:moveTo>
                    <a:pt x="22" y="43"/>
                  </a:moveTo>
                  <a:cubicBezTo>
                    <a:pt x="25" y="43"/>
                    <a:pt x="28" y="43"/>
                    <a:pt x="30" y="43"/>
                  </a:cubicBezTo>
                  <a:cubicBezTo>
                    <a:pt x="30" y="30"/>
                    <a:pt x="30" y="30"/>
                    <a:pt x="30" y="30"/>
                  </a:cubicBezTo>
                  <a:cubicBezTo>
                    <a:pt x="29" y="30"/>
                    <a:pt x="28" y="29"/>
                    <a:pt x="27" y="29"/>
                  </a:cubicBezTo>
                  <a:cubicBezTo>
                    <a:pt x="26" y="29"/>
                    <a:pt x="24" y="29"/>
                    <a:pt x="23" y="29"/>
                  </a:cubicBezTo>
                  <a:cubicBezTo>
                    <a:pt x="22" y="29"/>
                    <a:pt x="20" y="29"/>
                    <a:pt x="19" y="29"/>
                  </a:cubicBezTo>
                  <a:cubicBezTo>
                    <a:pt x="18" y="29"/>
                    <a:pt x="17" y="30"/>
                    <a:pt x="16" y="30"/>
                  </a:cubicBezTo>
                  <a:cubicBezTo>
                    <a:pt x="15" y="31"/>
                    <a:pt x="14" y="31"/>
                    <a:pt x="13" y="32"/>
                  </a:cubicBezTo>
                  <a:cubicBezTo>
                    <a:pt x="12" y="33"/>
                    <a:pt x="12" y="35"/>
                    <a:pt x="12" y="36"/>
                  </a:cubicBezTo>
                  <a:cubicBezTo>
                    <a:pt x="12" y="39"/>
                    <a:pt x="13" y="41"/>
                    <a:pt x="15" y="42"/>
                  </a:cubicBezTo>
                  <a:cubicBezTo>
                    <a:pt x="16" y="43"/>
                    <a:pt x="19" y="43"/>
                    <a:pt x="22" y="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35" name="Freeform 13">
              <a:extLst>
                <a:ext uri="{FF2B5EF4-FFF2-40B4-BE49-F238E27FC236}">
                  <a16:creationId xmlns:a16="http://schemas.microsoft.com/office/drawing/2014/main" id="{1113DFDA-E0B1-47E5-8DE6-79A15DDC5AFE}"/>
                </a:ext>
              </a:extLst>
            </p:cNvPr>
            <p:cNvSpPr>
              <a:spLocks/>
            </p:cNvSpPr>
            <p:nvPr userDrawn="1"/>
          </p:nvSpPr>
          <p:spPr bwMode="auto">
            <a:xfrm>
              <a:off x="3141437"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5"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5" y="67"/>
                    <a:pt x="12" y="66"/>
                    <a:pt x="9"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36" name="Freeform 14">
              <a:extLst>
                <a:ext uri="{FF2B5EF4-FFF2-40B4-BE49-F238E27FC236}">
                  <a16:creationId xmlns:a16="http://schemas.microsoft.com/office/drawing/2014/main" id="{DFF7EBE7-46DF-420A-977A-B72CB2796408}"/>
                </a:ext>
              </a:extLst>
            </p:cNvPr>
            <p:cNvSpPr>
              <a:spLocks/>
            </p:cNvSpPr>
            <p:nvPr userDrawn="1"/>
          </p:nvSpPr>
          <p:spPr bwMode="auto">
            <a:xfrm>
              <a:off x="3373212" y="4943171"/>
              <a:ext cx="188913" cy="422275"/>
            </a:xfrm>
            <a:custGeom>
              <a:avLst/>
              <a:gdLst>
                <a:gd name="T0" fmla="*/ 0 w 31"/>
                <a:gd name="T1" fmla="*/ 2 h 67"/>
                <a:gd name="T2" fmla="*/ 12 w 31"/>
                <a:gd name="T3" fmla="*/ 0 h 67"/>
                <a:gd name="T4" fmla="*/ 12 w 31"/>
                <a:gd name="T5" fmla="*/ 15 h 67"/>
                <a:gd name="T6" fmla="*/ 29 w 31"/>
                <a:gd name="T7" fmla="*/ 15 h 67"/>
                <a:gd name="T8" fmla="*/ 29 w 31"/>
                <a:gd name="T9" fmla="*/ 25 h 67"/>
                <a:gd name="T10" fmla="*/ 12 w 31"/>
                <a:gd name="T11" fmla="*/ 25 h 67"/>
                <a:gd name="T12" fmla="*/ 12 w 31"/>
                <a:gd name="T13" fmla="*/ 45 h 67"/>
                <a:gd name="T14" fmla="*/ 14 w 31"/>
                <a:gd name="T15" fmla="*/ 54 h 67"/>
                <a:gd name="T16" fmla="*/ 20 w 31"/>
                <a:gd name="T17" fmla="*/ 57 h 67"/>
                <a:gd name="T18" fmla="*/ 26 w 31"/>
                <a:gd name="T19" fmla="*/ 56 h 67"/>
                <a:gd name="T20" fmla="*/ 30 w 31"/>
                <a:gd name="T21" fmla="*/ 55 h 67"/>
                <a:gd name="T22" fmla="*/ 31 w 31"/>
                <a:gd name="T23" fmla="*/ 64 h 67"/>
                <a:gd name="T24" fmla="*/ 26 w 31"/>
                <a:gd name="T25" fmla="*/ 66 h 67"/>
                <a:gd name="T26" fmla="*/ 19 w 31"/>
                <a:gd name="T27" fmla="*/ 67 h 67"/>
                <a:gd name="T28" fmla="*/ 10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2" y="0"/>
                    <a:pt x="12" y="0"/>
                    <a:pt x="12" y="0"/>
                  </a:cubicBezTo>
                  <a:cubicBezTo>
                    <a:pt x="12" y="15"/>
                    <a:pt x="12" y="15"/>
                    <a:pt x="12" y="15"/>
                  </a:cubicBezTo>
                  <a:cubicBezTo>
                    <a:pt x="29" y="15"/>
                    <a:pt x="29" y="15"/>
                    <a:pt x="29" y="15"/>
                  </a:cubicBezTo>
                  <a:cubicBezTo>
                    <a:pt x="29" y="25"/>
                    <a:pt x="29" y="25"/>
                    <a:pt x="29" y="25"/>
                  </a:cubicBezTo>
                  <a:cubicBezTo>
                    <a:pt x="12" y="25"/>
                    <a:pt x="12" y="25"/>
                    <a:pt x="12" y="25"/>
                  </a:cubicBezTo>
                  <a:cubicBezTo>
                    <a:pt x="12" y="45"/>
                    <a:pt x="12" y="45"/>
                    <a:pt x="12" y="45"/>
                  </a:cubicBezTo>
                  <a:cubicBezTo>
                    <a:pt x="12" y="49"/>
                    <a:pt x="12" y="52"/>
                    <a:pt x="14" y="54"/>
                  </a:cubicBezTo>
                  <a:cubicBezTo>
                    <a:pt x="15" y="56"/>
                    <a:pt x="17" y="57"/>
                    <a:pt x="20" y="57"/>
                  </a:cubicBezTo>
                  <a:cubicBezTo>
                    <a:pt x="22" y="57"/>
                    <a:pt x="24" y="56"/>
                    <a:pt x="26" y="56"/>
                  </a:cubicBezTo>
                  <a:cubicBezTo>
                    <a:pt x="27" y="55"/>
                    <a:pt x="29" y="55"/>
                    <a:pt x="30" y="55"/>
                  </a:cubicBezTo>
                  <a:cubicBezTo>
                    <a:pt x="31" y="64"/>
                    <a:pt x="31" y="64"/>
                    <a:pt x="31" y="64"/>
                  </a:cubicBezTo>
                  <a:cubicBezTo>
                    <a:pt x="30" y="64"/>
                    <a:pt x="28" y="65"/>
                    <a:pt x="26" y="66"/>
                  </a:cubicBezTo>
                  <a:cubicBezTo>
                    <a:pt x="24" y="66"/>
                    <a:pt x="21" y="67"/>
                    <a:pt x="19" y="67"/>
                  </a:cubicBezTo>
                  <a:cubicBezTo>
                    <a:pt x="15" y="67"/>
                    <a:pt x="12" y="66"/>
                    <a:pt x="10"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37" name="Freeform 15">
              <a:extLst>
                <a:ext uri="{FF2B5EF4-FFF2-40B4-BE49-F238E27FC236}">
                  <a16:creationId xmlns:a16="http://schemas.microsoft.com/office/drawing/2014/main" id="{F7108A62-9DDD-43B8-AA5B-E17F6010FA10}"/>
                </a:ext>
              </a:extLst>
            </p:cNvPr>
            <p:cNvSpPr>
              <a:spLocks noEditPoints="1"/>
            </p:cNvSpPr>
            <p:nvPr userDrawn="1"/>
          </p:nvSpPr>
          <p:spPr bwMode="auto">
            <a:xfrm>
              <a:off x="3587525" y="5030484"/>
              <a:ext cx="274638" cy="334963"/>
            </a:xfrm>
            <a:custGeom>
              <a:avLst/>
              <a:gdLst>
                <a:gd name="T0" fmla="*/ 0 w 45"/>
                <a:gd name="T1" fmla="*/ 27 h 53"/>
                <a:gd name="T2" fmla="*/ 2 w 45"/>
                <a:gd name="T3" fmla="*/ 15 h 53"/>
                <a:gd name="T4" fmla="*/ 7 w 45"/>
                <a:gd name="T5" fmla="*/ 7 h 53"/>
                <a:gd name="T6" fmla="*/ 15 w 45"/>
                <a:gd name="T7" fmla="*/ 2 h 53"/>
                <a:gd name="T8" fmla="*/ 23 w 45"/>
                <a:gd name="T9" fmla="*/ 0 h 53"/>
                <a:gd name="T10" fmla="*/ 40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1 w 45"/>
                <a:gd name="T27" fmla="*/ 40 h 53"/>
                <a:gd name="T28" fmla="*/ 42 w 45"/>
                <a:gd name="T29" fmla="*/ 50 h 53"/>
                <a:gd name="T30" fmla="*/ 40 w 45"/>
                <a:gd name="T31" fmla="*/ 51 h 53"/>
                <a:gd name="T32" fmla="*/ 36 w 45"/>
                <a:gd name="T33" fmla="*/ 52 h 53"/>
                <a:gd name="T34" fmla="*/ 31 w 45"/>
                <a:gd name="T35" fmla="*/ 52 h 53"/>
                <a:gd name="T36" fmla="*/ 26 w 45"/>
                <a:gd name="T37" fmla="*/ 53 h 53"/>
                <a:gd name="T38" fmla="*/ 14 w 45"/>
                <a:gd name="T39" fmla="*/ 51 h 53"/>
                <a:gd name="T40" fmla="*/ 6 w 45"/>
                <a:gd name="T41" fmla="*/ 45 h 53"/>
                <a:gd name="T42" fmla="*/ 2 w 45"/>
                <a:gd name="T43" fmla="*/ 37 h 53"/>
                <a:gd name="T44" fmla="*/ 0 w 45"/>
                <a:gd name="T45" fmla="*/ 27 h 53"/>
                <a:gd name="T46" fmla="*/ 34 w 45"/>
                <a:gd name="T47" fmla="*/ 21 h 53"/>
                <a:gd name="T48" fmla="*/ 33 w 45"/>
                <a:gd name="T49" fmla="*/ 17 h 53"/>
                <a:gd name="T50" fmla="*/ 31 w 45"/>
                <a:gd name="T51" fmla="*/ 13 h 53"/>
                <a:gd name="T52" fmla="*/ 28 w 45"/>
                <a:gd name="T53" fmla="*/ 11 h 53"/>
                <a:gd name="T54" fmla="*/ 24 w 45"/>
                <a:gd name="T55" fmla="*/ 10 h 53"/>
                <a:gd name="T56" fmla="*/ 19 w 45"/>
                <a:gd name="T57" fmla="*/ 11 h 53"/>
                <a:gd name="T58" fmla="*/ 15 w 45"/>
                <a:gd name="T59" fmla="*/ 13 h 53"/>
                <a:gd name="T60" fmla="*/ 13 w 45"/>
                <a:gd name="T61" fmla="*/ 17 h 53"/>
                <a:gd name="T62" fmla="*/ 12 w 45"/>
                <a:gd name="T63" fmla="*/ 21 h 53"/>
                <a:gd name="T64" fmla="*/ 34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1" y="18"/>
                    <a:pt x="2" y="15"/>
                  </a:cubicBezTo>
                  <a:cubicBezTo>
                    <a:pt x="3" y="12"/>
                    <a:pt x="5" y="9"/>
                    <a:pt x="7" y="7"/>
                  </a:cubicBezTo>
                  <a:cubicBezTo>
                    <a:pt x="9" y="4"/>
                    <a:pt x="12" y="3"/>
                    <a:pt x="15" y="2"/>
                  </a:cubicBezTo>
                  <a:cubicBezTo>
                    <a:pt x="18" y="0"/>
                    <a:pt x="21" y="0"/>
                    <a:pt x="23" y="0"/>
                  </a:cubicBezTo>
                  <a:cubicBezTo>
                    <a:pt x="30" y="0"/>
                    <a:pt x="36" y="2"/>
                    <a:pt x="40" y="6"/>
                  </a:cubicBezTo>
                  <a:cubicBezTo>
                    <a:pt x="44"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3" y="43"/>
                    <a:pt x="27" y="43"/>
                  </a:cubicBezTo>
                  <a:cubicBezTo>
                    <a:pt x="30" y="43"/>
                    <a:pt x="33" y="42"/>
                    <a:pt x="35" y="42"/>
                  </a:cubicBezTo>
                  <a:cubicBezTo>
                    <a:pt x="37" y="41"/>
                    <a:pt x="39" y="41"/>
                    <a:pt x="41" y="40"/>
                  </a:cubicBezTo>
                  <a:cubicBezTo>
                    <a:pt x="42" y="50"/>
                    <a:pt x="42" y="50"/>
                    <a:pt x="42" y="50"/>
                  </a:cubicBezTo>
                  <a:cubicBezTo>
                    <a:pt x="42" y="50"/>
                    <a:pt x="41" y="50"/>
                    <a:pt x="40" y="51"/>
                  </a:cubicBezTo>
                  <a:cubicBezTo>
                    <a:pt x="38" y="51"/>
                    <a:pt x="37" y="51"/>
                    <a:pt x="36" y="52"/>
                  </a:cubicBezTo>
                  <a:cubicBezTo>
                    <a:pt x="34" y="52"/>
                    <a:pt x="33" y="52"/>
                    <a:pt x="31" y="52"/>
                  </a:cubicBezTo>
                  <a:cubicBezTo>
                    <a:pt x="29" y="53"/>
                    <a:pt x="28" y="53"/>
                    <a:pt x="26" y="53"/>
                  </a:cubicBezTo>
                  <a:cubicBezTo>
                    <a:pt x="22" y="53"/>
                    <a:pt x="18" y="52"/>
                    <a:pt x="14" y="51"/>
                  </a:cubicBezTo>
                  <a:cubicBezTo>
                    <a:pt x="11" y="49"/>
                    <a:pt x="8" y="48"/>
                    <a:pt x="6" y="45"/>
                  </a:cubicBezTo>
                  <a:cubicBezTo>
                    <a:pt x="4" y="43"/>
                    <a:pt x="3" y="40"/>
                    <a:pt x="2" y="37"/>
                  </a:cubicBezTo>
                  <a:cubicBezTo>
                    <a:pt x="1" y="34"/>
                    <a:pt x="0" y="30"/>
                    <a:pt x="0" y="27"/>
                  </a:cubicBezTo>
                  <a:close/>
                  <a:moveTo>
                    <a:pt x="34" y="21"/>
                  </a:moveTo>
                  <a:cubicBezTo>
                    <a:pt x="34" y="20"/>
                    <a:pt x="34" y="18"/>
                    <a:pt x="33" y="17"/>
                  </a:cubicBezTo>
                  <a:cubicBezTo>
                    <a:pt x="33" y="15"/>
                    <a:pt x="32" y="14"/>
                    <a:pt x="31" y="13"/>
                  </a:cubicBezTo>
                  <a:cubicBezTo>
                    <a:pt x="30" y="12"/>
                    <a:pt x="29" y="11"/>
                    <a:pt x="28" y="11"/>
                  </a:cubicBezTo>
                  <a:cubicBezTo>
                    <a:pt x="27" y="10"/>
                    <a:pt x="25" y="10"/>
                    <a:pt x="24" y="10"/>
                  </a:cubicBezTo>
                  <a:cubicBezTo>
                    <a:pt x="22" y="10"/>
                    <a:pt x="20" y="10"/>
                    <a:pt x="19" y="11"/>
                  </a:cubicBezTo>
                  <a:cubicBezTo>
                    <a:pt x="18" y="11"/>
                    <a:pt x="16" y="12"/>
                    <a:pt x="15" y="13"/>
                  </a:cubicBezTo>
                  <a:cubicBezTo>
                    <a:pt x="15" y="14"/>
                    <a:pt x="14" y="16"/>
                    <a:pt x="13" y="17"/>
                  </a:cubicBezTo>
                  <a:cubicBezTo>
                    <a:pt x="13" y="18"/>
                    <a:pt x="12" y="20"/>
                    <a:pt x="12" y="21"/>
                  </a:cubicBezTo>
                  <a:lnTo>
                    <a:pt x="34"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38" name="Freeform 16">
              <a:extLst>
                <a:ext uri="{FF2B5EF4-FFF2-40B4-BE49-F238E27FC236}">
                  <a16:creationId xmlns:a16="http://schemas.microsoft.com/office/drawing/2014/main" id="{345C6F0D-0CE1-48FC-8770-F292F203232B}"/>
                </a:ext>
              </a:extLst>
            </p:cNvPr>
            <p:cNvSpPr>
              <a:spLocks/>
            </p:cNvSpPr>
            <p:nvPr userDrawn="1"/>
          </p:nvSpPr>
          <p:spPr bwMode="auto">
            <a:xfrm>
              <a:off x="3928837" y="5030484"/>
              <a:ext cx="184150" cy="322263"/>
            </a:xfrm>
            <a:custGeom>
              <a:avLst/>
              <a:gdLst>
                <a:gd name="T0" fmla="*/ 28 w 30"/>
                <a:gd name="T1" fmla="*/ 12 h 51"/>
                <a:gd name="T2" fmla="*/ 24 w 30"/>
                <a:gd name="T3" fmla="*/ 11 h 51"/>
                <a:gd name="T4" fmla="*/ 19 w 30"/>
                <a:gd name="T5" fmla="*/ 10 h 51"/>
                <a:gd name="T6" fmla="*/ 14 w 30"/>
                <a:gd name="T7" fmla="*/ 10 h 51"/>
                <a:gd name="T8" fmla="*/ 11 w 30"/>
                <a:gd name="T9" fmla="*/ 11 h 51"/>
                <a:gd name="T10" fmla="*/ 11 w 30"/>
                <a:gd name="T11" fmla="*/ 51 h 51"/>
                <a:gd name="T12" fmla="*/ 0 w 30"/>
                <a:gd name="T13" fmla="*/ 51 h 51"/>
                <a:gd name="T14" fmla="*/ 0 w 30"/>
                <a:gd name="T15" fmla="*/ 4 h 51"/>
                <a:gd name="T16" fmla="*/ 8 w 30"/>
                <a:gd name="T17" fmla="*/ 1 h 51"/>
                <a:gd name="T18" fmla="*/ 19 w 30"/>
                <a:gd name="T19" fmla="*/ 0 h 51"/>
                <a:gd name="T20" fmla="*/ 22 w 30"/>
                <a:gd name="T21" fmla="*/ 0 h 51"/>
                <a:gd name="T22" fmla="*/ 25 w 30"/>
                <a:gd name="T23" fmla="*/ 1 h 51"/>
                <a:gd name="T24" fmla="*/ 28 w 30"/>
                <a:gd name="T25" fmla="*/ 1 h 51"/>
                <a:gd name="T26" fmla="*/ 30 w 30"/>
                <a:gd name="T27" fmla="*/ 2 h 51"/>
                <a:gd name="T28" fmla="*/ 28 w 30"/>
                <a:gd name="T29"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0" h="51">
                  <a:moveTo>
                    <a:pt x="28" y="12"/>
                  </a:moveTo>
                  <a:cubicBezTo>
                    <a:pt x="27" y="11"/>
                    <a:pt x="26" y="11"/>
                    <a:pt x="24" y="11"/>
                  </a:cubicBezTo>
                  <a:cubicBezTo>
                    <a:pt x="23" y="10"/>
                    <a:pt x="21" y="10"/>
                    <a:pt x="19" y="10"/>
                  </a:cubicBezTo>
                  <a:cubicBezTo>
                    <a:pt x="17" y="10"/>
                    <a:pt x="16" y="10"/>
                    <a:pt x="14" y="10"/>
                  </a:cubicBezTo>
                  <a:cubicBezTo>
                    <a:pt x="13" y="11"/>
                    <a:pt x="12" y="11"/>
                    <a:pt x="11" y="11"/>
                  </a:cubicBezTo>
                  <a:cubicBezTo>
                    <a:pt x="11" y="51"/>
                    <a:pt x="11" y="51"/>
                    <a:pt x="11" y="51"/>
                  </a:cubicBezTo>
                  <a:cubicBezTo>
                    <a:pt x="0" y="51"/>
                    <a:pt x="0" y="51"/>
                    <a:pt x="0" y="51"/>
                  </a:cubicBezTo>
                  <a:cubicBezTo>
                    <a:pt x="0" y="4"/>
                    <a:pt x="0" y="4"/>
                    <a:pt x="0" y="4"/>
                  </a:cubicBezTo>
                  <a:cubicBezTo>
                    <a:pt x="2" y="3"/>
                    <a:pt x="5" y="2"/>
                    <a:pt x="8" y="1"/>
                  </a:cubicBezTo>
                  <a:cubicBezTo>
                    <a:pt x="12" y="0"/>
                    <a:pt x="15" y="0"/>
                    <a:pt x="19" y="0"/>
                  </a:cubicBezTo>
                  <a:cubicBezTo>
                    <a:pt x="20" y="0"/>
                    <a:pt x="21" y="0"/>
                    <a:pt x="22" y="0"/>
                  </a:cubicBezTo>
                  <a:cubicBezTo>
                    <a:pt x="23" y="0"/>
                    <a:pt x="24" y="0"/>
                    <a:pt x="25" y="1"/>
                  </a:cubicBezTo>
                  <a:cubicBezTo>
                    <a:pt x="26" y="1"/>
                    <a:pt x="27" y="1"/>
                    <a:pt x="28" y="1"/>
                  </a:cubicBezTo>
                  <a:cubicBezTo>
                    <a:pt x="29" y="1"/>
                    <a:pt x="30" y="2"/>
                    <a:pt x="30" y="2"/>
                  </a:cubicBezTo>
                  <a:lnTo>
                    <a:pt x="28" y="1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39" name="Freeform 17">
              <a:extLst>
                <a:ext uri="{FF2B5EF4-FFF2-40B4-BE49-F238E27FC236}">
                  <a16:creationId xmlns:a16="http://schemas.microsoft.com/office/drawing/2014/main" id="{A59DA117-A374-4644-BC04-888AFAC54E66}"/>
                </a:ext>
              </a:extLst>
            </p:cNvPr>
            <p:cNvSpPr>
              <a:spLocks/>
            </p:cNvSpPr>
            <p:nvPr userDrawn="1"/>
          </p:nvSpPr>
          <p:spPr bwMode="auto">
            <a:xfrm>
              <a:off x="4100287" y="5276546"/>
              <a:ext cx="98425" cy="176213"/>
            </a:xfrm>
            <a:custGeom>
              <a:avLst/>
              <a:gdLst>
                <a:gd name="T0" fmla="*/ 16 w 16"/>
                <a:gd name="T1" fmla="*/ 0 h 28"/>
                <a:gd name="T2" fmla="*/ 16 w 16"/>
                <a:gd name="T3" fmla="*/ 2 h 28"/>
                <a:gd name="T4" fmla="*/ 16 w 16"/>
                <a:gd name="T5" fmla="*/ 4 h 28"/>
                <a:gd name="T6" fmla="*/ 14 w 16"/>
                <a:gd name="T7" fmla="*/ 16 h 28"/>
                <a:gd name="T8" fmla="*/ 9 w 16"/>
                <a:gd name="T9" fmla="*/ 28 h 28"/>
                <a:gd name="T10" fmla="*/ 0 w 16"/>
                <a:gd name="T11" fmla="*/ 25 h 28"/>
                <a:gd name="T12" fmla="*/ 3 w 16"/>
                <a:gd name="T13" fmla="*/ 14 h 28"/>
                <a:gd name="T14" fmla="*/ 4 w 16"/>
                <a:gd name="T15" fmla="*/ 5 h 28"/>
                <a:gd name="T16" fmla="*/ 4 w 16"/>
                <a:gd name="T17" fmla="*/ 2 h 28"/>
                <a:gd name="T18" fmla="*/ 4 w 16"/>
                <a:gd name="T19" fmla="*/ 0 h 28"/>
                <a:gd name="T20" fmla="*/ 16 w 16"/>
                <a:gd name="T21" fmla="*/ 0 h 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6" h="28">
                  <a:moveTo>
                    <a:pt x="16" y="0"/>
                  </a:moveTo>
                  <a:cubicBezTo>
                    <a:pt x="16" y="1"/>
                    <a:pt x="16" y="1"/>
                    <a:pt x="16" y="2"/>
                  </a:cubicBezTo>
                  <a:cubicBezTo>
                    <a:pt x="16" y="3"/>
                    <a:pt x="16" y="3"/>
                    <a:pt x="16" y="4"/>
                  </a:cubicBezTo>
                  <a:cubicBezTo>
                    <a:pt x="16" y="8"/>
                    <a:pt x="15" y="12"/>
                    <a:pt x="14" y="16"/>
                  </a:cubicBezTo>
                  <a:cubicBezTo>
                    <a:pt x="13" y="20"/>
                    <a:pt x="11" y="24"/>
                    <a:pt x="9" y="28"/>
                  </a:cubicBezTo>
                  <a:cubicBezTo>
                    <a:pt x="0" y="25"/>
                    <a:pt x="0" y="25"/>
                    <a:pt x="0" y="25"/>
                  </a:cubicBezTo>
                  <a:cubicBezTo>
                    <a:pt x="1" y="22"/>
                    <a:pt x="2" y="18"/>
                    <a:pt x="3" y="14"/>
                  </a:cubicBezTo>
                  <a:cubicBezTo>
                    <a:pt x="3" y="11"/>
                    <a:pt x="4" y="8"/>
                    <a:pt x="4" y="5"/>
                  </a:cubicBezTo>
                  <a:cubicBezTo>
                    <a:pt x="4" y="4"/>
                    <a:pt x="4" y="3"/>
                    <a:pt x="4" y="2"/>
                  </a:cubicBezTo>
                  <a:cubicBezTo>
                    <a:pt x="4" y="1"/>
                    <a:pt x="4" y="0"/>
                    <a:pt x="4" y="0"/>
                  </a:cubicBezTo>
                  <a:lnTo>
                    <a:pt x="16" y="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40" name="Freeform 18">
              <a:extLst>
                <a:ext uri="{FF2B5EF4-FFF2-40B4-BE49-F238E27FC236}">
                  <a16:creationId xmlns:a16="http://schemas.microsoft.com/office/drawing/2014/main" id="{EF74D334-9926-443B-8D36-5E68913EDC9A}"/>
                </a:ext>
              </a:extLst>
            </p:cNvPr>
            <p:cNvSpPr>
              <a:spLocks/>
            </p:cNvSpPr>
            <p:nvPr userDrawn="1"/>
          </p:nvSpPr>
          <p:spPr bwMode="auto">
            <a:xfrm>
              <a:off x="4393975" y="5030484"/>
              <a:ext cx="188913" cy="322263"/>
            </a:xfrm>
            <a:custGeom>
              <a:avLst/>
              <a:gdLst>
                <a:gd name="T0" fmla="*/ 29 w 31"/>
                <a:gd name="T1" fmla="*/ 12 h 51"/>
                <a:gd name="T2" fmla="*/ 25 w 31"/>
                <a:gd name="T3" fmla="*/ 11 h 51"/>
                <a:gd name="T4" fmla="*/ 19 w 31"/>
                <a:gd name="T5" fmla="*/ 10 h 51"/>
                <a:gd name="T6" fmla="*/ 15 w 31"/>
                <a:gd name="T7" fmla="*/ 10 h 51"/>
                <a:gd name="T8" fmla="*/ 12 w 31"/>
                <a:gd name="T9" fmla="*/ 11 h 51"/>
                <a:gd name="T10" fmla="*/ 12 w 31"/>
                <a:gd name="T11" fmla="*/ 51 h 51"/>
                <a:gd name="T12" fmla="*/ 0 w 31"/>
                <a:gd name="T13" fmla="*/ 51 h 51"/>
                <a:gd name="T14" fmla="*/ 0 w 31"/>
                <a:gd name="T15" fmla="*/ 4 h 51"/>
                <a:gd name="T16" fmla="*/ 9 w 31"/>
                <a:gd name="T17" fmla="*/ 1 h 51"/>
                <a:gd name="T18" fmla="*/ 20 w 31"/>
                <a:gd name="T19" fmla="*/ 0 h 51"/>
                <a:gd name="T20" fmla="*/ 22 w 31"/>
                <a:gd name="T21" fmla="*/ 0 h 51"/>
                <a:gd name="T22" fmla="*/ 25 w 31"/>
                <a:gd name="T23" fmla="*/ 1 h 51"/>
                <a:gd name="T24" fmla="*/ 28 w 31"/>
                <a:gd name="T25" fmla="*/ 1 h 51"/>
                <a:gd name="T26" fmla="*/ 31 w 31"/>
                <a:gd name="T27" fmla="*/ 2 h 51"/>
                <a:gd name="T28" fmla="*/ 29 w 31"/>
                <a:gd name="T29" fmla="*/ 12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Lst>
              <a:rect l="0" t="0" r="r" b="b"/>
              <a:pathLst>
                <a:path w="31" h="51">
                  <a:moveTo>
                    <a:pt x="29" y="12"/>
                  </a:moveTo>
                  <a:cubicBezTo>
                    <a:pt x="28" y="11"/>
                    <a:pt x="26" y="11"/>
                    <a:pt x="25" y="11"/>
                  </a:cubicBezTo>
                  <a:cubicBezTo>
                    <a:pt x="23" y="10"/>
                    <a:pt x="21" y="10"/>
                    <a:pt x="19" y="10"/>
                  </a:cubicBezTo>
                  <a:cubicBezTo>
                    <a:pt x="18" y="10"/>
                    <a:pt x="16" y="10"/>
                    <a:pt x="15" y="10"/>
                  </a:cubicBezTo>
                  <a:cubicBezTo>
                    <a:pt x="13" y="11"/>
                    <a:pt x="12" y="11"/>
                    <a:pt x="12" y="11"/>
                  </a:cubicBezTo>
                  <a:cubicBezTo>
                    <a:pt x="12" y="51"/>
                    <a:pt x="12" y="51"/>
                    <a:pt x="12" y="51"/>
                  </a:cubicBezTo>
                  <a:cubicBezTo>
                    <a:pt x="0" y="51"/>
                    <a:pt x="0" y="51"/>
                    <a:pt x="0" y="51"/>
                  </a:cubicBezTo>
                  <a:cubicBezTo>
                    <a:pt x="0" y="4"/>
                    <a:pt x="0" y="4"/>
                    <a:pt x="0" y="4"/>
                  </a:cubicBezTo>
                  <a:cubicBezTo>
                    <a:pt x="2" y="3"/>
                    <a:pt x="5" y="2"/>
                    <a:pt x="9" y="1"/>
                  </a:cubicBezTo>
                  <a:cubicBezTo>
                    <a:pt x="12" y="0"/>
                    <a:pt x="16" y="0"/>
                    <a:pt x="20" y="0"/>
                  </a:cubicBezTo>
                  <a:cubicBezTo>
                    <a:pt x="20" y="0"/>
                    <a:pt x="21" y="0"/>
                    <a:pt x="22" y="0"/>
                  </a:cubicBezTo>
                  <a:cubicBezTo>
                    <a:pt x="23" y="0"/>
                    <a:pt x="24" y="0"/>
                    <a:pt x="25" y="1"/>
                  </a:cubicBezTo>
                  <a:cubicBezTo>
                    <a:pt x="26" y="1"/>
                    <a:pt x="27" y="1"/>
                    <a:pt x="28" y="1"/>
                  </a:cubicBezTo>
                  <a:cubicBezTo>
                    <a:pt x="29" y="1"/>
                    <a:pt x="30" y="2"/>
                    <a:pt x="31" y="2"/>
                  </a:cubicBezTo>
                  <a:lnTo>
                    <a:pt x="29" y="1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41" name="Freeform 19">
              <a:extLst>
                <a:ext uri="{FF2B5EF4-FFF2-40B4-BE49-F238E27FC236}">
                  <a16:creationId xmlns:a16="http://schemas.microsoft.com/office/drawing/2014/main" id="{313A94D4-14DD-4111-B098-613DD350F6F0}"/>
                </a:ext>
              </a:extLst>
            </p:cNvPr>
            <p:cNvSpPr>
              <a:spLocks noEditPoints="1"/>
            </p:cNvSpPr>
            <p:nvPr userDrawn="1"/>
          </p:nvSpPr>
          <p:spPr bwMode="auto">
            <a:xfrm>
              <a:off x="4601938" y="5030484"/>
              <a:ext cx="274638" cy="334963"/>
            </a:xfrm>
            <a:custGeom>
              <a:avLst/>
              <a:gdLst>
                <a:gd name="T0" fmla="*/ 0 w 45"/>
                <a:gd name="T1" fmla="*/ 27 h 53"/>
                <a:gd name="T2" fmla="*/ 2 w 45"/>
                <a:gd name="T3" fmla="*/ 15 h 53"/>
                <a:gd name="T4" fmla="*/ 7 w 45"/>
                <a:gd name="T5" fmla="*/ 7 h 53"/>
                <a:gd name="T6" fmla="*/ 15 w 45"/>
                <a:gd name="T7" fmla="*/ 2 h 53"/>
                <a:gd name="T8" fmla="*/ 23 w 45"/>
                <a:gd name="T9" fmla="*/ 0 h 53"/>
                <a:gd name="T10" fmla="*/ 40 w 45"/>
                <a:gd name="T11" fmla="*/ 6 h 53"/>
                <a:gd name="T12" fmla="*/ 45 w 45"/>
                <a:gd name="T13" fmla="*/ 26 h 53"/>
                <a:gd name="T14" fmla="*/ 45 w 45"/>
                <a:gd name="T15" fmla="*/ 28 h 53"/>
                <a:gd name="T16" fmla="*/ 45 w 45"/>
                <a:gd name="T17" fmla="*/ 30 h 53"/>
                <a:gd name="T18" fmla="*/ 12 w 45"/>
                <a:gd name="T19" fmla="*/ 30 h 53"/>
                <a:gd name="T20" fmla="*/ 16 w 45"/>
                <a:gd name="T21" fmla="*/ 39 h 53"/>
                <a:gd name="T22" fmla="*/ 27 w 45"/>
                <a:gd name="T23" fmla="*/ 43 h 53"/>
                <a:gd name="T24" fmla="*/ 35 w 45"/>
                <a:gd name="T25" fmla="*/ 42 h 53"/>
                <a:gd name="T26" fmla="*/ 41 w 45"/>
                <a:gd name="T27" fmla="*/ 40 h 53"/>
                <a:gd name="T28" fmla="*/ 42 w 45"/>
                <a:gd name="T29" fmla="*/ 50 h 53"/>
                <a:gd name="T30" fmla="*/ 40 w 45"/>
                <a:gd name="T31" fmla="*/ 51 h 53"/>
                <a:gd name="T32" fmla="*/ 36 w 45"/>
                <a:gd name="T33" fmla="*/ 52 h 53"/>
                <a:gd name="T34" fmla="*/ 31 w 45"/>
                <a:gd name="T35" fmla="*/ 52 h 53"/>
                <a:gd name="T36" fmla="*/ 26 w 45"/>
                <a:gd name="T37" fmla="*/ 53 h 53"/>
                <a:gd name="T38" fmla="*/ 14 w 45"/>
                <a:gd name="T39" fmla="*/ 51 h 53"/>
                <a:gd name="T40" fmla="*/ 6 w 45"/>
                <a:gd name="T41" fmla="*/ 45 h 53"/>
                <a:gd name="T42" fmla="*/ 2 w 45"/>
                <a:gd name="T43" fmla="*/ 37 h 53"/>
                <a:gd name="T44" fmla="*/ 0 w 45"/>
                <a:gd name="T45" fmla="*/ 27 h 53"/>
                <a:gd name="T46" fmla="*/ 34 w 45"/>
                <a:gd name="T47" fmla="*/ 21 h 53"/>
                <a:gd name="T48" fmla="*/ 33 w 45"/>
                <a:gd name="T49" fmla="*/ 17 h 53"/>
                <a:gd name="T50" fmla="*/ 31 w 45"/>
                <a:gd name="T51" fmla="*/ 13 h 53"/>
                <a:gd name="T52" fmla="*/ 28 w 45"/>
                <a:gd name="T53" fmla="*/ 11 h 53"/>
                <a:gd name="T54" fmla="*/ 24 w 45"/>
                <a:gd name="T55" fmla="*/ 10 h 53"/>
                <a:gd name="T56" fmla="*/ 19 w 45"/>
                <a:gd name="T57" fmla="*/ 11 h 53"/>
                <a:gd name="T58" fmla="*/ 15 w 45"/>
                <a:gd name="T59" fmla="*/ 13 h 53"/>
                <a:gd name="T60" fmla="*/ 13 w 45"/>
                <a:gd name="T61" fmla="*/ 17 h 53"/>
                <a:gd name="T62" fmla="*/ 12 w 45"/>
                <a:gd name="T63" fmla="*/ 21 h 53"/>
                <a:gd name="T64" fmla="*/ 34 w 45"/>
                <a:gd name="T65" fmla="*/ 21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5" h="53">
                  <a:moveTo>
                    <a:pt x="0" y="27"/>
                  </a:moveTo>
                  <a:cubicBezTo>
                    <a:pt x="0" y="22"/>
                    <a:pt x="1" y="18"/>
                    <a:pt x="2" y="15"/>
                  </a:cubicBezTo>
                  <a:cubicBezTo>
                    <a:pt x="3" y="12"/>
                    <a:pt x="5" y="9"/>
                    <a:pt x="7" y="7"/>
                  </a:cubicBezTo>
                  <a:cubicBezTo>
                    <a:pt x="9" y="4"/>
                    <a:pt x="12" y="3"/>
                    <a:pt x="15" y="2"/>
                  </a:cubicBezTo>
                  <a:cubicBezTo>
                    <a:pt x="18" y="0"/>
                    <a:pt x="20" y="0"/>
                    <a:pt x="23" y="0"/>
                  </a:cubicBezTo>
                  <a:cubicBezTo>
                    <a:pt x="30" y="0"/>
                    <a:pt x="36" y="2"/>
                    <a:pt x="40" y="6"/>
                  </a:cubicBezTo>
                  <a:cubicBezTo>
                    <a:pt x="43" y="11"/>
                    <a:pt x="45" y="17"/>
                    <a:pt x="45" y="26"/>
                  </a:cubicBezTo>
                  <a:cubicBezTo>
                    <a:pt x="45" y="26"/>
                    <a:pt x="45" y="27"/>
                    <a:pt x="45" y="28"/>
                  </a:cubicBezTo>
                  <a:cubicBezTo>
                    <a:pt x="45" y="29"/>
                    <a:pt x="45" y="29"/>
                    <a:pt x="45" y="30"/>
                  </a:cubicBezTo>
                  <a:cubicBezTo>
                    <a:pt x="12" y="30"/>
                    <a:pt x="12" y="30"/>
                    <a:pt x="12" y="30"/>
                  </a:cubicBezTo>
                  <a:cubicBezTo>
                    <a:pt x="12" y="34"/>
                    <a:pt x="14" y="37"/>
                    <a:pt x="16" y="39"/>
                  </a:cubicBezTo>
                  <a:cubicBezTo>
                    <a:pt x="19" y="41"/>
                    <a:pt x="23" y="43"/>
                    <a:pt x="27" y="43"/>
                  </a:cubicBezTo>
                  <a:cubicBezTo>
                    <a:pt x="30" y="43"/>
                    <a:pt x="33" y="42"/>
                    <a:pt x="35" y="42"/>
                  </a:cubicBezTo>
                  <a:cubicBezTo>
                    <a:pt x="37" y="41"/>
                    <a:pt x="39" y="41"/>
                    <a:pt x="41" y="40"/>
                  </a:cubicBezTo>
                  <a:cubicBezTo>
                    <a:pt x="42" y="50"/>
                    <a:pt x="42" y="50"/>
                    <a:pt x="42" y="50"/>
                  </a:cubicBezTo>
                  <a:cubicBezTo>
                    <a:pt x="42" y="50"/>
                    <a:pt x="41" y="50"/>
                    <a:pt x="40" y="51"/>
                  </a:cubicBezTo>
                  <a:cubicBezTo>
                    <a:pt x="38" y="51"/>
                    <a:pt x="37" y="51"/>
                    <a:pt x="36" y="52"/>
                  </a:cubicBezTo>
                  <a:cubicBezTo>
                    <a:pt x="34" y="52"/>
                    <a:pt x="33" y="52"/>
                    <a:pt x="31" y="52"/>
                  </a:cubicBezTo>
                  <a:cubicBezTo>
                    <a:pt x="29" y="53"/>
                    <a:pt x="28" y="53"/>
                    <a:pt x="26" y="53"/>
                  </a:cubicBezTo>
                  <a:cubicBezTo>
                    <a:pt x="22" y="53"/>
                    <a:pt x="18" y="52"/>
                    <a:pt x="14" y="51"/>
                  </a:cubicBezTo>
                  <a:cubicBezTo>
                    <a:pt x="11" y="49"/>
                    <a:pt x="8" y="48"/>
                    <a:pt x="6" y="45"/>
                  </a:cubicBezTo>
                  <a:cubicBezTo>
                    <a:pt x="4" y="43"/>
                    <a:pt x="3" y="40"/>
                    <a:pt x="2" y="37"/>
                  </a:cubicBezTo>
                  <a:cubicBezTo>
                    <a:pt x="1" y="34"/>
                    <a:pt x="0" y="30"/>
                    <a:pt x="0" y="27"/>
                  </a:cubicBezTo>
                  <a:close/>
                  <a:moveTo>
                    <a:pt x="34" y="21"/>
                  </a:moveTo>
                  <a:cubicBezTo>
                    <a:pt x="34" y="20"/>
                    <a:pt x="34" y="18"/>
                    <a:pt x="33" y="17"/>
                  </a:cubicBezTo>
                  <a:cubicBezTo>
                    <a:pt x="33" y="15"/>
                    <a:pt x="32" y="14"/>
                    <a:pt x="31" y="13"/>
                  </a:cubicBezTo>
                  <a:cubicBezTo>
                    <a:pt x="30" y="12"/>
                    <a:pt x="29" y="11"/>
                    <a:pt x="28" y="11"/>
                  </a:cubicBezTo>
                  <a:cubicBezTo>
                    <a:pt x="27" y="10"/>
                    <a:pt x="25" y="10"/>
                    <a:pt x="24" y="10"/>
                  </a:cubicBezTo>
                  <a:cubicBezTo>
                    <a:pt x="22" y="10"/>
                    <a:pt x="20" y="10"/>
                    <a:pt x="19" y="11"/>
                  </a:cubicBezTo>
                  <a:cubicBezTo>
                    <a:pt x="17" y="11"/>
                    <a:pt x="16" y="12"/>
                    <a:pt x="15" y="13"/>
                  </a:cubicBezTo>
                  <a:cubicBezTo>
                    <a:pt x="14" y="14"/>
                    <a:pt x="14" y="16"/>
                    <a:pt x="13" y="17"/>
                  </a:cubicBezTo>
                  <a:cubicBezTo>
                    <a:pt x="13" y="18"/>
                    <a:pt x="12" y="20"/>
                    <a:pt x="12" y="21"/>
                  </a:cubicBezTo>
                  <a:lnTo>
                    <a:pt x="34" y="2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42" name="Freeform 20">
              <a:extLst>
                <a:ext uri="{FF2B5EF4-FFF2-40B4-BE49-F238E27FC236}">
                  <a16:creationId xmlns:a16="http://schemas.microsoft.com/office/drawing/2014/main" id="{25E6B7CD-3505-4929-827A-066E4FC0A268}"/>
                </a:ext>
              </a:extLst>
            </p:cNvPr>
            <p:cNvSpPr>
              <a:spLocks/>
            </p:cNvSpPr>
            <p:nvPr userDrawn="1"/>
          </p:nvSpPr>
          <p:spPr bwMode="auto">
            <a:xfrm>
              <a:off x="4919438" y="5030484"/>
              <a:ext cx="227013" cy="334963"/>
            </a:xfrm>
            <a:custGeom>
              <a:avLst/>
              <a:gdLst>
                <a:gd name="T0" fmla="*/ 16 w 37"/>
                <a:gd name="T1" fmla="*/ 43 h 53"/>
                <a:gd name="T2" fmla="*/ 23 w 37"/>
                <a:gd name="T3" fmla="*/ 42 h 53"/>
                <a:gd name="T4" fmla="*/ 25 w 37"/>
                <a:gd name="T5" fmla="*/ 38 h 53"/>
                <a:gd name="T6" fmla="*/ 23 w 37"/>
                <a:gd name="T7" fmla="*/ 34 h 53"/>
                <a:gd name="T8" fmla="*/ 15 w 37"/>
                <a:gd name="T9" fmla="*/ 30 h 53"/>
                <a:gd name="T10" fmla="*/ 10 w 37"/>
                <a:gd name="T11" fmla="*/ 28 h 53"/>
                <a:gd name="T12" fmla="*/ 5 w 37"/>
                <a:gd name="T13" fmla="*/ 25 h 53"/>
                <a:gd name="T14" fmla="*/ 2 w 37"/>
                <a:gd name="T15" fmla="*/ 21 h 53"/>
                <a:gd name="T16" fmla="*/ 1 w 37"/>
                <a:gd name="T17" fmla="*/ 15 h 53"/>
                <a:gd name="T18" fmla="*/ 6 w 37"/>
                <a:gd name="T19" fmla="*/ 4 h 53"/>
                <a:gd name="T20" fmla="*/ 20 w 37"/>
                <a:gd name="T21" fmla="*/ 0 h 53"/>
                <a:gd name="T22" fmla="*/ 28 w 37"/>
                <a:gd name="T23" fmla="*/ 1 h 53"/>
                <a:gd name="T24" fmla="*/ 34 w 37"/>
                <a:gd name="T25" fmla="*/ 2 h 53"/>
                <a:gd name="T26" fmla="*/ 32 w 37"/>
                <a:gd name="T27" fmla="*/ 12 h 53"/>
                <a:gd name="T28" fmla="*/ 27 w 37"/>
                <a:gd name="T29" fmla="*/ 10 h 53"/>
                <a:gd name="T30" fmla="*/ 20 w 37"/>
                <a:gd name="T31" fmla="*/ 9 h 53"/>
                <a:gd name="T32" fmla="*/ 15 w 37"/>
                <a:gd name="T33" fmla="*/ 11 h 53"/>
                <a:gd name="T34" fmla="*/ 13 w 37"/>
                <a:gd name="T35" fmla="*/ 14 h 53"/>
                <a:gd name="T36" fmla="*/ 13 w 37"/>
                <a:gd name="T37" fmla="*/ 17 h 53"/>
                <a:gd name="T38" fmla="*/ 14 w 37"/>
                <a:gd name="T39" fmla="*/ 18 h 53"/>
                <a:gd name="T40" fmla="*/ 17 w 37"/>
                <a:gd name="T41" fmla="*/ 20 h 53"/>
                <a:gd name="T42" fmla="*/ 21 w 37"/>
                <a:gd name="T43" fmla="*/ 22 h 53"/>
                <a:gd name="T44" fmla="*/ 28 w 37"/>
                <a:gd name="T45" fmla="*/ 25 h 53"/>
                <a:gd name="T46" fmla="*/ 33 w 37"/>
                <a:gd name="T47" fmla="*/ 28 h 53"/>
                <a:gd name="T48" fmla="*/ 36 w 37"/>
                <a:gd name="T49" fmla="*/ 32 h 53"/>
                <a:gd name="T50" fmla="*/ 37 w 37"/>
                <a:gd name="T51" fmla="*/ 38 h 53"/>
                <a:gd name="T52" fmla="*/ 31 w 37"/>
                <a:gd name="T53" fmla="*/ 49 h 53"/>
                <a:gd name="T54" fmla="*/ 16 w 37"/>
                <a:gd name="T55" fmla="*/ 53 h 53"/>
                <a:gd name="T56" fmla="*/ 6 w 37"/>
                <a:gd name="T57" fmla="*/ 52 h 53"/>
                <a:gd name="T58" fmla="*/ 0 w 37"/>
                <a:gd name="T59" fmla="*/ 50 h 53"/>
                <a:gd name="T60" fmla="*/ 2 w 37"/>
                <a:gd name="T61" fmla="*/ 40 h 53"/>
                <a:gd name="T62" fmla="*/ 8 w 37"/>
                <a:gd name="T63" fmla="*/ 42 h 53"/>
                <a:gd name="T64" fmla="*/ 16 w 37"/>
                <a:gd name="T65"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 h="53">
                  <a:moveTo>
                    <a:pt x="16" y="43"/>
                  </a:moveTo>
                  <a:cubicBezTo>
                    <a:pt x="19" y="43"/>
                    <a:pt x="22" y="43"/>
                    <a:pt x="23" y="42"/>
                  </a:cubicBezTo>
                  <a:cubicBezTo>
                    <a:pt x="24" y="41"/>
                    <a:pt x="25" y="40"/>
                    <a:pt x="25" y="38"/>
                  </a:cubicBezTo>
                  <a:cubicBezTo>
                    <a:pt x="25" y="36"/>
                    <a:pt x="24" y="35"/>
                    <a:pt x="23" y="34"/>
                  </a:cubicBezTo>
                  <a:cubicBezTo>
                    <a:pt x="21" y="33"/>
                    <a:pt x="19" y="32"/>
                    <a:pt x="15" y="30"/>
                  </a:cubicBezTo>
                  <a:cubicBezTo>
                    <a:pt x="13" y="30"/>
                    <a:pt x="11" y="29"/>
                    <a:pt x="10" y="28"/>
                  </a:cubicBezTo>
                  <a:cubicBezTo>
                    <a:pt x="8" y="27"/>
                    <a:pt x="6" y="26"/>
                    <a:pt x="5" y="25"/>
                  </a:cubicBezTo>
                  <a:cubicBezTo>
                    <a:pt x="4" y="24"/>
                    <a:pt x="3" y="22"/>
                    <a:pt x="2" y="21"/>
                  </a:cubicBezTo>
                  <a:cubicBezTo>
                    <a:pt x="1" y="19"/>
                    <a:pt x="1" y="17"/>
                    <a:pt x="1" y="15"/>
                  </a:cubicBezTo>
                  <a:cubicBezTo>
                    <a:pt x="1" y="10"/>
                    <a:pt x="3" y="7"/>
                    <a:pt x="6" y="4"/>
                  </a:cubicBezTo>
                  <a:cubicBezTo>
                    <a:pt x="9" y="1"/>
                    <a:pt x="14" y="0"/>
                    <a:pt x="20" y="0"/>
                  </a:cubicBezTo>
                  <a:cubicBezTo>
                    <a:pt x="23" y="0"/>
                    <a:pt x="26" y="0"/>
                    <a:pt x="28" y="1"/>
                  </a:cubicBezTo>
                  <a:cubicBezTo>
                    <a:pt x="31" y="1"/>
                    <a:pt x="33" y="2"/>
                    <a:pt x="34" y="2"/>
                  </a:cubicBezTo>
                  <a:cubicBezTo>
                    <a:pt x="32" y="12"/>
                    <a:pt x="32" y="12"/>
                    <a:pt x="32" y="12"/>
                  </a:cubicBezTo>
                  <a:cubicBezTo>
                    <a:pt x="31" y="11"/>
                    <a:pt x="29" y="11"/>
                    <a:pt x="27" y="10"/>
                  </a:cubicBezTo>
                  <a:cubicBezTo>
                    <a:pt x="25" y="10"/>
                    <a:pt x="23" y="9"/>
                    <a:pt x="20" y="9"/>
                  </a:cubicBezTo>
                  <a:cubicBezTo>
                    <a:pt x="18" y="9"/>
                    <a:pt x="16" y="10"/>
                    <a:pt x="15" y="11"/>
                  </a:cubicBezTo>
                  <a:cubicBezTo>
                    <a:pt x="13" y="11"/>
                    <a:pt x="13" y="13"/>
                    <a:pt x="13" y="14"/>
                  </a:cubicBezTo>
                  <a:cubicBezTo>
                    <a:pt x="13" y="15"/>
                    <a:pt x="13" y="16"/>
                    <a:pt x="13" y="17"/>
                  </a:cubicBezTo>
                  <a:cubicBezTo>
                    <a:pt x="13" y="17"/>
                    <a:pt x="14" y="18"/>
                    <a:pt x="14" y="18"/>
                  </a:cubicBezTo>
                  <a:cubicBezTo>
                    <a:pt x="15" y="19"/>
                    <a:pt x="16" y="19"/>
                    <a:pt x="17" y="20"/>
                  </a:cubicBezTo>
                  <a:cubicBezTo>
                    <a:pt x="18" y="20"/>
                    <a:pt x="20" y="21"/>
                    <a:pt x="21" y="22"/>
                  </a:cubicBezTo>
                  <a:cubicBezTo>
                    <a:pt x="24" y="23"/>
                    <a:pt x="27" y="24"/>
                    <a:pt x="28" y="25"/>
                  </a:cubicBezTo>
                  <a:cubicBezTo>
                    <a:pt x="30" y="26"/>
                    <a:pt x="32" y="27"/>
                    <a:pt x="33" y="28"/>
                  </a:cubicBezTo>
                  <a:cubicBezTo>
                    <a:pt x="34" y="29"/>
                    <a:pt x="35" y="31"/>
                    <a:pt x="36" y="32"/>
                  </a:cubicBezTo>
                  <a:cubicBezTo>
                    <a:pt x="37" y="34"/>
                    <a:pt x="37" y="36"/>
                    <a:pt x="37" y="38"/>
                  </a:cubicBezTo>
                  <a:cubicBezTo>
                    <a:pt x="37" y="43"/>
                    <a:pt x="35" y="46"/>
                    <a:pt x="31" y="49"/>
                  </a:cubicBezTo>
                  <a:cubicBezTo>
                    <a:pt x="28" y="51"/>
                    <a:pt x="23" y="53"/>
                    <a:pt x="16" y="53"/>
                  </a:cubicBezTo>
                  <a:cubicBezTo>
                    <a:pt x="12" y="53"/>
                    <a:pt x="8" y="52"/>
                    <a:pt x="6" y="52"/>
                  </a:cubicBezTo>
                  <a:cubicBezTo>
                    <a:pt x="3" y="51"/>
                    <a:pt x="1" y="50"/>
                    <a:pt x="0" y="50"/>
                  </a:cubicBezTo>
                  <a:cubicBezTo>
                    <a:pt x="2" y="40"/>
                    <a:pt x="2" y="40"/>
                    <a:pt x="2" y="40"/>
                  </a:cubicBezTo>
                  <a:cubicBezTo>
                    <a:pt x="4" y="41"/>
                    <a:pt x="6" y="41"/>
                    <a:pt x="8" y="42"/>
                  </a:cubicBezTo>
                  <a:cubicBezTo>
                    <a:pt x="11" y="43"/>
                    <a:pt x="13" y="43"/>
                    <a:pt x="16" y="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43" name="Freeform 21">
              <a:extLst>
                <a:ext uri="{FF2B5EF4-FFF2-40B4-BE49-F238E27FC236}">
                  <a16:creationId xmlns:a16="http://schemas.microsoft.com/office/drawing/2014/main" id="{BB0673E4-9C2A-495A-9B24-42ACDAA07D1E}"/>
                </a:ext>
              </a:extLst>
            </p:cNvPr>
            <p:cNvSpPr>
              <a:spLocks/>
            </p:cNvSpPr>
            <p:nvPr userDrawn="1"/>
          </p:nvSpPr>
          <p:spPr bwMode="auto">
            <a:xfrm>
              <a:off x="5195663" y="5036834"/>
              <a:ext cx="255588" cy="328613"/>
            </a:xfrm>
            <a:custGeom>
              <a:avLst/>
              <a:gdLst>
                <a:gd name="T0" fmla="*/ 42 w 42"/>
                <a:gd name="T1" fmla="*/ 49 h 52"/>
                <a:gd name="T2" fmla="*/ 33 w 42"/>
                <a:gd name="T3" fmla="*/ 51 h 52"/>
                <a:gd name="T4" fmla="*/ 21 w 42"/>
                <a:gd name="T5" fmla="*/ 52 h 52"/>
                <a:gd name="T6" fmla="*/ 11 w 42"/>
                <a:gd name="T7" fmla="*/ 50 h 52"/>
                <a:gd name="T8" fmla="*/ 5 w 42"/>
                <a:gd name="T9" fmla="*/ 45 h 52"/>
                <a:gd name="T10" fmla="*/ 1 w 42"/>
                <a:gd name="T11" fmla="*/ 38 h 52"/>
                <a:gd name="T12" fmla="*/ 0 w 42"/>
                <a:gd name="T13" fmla="*/ 28 h 52"/>
                <a:gd name="T14" fmla="*/ 0 w 42"/>
                <a:gd name="T15" fmla="*/ 0 h 52"/>
                <a:gd name="T16" fmla="*/ 12 w 42"/>
                <a:gd name="T17" fmla="*/ 0 h 52"/>
                <a:gd name="T18" fmla="*/ 12 w 42"/>
                <a:gd name="T19" fmla="*/ 26 h 52"/>
                <a:gd name="T20" fmla="*/ 14 w 42"/>
                <a:gd name="T21" fmla="*/ 38 h 52"/>
                <a:gd name="T22" fmla="*/ 22 w 42"/>
                <a:gd name="T23" fmla="*/ 41 h 52"/>
                <a:gd name="T24" fmla="*/ 27 w 42"/>
                <a:gd name="T25" fmla="*/ 41 h 52"/>
                <a:gd name="T26" fmla="*/ 30 w 42"/>
                <a:gd name="T27" fmla="*/ 41 h 52"/>
                <a:gd name="T28" fmla="*/ 30 w 42"/>
                <a:gd name="T29" fmla="*/ 0 h 52"/>
                <a:gd name="T30" fmla="*/ 42 w 42"/>
                <a:gd name="T31" fmla="*/ 0 h 52"/>
                <a:gd name="T32" fmla="*/ 42 w 42"/>
                <a:gd name="T33" fmla="*/ 4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52">
                  <a:moveTo>
                    <a:pt x="42" y="49"/>
                  </a:moveTo>
                  <a:cubicBezTo>
                    <a:pt x="40" y="49"/>
                    <a:pt x="37" y="50"/>
                    <a:pt x="33" y="51"/>
                  </a:cubicBezTo>
                  <a:cubicBezTo>
                    <a:pt x="30" y="51"/>
                    <a:pt x="26" y="52"/>
                    <a:pt x="21" y="52"/>
                  </a:cubicBezTo>
                  <a:cubicBezTo>
                    <a:pt x="17" y="52"/>
                    <a:pt x="14" y="51"/>
                    <a:pt x="11" y="50"/>
                  </a:cubicBezTo>
                  <a:cubicBezTo>
                    <a:pt x="9" y="49"/>
                    <a:pt x="6" y="47"/>
                    <a:pt x="5" y="45"/>
                  </a:cubicBezTo>
                  <a:cubicBezTo>
                    <a:pt x="3" y="43"/>
                    <a:pt x="2" y="40"/>
                    <a:pt x="1" y="38"/>
                  </a:cubicBezTo>
                  <a:cubicBezTo>
                    <a:pt x="1" y="35"/>
                    <a:pt x="0" y="32"/>
                    <a:pt x="0" y="28"/>
                  </a:cubicBezTo>
                  <a:cubicBezTo>
                    <a:pt x="0" y="0"/>
                    <a:pt x="0" y="0"/>
                    <a:pt x="0" y="0"/>
                  </a:cubicBezTo>
                  <a:cubicBezTo>
                    <a:pt x="12" y="0"/>
                    <a:pt x="12" y="0"/>
                    <a:pt x="12" y="0"/>
                  </a:cubicBezTo>
                  <a:cubicBezTo>
                    <a:pt x="12" y="26"/>
                    <a:pt x="12" y="26"/>
                    <a:pt x="12" y="26"/>
                  </a:cubicBezTo>
                  <a:cubicBezTo>
                    <a:pt x="12" y="32"/>
                    <a:pt x="13" y="36"/>
                    <a:pt x="14" y="38"/>
                  </a:cubicBezTo>
                  <a:cubicBezTo>
                    <a:pt x="16" y="40"/>
                    <a:pt x="18" y="41"/>
                    <a:pt x="22" y="41"/>
                  </a:cubicBezTo>
                  <a:cubicBezTo>
                    <a:pt x="24" y="41"/>
                    <a:pt x="25" y="41"/>
                    <a:pt x="27" y="41"/>
                  </a:cubicBezTo>
                  <a:cubicBezTo>
                    <a:pt x="28" y="41"/>
                    <a:pt x="30" y="41"/>
                    <a:pt x="30" y="41"/>
                  </a:cubicBezTo>
                  <a:cubicBezTo>
                    <a:pt x="30" y="0"/>
                    <a:pt x="30" y="0"/>
                    <a:pt x="30" y="0"/>
                  </a:cubicBezTo>
                  <a:cubicBezTo>
                    <a:pt x="42" y="0"/>
                    <a:pt x="42" y="0"/>
                    <a:pt x="42" y="0"/>
                  </a:cubicBezTo>
                  <a:lnTo>
                    <a:pt x="42" y="4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44" name="Freeform 22">
              <a:extLst>
                <a:ext uri="{FF2B5EF4-FFF2-40B4-BE49-F238E27FC236}">
                  <a16:creationId xmlns:a16="http://schemas.microsoft.com/office/drawing/2014/main" id="{7BACE70A-F6C3-4350-A63E-239D9587D764}"/>
                </a:ext>
              </a:extLst>
            </p:cNvPr>
            <p:cNvSpPr>
              <a:spLocks/>
            </p:cNvSpPr>
            <p:nvPr userDrawn="1"/>
          </p:nvSpPr>
          <p:spPr bwMode="auto">
            <a:xfrm>
              <a:off x="5530625" y="4886021"/>
              <a:ext cx="117475" cy="473075"/>
            </a:xfrm>
            <a:custGeom>
              <a:avLst/>
              <a:gdLst>
                <a:gd name="T0" fmla="*/ 17 w 19"/>
                <a:gd name="T1" fmla="*/ 75 h 75"/>
                <a:gd name="T2" fmla="*/ 9 w 19"/>
                <a:gd name="T3" fmla="*/ 74 h 75"/>
                <a:gd name="T4" fmla="*/ 3 w 19"/>
                <a:gd name="T5" fmla="*/ 71 h 75"/>
                <a:gd name="T6" fmla="*/ 0 w 19"/>
                <a:gd name="T7" fmla="*/ 66 h 75"/>
                <a:gd name="T8" fmla="*/ 0 w 19"/>
                <a:gd name="T9" fmla="*/ 60 h 75"/>
                <a:gd name="T10" fmla="*/ 0 w 19"/>
                <a:gd name="T11" fmla="*/ 2 h 75"/>
                <a:gd name="T12" fmla="*/ 11 w 19"/>
                <a:gd name="T13" fmla="*/ 0 h 75"/>
                <a:gd name="T14" fmla="*/ 11 w 19"/>
                <a:gd name="T15" fmla="*/ 57 h 75"/>
                <a:gd name="T16" fmla="*/ 12 w 19"/>
                <a:gd name="T17" fmla="*/ 61 h 75"/>
                <a:gd name="T18" fmla="*/ 13 w 19"/>
                <a:gd name="T19" fmla="*/ 63 h 75"/>
                <a:gd name="T20" fmla="*/ 15 w 19"/>
                <a:gd name="T21" fmla="*/ 65 h 75"/>
                <a:gd name="T22" fmla="*/ 19 w 19"/>
                <a:gd name="T23" fmla="*/ 66 h 75"/>
                <a:gd name="T24" fmla="*/ 17 w 19"/>
                <a:gd name="T25" fmla="*/ 75 h 7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9" h="75">
                  <a:moveTo>
                    <a:pt x="17" y="75"/>
                  </a:moveTo>
                  <a:cubicBezTo>
                    <a:pt x="14" y="75"/>
                    <a:pt x="11" y="75"/>
                    <a:pt x="9" y="74"/>
                  </a:cubicBezTo>
                  <a:cubicBezTo>
                    <a:pt x="6" y="73"/>
                    <a:pt x="5" y="72"/>
                    <a:pt x="3" y="71"/>
                  </a:cubicBezTo>
                  <a:cubicBezTo>
                    <a:pt x="2" y="70"/>
                    <a:pt x="1" y="68"/>
                    <a:pt x="0" y="66"/>
                  </a:cubicBezTo>
                  <a:cubicBezTo>
                    <a:pt x="0" y="64"/>
                    <a:pt x="0" y="62"/>
                    <a:pt x="0" y="60"/>
                  </a:cubicBezTo>
                  <a:cubicBezTo>
                    <a:pt x="0" y="2"/>
                    <a:pt x="0" y="2"/>
                    <a:pt x="0" y="2"/>
                  </a:cubicBezTo>
                  <a:cubicBezTo>
                    <a:pt x="11" y="0"/>
                    <a:pt x="11" y="0"/>
                    <a:pt x="11" y="0"/>
                  </a:cubicBezTo>
                  <a:cubicBezTo>
                    <a:pt x="11" y="57"/>
                    <a:pt x="11" y="57"/>
                    <a:pt x="11" y="57"/>
                  </a:cubicBezTo>
                  <a:cubicBezTo>
                    <a:pt x="11" y="59"/>
                    <a:pt x="11" y="60"/>
                    <a:pt x="12" y="61"/>
                  </a:cubicBezTo>
                  <a:cubicBezTo>
                    <a:pt x="12" y="62"/>
                    <a:pt x="12" y="63"/>
                    <a:pt x="13" y="63"/>
                  </a:cubicBezTo>
                  <a:cubicBezTo>
                    <a:pt x="13" y="64"/>
                    <a:pt x="14" y="65"/>
                    <a:pt x="15" y="65"/>
                  </a:cubicBezTo>
                  <a:cubicBezTo>
                    <a:pt x="16" y="65"/>
                    <a:pt x="17" y="66"/>
                    <a:pt x="19" y="66"/>
                  </a:cubicBezTo>
                  <a:lnTo>
                    <a:pt x="17" y="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45" name="Freeform 23">
              <a:extLst>
                <a:ext uri="{FF2B5EF4-FFF2-40B4-BE49-F238E27FC236}">
                  <a16:creationId xmlns:a16="http://schemas.microsoft.com/office/drawing/2014/main" id="{BA945C11-EE8D-4A32-8347-B8FFB8F2F10E}"/>
                </a:ext>
              </a:extLst>
            </p:cNvPr>
            <p:cNvSpPr>
              <a:spLocks/>
            </p:cNvSpPr>
            <p:nvPr userDrawn="1"/>
          </p:nvSpPr>
          <p:spPr bwMode="auto">
            <a:xfrm>
              <a:off x="5690963"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4 w 31"/>
                <a:gd name="T31" fmla="*/ 61 h 67"/>
                <a:gd name="T32" fmla="*/ 1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5"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5" y="67"/>
                    <a:pt x="12" y="66"/>
                    <a:pt x="9" y="65"/>
                  </a:cubicBezTo>
                  <a:cubicBezTo>
                    <a:pt x="7" y="64"/>
                    <a:pt x="5" y="63"/>
                    <a:pt x="4" y="61"/>
                  </a:cubicBezTo>
                  <a:cubicBezTo>
                    <a:pt x="2" y="59"/>
                    <a:pt x="1" y="57"/>
                    <a:pt x="1" y="54"/>
                  </a:cubicBezTo>
                  <a:cubicBezTo>
                    <a:pt x="0" y="52"/>
                    <a:pt x="0" y="49"/>
                    <a:pt x="0" y="45"/>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46" name="Freeform 24">
              <a:extLst>
                <a:ext uri="{FF2B5EF4-FFF2-40B4-BE49-F238E27FC236}">
                  <a16:creationId xmlns:a16="http://schemas.microsoft.com/office/drawing/2014/main" id="{DB8701A0-F0F7-4D6B-B79A-2F60F01BEC92}"/>
                </a:ext>
              </a:extLst>
            </p:cNvPr>
            <p:cNvSpPr>
              <a:spLocks/>
            </p:cNvSpPr>
            <p:nvPr userDrawn="1"/>
          </p:nvSpPr>
          <p:spPr bwMode="auto">
            <a:xfrm>
              <a:off x="5903688" y="5030484"/>
              <a:ext cx="227013" cy="334963"/>
            </a:xfrm>
            <a:custGeom>
              <a:avLst/>
              <a:gdLst>
                <a:gd name="T0" fmla="*/ 16 w 37"/>
                <a:gd name="T1" fmla="*/ 43 h 53"/>
                <a:gd name="T2" fmla="*/ 23 w 37"/>
                <a:gd name="T3" fmla="*/ 42 h 53"/>
                <a:gd name="T4" fmla="*/ 25 w 37"/>
                <a:gd name="T5" fmla="*/ 38 h 53"/>
                <a:gd name="T6" fmla="*/ 23 w 37"/>
                <a:gd name="T7" fmla="*/ 34 h 53"/>
                <a:gd name="T8" fmla="*/ 15 w 37"/>
                <a:gd name="T9" fmla="*/ 30 h 53"/>
                <a:gd name="T10" fmla="*/ 9 w 37"/>
                <a:gd name="T11" fmla="*/ 28 h 53"/>
                <a:gd name="T12" fmla="*/ 5 w 37"/>
                <a:gd name="T13" fmla="*/ 25 h 53"/>
                <a:gd name="T14" fmla="*/ 2 w 37"/>
                <a:gd name="T15" fmla="*/ 21 h 53"/>
                <a:gd name="T16" fmla="*/ 1 w 37"/>
                <a:gd name="T17" fmla="*/ 15 h 53"/>
                <a:gd name="T18" fmla="*/ 6 w 37"/>
                <a:gd name="T19" fmla="*/ 4 h 53"/>
                <a:gd name="T20" fmla="*/ 20 w 37"/>
                <a:gd name="T21" fmla="*/ 0 h 53"/>
                <a:gd name="T22" fmla="*/ 28 w 37"/>
                <a:gd name="T23" fmla="*/ 1 h 53"/>
                <a:gd name="T24" fmla="*/ 34 w 37"/>
                <a:gd name="T25" fmla="*/ 2 h 53"/>
                <a:gd name="T26" fmla="*/ 32 w 37"/>
                <a:gd name="T27" fmla="*/ 12 h 53"/>
                <a:gd name="T28" fmla="*/ 27 w 37"/>
                <a:gd name="T29" fmla="*/ 10 h 53"/>
                <a:gd name="T30" fmla="*/ 20 w 37"/>
                <a:gd name="T31" fmla="*/ 9 h 53"/>
                <a:gd name="T32" fmla="*/ 15 w 37"/>
                <a:gd name="T33" fmla="*/ 11 h 53"/>
                <a:gd name="T34" fmla="*/ 12 w 37"/>
                <a:gd name="T35" fmla="*/ 14 h 53"/>
                <a:gd name="T36" fmla="*/ 13 w 37"/>
                <a:gd name="T37" fmla="*/ 17 h 53"/>
                <a:gd name="T38" fmla="*/ 14 w 37"/>
                <a:gd name="T39" fmla="*/ 18 h 53"/>
                <a:gd name="T40" fmla="*/ 17 w 37"/>
                <a:gd name="T41" fmla="*/ 20 h 53"/>
                <a:gd name="T42" fmla="*/ 21 w 37"/>
                <a:gd name="T43" fmla="*/ 22 h 53"/>
                <a:gd name="T44" fmla="*/ 28 w 37"/>
                <a:gd name="T45" fmla="*/ 25 h 53"/>
                <a:gd name="T46" fmla="*/ 33 w 37"/>
                <a:gd name="T47" fmla="*/ 28 h 53"/>
                <a:gd name="T48" fmla="*/ 36 w 37"/>
                <a:gd name="T49" fmla="*/ 32 h 53"/>
                <a:gd name="T50" fmla="*/ 37 w 37"/>
                <a:gd name="T51" fmla="*/ 38 h 53"/>
                <a:gd name="T52" fmla="*/ 31 w 37"/>
                <a:gd name="T53" fmla="*/ 49 h 53"/>
                <a:gd name="T54" fmla="*/ 16 w 37"/>
                <a:gd name="T55" fmla="*/ 53 h 53"/>
                <a:gd name="T56" fmla="*/ 5 w 37"/>
                <a:gd name="T57" fmla="*/ 52 h 53"/>
                <a:gd name="T58" fmla="*/ 0 w 37"/>
                <a:gd name="T59" fmla="*/ 50 h 53"/>
                <a:gd name="T60" fmla="*/ 2 w 37"/>
                <a:gd name="T61" fmla="*/ 40 h 53"/>
                <a:gd name="T62" fmla="*/ 8 w 37"/>
                <a:gd name="T63" fmla="*/ 42 h 53"/>
                <a:gd name="T64" fmla="*/ 16 w 37"/>
                <a:gd name="T65" fmla="*/ 43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37" h="53">
                  <a:moveTo>
                    <a:pt x="16" y="43"/>
                  </a:moveTo>
                  <a:cubicBezTo>
                    <a:pt x="19" y="43"/>
                    <a:pt x="21" y="43"/>
                    <a:pt x="23" y="42"/>
                  </a:cubicBezTo>
                  <a:cubicBezTo>
                    <a:pt x="24" y="41"/>
                    <a:pt x="25" y="40"/>
                    <a:pt x="25" y="38"/>
                  </a:cubicBezTo>
                  <a:cubicBezTo>
                    <a:pt x="25" y="36"/>
                    <a:pt x="24" y="35"/>
                    <a:pt x="23" y="34"/>
                  </a:cubicBezTo>
                  <a:cubicBezTo>
                    <a:pt x="21" y="33"/>
                    <a:pt x="19" y="32"/>
                    <a:pt x="15" y="30"/>
                  </a:cubicBezTo>
                  <a:cubicBezTo>
                    <a:pt x="13" y="30"/>
                    <a:pt x="11" y="29"/>
                    <a:pt x="9" y="28"/>
                  </a:cubicBezTo>
                  <a:cubicBezTo>
                    <a:pt x="8" y="27"/>
                    <a:pt x="6" y="26"/>
                    <a:pt x="5" y="25"/>
                  </a:cubicBezTo>
                  <a:cubicBezTo>
                    <a:pt x="4" y="24"/>
                    <a:pt x="3" y="22"/>
                    <a:pt x="2" y="21"/>
                  </a:cubicBezTo>
                  <a:cubicBezTo>
                    <a:pt x="1" y="19"/>
                    <a:pt x="1" y="17"/>
                    <a:pt x="1" y="15"/>
                  </a:cubicBezTo>
                  <a:cubicBezTo>
                    <a:pt x="1" y="10"/>
                    <a:pt x="2" y="7"/>
                    <a:pt x="6" y="4"/>
                  </a:cubicBezTo>
                  <a:cubicBezTo>
                    <a:pt x="9" y="1"/>
                    <a:pt x="14" y="0"/>
                    <a:pt x="20" y="0"/>
                  </a:cubicBezTo>
                  <a:cubicBezTo>
                    <a:pt x="23" y="0"/>
                    <a:pt x="25" y="0"/>
                    <a:pt x="28" y="1"/>
                  </a:cubicBezTo>
                  <a:cubicBezTo>
                    <a:pt x="31" y="1"/>
                    <a:pt x="33" y="2"/>
                    <a:pt x="34" y="2"/>
                  </a:cubicBezTo>
                  <a:cubicBezTo>
                    <a:pt x="32" y="12"/>
                    <a:pt x="32" y="12"/>
                    <a:pt x="32" y="12"/>
                  </a:cubicBezTo>
                  <a:cubicBezTo>
                    <a:pt x="31" y="11"/>
                    <a:pt x="29" y="11"/>
                    <a:pt x="27" y="10"/>
                  </a:cubicBezTo>
                  <a:cubicBezTo>
                    <a:pt x="25" y="10"/>
                    <a:pt x="23" y="9"/>
                    <a:pt x="20" y="9"/>
                  </a:cubicBezTo>
                  <a:cubicBezTo>
                    <a:pt x="18" y="9"/>
                    <a:pt x="16" y="10"/>
                    <a:pt x="15" y="11"/>
                  </a:cubicBezTo>
                  <a:cubicBezTo>
                    <a:pt x="13" y="11"/>
                    <a:pt x="12" y="13"/>
                    <a:pt x="12" y="14"/>
                  </a:cubicBezTo>
                  <a:cubicBezTo>
                    <a:pt x="12" y="15"/>
                    <a:pt x="12" y="16"/>
                    <a:pt x="13" y="17"/>
                  </a:cubicBezTo>
                  <a:cubicBezTo>
                    <a:pt x="13" y="17"/>
                    <a:pt x="14" y="18"/>
                    <a:pt x="14" y="18"/>
                  </a:cubicBezTo>
                  <a:cubicBezTo>
                    <a:pt x="15" y="19"/>
                    <a:pt x="16" y="19"/>
                    <a:pt x="17" y="20"/>
                  </a:cubicBezTo>
                  <a:cubicBezTo>
                    <a:pt x="18" y="20"/>
                    <a:pt x="20" y="21"/>
                    <a:pt x="21" y="22"/>
                  </a:cubicBezTo>
                  <a:cubicBezTo>
                    <a:pt x="24" y="23"/>
                    <a:pt x="26" y="24"/>
                    <a:pt x="28" y="25"/>
                  </a:cubicBezTo>
                  <a:cubicBezTo>
                    <a:pt x="30" y="26"/>
                    <a:pt x="32" y="27"/>
                    <a:pt x="33" y="28"/>
                  </a:cubicBezTo>
                  <a:cubicBezTo>
                    <a:pt x="34" y="29"/>
                    <a:pt x="35" y="31"/>
                    <a:pt x="36" y="32"/>
                  </a:cubicBezTo>
                  <a:cubicBezTo>
                    <a:pt x="36" y="34"/>
                    <a:pt x="37" y="36"/>
                    <a:pt x="37" y="38"/>
                  </a:cubicBezTo>
                  <a:cubicBezTo>
                    <a:pt x="37" y="43"/>
                    <a:pt x="35" y="46"/>
                    <a:pt x="31" y="49"/>
                  </a:cubicBezTo>
                  <a:cubicBezTo>
                    <a:pt x="28" y="51"/>
                    <a:pt x="23" y="53"/>
                    <a:pt x="16" y="53"/>
                  </a:cubicBezTo>
                  <a:cubicBezTo>
                    <a:pt x="12" y="53"/>
                    <a:pt x="8" y="52"/>
                    <a:pt x="5" y="52"/>
                  </a:cubicBezTo>
                  <a:cubicBezTo>
                    <a:pt x="3" y="51"/>
                    <a:pt x="1" y="50"/>
                    <a:pt x="0" y="50"/>
                  </a:cubicBezTo>
                  <a:cubicBezTo>
                    <a:pt x="2" y="40"/>
                    <a:pt x="2" y="40"/>
                    <a:pt x="2" y="40"/>
                  </a:cubicBezTo>
                  <a:cubicBezTo>
                    <a:pt x="3" y="41"/>
                    <a:pt x="6" y="41"/>
                    <a:pt x="8" y="42"/>
                  </a:cubicBezTo>
                  <a:cubicBezTo>
                    <a:pt x="10" y="43"/>
                    <a:pt x="13" y="43"/>
                    <a:pt x="16" y="43"/>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47" name="Freeform 25">
              <a:extLst>
                <a:ext uri="{FF2B5EF4-FFF2-40B4-BE49-F238E27FC236}">
                  <a16:creationId xmlns:a16="http://schemas.microsoft.com/office/drawing/2014/main" id="{6A5E9F5E-8D3C-4355-B793-3B4BF49E24CC}"/>
                </a:ext>
              </a:extLst>
            </p:cNvPr>
            <p:cNvSpPr>
              <a:spLocks/>
            </p:cNvSpPr>
            <p:nvPr userDrawn="1"/>
          </p:nvSpPr>
          <p:spPr bwMode="auto">
            <a:xfrm>
              <a:off x="6289450" y="5030484"/>
              <a:ext cx="238125" cy="334963"/>
            </a:xfrm>
            <a:custGeom>
              <a:avLst/>
              <a:gdLst>
                <a:gd name="T0" fmla="*/ 0 w 39"/>
                <a:gd name="T1" fmla="*/ 26 h 53"/>
                <a:gd name="T2" fmla="*/ 2 w 39"/>
                <a:gd name="T3" fmla="*/ 16 h 53"/>
                <a:gd name="T4" fmla="*/ 7 w 39"/>
                <a:gd name="T5" fmla="*/ 7 h 53"/>
                <a:gd name="T6" fmla="*/ 15 w 39"/>
                <a:gd name="T7" fmla="*/ 2 h 53"/>
                <a:gd name="T8" fmla="*/ 25 w 39"/>
                <a:gd name="T9" fmla="*/ 0 h 53"/>
                <a:gd name="T10" fmla="*/ 39 w 39"/>
                <a:gd name="T11" fmla="*/ 3 h 53"/>
                <a:gd name="T12" fmla="*/ 36 w 39"/>
                <a:gd name="T13" fmla="*/ 12 h 53"/>
                <a:gd name="T14" fmla="*/ 31 w 39"/>
                <a:gd name="T15" fmla="*/ 11 h 53"/>
                <a:gd name="T16" fmla="*/ 26 w 39"/>
                <a:gd name="T17" fmla="*/ 10 h 53"/>
                <a:gd name="T18" fmla="*/ 16 w 39"/>
                <a:gd name="T19" fmla="*/ 14 h 53"/>
                <a:gd name="T20" fmla="*/ 12 w 39"/>
                <a:gd name="T21" fmla="*/ 26 h 53"/>
                <a:gd name="T22" fmla="*/ 15 w 39"/>
                <a:gd name="T23" fmla="*/ 38 h 53"/>
                <a:gd name="T24" fmla="*/ 27 w 39"/>
                <a:gd name="T25" fmla="*/ 43 h 53"/>
                <a:gd name="T26" fmla="*/ 33 w 39"/>
                <a:gd name="T27" fmla="*/ 42 h 53"/>
                <a:gd name="T28" fmla="*/ 38 w 39"/>
                <a:gd name="T29" fmla="*/ 41 h 53"/>
                <a:gd name="T30" fmla="*/ 39 w 39"/>
                <a:gd name="T31" fmla="*/ 50 h 53"/>
                <a:gd name="T32" fmla="*/ 33 w 39"/>
                <a:gd name="T33" fmla="*/ 52 h 53"/>
                <a:gd name="T34" fmla="*/ 25 w 39"/>
                <a:gd name="T35" fmla="*/ 53 h 53"/>
                <a:gd name="T36" fmla="*/ 14 w 39"/>
                <a:gd name="T37" fmla="*/ 51 h 53"/>
                <a:gd name="T38" fmla="*/ 6 w 39"/>
                <a:gd name="T39" fmla="*/ 45 h 53"/>
                <a:gd name="T40" fmla="*/ 2 w 39"/>
                <a:gd name="T41" fmla="*/ 37 h 53"/>
                <a:gd name="T42" fmla="*/ 0 w 39"/>
                <a:gd name="T43"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Lst>
              <a:rect l="0" t="0" r="r" b="b"/>
              <a:pathLst>
                <a:path w="39" h="53">
                  <a:moveTo>
                    <a:pt x="0" y="26"/>
                  </a:moveTo>
                  <a:cubicBezTo>
                    <a:pt x="0" y="23"/>
                    <a:pt x="1" y="19"/>
                    <a:pt x="2" y="16"/>
                  </a:cubicBezTo>
                  <a:cubicBezTo>
                    <a:pt x="3" y="13"/>
                    <a:pt x="5" y="10"/>
                    <a:pt x="7" y="7"/>
                  </a:cubicBezTo>
                  <a:cubicBezTo>
                    <a:pt x="9" y="5"/>
                    <a:pt x="12" y="3"/>
                    <a:pt x="15" y="2"/>
                  </a:cubicBezTo>
                  <a:cubicBezTo>
                    <a:pt x="18" y="1"/>
                    <a:pt x="21" y="0"/>
                    <a:pt x="25" y="0"/>
                  </a:cubicBezTo>
                  <a:cubicBezTo>
                    <a:pt x="30" y="0"/>
                    <a:pt x="34" y="1"/>
                    <a:pt x="39" y="3"/>
                  </a:cubicBezTo>
                  <a:cubicBezTo>
                    <a:pt x="36" y="12"/>
                    <a:pt x="36" y="12"/>
                    <a:pt x="36" y="12"/>
                  </a:cubicBezTo>
                  <a:cubicBezTo>
                    <a:pt x="35" y="11"/>
                    <a:pt x="33" y="11"/>
                    <a:pt x="31" y="11"/>
                  </a:cubicBezTo>
                  <a:cubicBezTo>
                    <a:pt x="30" y="10"/>
                    <a:pt x="28" y="10"/>
                    <a:pt x="26" y="10"/>
                  </a:cubicBezTo>
                  <a:cubicBezTo>
                    <a:pt x="21" y="10"/>
                    <a:pt x="18" y="11"/>
                    <a:pt x="16" y="14"/>
                  </a:cubicBezTo>
                  <a:cubicBezTo>
                    <a:pt x="13" y="17"/>
                    <a:pt x="12" y="21"/>
                    <a:pt x="12" y="26"/>
                  </a:cubicBezTo>
                  <a:cubicBezTo>
                    <a:pt x="12" y="31"/>
                    <a:pt x="13" y="35"/>
                    <a:pt x="15" y="38"/>
                  </a:cubicBezTo>
                  <a:cubicBezTo>
                    <a:pt x="18" y="41"/>
                    <a:pt x="21" y="43"/>
                    <a:pt x="27" y="43"/>
                  </a:cubicBezTo>
                  <a:cubicBezTo>
                    <a:pt x="29" y="43"/>
                    <a:pt x="31" y="42"/>
                    <a:pt x="33" y="42"/>
                  </a:cubicBezTo>
                  <a:cubicBezTo>
                    <a:pt x="35" y="42"/>
                    <a:pt x="36" y="41"/>
                    <a:pt x="38" y="41"/>
                  </a:cubicBezTo>
                  <a:cubicBezTo>
                    <a:pt x="39" y="50"/>
                    <a:pt x="39" y="50"/>
                    <a:pt x="39" y="50"/>
                  </a:cubicBezTo>
                  <a:cubicBezTo>
                    <a:pt x="38" y="51"/>
                    <a:pt x="36" y="51"/>
                    <a:pt x="33" y="52"/>
                  </a:cubicBezTo>
                  <a:cubicBezTo>
                    <a:pt x="31" y="52"/>
                    <a:pt x="28" y="53"/>
                    <a:pt x="25" y="53"/>
                  </a:cubicBezTo>
                  <a:cubicBezTo>
                    <a:pt x="21" y="53"/>
                    <a:pt x="17" y="52"/>
                    <a:pt x="14" y="51"/>
                  </a:cubicBezTo>
                  <a:cubicBezTo>
                    <a:pt x="11" y="49"/>
                    <a:pt x="8" y="48"/>
                    <a:pt x="6" y="45"/>
                  </a:cubicBezTo>
                  <a:cubicBezTo>
                    <a:pt x="4" y="43"/>
                    <a:pt x="3" y="40"/>
                    <a:pt x="2" y="37"/>
                  </a:cubicBezTo>
                  <a:cubicBezTo>
                    <a:pt x="1" y="34"/>
                    <a:pt x="0" y="30"/>
                    <a:pt x="0" y="2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48" name="Freeform 26">
              <a:extLst>
                <a:ext uri="{FF2B5EF4-FFF2-40B4-BE49-F238E27FC236}">
                  <a16:creationId xmlns:a16="http://schemas.microsoft.com/office/drawing/2014/main" id="{34B851D5-2E68-4505-9B8C-3D6521CB7186}"/>
                </a:ext>
              </a:extLst>
            </p:cNvPr>
            <p:cNvSpPr>
              <a:spLocks noEditPoints="1"/>
            </p:cNvSpPr>
            <p:nvPr userDrawn="1"/>
          </p:nvSpPr>
          <p:spPr bwMode="auto">
            <a:xfrm>
              <a:off x="6552975" y="5030484"/>
              <a:ext cx="292100" cy="334963"/>
            </a:xfrm>
            <a:custGeom>
              <a:avLst/>
              <a:gdLst>
                <a:gd name="T0" fmla="*/ 48 w 48"/>
                <a:gd name="T1" fmla="*/ 26 h 53"/>
                <a:gd name="T2" fmla="*/ 46 w 48"/>
                <a:gd name="T3" fmla="*/ 37 h 53"/>
                <a:gd name="T4" fmla="*/ 41 w 48"/>
                <a:gd name="T5" fmla="*/ 45 h 53"/>
                <a:gd name="T6" fmla="*/ 33 w 48"/>
                <a:gd name="T7" fmla="*/ 51 h 53"/>
                <a:gd name="T8" fmla="*/ 24 w 48"/>
                <a:gd name="T9" fmla="*/ 53 h 53"/>
                <a:gd name="T10" fmla="*/ 14 w 48"/>
                <a:gd name="T11" fmla="*/ 51 h 53"/>
                <a:gd name="T12" fmla="*/ 6 w 48"/>
                <a:gd name="T13" fmla="*/ 45 h 53"/>
                <a:gd name="T14" fmla="*/ 1 w 48"/>
                <a:gd name="T15" fmla="*/ 37 h 53"/>
                <a:gd name="T16" fmla="*/ 0 w 48"/>
                <a:gd name="T17" fmla="*/ 26 h 53"/>
                <a:gd name="T18" fmla="*/ 1 w 48"/>
                <a:gd name="T19" fmla="*/ 15 h 53"/>
                <a:gd name="T20" fmla="*/ 6 w 48"/>
                <a:gd name="T21" fmla="*/ 7 h 53"/>
                <a:gd name="T22" fmla="*/ 14 w 48"/>
                <a:gd name="T23" fmla="*/ 2 h 53"/>
                <a:gd name="T24" fmla="*/ 24 w 48"/>
                <a:gd name="T25" fmla="*/ 0 h 53"/>
                <a:gd name="T26" fmla="*/ 33 w 48"/>
                <a:gd name="T27" fmla="*/ 2 h 53"/>
                <a:gd name="T28" fmla="*/ 41 w 48"/>
                <a:gd name="T29" fmla="*/ 7 h 53"/>
                <a:gd name="T30" fmla="*/ 46 w 48"/>
                <a:gd name="T31" fmla="*/ 15 h 53"/>
                <a:gd name="T32" fmla="*/ 48 w 48"/>
                <a:gd name="T33" fmla="*/ 26 h 53"/>
                <a:gd name="T34" fmla="*/ 36 w 48"/>
                <a:gd name="T35" fmla="*/ 26 h 53"/>
                <a:gd name="T36" fmla="*/ 33 w 48"/>
                <a:gd name="T37" fmla="*/ 14 h 53"/>
                <a:gd name="T38" fmla="*/ 24 w 48"/>
                <a:gd name="T39" fmla="*/ 10 h 53"/>
                <a:gd name="T40" fmla="*/ 15 w 48"/>
                <a:gd name="T41" fmla="*/ 14 h 53"/>
                <a:gd name="T42" fmla="*/ 11 w 48"/>
                <a:gd name="T43" fmla="*/ 26 h 53"/>
                <a:gd name="T44" fmla="*/ 15 w 48"/>
                <a:gd name="T45" fmla="*/ 38 h 53"/>
                <a:gd name="T46" fmla="*/ 24 w 48"/>
                <a:gd name="T47" fmla="*/ 43 h 53"/>
                <a:gd name="T48" fmla="*/ 33 w 48"/>
                <a:gd name="T49" fmla="*/ 38 h 53"/>
                <a:gd name="T50" fmla="*/ 36 w 48"/>
                <a:gd name="T51" fmla="*/ 26 h 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Lst>
              <a:rect l="0" t="0" r="r" b="b"/>
              <a:pathLst>
                <a:path w="48" h="53">
                  <a:moveTo>
                    <a:pt x="48" y="26"/>
                  </a:moveTo>
                  <a:cubicBezTo>
                    <a:pt x="48" y="30"/>
                    <a:pt x="47" y="34"/>
                    <a:pt x="46" y="37"/>
                  </a:cubicBezTo>
                  <a:cubicBezTo>
                    <a:pt x="45" y="40"/>
                    <a:pt x="43" y="43"/>
                    <a:pt x="41" y="45"/>
                  </a:cubicBezTo>
                  <a:cubicBezTo>
                    <a:pt x="39" y="48"/>
                    <a:pt x="36" y="50"/>
                    <a:pt x="33" y="51"/>
                  </a:cubicBezTo>
                  <a:cubicBezTo>
                    <a:pt x="30" y="52"/>
                    <a:pt x="27" y="53"/>
                    <a:pt x="24" y="53"/>
                  </a:cubicBezTo>
                  <a:cubicBezTo>
                    <a:pt x="20" y="53"/>
                    <a:pt x="17" y="52"/>
                    <a:pt x="14" y="51"/>
                  </a:cubicBezTo>
                  <a:cubicBezTo>
                    <a:pt x="11" y="50"/>
                    <a:pt x="8" y="48"/>
                    <a:pt x="6" y="45"/>
                  </a:cubicBezTo>
                  <a:cubicBezTo>
                    <a:pt x="4" y="43"/>
                    <a:pt x="2" y="40"/>
                    <a:pt x="1" y="37"/>
                  </a:cubicBezTo>
                  <a:cubicBezTo>
                    <a:pt x="0" y="34"/>
                    <a:pt x="0" y="30"/>
                    <a:pt x="0" y="26"/>
                  </a:cubicBezTo>
                  <a:cubicBezTo>
                    <a:pt x="0" y="22"/>
                    <a:pt x="0" y="19"/>
                    <a:pt x="1" y="15"/>
                  </a:cubicBezTo>
                  <a:cubicBezTo>
                    <a:pt x="2" y="12"/>
                    <a:pt x="4" y="9"/>
                    <a:pt x="6" y="7"/>
                  </a:cubicBezTo>
                  <a:cubicBezTo>
                    <a:pt x="8" y="5"/>
                    <a:pt x="11" y="3"/>
                    <a:pt x="14" y="2"/>
                  </a:cubicBezTo>
                  <a:cubicBezTo>
                    <a:pt x="17" y="1"/>
                    <a:pt x="20" y="0"/>
                    <a:pt x="24" y="0"/>
                  </a:cubicBezTo>
                  <a:cubicBezTo>
                    <a:pt x="27" y="0"/>
                    <a:pt x="30" y="1"/>
                    <a:pt x="33" y="2"/>
                  </a:cubicBezTo>
                  <a:cubicBezTo>
                    <a:pt x="36" y="3"/>
                    <a:pt x="39" y="5"/>
                    <a:pt x="41" y="7"/>
                  </a:cubicBezTo>
                  <a:cubicBezTo>
                    <a:pt x="43" y="9"/>
                    <a:pt x="45" y="12"/>
                    <a:pt x="46" y="15"/>
                  </a:cubicBezTo>
                  <a:cubicBezTo>
                    <a:pt x="47" y="19"/>
                    <a:pt x="48" y="22"/>
                    <a:pt x="48" y="26"/>
                  </a:cubicBezTo>
                  <a:close/>
                  <a:moveTo>
                    <a:pt x="36" y="26"/>
                  </a:moveTo>
                  <a:cubicBezTo>
                    <a:pt x="36" y="21"/>
                    <a:pt x="35" y="17"/>
                    <a:pt x="33" y="14"/>
                  </a:cubicBezTo>
                  <a:cubicBezTo>
                    <a:pt x="30" y="11"/>
                    <a:pt x="27" y="10"/>
                    <a:pt x="24" y="10"/>
                  </a:cubicBezTo>
                  <a:cubicBezTo>
                    <a:pt x="20" y="10"/>
                    <a:pt x="17" y="11"/>
                    <a:pt x="15" y="14"/>
                  </a:cubicBezTo>
                  <a:cubicBezTo>
                    <a:pt x="13" y="17"/>
                    <a:pt x="11" y="21"/>
                    <a:pt x="11" y="26"/>
                  </a:cubicBezTo>
                  <a:cubicBezTo>
                    <a:pt x="11" y="31"/>
                    <a:pt x="13" y="35"/>
                    <a:pt x="15" y="38"/>
                  </a:cubicBezTo>
                  <a:cubicBezTo>
                    <a:pt x="17" y="41"/>
                    <a:pt x="20" y="43"/>
                    <a:pt x="24" y="43"/>
                  </a:cubicBezTo>
                  <a:cubicBezTo>
                    <a:pt x="27" y="43"/>
                    <a:pt x="30" y="41"/>
                    <a:pt x="33" y="38"/>
                  </a:cubicBezTo>
                  <a:cubicBezTo>
                    <a:pt x="35" y="35"/>
                    <a:pt x="36" y="31"/>
                    <a:pt x="36" y="26"/>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49" name="Freeform 27">
              <a:extLst>
                <a:ext uri="{FF2B5EF4-FFF2-40B4-BE49-F238E27FC236}">
                  <a16:creationId xmlns:a16="http://schemas.microsoft.com/office/drawing/2014/main" id="{A5043529-B5D2-4082-80C6-2BBCBF3B2172}"/>
                </a:ext>
              </a:extLst>
            </p:cNvPr>
            <p:cNvSpPr>
              <a:spLocks/>
            </p:cNvSpPr>
            <p:nvPr userDrawn="1"/>
          </p:nvSpPr>
          <p:spPr bwMode="auto">
            <a:xfrm>
              <a:off x="6900638" y="5036834"/>
              <a:ext cx="257175" cy="328613"/>
            </a:xfrm>
            <a:custGeom>
              <a:avLst/>
              <a:gdLst>
                <a:gd name="T0" fmla="*/ 42 w 42"/>
                <a:gd name="T1" fmla="*/ 49 h 52"/>
                <a:gd name="T2" fmla="*/ 33 w 42"/>
                <a:gd name="T3" fmla="*/ 51 h 52"/>
                <a:gd name="T4" fmla="*/ 21 w 42"/>
                <a:gd name="T5" fmla="*/ 52 h 52"/>
                <a:gd name="T6" fmla="*/ 11 w 42"/>
                <a:gd name="T7" fmla="*/ 50 h 52"/>
                <a:gd name="T8" fmla="*/ 5 w 42"/>
                <a:gd name="T9" fmla="*/ 45 h 52"/>
                <a:gd name="T10" fmla="*/ 1 w 42"/>
                <a:gd name="T11" fmla="*/ 38 h 52"/>
                <a:gd name="T12" fmla="*/ 0 w 42"/>
                <a:gd name="T13" fmla="*/ 28 h 52"/>
                <a:gd name="T14" fmla="*/ 0 w 42"/>
                <a:gd name="T15" fmla="*/ 0 h 52"/>
                <a:gd name="T16" fmla="*/ 12 w 42"/>
                <a:gd name="T17" fmla="*/ 0 h 52"/>
                <a:gd name="T18" fmla="*/ 12 w 42"/>
                <a:gd name="T19" fmla="*/ 26 h 52"/>
                <a:gd name="T20" fmla="*/ 14 w 42"/>
                <a:gd name="T21" fmla="*/ 38 h 52"/>
                <a:gd name="T22" fmla="*/ 22 w 42"/>
                <a:gd name="T23" fmla="*/ 41 h 52"/>
                <a:gd name="T24" fmla="*/ 27 w 42"/>
                <a:gd name="T25" fmla="*/ 41 h 52"/>
                <a:gd name="T26" fmla="*/ 30 w 42"/>
                <a:gd name="T27" fmla="*/ 41 h 52"/>
                <a:gd name="T28" fmla="*/ 30 w 42"/>
                <a:gd name="T29" fmla="*/ 0 h 52"/>
                <a:gd name="T30" fmla="*/ 42 w 42"/>
                <a:gd name="T31" fmla="*/ 0 h 52"/>
                <a:gd name="T32" fmla="*/ 42 w 42"/>
                <a:gd name="T33" fmla="*/ 49 h 5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42" h="52">
                  <a:moveTo>
                    <a:pt x="42" y="49"/>
                  </a:moveTo>
                  <a:cubicBezTo>
                    <a:pt x="40" y="49"/>
                    <a:pt x="37" y="50"/>
                    <a:pt x="33" y="51"/>
                  </a:cubicBezTo>
                  <a:cubicBezTo>
                    <a:pt x="30" y="51"/>
                    <a:pt x="26" y="52"/>
                    <a:pt x="21" y="52"/>
                  </a:cubicBezTo>
                  <a:cubicBezTo>
                    <a:pt x="17" y="52"/>
                    <a:pt x="14" y="51"/>
                    <a:pt x="11" y="50"/>
                  </a:cubicBezTo>
                  <a:cubicBezTo>
                    <a:pt x="9" y="49"/>
                    <a:pt x="6" y="47"/>
                    <a:pt x="5" y="45"/>
                  </a:cubicBezTo>
                  <a:cubicBezTo>
                    <a:pt x="3" y="43"/>
                    <a:pt x="2" y="40"/>
                    <a:pt x="1" y="38"/>
                  </a:cubicBezTo>
                  <a:cubicBezTo>
                    <a:pt x="1" y="35"/>
                    <a:pt x="0" y="32"/>
                    <a:pt x="0" y="28"/>
                  </a:cubicBezTo>
                  <a:cubicBezTo>
                    <a:pt x="0" y="0"/>
                    <a:pt x="0" y="0"/>
                    <a:pt x="0" y="0"/>
                  </a:cubicBezTo>
                  <a:cubicBezTo>
                    <a:pt x="12" y="0"/>
                    <a:pt x="12" y="0"/>
                    <a:pt x="12" y="0"/>
                  </a:cubicBezTo>
                  <a:cubicBezTo>
                    <a:pt x="12" y="26"/>
                    <a:pt x="12" y="26"/>
                    <a:pt x="12" y="26"/>
                  </a:cubicBezTo>
                  <a:cubicBezTo>
                    <a:pt x="12" y="32"/>
                    <a:pt x="13" y="36"/>
                    <a:pt x="14" y="38"/>
                  </a:cubicBezTo>
                  <a:cubicBezTo>
                    <a:pt x="16" y="40"/>
                    <a:pt x="19" y="41"/>
                    <a:pt x="22" y="41"/>
                  </a:cubicBezTo>
                  <a:cubicBezTo>
                    <a:pt x="24" y="41"/>
                    <a:pt x="25" y="41"/>
                    <a:pt x="27" y="41"/>
                  </a:cubicBezTo>
                  <a:cubicBezTo>
                    <a:pt x="28" y="41"/>
                    <a:pt x="30" y="41"/>
                    <a:pt x="30" y="41"/>
                  </a:cubicBezTo>
                  <a:cubicBezTo>
                    <a:pt x="30" y="0"/>
                    <a:pt x="30" y="0"/>
                    <a:pt x="30" y="0"/>
                  </a:cubicBezTo>
                  <a:cubicBezTo>
                    <a:pt x="42" y="0"/>
                    <a:pt x="42" y="0"/>
                    <a:pt x="42" y="0"/>
                  </a:cubicBezTo>
                  <a:lnTo>
                    <a:pt x="42" y="4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50" name="Freeform 28">
              <a:extLst>
                <a:ext uri="{FF2B5EF4-FFF2-40B4-BE49-F238E27FC236}">
                  <a16:creationId xmlns:a16="http://schemas.microsoft.com/office/drawing/2014/main" id="{5EE8F553-B800-40BB-AAD8-6B44CEB10929}"/>
                </a:ext>
              </a:extLst>
            </p:cNvPr>
            <p:cNvSpPr>
              <a:spLocks/>
            </p:cNvSpPr>
            <p:nvPr userDrawn="1"/>
          </p:nvSpPr>
          <p:spPr bwMode="auto">
            <a:xfrm>
              <a:off x="7237188" y="5030484"/>
              <a:ext cx="257175" cy="322263"/>
            </a:xfrm>
            <a:custGeom>
              <a:avLst/>
              <a:gdLst>
                <a:gd name="T0" fmla="*/ 0 w 42"/>
                <a:gd name="T1" fmla="*/ 3 h 51"/>
                <a:gd name="T2" fmla="*/ 9 w 42"/>
                <a:gd name="T3" fmla="*/ 1 h 51"/>
                <a:gd name="T4" fmla="*/ 20 w 42"/>
                <a:gd name="T5" fmla="*/ 0 h 51"/>
                <a:gd name="T6" fmla="*/ 31 w 42"/>
                <a:gd name="T7" fmla="*/ 2 h 51"/>
                <a:gd name="T8" fmla="*/ 37 w 42"/>
                <a:gd name="T9" fmla="*/ 6 h 51"/>
                <a:gd name="T10" fmla="*/ 41 w 42"/>
                <a:gd name="T11" fmla="*/ 14 h 51"/>
                <a:gd name="T12" fmla="*/ 42 w 42"/>
                <a:gd name="T13" fmla="*/ 23 h 51"/>
                <a:gd name="T14" fmla="*/ 42 w 42"/>
                <a:gd name="T15" fmla="*/ 51 h 51"/>
                <a:gd name="T16" fmla="*/ 30 w 42"/>
                <a:gd name="T17" fmla="*/ 51 h 51"/>
                <a:gd name="T18" fmla="*/ 30 w 42"/>
                <a:gd name="T19" fmla="*/ 25 h 51"/>
                <a:gd name="T20" fmla="*/ 30 w 42"/>
                <a:gd name="T21" fmla="*/ 18 h 51"/>
                <a:gd name="T22" fmla="*/ 28 w 42"/>
                <a:gd name="T23" fmla="*/ 13 h 51"/>
                <a:gd name="T24" fmla="*/ 25 w 42"/>
                <a:gd name="T25" fmla="*/ 11 h 51"/>
                <a:gd name="T26" fmla="*/ 20 w 42"/>
                <a:gd name="T27" fmla="*/ 10 h 51"/>
                <a:gd name="T28" fmla="*/ 15 w 42"/>
                <a:gd name="T29" fmla="*/ 10 h 51"/>
                <a:gd name="T30" fmla="*/ 11 w 42"/>
                <a:gd name="T31" fmla="*/ 11 h 51"/>
                <a:gd name="T32" fmla="*/ 11 w 42"/>
                <a:gd name="T33" fmla="*/ 51 h 51"/>
                <a:gd name="T34" fmla="*/ 0 w 42"/>
                <a:gd name="T35" fmla="*/ 51 h 51"/>
                <a:gd name="T36" fmla="*/ 0 w 42"/>
                <a:gd name="T37" fmla="*/ 3 h 5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42" h="51">
                  <a:moveTo>
                    <a:pt x="0" y="3"/>
                  </a:moveTo>
                  <a:cubicBezTo>
                    <a:pt x="2" y="2"/>
                    <a:pt x="5" y="2"/>
                    <a:pt x="9" y="1"/>
                  </a:cubicBezTo>
                  <a:cubicBezTo>
                    <a:pt x="12" y="0"/>
                    <a:pt x="16" y="0"/>
                    <a:pt x="20" y="0"/>
                  </a:cubicBezTo>
                  <a:cubicBezTo>
                    <a:pt x="25" y="0"/>
                    <a:pt x="28" y="1"/>
                    <a:pt x="31" y="2"/>
                  </a:cubicBezTo>
                  <a:cubicBezTo>
                    <a:pt x="34" y="3"/>
                    <a:pt x="36" y="4"/>
                    <a:pt x="37" y="6"/>
                  </a:cubicBezTo>
                  <a:cubicBezTo>
                    <a:pt x="39" y="9"/>
                    <a:pt x="40" y="11"/>
                    <a:pt x="41" y="14"/>
                  </a:cubicBezTo>
                  <a:cubicBezTo>
                    <a:pt x="41" y="17"/>
                    <a:pt x="42" y="20"/>
                    <a:pt x="42" y="23"/>
                  </a:cubicBezTo>
                  <a:cubicBezTo>
                    <a:pt x="42" y="51"/>
                    <a:pt x="42" y="51"/>
                    <a:pt x="42" y="51"/>
                  </a:cubicBezTo>
                  <a:cubicBezTo>
                    <a:pt x="30" y="51"/>
                    <a:pt x="30" y="51"/>
                    <a:pt x="30" y="51"/>
                  </a:cubicBezTo>
                  <a:cubicBezTo>
                    <a:pt x="30" y="25"/>
                    <a:pt x="30" y="25"/>
                    <a:pt x="30" y="25"/>
                  </a:cubicBezTo>
                  <a:cubicBezTo>
                    <a:pt x="30" y="22"/>
                    <a:pt x="30" y="20"/>
                    <a:pt x="30" y="18"/>
                  </a:cubicBezTo>
                  <a:cubicBezTo>
                    <a:pt x="29" y="16"/>
                    <a:pt x="29" y="15"/>
                    <a:pt x="28" y="13"/>
                  </a:cubicBezTo>
                  <a:cubicBezTo>
                    <a:pt x="27" y="12"/>
                    <a:pt x="26" y="11"/>
                    <a:pt x="25" y="11"/>
                  </a:cubicBezTo>
                  <a:cubicBezTo>
                    <a:pt x="23" y="10"/>
                    <a:pt x="22" y="10"/>
                    <a:pt x="20" y="10"/>
                  </a:cubicBezTo>
                  <a:cubicBezTo>
                    <a:pt x="18" y="10"/>
                    <a:pt x="17" y="10"/>
                    <a:pt x="15" y="10"/>
                  </a:cubicBezTo>
                  <a:cubicBezTo>
                    <a:pt x="13" y="11"/>
                    <a:pt x="12" y="11"/>
                    <a:pt x="11" y="11"/>
                  </a:cubicBezTo>
                  <a:cubicBezTo>
                    <a:pt x="11" y="51"/>
                    <a:pt x="11" y="51"/>
                    <a:pt x="11" y="51"/>
                  </a:cubicBezTo>
                  <a:cubicBezTo>
                    <a:pt x="0" y="51"/>
                    <a:pt x="0" y="51"/>
                    <a:pt x="0" y="51"/>
                  </a:cubicBezTo>
                  <a:lnTo>
                    <a:pt x="0" y="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51" name="Freeform 29">
              <a:extLst>
                <a:ext uri="{FF2B5EF4-FFF2-40B4-BE49-F238E27FC236}">
                  <a16:creationId xmlns:a16="http://schemas.microsoft.com/office/drawing/2014/main" id="{A504CBB8-2109-4DD4-BA71-EF173341A56A}"/>
                </a:ext>
              </a:extLst>
            </p:cNvPr>
            <p:cNvSpPr>
              <a:spLocks/>
            </p:cNvSpPr>
            <p:nvPr userDrawn="1"/>
          </p:nvSpPr>
          <p:spPr bwMode="auto">
            <a:xfrm>
              <a:off x="7567388" y="4943171"/>
              <a:ext cx="188913" cy="422275"/>
            </a:xfrm>
            <a:custGeom>
              <a:avLst/>
              <a:gdLst>
                <a:gd name="T0" fmla="*/ 0 w 31"/>
                <a:gd name="T1" fmla="*/ 2 h 67"/>
                <a:gd name="T2" fmla="*/ 11 w 31"/>
                <a:gd name="T3" fmla="*/ 0 h 67"/>
                <a:gd name="T4" fmla="*/ 11 w 31"/>
                <a:gd name="T5" fmla="*/ 15 h 67"/>
                <a:gd name="T6" fmla="*/ 29 w 31"/>
                <a:gd name="T7" fmla="*/ 15 h 67"/>
                <a:gd name="T8" fmla="*/ 29 w 31"/>
                <a:gd name="T9" fmla="*/ 25 h 67"/>
                <a:gd name="T10" fmla="*/ 11 w 31"/>
                <a:gd name="T11" fmla="*/ 25 h 67"/>
                <a:gd name="T12" fmla="*/ 11 w 31"/>
                <a:gd name="T13" fmla="*/ 45 h 67"/>
                <a:gd name="T14" fmla="*/ 13 w 31"/>
                <a:gd name="T15" fmla="*/ 54 h 67"/>
                <a:gd name="T16" fmla="*/ 20 w 31"/>
                <a:gd name="T17" fmla="*/ 57 h 67"/>
                <a:gd name="T18" fmla="*/ 25 w 31"/>
                <a:gd name="T19" fmla="*/ 56 h 67"/>
                <a:gd name="T20" fmla="*/ 29 w 31"/>
                <a:gd name="T21" fmla="*/ 55 h 67"/>
                <a:gd name="T22" fmla="*/ 31 w 31"/>
                <a:gd name="T23" fmla="*/ 64 h 67"/>
                <a:gd name="T24" fmla="*/ 26 w 31"/>
                <a:gd name="T25" fmla="*/ 66 h 67"/>
                <a:gd name="T26" fmla="*/ 18 w 31"/>
                <a:gd name="T27" fmla="*/ 67 h 67"/>
                <a:gd name="T28" fmla="*/ 9 w 31"/>
                <a:gd name="T29" fmla="*/ 65 h 67"/>
                <a:gd name="T30" fmla="*/ 3 w 31"/>
                <a:gd name="T31" fmla="*/ 61 h 67"/>
                <a:gd name="T32" fmla="*/ 0 w 31"/>
                <a:gd name="T33" fmla="*/ 54 h 67"/>
                <a:gd name="T34" fmla="*/ 0 w 31"/>
                <a:gd name="T35" fmla="*/ 45 h 67"/>
                <a:gd name="T36" fmla="*/ 0 w 31"/>
                <a:gd name="T37" fmla="*/ 2 h 6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31" h="67">
                  <a:moveTo>
                    <a:pt x="0" y="2"/>
                  </a:moveTo>
                  <a:cubicBezTo>
                    <a:pt x="11" y="0"/>
                    <a:pt x="11" y="0"/>
                    <a:pt x="11" y="0"/>
                  </a:cubicBezTo>
                  <a:cubicBezTo>
                    <a:pt x="11" y="15"/>
                    <a:pt x="11" y="15"/>
                    <a:pt x="11" y="15"/>
                  </a:cubicBezTo>
                  <a:cubicBezTo>
                    <a:pt x="29" y="15"/>
                    <a:pt x="29" y="15"/>
                    <a:pt x="29" y="15"/>
                  </a:cubicBezTo>
                  <a:cubicBezTo>
                    <a:pt x="29" y="25"/>
                    <a:pt x="29" y="25"/>
                    <a:pt x="29" y="25"/>
                  </a:cubicBezTo>
                  <a:cubicBezTo>
                    <a:pt x="11" y="25"/>
                    <a:pt x="11" y="25"/>
                    <a:pt x="11" y="25"/>
                  </a:cubicBezTo>
                  <a:cubicBezTo>
                    <a:pt x="11" y="45"/>
                    <a:pt x="11" y="45"/>
                    <a:pt x="11" y="45"/>
                  </a:cubicBezTo>
                  <a:cubicBezTo>
                    <a:pt x="11" y="49"/>
                    <a:pt x="12" y="52"/>
                    <a:pt x="13" y="54"/>
                  </a:cubicBezTo>
                  <a:cubicBezTo>
                    <a:pt x="14" y="56"/>
                    <a:pt x="17" y="57"/>
                    <a:pt x="20" y="57"/>
                  </a:cubicBezTo>
                  <a:cubicBezTo>
                    <a:pt x="22" y="57"/>
                    <a:pt x="24" y="56"/>
                    <a:pt x="25" y="56"/>
                  </a:cubicBezTo>
                  <a:cubicBezTo>
                    <a:pt x="27" y="55"/>
                    <a:pt x="28" y="55"/>
                    <a:pt x="29" y="55"/>
                  </a:cubicBezTo>
                  <a:cubicBezTo>
                    <a:pt x="31" y="64"/>
                    <a:pt x="31" y="64"/>
                    <a:pt x="31" y="64"/>
                  </a:cubicBezTo>
                  <a:cubicBezTo>
                    <a:pt x="30" y="64"/>
                    <a:pt x="28" y="65"/>
                    <a:pt x="26" y="66"/>
                  </a:cubicBezTo>
                  <a:cubicBezTo>
                    <a:pt x="24" y="66"/>
                    <a:pt x="21" y="67"/>
                    <a:pt x="18" y="67"/>
                  </a:cubicBezTo>
                  <a:cubicBezTo>
                    <a:pt x="14" y="67"/>
                    <a:pt x="11" y="66"/>
                    <a:pt x="9" y="65"/>
                  </a:cubicBezTo>
                  <a:cubicBezTo>
                    <a:pt x="7" y="64"/>
                    <a:pt x="5" y="63"/>
                    <a:pt x="3" y="61"/>
                  </a:cubicBezTo>
                  <a:cubicBezTo>
                    <a:pt x="2" y="59"/>
                    <a:pt x="1" y="57"/>
                    <a:pt x="0" y="54"/>
                  </a:cubicBezTo>
                  <a:cubicBezTo>
                    <a:pt x="0" y="52"/>
                    <a:pt x="0" y="49"/>
                    <a:pt x="0" y="45"/>
                  </a:cubicBezTo>
                  <a:lnTo>
                    <a:pt x="0" y="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sp>
          <p:nvSpPr>
            <p:cNvPr id="52" name="Freeform 30">
              <a:extLst>
                <a:ext uri="{FF2B5EF4-FFF2-40B4-BE49-F238E27FC236}">
                  <a16:creationId xmlns:a16="http://schemas.microsoft.com/office/drawing/2014/main" id="{8D20F235-BF4A-4E34-986F-0A130CB48908}"/>
                </a:ext>
              </a:extLst>
            </p:cNvPr>
            <p:cNvSpPr>
              <a:spLocks/>
            </p:cNvSpPr>
            <p:nvPr userDrawn="1"/>
          </p:nvSpPr>
          <p:spPr bwMode="auto">
            <a:xfrm>
              <a:off x="7792813" y="5263846"/>
              <a:ext cx="92075" cy="101600"/>
            </a:xfrm>
            <a:custGeom>
              <a:avLst/>
              <a:gdLst>
                <a:gd name="T0" fmla="*/ 15 w 15"/>
                <a:gd name="T1" fmla="*/ 8 h 16"/>
                <a:gd name="T2" fmla="*/ 13 w 15"/>
                <a:gd name="T3" fmla="*/ 14 h 16"/>
                <a:gd name="T4" fmla="*/ 8 w 15"/>
                <a:gd name="T5" fmla="*/ 16 h 16"/>
                <a:gd name="T6" fmla="*/ 2 w 15"/>
                <a:gd name="T7" fmla="*/ 14 h 16"/>
                <a:gd name="T8" fmla="*/ 0 w 15"/>
                <a:gd name="T9" fmla="*/ 8 h 16"/>
                <a:gd name="T10" fmla="*/ 2 w 15"/>
                <a:gd name="T11" fmla="*/ 3 h 16"/>
                <a:gd name="T12" fmla="*/ 8 w 15"/>
                <a:gd name="T13" fmla="*/ 0 h 16"/>
                <a:gd name="T14" fmla="*/ 13 w 15"/>
                <a:gd name="T15" fmla="*/ 3 h 16"/>
                <a:gd name="T16" fmla="*/ 15 w 15"/>
                <a:gd name="T17" fmla="*/ 8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15" h="16">
                  <a:moveTo>
                    <a:pt x="15" y="8"/>
                  </a:moveTo>
                  <a:cubicBezTo>
                    <a:pt x="15" y="10"/>
                    <a:pt x="14" y="12"/>
                    <a:pt x="13" y="14"/>
                  </a:cubicBezTo>
                  <a:cubicBezTo>
                    <a:pt x="11" y="15"/>
                    <a:pt x="10" y="16"/>
                    <a:pt x="8" y="16"/>
                  </a:cubicBezTo>
                  <a:cubicBezTo>
                    <a:pt x="5" y="16"/>
                    <a:pt x="4" y="15"/>
                    <a:pt x="2" y="14"/>
                  </a:cubicBezTo>
                  <a:cubicBezTo>
                    <a:pt x="1" y="12"/>
                    <a:pt x="0" y="10"/>
                    <a:pt x="0" y="8"/>
                  </a:cubicBezTo>
                  <a:cubicBezTo>
                    <a:pt x="0" y="6"/>
                    <a:pt x="1" y="4"/>
                    <a:pt x="2" y="3"/>
                  </a:cubicBezTo>
                  <a:cubicBezTo>
                    <a:pt x="4" y="1"/>
                    <a:pt x="5" y="0"/>
                    <a:pt x="8" y="0"/>
                  </a:cubicBezTo>
                  <a:cubicBezTo>
                    <a:pt x="10" y="0"/>
                    <a:pt x="11" y="1"/>
                    <a:pt x="13" y="3"/>
                  </a:cubicBezTo>
                  <a:cubicBezTo>
                    <a:pt x="14" y="4"/>
                    <a:pt x="15" y="6"/>
                    <a:pt x="15" y="8"/>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solidFill>
                  <a:srgbClr val="FFFFFF"/>
                </a:solidFill>
              </a:endParaRPr>
            </a:p>
          </p:txBody>
        </p:sp>
      </p:grpSp>
      <p:pic>
        <p:nvPicPr>
          <p:cNvPr id="53" name="Picture 52">
            <a:extLst>
              <a:ext uri="{FF2B5EF4-FFF2-40B4-BE49-F238E27FC236}">
                <a16:creationId xmlns:a16="http://schemas.microsoft.com/office/drawing/2014/main" id="{D5BF4DE0-6F5F-46E6-B698-1D6B6DC223CD}"/>
              </a:ext>
            </a:extLst>
          </p:cNvPr>
          <p:cNvPicPr>
            <a:picLocks noChangeAspect="1"/>
          </p:cNvPicPr>
          <p:nvPr userDrawn="1"/>
        </p:nvPicPr>
        <p:blipFill>
          <a:blip r:embed="rId17" cstate="email">
            <a:extLst>
              <a:ext uri="{28A0092B-C50C-407E-A947-70E740481C1C}">
                <a14:useLocalDpi xmlns:a14="http://schemas.microsoft.com/office/drawing/2010/main"/>
              </a:ext>
            </a:extLst>
          </a:blip>
          <a:stretch>
            <a:fillRect/>
          </a:stretch>
        </p:blipFill>
        <p:spPr>
          <a:xfrm>
            <a:off x="0" y="0"/>
            <a:ext cx="5497530" cy="1656011"/>
          </a:xfrm>
          <a:prstGeom prst="rect">
            <a:avLst/>
          </a:prstGeom>
        </p:spPr>
      </p:pic>
      <p:sp>
        <p:nvSpPr>
          <p:cNvPr id="55" name="Rectangle 54">
            <a:extLst>
              <a:ext uri="{FF2B5EF4-FFF2-40B4-BE49-F238E27FC236}">
                <a16:creationId xmlns:a16="http://schemas.microsoft.com/office/drawing/2014/main" id="{ECB19421-3B10-499C-A823-B62CB9DADE28}"/>
              </a:ext>
            </a:extLst>
          </p:cNvPr>
          <p:cNvSpPr/>
          <p:nvPr userDrawn="1"/>
        </p:nvSpPr>
        <p:spPr>
          <a:xfrm>
            <a:off x="6124673" y="3995756"/>
            <a:ext cx="4899531" cy="77038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r>
              <a:rPr lang="en-GB" sz="900" dirty="0">
                <a:solidFill>
                  <a:srgbClr val="FFFFFF"/>
                </a:solidFill>
              </a:rPr>
              <a:t>As the digital innovation, consulting and transformation brand of the Capgemini Group, Capgemini Invent helps CxOs envision and build what’s next for their organizations. Located in more than 30 offices and 10 creative studios around the world, its 6,000+ strong team combines strategy, technology, data science and creative design with deep industry expertise and insights, to develop new digital solutions and business models of the future.</a:t>
            </a:r>
            <a:endParaRPr lang="fr-FR" sz="900" dirty="0">
              <a:solidFill>
                <a:srgbClr val="FFFFFF"/>
              </a:solidFill>
            </a:endParaRPr>
          </a:p>
          <a:p>
            <a:r>
              <a:rPr lang="en-GB" sz="900" b="1" i="1" dirty="0">
                <a:solidFill>
                  <a:srgbClr val="FFFFFF"/>
                </a:solidFill>
              </a:rPr>
              <a:t> </a:t>
            </a:r>
            <a:endParaRPr lang="fr-FR" sz="900" dirty="0">
              <a:solidFill>
                <a:srgbClr val="FFFFFF"/>
              </a:solidFill>
            </a:endParaRPr>
          </a:p>
          <a:p>
            <a:r>
              <a:rPr lang="en-GB" sz="900" dirty="0">
                <a:solidFill>
                  <a:srgbClr val="FFFFFF"/>
                </a:solidFill>
              </a:rPr>
              <a:t>Capgemini Invent is an integral part of Capgemini, a global leader in consulting, technology services and digital transformation. The Group is at the forefront of innovation to address the entire breadth of clients’ opportunities in the evolving world of cloud, digital and platforms. Building on its strong 50-year heritage and deep industry-specific expertise, Capgemini enables organizations to realize their business ambitions through an array of services from strategy to operations. Capgemini is driven by the conviction that the business value of technology comes from and through people. It is a multicultural company with over 210,000 team members in over 40 countries. The Group reported 2019 global revenues of EUR 14.125 billion.</a:t>
            </a:r>
            <a:endParaRPr lang="en-US" sz="900" i="1" dirty="0">
              <a:solidFill>
                <a:srgbClr val="FFFFFF"/>
              </a:solidFill>
            </a:endParaRPr>
          </a:p>
          <a:p>
            <a:r>
              <a:rPr lang="en-GB" sz="900" dirty="0">
                <a:solidFill>
                  <a:srgbClr val="FFFFFF"/>
                </a:solidFill>
              </a:rPr>
              <a:t> </a:t>
            </a:r>
            <a:endParaRPr lang="fr-FR" sz="900" dirty="0">
              <a:solidFill>
                <a:srgbClr val="FFFFFF"/>
              </a:solidFill>
            </a:endParaRPr>
          </a:p>
          <a:p>
            <a:r>
              <a:rPr lang="en-US" sz="900" dirty="0">
                <a:solidFill>
                  <a:srgbClr val="FFFFFF"/>
                </a:solidFill>
              </a:rPr>
              <a:t>Visit us at </a:t>
            </a:r>
            <a:r>
              <a:rPr lang="en-US" sz="900" u="sng" dirty="0">
                <a:solidFill>
                  <a:srgbClr val="FFFFFF"/>
                </a:solidFill>
                <a:hlinkClick r:id="rId18"/>
              </a:rPr>
              <a:t>www.capgemini.com/invent</a:t>
            </a:r>
            <a:endParaRPr lang="en-US" sz="900" dirty="0">
              <a:solidFill>
                <a:srgbClr val="FFFFFF"/>
              </a:solidFill>
            </a:endParaRPr>
          </a:p>
        </p:txBody>
      </p:sp>
    </p:spTree>
    <p:extLst>
      <p:ext uri="{BB962C8B-B14F-4D97-AF65-F5344CB8AC3E}">
        <p14:creationId xmlns:p14="http://schemas.microsoft.com/office/powerpoint/2010/main" val="2160869577"/>
      </p:ext>
    </p:extLst>
  </p:cSld>
  <p:clrMapOvr>
    <a:masterClrMapping/>
  </p:clrMapOvr>
  <p:extLst>
    <p:ext uri="{DCECCB84-F9BA-43D5-87BE-67443E8EF086}">
      <p15:sldGuideLst xmlns:p15="http://schemas.microsoft.com/office/powerpoint/2012/main">
        <p15:guide id="1" orient="horz" pos="3339">
          <p15:clr>
            <a:srgbClr val="FBAE40"/>
          </p15:clr>
        </p15:guide>
        <p15:guide id="2" pos="257">
          <p15:clr>
            <a:srgbClr val="FBAE40"/>
          </p15:clr>
        </p15:guide>
      </p15:sldGuideLst>
    </p:ext>
  </p:extLst>
</p:sldLayout>
</file>

<file path=ppt/slideLayouts/slideLayout229.xml><?xml version="1.0" encoding="utf-8"?>
<p:sldLayout xmlns:a="http://schemas.openxmlformats.org/drawingml/2006/main" xmlns:r="http://schemas.openxmlformats.org/officeDocument/2006/relationships" xmlns:p="http://schemas.openxmlformats.org/presentationml/2006/main" preserve="1" userDrawn="1">
  <p:cSld name="1_Agenda with Bullets">
    <p:bg>
      <p:bgPr>
        <a:solidFill>
          <a:schemeClr val="accent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3A515DA7-741C-4CC1-BAC4-E2BB869EA21B}"/>
              </a:ext>
            </a:extLst>
          </p:cNvPr>
          <p:cNvPicPr>
            <a:picLocks noChangeAspect="1"/>
          </p:cNvPicPr>
          <p:nvPr userDrawn="1"/>
        </p:nvPicPr>
        <p:blipFill rotWithShape="1">
          <a:blip r:embed="rId2">
            <a:extLst>
              <a:ext uri="{28A0092B-C50C-407E-A947-70E740481C1C}">
                <a14:useLocalDpi xmlns:a14="http://schemas.microsoft.com/office/drawing/2010/main" val="0"/>
              </a:ext>
            </a:extLst>
          </a:blip>
          <a:srcRect l="37319" t="6874" r="13692" b="14501"/>
          <a:stretch/>
        </p:blipFill>
        <p:spPr>
          <a:xfrm rot="16200000" flipH="1">
            <a:off x="-522982" y="522982"/>
            <a:ext cx="6858002" cy="5812037"/>
          </a:xfrm>
          <a:prstGeom prst="rect">
            <a:avLst/>
          </a:prstGeom>
        </p:spPr>
      </p:pic>
      <p:sp>
        <p:nvSpPr>
          <p:cNvPr id="20" name="Text Placeholder 7">
            <a:extLst>
              <a:ext uri="{FF2B5EF4-FFF2-40B4-BE49-F238E27FC236}">
                <a16:creationId xmlns:a16="http://schemas.microsoft.com/office/drawing/2014/main" id="{9AFD87C0-70C2-43AC-9DA3-160A95F947F3}"/>
              </a:ext>
            </a:extLst>
          </p:cNvPr>
          <p:cNvSpPr>
            <a:spLocks noGrp="1"/>
          </p:cNvSpPr>
          <p:nvPr>
            <p:ph type="body" sz="quarter" idx="11" hasCustomPrompt="1"/>
          </p:nvPr>
        </p:nvSpPr>
        <p:spPr>
          <a:xfrm>
            <a:off x="5812038" y="130101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21" name="Text Placeholder 7">
            <a:extLst>
              <a:ext uri="{FF2B5EF4-FFF2-40B4-BE49-F238E27FC236}">
                <a16:creationId xmlns:a16="http://schemas.microsoft.com/office/drawing/2014/main" id="{3BC068EE-22F5-4ABE-B3BF-88CF841C40E2}"/>
              </a:ext>
            </a:extLst>
          </p:cNvPr>
          <p:cNvSpPr>
            <a:spLocks noGrp="1"/>
          </p:cNvSpPr>
          <p:nvPr>
            <p:ph type="body" sz="quarter" idx="12" hasCustomPrompt="1"/>
          </p:nvPr>
        </p:nvSpPr>
        <p:spPr>
          <a:xfrm>
            <a:off x="5812038" y="1960142"/>
            <a:ext cx="6103736" cy="555448"/>
          </a:xfrm>
          <a:prstGeom prst="rect">
            <a:avLst/>
          </a:prstGeom>
        </p:spPr>
        <p:txBody>
          <a:bodyPr anchor="ctr">
            <a:noAutofit/>
          </a:bodyPr>
          <a:lst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marL="0" marR="0" lvl="0" indent="0" algn="l"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t>Click to insert text</a:t>
            </a:r>
          </a:p>
        </p:txBody>
      </p:sp>
      <p:sp>
        <p:nvSpPr>
          <p:cNvPr id="22" name="Text Placeholder 7">
            <a:extLst>
              <a:ext uri="{FF2B5EF4-FFF2-40B4-BE49-F238E27FC236}">
                <a16:creationId xmlns:a16="http://schemas.microsoft.com/office/drawing/2014/main" id="{59382DC9-351D-40C2-ABD1-40AADDBBA7C6}"/>
              </a:ext>
            </a:extLst>
          </p:cNvPr>
          <p:cNvSpPr>
            <a:spLocks noGrp="1"/>
          </p:cNvSpPr>
          <p:nvPr>
            <p:ph type="body" sz="quarter" idx="13" hasCustomPrompt="1"/>
          </p:nvPr>
        </p:nvSpPr>
        <p:spPr>
          <a:xfrm>
            <a:off x="5812038" y="261926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23" name="Text Placeholder 7">
            <a:extLst>
              <a:ext uri="{FF2B5EF4-FFF2-40B4-BE49-F238E27FC236}">
                <a16:creationId xmlns:a16="http://schemas.microsoft.com/office/drawing/2014/main" id="{0710CA76-E2C0-4713-AB03-B2222F2BF9C1}"/>
              </a:ext>
            </a:extLst>
          </p:cNvPr>
          <p:cNvSpPr>
            <a:spLocks noGrp="1"/>
          </p:cNvSpPr>
          <p:nvPr>
            <p:ph type="body" sz="quarter" idx="14" hasCustomPrompt="1"/>
          </p:nvPr>
        </p:nvSpPr>
        <p:spPr>
          <a:xfrm>
            <a:off x="5812038" y="525576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24" name="Text Placeholder 7">
            <a:extLst>
              <a:ext uri="{FF2B5EF4-FFF2-40B4-BE49-F238E27FC236}">
                <a16:creationId xmlns:a16="http://schemas.microsoft.com/office/drawing/2014/main" id="{2DED1719-919F-4F18-8CBC-B81012FF4F1E}"/>
              </a:ext>
            </a:extLst>
          </p:cNvPr>
          <p:cNvSpPr>
            <a:spLocks noGrp="1"/>
          </p:cNvSpPr>
          <p:nvPr>
            <p:ph type="body" sz="quarter" idx="15" hasCustomPrompt="1"/>
          </p:nvPr>
        </p:nvSpPr>
        <p:spPr>
          <a:xfrm>
            <a:off x="5812038" y="3937517"/>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25" name="Text Placeholder 7">
            <a:extLst>
              <a:ext uri="{FF2B5EF4-FFF2-40B4-BE49-F238E27FC236}">
                <a16:creationId xmlns:a16="http://schemas.microsoft.com/office/drawing/2014/main" id="{5630E427-AF1A-49D9-91D1-0349578FAF19}"/>
              </a:ext>
            </a:extLst>
          </p:cNvPr>
          <p:cNvSpPr>
            <a:spLocks noGrp="1"/>
          </p:cNvSpPr>
          <p:nvPr>
            <p:ph type="body" sz="quarter" idx="16" hasCustomPrompt="1"/>
          </p:nvPr>
        </p:nvSpPr>
        <p:spPr>
          <a:xfrm>
            <a:off x="5812038" y="4596642"/>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27" name="Text Placeholder 7">
            <a:extLst>
              <a:ext uri="{FF2B5EF4-FFF2-40B4-BE49-F238E27FC236}">
                <a16:creationId xmlns:a16="http://schemas.microsoft.com/office/drawing/2014/main" id="{05B0F0D2-9B59-4DCE-A7F0-46C6C94F904A}"/>
              </a:ext>
            </a:extLst>
          </p:cNvPr>
          <p:cNvSpPr>
            <a:spLocks noGrp="1"/>
          </p:cNvSpPr>
          <p:nvPr>
            <p:ph type="body" sz="quarter" idx="18" hasCustomPrompt="1"/>
          </p:nvPr>
        </p:nvSpPr>
        <p:spPr>
          <a:xfrm>
            <a:off x="5812038" y="5914890"/>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29" name="Text Placeholder 7">
            <a:extLst>
              <a:ext uri="{FF2B5EF4-FFF2-40B4-BE49-F238E27FC236}">
                <a16:creationId xmlns:a16="http://schemas.microsoft.com/office/drawing/2014/main" id="{BEFAEF53-DFEE-4C56-9A89-479FA76B100A}"/>
              </a:ext>
            </a:extLst>
          </p:cNvPr>
          <p:cNvSpPr>
            <a:spLocks noGrp="1"/>
          </p:cNvSpPr>
          <p:nvPr>
            <p:ph type="body" sz="quarter" idx="19" hasCustomPrompt="1"/>
          </p:nvPr>
        </p:nvSpPr>
        <p:spPr>
          <a:xfrm>
            <a:off x="5219040" y="130101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01</a:t>
            </a:r>
          </a:p>
        </p:txBody>
      </p:sp>
      <p:sp>
        <p:nvSpPr>
          <p:cNvPr id="31" name="Text Placeholder 7">
            <a:extLst>
              <a:ext uri="{FF2B5EF4-FFF2-40B4-BE49-F238E27FC236}">
                <a16:creationId xmlns:a16="http://schemas.microsoft.com/office/drawing/2014/main" id="{2AAD1C81-8340-4E04-8BEA-69F2DD76C1B0}"/>
              </a:ext>
            </a:extLst>
          </p:cNvPr>
          <p:cNvSpPr>
            <a:spLocks noGrp="1"/>
          </p:cNvSpPr>
          <p:nvPr>
            <p:ph type="body" sz="quarter" idx="20" hasCustomPrompt="1"/>
          </p:nvPr>
        </p:nvSpPr>
        <p:spPr>
          <a:xfrm>
            <a:off x="5219040" y="1960142"/>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02</a:t>
            </a:r>
          </a:p>
        </p:txBody>
      </p:sp>
      <p:sp>
        <p:nvSpPr>
          <p:cNvPr id="33" name="Text Placeholder 7">
            <a:extLst>
              <a:ext uri="{FF2B5EF4-FFF2-40B4-BE49-F238E27FC236}">
                <a16:creationId xmlns:a16="http://schemas.microsoft.com/office/drawing/2014/main" id="{E08C5D12-CB21-4E9A-B574-43221F42B836}"/>
              </a:ext>
            </a:extLst>
          </p:cNvPr>
          <p:cNvSpPr>
            <a:spLocks noGrp="1"/>
          </p:cNvSpPr>
          <p:nvPr>
            <p:ph type="body" sz="quarter" idx="21" hasCustomPrompt="1"/>
          </p:nvPr>
        </p:nvSpPr>
        <p:spPr>
          <a:xfrm>
            <a:off x="5219040" y="261926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03</a:t>
            </a:r>
          </a:p>
        </p:txBody>
      </p:sp>
      <p:sp>
        <p:nvSpPr>
          <p:cNvPr id="35" name="Text Placeholder 7">
            <a:extLst>
              <a:ext uri="{FF2B5EF4-FFF2-40B4-BE49-F238E27FC236}">
                <a16:creationId xmlns:a16="http://schemas.microsoft.com/office/drawing/2014/main" id="{9D51691D-12CC-40BE-AB48-50F4ADC75971}"/>
              </a:ext>
            </a:extLst>
          </p:cNvPr>
          <p:cNvSpPr>
            <a:spLocks noGrp="1"/>
          </p:cNvSpPr>
          <p:nvPr>
            <p:ph type="body" sz="quarter" idx="22" hasCustomPrompt="1"/>
          </p:nvPr>
        </p:nvSpPr>
        <p:spPr>
          <a:xfrm>
            <a:off x="5219040" y="3278392"/>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04</a:t>
            </a:r>
          </a:p>
        </p:txBody>
      </p:sp>
      <p:sp>
        <p:nvSpPr>
          <p:cNvPr id="43" name="Text Placeholder 7">
            <a:extLst>
              <a:ext uri="{FF2B5EF4-FFF2-40B4-BE49-F238E27FC236}">
                <a16:creationId xmlns:a16="http://schemas.microsoft.com/office/drawing/2014/main" id="{10E2D5DB-B531-4A82-BD73-9C29EF1EB46B}"/>
              </a:ext>
            </a:extLst>
          </p:cNvPr>
          <p:cNvSpPr>
            <a:spLocks noGrp="1"/>
          </p:cNvSpPr>
          <p:nvPr>
            <p:ph type="body" sz="quarter" idx="23" hasCustomPrompt="1"/>
          </p:nvPr>
        </p:nvSpPr>
        <p:spPr>
          <a:xfrm>
            <a:off x="5219040" y="393751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05</a:t>
            </a:r>
          </a:p>
        </p:txBody>
      </p:sp>
      <p:sp>
        <p:nvSpPr>
          <p:cNvPr id="50" name="Text Placeholder 7">
            <a:extLst>
              <a:ext uri="{FF2B5EF4-FFF2-40B4-BE49-F238E27FC236}">
                <a16:creationId xmlns:a16="http://schemas.microsoft.com/office/drawing/2014/main" id="{919CCC07-FAD6-47A5-A77D-9AA0E2F2A552}"/>
              </a:ext>
            </a:extLst>
          </p:cNvPr>
          <p:cNvSpPr>
            <a:spLocks noGrp="1"/>
          </p:cNvSpPr>
          <p:nvPr>
            <p:ph type="body" sz="quarter" idx="24" hasCustomPrompt="1"/>
          </p:nvPr>
        </p:nvSpPr>
        <p:spPr>
          <a:xfrm>
            <a:off x="5219040" y="4596642"/>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06</a:t>
            </a:r>
          </a:p>
        </p:txBody>
      </p:sp>
      <p:sp>
        <p:nvSpPr>
          <p:cNvPr id="55" name="Text Placeholder 7">
            <a:extLst>
              <a:ext uri="{FF2B5EF4-FFF2-40B4-BE49-F238E27FC236}">
                <a16:creationId xmlns:a16="http://schemas.microsoft.com/office/drawing/2014/main" id="{2C3CBBC2-7099-4832-8F7F-DE82F4964E9A}"/>
              </a:ext>
            </a:extLst>
          </p:cNvPr>
          <p:cNvSpPr>
            <a:spLocks noGrp="1"/>
          </p:cNvSpPr>
          <p:nvPr>
            <p:ph type="body" sz="quarter" idx="25" hasCustomPrompt="1"/>
          </p:nvPr>
        </p:nvSpPr>
        <p:spPr>
          <a:xfrm>
            <a:off x="5219040" y="5255767"/>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07</a:t>
            </a:r>
          </a:p>
        </p:txBody>
      </p:sp>
      <p:grpSp>
        <p:nvGrpSpPr>
          <p:cNvPr id="7" name="Group 6">
            <a:extLst>
              <a:ext uri="{FF2B5EF4-FFF2-40B4-BE49-F238E27FC236}">
                <a16:creationId xmlns:a16="http://schemas.microsoft.com/office/drawing/2014/main" id="{2CCD6DB2-2B82-4319-B1B7-23B970C97C8E}"/>
              </a:ext>
            </a:extLst>
          </p:cNvPr>
          <p:cNvGrpSpPr/>
          <p:nvPr userDrawn="1"/>
        </p:nvGrpSpPr>
        <p:grpSpPr>
          <a:xfrm>
            <a:off x="5219040" y="1911057"/>
            <a:ext cx="6696734" cy="2636500"/>
            <a:chOff x="5075004" y="1856465"/>
            <a:chExt cx="648072" cy="2636500"/>
          </a:xfrm>
        </p:grpSpPr>
        <p:cxnSp>
          <p:nvCxnSpPr>
            <p:cNvPr id="28" name="Straight Connector 27">
              <a:extLst>
                <a:ext uri="{FF2B5EF4-FFF2-40B4-BE49-F238E27FC236}">
                  <a16:creationId xmlns:a16="http://schemas.microsoft.com/office/drawing/2014/main" id="{B534ADE6-229C-45AE-8546-284CE33CC9B4}"/>
                </a:ext>
              </a:extLst>
            </p:cNvPr>
            <p:cNvCxnSpPr>
              <a:cxnSpLocks/>
            </p:cNvCxnSpPr>
            <p:nvPr userDrawn="1"/>
          </p:nvCxnSpPr>
          <p:spPr>
            <a:xfrm>
              <a:off x="5075004" y="1856465"/>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4123473B-CB12-42A2-99E7-B0357969A148}"/>
                </a:ext>
              </a:extLst>
            </p:cNvPr>
            <p:cNvCxnSpPr>
              <a:cxnSpLocks/>
            </p:cNvCxnSpPr>
            <p:nvPr userDrawn="1"/>
          </p:nvCxnSpPr>
          <p:spPr>
            <a:xfrm>
              <a:off x="5075004" y="2515590"/>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1D444121-3011-49CE-AFE2-72AC5775DC28}"/>
                </a:ext>
              </a:extLst>
            </p:cNvPr>
            <p:cNvCxnSpPr>
              <a:cxnSpLocks/>
            </p:cNvCxnSpPr>
            <p:nvPr userDrawn="1"/>
          </p:nvCxnSpPr>
          <p:spPr>
            <a:xfrm>
              <a:off x="5075004" y="3174715"/>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3F2BA3C9-4728-46E5-A2EE-9BBF5C466798}"/>
                </a:ext>
              </a:extLst>
            </p:cNvPr>
            <p:cNvCxnSpPr>
              <a:cxnSpLocks/>
            </p:cNvCxnSpPr>
            <p:nvPr userDrawn="1"/>
          </p:nvCxnSpPr>
          <p:spPr>
            <a:xfrm>
              <a:off x="5075004" y="3833840"/>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D9F45924-729F-4E26-AF65-82B72177222E}"/>
                </a:ext>
              </a:extLst>
            </p:cNvPr>
            <p:cNvCxnSpPr>
              <a:cxnSpLocks/>
            </p:cNvCxnSpPr>
            <p:nvPr userDrawn="1"/>
          </p:nvCxnSpPr>
          <p:spPr>
            <a:xfrm>
              <a:off x="5075004" y="4492965"/>
              <a:ext cx="648072" cy="0"/>
            </a:xfrm>
            <a:prstGeom prst="line">
              <a:avLst/>
            </a:prstGeom>
            <a:ln w="12700">
              <a:solidFill>
                <a:schemeClr val="bg1"/>
              </a:solidFill>
              <a:prstDash val="dash"/>
            </a:ln>
          </p:spPr>
          <p:style>
            <a:lnRef idx="1">
              <a:schemeClr val="accent1"/>
            </a:lnRef>
            <a:fillRef idx="0">
              <a:schemeClr val="accent1"/>
            </a:fillRef>
            <a:effectRef idx="0">
              <a:schemeClr val="accent1"/>
            </a:effectRef>
            <a:fontRef idx="minor">
              <a:schemeClr val="tx1"/>
            </a:fontRef>
          </p:style>
        </p:cxnSp>
      </p:grpSp>
      <p:sp>
        <p:nvSpPr>
          <p:cNvPr id="57" name="Text Placeholder 7">
            <a:extLst>
              <a:ext uri="{FF2B5EF4-FFF2-40B4-BE49-F238E27FC236}">
                <a16:creationId xmlns:a16="http://schemas.microsoft.com/office/drawing/2014/main" id="{72CE600F-15D2-44E8-AD6D-1A2D098DEB39}"/>
              </a:ext>
            </a:extLst>
          </p:cNvPr>
          <p:cNvSpPr>
            <a:spLocks noGrp="1"/>
          </p:cNvSpPr>
          <p:nvPr>
            <p:ph type="body" sz="quarter" idx="26" hasCustomPrompt="1"/>
          </p:nvPr>
        </p:nvSpPr>
        <p:spPr>
          <a:xfrm>
            <a:off x="5219040" y="5914890"/>
            <a:ext cx="360000" cy="555448"/>
          </a:xfrm>
          <a:prstGeom prst="rect">
            <a:avLst/>
          </a:prstGeom>
        </p:spPr>
        <p:txBody>
          <a:bodyPr wrap="none" anchor="ctr">
            <a:noAutofit/>
          </a:bodyPr>
          <a:lstStyle>
            <a:lvl1pPr algn="ctr">
              <a:lnSpc>
                <a:spcPct val="100000"/>
              </a:lnSpc>
              <a:spcBef>
                <a:spcPts val="0"/>
              </a:spcBef>
              <a:spcAft>
                <a:spcPts val="0"/>
              </a:spcAft>
              <a:defRPr sz="2400" spc="20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08</a:t>
            </a:r>
          </a:p>
        </p:txBody>
      </p:sp>
      <p:sp>
        <p:nvSpPr>
          <p:cNvPr id="58" name="Text Placeholder 7">
            <a:extLst>
              <a:ext uri="{FF2B5EF4-FFF2-40B4-BE49-F238E27FC236}">
                <a16:creationId xmlns:a16="http://schemas.microsoft.com/office/drawing/2014/main" id="{9882A830-7DD4-4F53-BED4-14CBCA526AB6}"/>
              </a:ext>
            </a:extLst>
          </p:cNvPr>
          <p:cNvSpPr>
            <a:spLocks noGrp="1"/>
          </p:cNvSpPr>
          <p:nvPr>
            <p:ph type="body" sz="quarter" idx="27" hasCustomPrompt="1"/>
          </p:nvPr>
        </p:nvSpPr>
        <p:spPr>
          <a:xfrm>
            <a:off x="5812038" y="3278392"/>
            <a:ext cx="6103736" cy="555448"/>
          </a:xfrm>
          <a:prstGeom prst="rect">
            <a:avLst/>
          </a:prstGeom>
        </p:spPr>
        <p:txBody>
          <a:bodyPr anchor="ctr">
            <a:noAutofit/>
          </a:bodyPr>
          <a:lstStyle>
            <a:lvl1pPr>
              <a:lnSpc>
                <a:spcPct val="100000"/>
              </a:lnSpc>
              <a:spcBef>
                <a:spcPts val="0"/>
              </a:spcBef>
              <a:spcAft>
                <a:spcPts val="0"/>
              </a:spcAft>
              <a:defRPr sz="1600" spc="-110" baseline="0">
                <a:solidFill>
                  <a:schemeClr val="bg1"/>
                </a:solidFill>
              </a:defRPr>
            </a:lvl1pPr>
            <a:lvl2pPr>
              <a:lnSpc>
                <a:spcPct val="100000"/>
              </a:lnSpc>
              <a:defRPr sz="1400"/>
            </a:lvl2pPr>
            <a:lvl3pPr>
              <a:lnSpc>
                <a:spcPct val="100000"/>
              </a:lnSpc>
              <a:defRPr sz="1400"/>
            </a:lvl3pPr>
            <a:lvl4pPr>
              <a:lnSpc>
                <a:spcPct val="100000"/>
              </a:lnSpc>
              <a:defRPr sz="1400"/>
            </a:lvl4pPr>
            <a:lvl5pPr>
              <a:lnSpc>
                <a:spcPct val="100000"/>
              </a:lnSpc>
              <a:defRPr sz="1400"/>
            </a:lvl5pPr>
          </a:lstStyle>
          <a:p>
            <a:pPr lvl="0"/>
            <a:r>
              <a:rPr lang="en-US" dirty="0"/>
              <a:t>Click to insert text</a:t>
            </a:r>
          </a:p>
        </p:txBody>
      </p:sp>
      <p:sp>
        <p:nvSpPr>
          <p:cNvPr id="37" name="Text Placeholder 4">
            <a:extLst>
              <a:ext uri="{FF2B5EF4-FFF2-40B4-BE49-F238E27FC236}">
                <a16:creationId xmlns:a16="http://schemas.microsoft.com/office/drawing/2014/main" id="{E9B1F08F-851F-46CD-88FB-F8D1183BA3C1}"/>
              </a:ext>
            </a:extLst>
          </p:cNvPr>
          <p:cNvSpPr>
            <a:spLocks noGrp="1"/>
          </p:cNvSpPr>
          <p:nvPr>
            <p:ph type="body" sz="quarter" idx="28" hasCustomPrompt="1"/>
          </p:nvPr>
        </p:nvSpPr>
        <p:spPr>
          <a:xfrm>
            <a:off x="550200" y="0"/>
            <a:ext cx="8030076" cy="1105200"/>
          </a:xfrm>
          <a:prstGeom prst="rect">
            <a:avLst/>
          </a:prstGeom>
        </p:spPr>
        <p:txBody>
          <a:bodyPr lIns="0" rIns="0" anchor="ctr" anchorCtr="0"/>
          <a:lstStyle>
            <a:lvl1pPr>
              <a:lnSpc>
                <a:spcPct val="100000"/>
              </a:lnSpc>
              <a:spcBef>
                <a:spcPts val="0"/>
              </a:spcBef>
              <a:defRPr sz="3000" cap="all" spc="800" baseline="0">
                <a:solidFill>
                  <a:schemeClr val="bg1"/>
                </a:solidFill>
              </a:defRPr>
            </a:lvl1pPr>
          </a:lstStyle>
          <a:p>
            <a:pPr lvl="0"/>
            <a:r>
              <a:rPr lang="en-US" dirty="0"/>
              <a:t>CLICK TO INSERT TITLE</a:t>
            </a:r>
          </a:p>
        </p:txBody>
      </p:sp>
      <p:sp>
        <p:nvSpPr>
          <p:cNvPr id="2" name="Rectangle 1">
            <a:extLst>
              <a:ext uri="{FF2B5EF4-FFF2-40B4-BE49-F238E27FC236}">
                <a16:creationId xmlns:a16="http://schemas.microsoft.com/office/drawing/2014/main" id="{78D6D7E3-BD23-46E1-83C1-D6E27E07C1FC}"/>
              </a:ext>
            </a:extLst>
          </p:cNvPr>
          <p:cNvSpPr/>
          <p:nvPr userDrawn="1"/>
        </p:nvSpPr>
        <p:spPr>
          <a:xfrm>
            <a:off x="11532604" y="80628"/>
            <a:ext cx="504056" cy="684059"/>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grpSp>
        <p:nvGrpSpPr>
          <p:cNvPr id="46" name="Group 37">
            <a:extLst>
              <a:ext uri="{FF2B5EF4-FFF2-40B4-BE49-F238E27FC236}">
                <a16:creationId xmlns:a16="http://schemas.microsoft.com/office/drawing/2014/main" id="{59AF2768-7AA1-44E4-86B1-86103A31E702}"/>
              </a:ext>
            </a:extLst>
          </p:cNvPr>
          <p:cNvGrpSpPr/>
          <p:nvPr userDrawn="1"/>
        </p:nvGrpSpPr>
        <p:grpSpPr>
          <a:xfrm>
            <a:off x="11501102" y="171573"/>
            <a:ext cx="419436" cy="388087"/>
            <a:chOff x="5481638" y="2859088"/>
            <a:chExt cx="1231900" cy="1139825"/>
          </a:xfrm>
          <a:solidFill>
            <a:schemeClr val="bg1"/>
          </a:solidFill>
        </p:grpSpPr>
        <p:sp>
          <p:nvSpPr>
            <p:cNvPr id="47" name="Freeform 320">
              <a:extLst>
                <a:ext uri="{FF2B5EF4-FFF2-40B4-BE49-F238E27FC236}">
                  <a16:creationId xmlns:a16="http://schemas.microsoft.com/office/drawing/2014/main" id="{23DFF050-CF0F-4D2A-8F48-9D3DEE6D860E}"/>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48" name="Freeform 321">
              <a:extLst>
                <a:ext uri="{FF2B5EF4-FFF2-40B4-BE49-F238E27FC236}">
                  <a16:creationId xmlns:a16="http://schemas.microsoft.com/office/drawing/2014/main" id="{8EEDCE04-FFCF-4E65-A7F5-D7EFA8510A4A}"/>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085401714"/>
      </p:ext>
    </p:extLst>
  </p:cSld>
  <p:clrMapOvr>
    <a:masterClrMapping/>
  </p:clrMapOvr>
</p:sldLayout>
</file>

<file path=ppt/slideLayouts/slideLayout230.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5" name="Do not remove" hidden="1">
            <a:extLst>
              <a:ext uri="{FF2B5EF4-FFF2-40B4-BE49-F238E27FC236}">
                <a16:creationId xmlns:a16="http://schemas.microsoft.com/office/drawing/2014/main" id="{297FA01E-24AC-49D4-8C41-C51389DC6FF8}"/>
              </a:ext>
            </a:extLst>
          </p:cNvPr>
          <p:cNvSpPr/>
          <p:nvPr>
            <p:custDataLst>
              <p:tags r:id="rId1"/>
            </p:custDataLst>
          </p:nvPr>
        </p:nvSpPr>
        <p:spPr>
          <a:xfrm>
            <a:off x="0" y="0"/>
            <a:ext cx="12700" cy="12700"/>
          </a:xfrm>
          <a:prstGeom prst="octagon">
            <a:avLst/>
          </a:prstGeom>
          <a:noFill/>
          <a:ln w="25400" cap="flat" cmpd="sng" algn="ctr">
            <a:noFill/>
            <a:prstDash val="solid"/>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25400" cap="flat"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dirty="0"/>
          </a:p>
        </p:txBody>
      </p:sp>
      <p:sp>
        <p:nvSpPr>
          <p:cNvPr id="2" name="Title 1"/>
          <p:cNvSpPr>
            <a:spLocks noGrp="1"/>
          </p:cNvSpPr>
          <p:nvPr>
            <p:ph type="title"/>
          </p:nvPr>
        </p:nvSpPr>
        <p:spPr>
          <a:xfrm>
            <a:off x="609600" y="274638"/>
            <a:ext cx="10972800" cy="706090"/>
          </a:xfrm>
          <a:noFill/>
          <a:ln>
            <a:noFill/>
          </a:ln>
        </p:spPr>
        <p:txBody>
          <a:bodyPr>
            <a:normAutofit/>
          </a:bodyPr>
          <a:lstStyle>
            <a:lvl1pPr algn="l">
              <a:defRPr sz="3200">
                <a:solidFill>
                  <a:srgbClr val="FF0000"/>
                </a:solidFill>
              </a:defRPr>
            </a:lvl1pPr>
          </a:lstStyle>
          <a:p>
            <a:r>
              <a:rPr lang="en-US" dirty="0"/>
              <a:t>Click to edit Master title style</a:t>
            </a:r>
            <a:endParaRPr lang="fr-FR"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fr-FR"/>
          </a:p>
        </p:txBody>
      </p:sp>
      <p:cxnSp>
        <p:nvCxnSpPr>
          <p:cNvPr id="8" name="Straight Connector 7"/>
          <p:cNvCxnSpPr/>
          <p:nvPr/>
        </p:nvCxnSpPr>
        <p:spPr>
          <a:xfrm>
            <a:off x="609600" y="1052736"/>
            <a:ext cx="10972800" cy="0"/>
          </a:xfrm>
          <a:prstGeom prst="line">
            <a:avLst/>
          </a:prstGeom>
          <a:ln>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06381075"/>
      </p:ext>
    </p:extLst>
  </p:cSld>
  <p:clrMapOvr>
    <a:masterClrMapping/>
  </p:clrMapOvr>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231.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graphicFrame>
        <p:nvGraphicFramePr>
          <p:cNvPr id="6" name="Object 5" hidden="1">
            <a:extLst>
              <a:ext uri="{FF2B5EF4-FFF2-40B4-BE49-F238E27FC236}">
                <a16:creationId xmlns:a16="http://schemas.microsoft.com/office/drawing/2014/main" id="{1C42FF14-7868-4975-8E2C-17DC016C9F36}"/>
              </a:ext>
            </a:extLst>
          </p:cNvPr>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4" imgW="393" imgH="403" progId="TCLayout.ActiveDocument.1">
                  <p:embed/>
                </p:oleObj>
              </mc:Choice>
              <mc:Fallback>
                <p:oleObj name="think-cell Slide" r:id="rId4" imgW="393" imgH="403" progId="TCLayout.ActiveDocument.1">
                  <p:embed/>
                  <p:pic>
                    <p:nvPicPr>
                      <p:cNvPr id="6" name="Object 5" hidden="1">
                        <a:extLst>
                          <a:ext uri="{FF2B5EF4-FFF2-40B4-BE49-F238E27FC236}">
                            <a16:creationId xmlns:a16="http://schemas.microsoft.com/office/drawing/2014/main" id="{1C42FF14-7868-4975-8E2C-17DC016C9F36}"/>
                          </a:ext>
                        </a:extLst>
                      </p:cNvPr>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a:extLst>
              <a:ext uri="{FF2B5EF4-FFF2-40B4-BE49-F238E27FC236}">
                <a16:creationId xmlns:a16="http://schemas.microsoft.com/office/drawing/2014/main" id="{83FCFC7E-DE10-4AA3-8B98-8DC1785E780B}"/>
              </a:ext>
            </a:extLst>
          </p:cNvPr>
          <p:cNvSpPr/>
          <p:nvPr userDrawn="1">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vert="horz" wrap="none" lIns="0" tIns="0" rIns="0" bIns="0" numCol="1" spcCol="0" rtlCol="0" anchor="ctr" anchorCtr="0">
            <a:noAutofit/>
          </a:bodyPr>
          <a:lstStyle/>
          <a:p>
            <a:pPr marL="0" lvl="0" indent="0" algn="ctr" eaLnBrk="1">
              <a:lnSpc>
                <a:spcPct val="90000"/>
              </a:lnSpc>
              <a:spcBef>
                <a:spcPct val="0"/>
              </a:spcBef>
              <a:spcAft>
                <a:spcPct val="0"/>
              </a:spcAft>
            </a:pPr>
            <a:endParaRPr lang="en-US" sz="2400" b="0" i="0" baseline="0" dirty="0">
              <a:latin typeface="Verdana" panose="020B0604030504040204" pitchFamily="34" charset="0"/>
              <a:ea typeface="+mj-ea"/>
              <a:cs typeface="+mj-cs"/>
              <a:sym typeface="Verdana" panose="020B0604030504040204" pitchFamily="34" charset="0"/>
            </a:endParaRPr>
          </a:p>
        </p:txBody>
      </p:sp>
      <p:sp>
        <p:nvSpPr>
          <p:cNvPr id="2" name="Title 1"/>
          <p:cNvSpPr>
            <a:spLocks noGrp="1"/>
          </p:cNvSpPr>
          <p:nvPr>
            <p:ph type="title"/>
          </p:nvPr>
        </p:nvSpPr>
        <p:spPr>
          <a:xfrm>
            <a:off x="550200" y="0"/>
            <a:ext cx="11091600" cy="1104900"/>
          </a:xfrm>
          <a:prstGeom prst="rect">
            <a:avLst/>
          </a:prstGeom>
        </p:spPr>
        <p:txBody>
          <a:bodyPr tIns="180000"/>
          <a:lstStyle>
            <a:lvl1pPr>
              <a:spcBef>
                <a:spcPts val="0"/>
              </a:spcBef>
              <a:defRPr sz="2400" spc="200" baseline="0"/>
            </a:lvl1pPr>
          </a:lstStyle>
          <a:p>
            <a:r>
              <a:rPr lang="en-US" dirty="0"/>
              <a:t>Click to edit Master title style</a:t>
            </a:r>
            <a:endParaRPr lang="en-GB" dirty="0"/>
          </a:p>
        </p:txBody>
      </p:sp>
      <p:sp>
        <p:nvSpPr>
          <p:cNvPr id="4" name="Text Placeholder 3"/>
          <p:cNvSpPr>
            <a:spLocks noGrp="1"/>
          </p:cNvSpPr>
          <p:nvPr>
            <p:ph type="body" sz="quarter" idx="10"/>
          </p:nvPr>
        </p:nvSpPr>
        <p:spPr>
          <a:xfrm>
            <a:off x="550200" y="1815351"/>
            <a:ext cx="11091600" cy="4466201"/>
          </a:xfrm>
          <a:prstGeom prst="rect">
            <a:avLst/>
          </a:prstGeom>
        </p:spPr>
        <p:txBody>
          <a:bodyPr numCol="1">
            <a:normAutofit/>
          </a:bodyPr>
          <a:lstStyle>
            <a:lvl1pPr>
              <a:spcBef>
                <a:spcPts val="600"/>
              </a:spcBef>
              <a:defRPr sz="2000"/>
            </a:lvl1pPr>
            <a:lvl2pPr marL="273050" indent="-273050">
              <a:spcBef>
                <a:spcPts val="600"/>
              </a:spcBef>
              <a:defRPr sz="1800"/>
            </a:lvl2pPr>
            <a:lvl3pPr marL="531813" indent="-258763">
              <a:spcBef>
                <a:spcPts val="600"/>
              </a:spcBef>
              <a:buClr>
                <a:schemeClr val="accent1"/>
              </a:buClr>
              <a:defRPr sz="1600"/>
            </a:lvl3pPr>
            <a:lvl4pPr marL="723900" indent="-192088">
              <a:spcBef>
                <a:spcPts val="600"/>
              </a:spcBef>
              <a:buClr>
                <a:schemeClr val="accent1"/>
              </a:buClr>
              <a:defRPr sz="1400"/>
            </a:lvl4pPr>
            <a:lvl5pPr>
              <a:defRPr sz="1600"/>
            </a:lvl5pPr>
          </a:lstStyle>
          <a:p>
            <a:pPr lvl="0"/>
            <a:r>
              <a:rPr lang="en-US" dirty="0"/>
              <a:t>Edit Master text styles</a:t>
            </a:r>
          </a:p>
          <a:p>
            <a:pPr lvl="1"/>
            <a:r>
              <a:rPr lang="en-US" dirty="0"/>
              <a:t>Second level</a:t>
            </a:r>
          </a:p>
          <a:p>
            <a:pPr lvl="2"/>
            <a:r>
              <a:rPr lang="en-US" dirty="0"/>
              <a:t>Third level</a:t>
            </a:r>
          </a:p>
          <a:p>
            <a:pPr lvl="3"/>
            <a:r>
              <a:rPr lang="en-US" dirty="0"/>
              <a:t>Fourth level</a:t>
            </a:r>
          </a:p>
        </p:txBody>
      </p:sp>
      <p:sp>
        <p:nvSpPr>
          <p:cNvPr id="5" name="Espace réservé du texte 4"/>
          <p:cNvSpPr>
            <a:spLocks noGrp="1"/>
          </p:cNvSpPr>
          <p:nvPr>
            <p:ph type="body" sz="quarter" idx="11" hasCustomPrompt="1"/>
          </p:nvPr>
        </p:nvSpPr>
        <p:spPr>
          <a:xfrm>
            <a:off x="550200" y="1148607"/>
            <a:ext cx="11091600" cy="504056"/>
          </a:xfrm>
          <a:prstGeom prst="rect">
            <a:avLst/>
          </a:prstGeom>
        </p:spPr>
        <p:txBody>
          <a:bodyPr>
            <a:normAutofit/>
          </a:bodyPr>
          <a:lstStyle>
            <a:lvl1pPr>
              <a:spcBef>
                <a:spcPts val="0"/>
              </a:spcBef>
              <a:defRPr sz="2000" spc="-110" baseline="0">
                <a:solidFill>
                  <a:schemeClr val="accent1"/>
                </a:solidFill>
              </a:defRPr>
            </a:lvl1pPr>
          </a:lstStyle>
          <a:p>
            <a:pPr lvl="0"/>
            <a:r>
              <a:rPr lang="en-US" dirty="0"/>
              <a:t>Click to edit Master subtitle styles</a:t>
            </a:r>
          </a:p>
        </p:txBody>
      </p:sp>
    </p:spTree>
    <p:extLst>
      <p:ext uri="{BB962C8B-B14F-4D97-AF65-F5344CB8AC3E}">
        <p14:creationId xmlns:p14="http://schemas.microsoft.com/office/powerpoint/2010/main" val="2943491658"/>
      </p:ext>
    </p:extLst>
  </p:cSld>
  <p:clrMapOvr>
    <a:masterClrMapping/>
  </p:clrMapOvr>
</p:sldLayout>
</file>

<file path=ppt/slideLayouts/slideLayout232.xml><?xml version="1.0" encoding="utf-8"?>
<p:sldLayout xmlns:a="http://schemas.openxmlformats.org/drawingml/2006/main" xmlns:r="http://schemas.openxmlformats.org/officeDocument/2006/relationships" xmlns:p="http://schemas.openxmlformats.org/presentationml/2006/main" preserve="1" userDrawn="1">
  <p:cSld name="3_Titre seul">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1914291148"/>
      </p:ext>
    </p:extLst>
  </p:cSld>
  <p:clrMapOvr>
    <a:masterClrMapping/>
  </p:clrMapOvr>
</p:sldLayout>
</file>

<file path=ppt/slideLayouts/slideLayout233.xml><?xml version="1.0" encoding="utf-8"?>
<p:sldLayout xmlns:a="http://schemas.openxmlformats.org/drawingml/2006/main" xmlns:r="http://schemas.openxmlformats.org/officeDocument/2006/relationships" xmlns:p="http://schemas.openxmlformats.org/presentationml/2006/main" showMasterSp="0" preserve="1" userDrawn="1">
  <p:cSld name="Diapositive de titre">
    <p:bg>
      <p:bgPr>
        <a:solidFill>
          <a:schemeClr val="accent4"/>
        </a:solidFill>
        <a:effectLst/>
      </p:bgPr>
    </p:bg>
    <p:spTree>
      <p:nvGrpSpPr>
        <p:cNvPr id="1" name=""/>
        <p:cNvGrpSpPr/>
        <p:nvPr/>
      </p:nvGrpSpPr>
      <p:grpSpPr>
        <a:xfrm>
          <a:off x="0" y="0"/>
          <a:ext cx="0" cy="0"/>
          <a:chOff x="0" y="0"/>
          <a:chExt cx="0" cy="0"/>
        </a:xfrm>
      </p:grpSpPr>
      <p:sp>
        <p:nvSpPr>
          <p:cNvPr id="15" name="Graphic 13">
            <a:extLst>
              <a:ext uri="{FF2B5EF4-FFF2-40B4-BE49-F238E27FC236}">
                <a16:creationId xmlns:a16="http://schemas.microsoft.com/office/drawing/2014/main" id="{5D1B5F70-39A3-4E01-8EEB-A624F6527260}"/>
              </a:ext>
            </a:extLst>
          </p:cNvPr>
          <p:cNvSpPr>
            <a:spLocks noChangeAspect="1"/>
          </p:cNvSpPr>
          <p:nvPr/>
        </p:nvSpPr>
        <p:spPr>
          <a:xfrm>
            <a:off x="263352" y="908720"/>
            <a:ext cx="10199251" cy="6192688"/>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242574"/>
            <a:ext cx="11379200" cy="307777"/>
          </a:xfrm>
        </p:spPr>
        <p:txBody>
          <a:bodyPr wrap="square" lIns="36000" tIns="0" rIns="36000">
            <a:spAutoFit/>
          </a:bodyPr>
          <a:lstStyle>
            <a:lvl1pPr marL="0" indent="0" algn="ctr">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339007"/>
            <a:ext cx="11386134" cy="2031325"/>
          </a:xfrm>
        </p:spPr>
        <p:txBody>
          <a:bodyPr wrap="square" lIns="36000" rIns="36000" bIns="0" anchor="b" anchorCtr="0">
            <a:spAutoFit/>
          </a:bodyPr>
          <a:lstStyle>
            <a:lvl1pPr algn="l">
              <a:lnSpc>
                <a:spcPct val="100000"/>
              </a:lnSpc>
              <a:defRPr sz="6600" b="1" baseline="0">
                <a:solidFill>
                  <a:schemeClr val="bg1"/>
                </a:solidFill>
                <a:latin typeface="Ubuntu" panose="020B0504030602030204" pitchFamily="34" charset="0"/>
              </a:defRPr>
            </a:lvl1pPr>
          </a:lstStyle>
          <a:p>
            <a:r>
              <a:rPr lang="en-US"/>
              <a:t>Click to edit Master title style</a:t>
            </a:r>
            <a:endParaRPr lang="en-GB" dirty="0"/>
          </a:p>
        </p:txBody>
      </p:sp>
      <p:pic>
        <p:nvPicPr>
          <p:cNvPr id="6" name="Picture 7">
            <a:extLst>
              <a:ext uri="{FF2B5EF4-FFF2-40B4-BE49-F238E27FC236}">
                <a16:creationId xmlns:a16="http://schemas.microsoft.com/office/drawing/2014/main" id="{998876DF-E006-4593-BB8F-D9ED68F0F3AB}"/>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89189" y="260648"/>
            <a:ext cx="4024242" cy="1212215"/>
          </a:xfrm>
          <a:prstGeom prst="rect">
            <a:avLst/>
          </a:prstGeom>
        </p:spPr>
      </p:pic>
    </p:spTree>
    <p:extLst>
      <p:ext uri="{BB962C8B-B14F-4D97-AF65-F5344CB8AC3E}">
        <p14:creationId xmlns:p14="http://schemas.microsoft.com/office/powerpoint/2010/main" val="3580682634"/>
      </p:ext>
    </p:extLst>
  </p:cSld>
  <p:clrMapOvr>
    <a:masterClrMapping/>
  </p:clrMapOvr>
  <p:extLst>
    <p:ext uri="{DCECCB84-F9BA-43D5-87BE-67443E8EF086}">
      <p15:sldGuideLst xmlns:p15="http://schemas.microsoft.com/office/powerpoint/2012/main"/>
    </p:ext>
  </p:extLst>
</p:sldLayout>
</file>

<file path=ppt/slideLayouts/slideLayout234.xml><?xml version="1.0" encoding="utf-8"?>
<p:sldLayout xmlns:a="http://schemas.openxmlformats.org/drawingml/2006/main" xmlns:r="http://schemas.openxmlformats.org/officeDocument/2006/relationships" xmlns:p="http://schemas.openxmlformats.org/presentationml/2006/main" showMasterSp="0" preserve="1" userDrawn="1">
  <p:cSld name="Title Slide 2">
    <p:bg>
      <p:bgPr>
        <a:solidFill>
          <a:schemeClr val="accent4"/>
        </a:solidFill>
        <a:effectLst/>
      </p:bgPr>
    </p:bg>
    <p:spTree>
      <p:nvGrpSpPr>
        <p:cNvPr id="1" name=""/>
        <p:cNvGrpSpPr/>
        <p:nvPr/>
      </p:nvGrpSpPr>
      <p:grpSpPr>
        <a:xfrm>
          <a:off x="0" y="0"/>
          <a:ext cx="0" cy="0"/>
          <a:chOff x="0" y="0"/>
          <a:chExt cx="0" cy="0"/>
        </a:xfrm>
      </p:grpSpPr>
      <p:sp>
        <p:nvSpPr>
          <p:cNvPr id="10" name="Picture Placeholder 9">
            <a:extLst>
              <a:ext uri="{FF2B5EF4-FFF2-40B4-BE49-F238E27FC236}">
                <a16:creationId xmlns:a16="http://schemas.microsoft.com/office/drawing/2014/main" id="{5F0D51B9-A61A-4FDC-9E0F-E2A63E0E942C}"/>
              </a:ext>
            </a:extLst>
          </p:cNvPr>
          <p:cNvSpPr>
            <a:spLocks noGrp="1"/>
          </p:cNvSpPr>
          <p:nvPr>
            <p:ph type="pic" sz="quarter" idx="10" hasCustomPrompt="1"/>
          </p:nvPr>
        </p:nvSpPr>
        <p:spPr>
          <a:xfrm>
            <a:off x="5303838" y="0"/>
            <a:ext cx="6888162" cy="6858000"/>
          </a:xfrm>
          <a:solidFill>
            <a:schemeClr val="bg2">
              <a:lumMod val="90000"/>
            </a:schemeClr>
          </a:solidFill>
        </p:spPr>
        <p:txBody>
          <a:bodyPr/>
          <a:lstStyle>
            <a:lvl1pPr>
              <a:defRPr>
                <a:solidFill>
                  <a:schemeClr val="tx1">
                    <a:lumMod val="50000"/>
                    <a:lumOff val="50000"/>
                  </a:schemeClr>
                </a:solidFill>
              </a:defRPr>
            </a:lvl1pPr>
          </a:lstStyle>
          <a:p>
            <a:r>
              <a:rPr lang="de-DE" dirty="0"/>
              <a:t>Insert Picture and send </a:t>
            </a:r>
            <a:r>
              <a:rPr lang="de-DE" dirty="0" err="1"/>
              <a:t>to</a:t>
            </a:r>
            <a:r>
              <a:rPr lang="de-DE" dirty="0"/>
              <a:t> back</a:t>
            </a:r>
          </a:p>
        </p:txBody>
      </p:sp>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93129"/>
            <a:ext cx="11386134" cy="2215991"/>
          </a:xfrm>
        </p:spPr>
        <p:txBody>
          <a:bodyPr wrap="square" lIns="36000" rIns="36000" bIns="0" anchor="b" anchorCtr="0">
            <a:spAutoFit/>
          </a:bodyPr>
          <a:lstStyle>
            <a:lvl1pPr algn="l">
              <a:lnSpc>
                <a:spcPct val="90000"/>
              </a:lnSpc>
              <a:defRPr sz="8000" b="1" baseline="0">
                <a:solidFill>
                  <a:schemeClr val="bg1"/>
                </a:solidFill>
                <a:latin typeface="Ubuntu" panose="020B0504030602030204" pitchFamily="34" charset="0"/>
              </a:defRPr>
            </a:lvl1pPr>
          </a:lstStyle>
          <a:p>
            <a:r>
              <a:rPr lang="en-US"/>
              <a:t>Click to edit Master title style</a:t>
            </a:r>
            <a:endParaRPr lang="en-GB" dirty="0"/>
          </a:p>
        </p:txBody>
      </p:sp>
      <p:pic>
        <p:nvPicPr>
          <p:cNvPr id="6" name="Picture 7">
            <a:extLst>
              <a:ext uri="{FF2B5EF4-FFF2-40B4-BE49-F238E27FC236}">
                <a16:creationId xmlns:a16="http://schemas.microsoft.com/office/drawing/2014/main" id="{38E54E64-0C53-4C58-9CCF-1BDC66BC5F1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47688" y="260032"/>
            <a:ext cx="4024242" cy="1212215"/>
          </a:xfrm>
          <a:prstGeom prst="rect">
            <a:avLst/>
          </a:prstGeom>
        </p:spPr>
      </p:pic>
    </p:spTree>
    <p:extLst>
      <p:ext uri="{BB962C8B-B14F-4D97-AF65-F5344CB8AC3E}">
        <p14:creationId xmlns:p14="http://schemas.microsoft.com/office/powerpoint/2010/main" val="2642980323"/>
      </p:ext>
    </p:extLst>
  </p:cSld>
  <p:clrMapOvr>
    <a:masterClrMapping/>
  </p:clrMapOvr>
  <p:extLst>
    <p:ext uri="{DCECCB84-F9BA-43D5-87BE-67443E8EF086}">
      <p15:sldGuideLst xmlns:p15="http://schemas.microsoft.com/office/powerpoint/2012/main"/>
    </p:ext>
  </p:extLst>
</p:sldLayout>
</file>

<file path=ppt/slideLayouts/slideLayout235.xml><?xml version="1.0" encoding="utf-8"?>
<p:sldLayout xmlns:a="http://schemas.openxmlformats.org/drawingml/2006/main" xmlns:r="http://schemas.openxmlformats.org/officeDocument/2006/relationships" xmlns:p="http://schemas.openxmlformats.org/presentationml/2006/main" showMasterSp="0" preserve="1" userDrawn="1">
  <p:cSld name="Title Slide 3 Full Picture">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4561383"/>
            <a:ext cx="11386134" cy="307777"/>
          </a:xfrm>
        </p:spPr>
        <p:txBody>
          <a:bodyPr wrap="square" lIns="36000" tIns="0" rIns="3600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847127"/>
            <a:ext cx="11386134" cy="1661993"/>
          </a:xfrm>
        </p:spPr>
        <p:txBody>
          <a:bodyPr wrap="square" lIns="36000" rIns="36000" bIns="0" anchor="b" anchorCtr="0">
            <a:spAutoFit/>
          </a:bodyPr>
          <a:lstStyle>
            <a:lvl1pPr algn="l">
              <a:lnSpc>
                <a:spcPct val="90000"/>
              </a:lnSpc>
              <a:defRPr sz="6000" b="1" baseline="0">
                <a:solidFill>
                  <a:schemeClr val="bg1"/>
                </a:solidFill>
                <a:latin typeface="Ubuntu" panose="020B0504030602030204" pitchFamily="34" charset="0"/>
              </a:defRPr>
            </a:lvl1pPr>
          </a:lstStyle>
          <a:p>
            <a:r>
              <a:rPr lang="en-US"/>
              <a:t>Click to edit Master title style</a:t>
            </a:r>
            <a:endParaRPr lang="en-GB" dirty="0"/>
          </a:p>
        </p:txBody>
      </p:sp>
      <p:pic>
        <p:nvPicPr>
          <p:cNvPr id="8" name="Picture 7">
            <a:extLst>
              <a:ext uri="{FF2B5EF4-FFF2-40B4-BE49-F238E27FC236}">
                <a16:creationId xmlns:a16="http://schemas.microsoft.com/office/drawing/2014/main" id="{319AF0EB-4460-4FFA-A8E1-2F74D0C4022E}"/>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8189189" y="260648"/>
            <a:ext cx="4024242" cy="1212215"/>
          </a:xfrm>
          <a:prstGeom prst="rect">
            <a:avLst/>
          </a:prstGeom>
        </p:spPr>
      </p:pic>
    </p:spTree>
    <p:extLst>
      <p:ext uri="{BB962C8B-B14F-4D97-AF65-F5344CB8AC3E}">
        <p14:creationId xmlns:p14="http://schemas.microsoft.com/office/powerpoint/2010/main" val="1729089547"/>
      </p:ext>
    </p:extLst>
  </p:cSld>
  <p:clrMapOvr>
    <a:masterClrMapping/>
  </p:clrMapOvr>
  <p:extLst>
    <p:ext uri="{DCECCB84-F9BA-43D5-87BE-67443E8EF086}">
      <p15:sldGuideLst xmlns:p15="http://schemas.microsoft.com/office/powerpoint/2012/main"/>
    </p:ext>
  </p:extLst>
</p:sldLayout>
</file>

<file path=ppt/slideLayouts/slideLayout236.xml><?xml version="1.0" encoding="utf-8"?>
<p:sldLayout xmlns:a="http://schemas.openxmlformats.org/drawingml/2006/main" xmlns:r="http://schemas.openxmlformats.org/officeDocument/2006/relationships" xmlns:p="http://schemas.openxmlformats.org/presentationml/2006/main" preserve="1" userDrawn="1">
  <p:cSld name="Titre et contenu">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327150"/>
            <a:ext cx="11379201" cy="51426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Title 10">
            <a:extLst>
              <a:ext uri="{FF2B5EF4-FFF2-40B4-BE49-F238E27FC236}">
                <a16:creationId xmlns:a16="http://schemas.microsoft.com/office/drawing/2014/main" id="{006B5C2B-B0BF-4136-9EC7-0E7F54D1D264}"/>
              </a:ext>
            </a:extLst>
          </p:cNvPr>
          <p:cNvSpPr>
            <a:spLocks noGrp="1"/>
          </p:cNvSpPr>
          <p:nvPr>
            <p:ph type="title"/>
          </p:nvPr>
        </p:nvSpPr>
        <p:spPr/>
        <p:txBody>
          <a:bodyPr/>
          <a:lstStyle/>
          <a:p>
            <a:r>
              <a:rPr lang="en-US"/>
              <a:t>Click to edit Master title style</a:t>
            </a:r>
            <a:endParaRPr lang="en-GB" dirty="0"/>
          </a:p>
        </p:txBody>
      </p:sp>
    </p:spTree>
    <p:extLst>
      <p:ext uri="{BB962C8B-B14F-4D97-AF65-F5344CB8AC3E}">
        <p14:creationId xmlns:p14="http://schemas.microsoft.com/office/powerpoint/2010/main" val="804716764"/>
      </p:ext>
    </p:extLst>
  </p:cSld>
  <p:clrMapOvr>
    <a:masterClrMapping/>
  </p:clrMapOvr>
</p:sldLayout>
</file>

<file path=ppt/slideLayouts/slideLayout237.xml><?xml version="1.0" encoding="utf-8"?>
<p:sldLayout xmlns:a="http://schemas.openxmlformats.org/drawingml/2006/main" xmlns:r="http://schemas.openxmlformats.org/officeDocument/2006/relationships" xmlns:p="http://schemas.openxmlformats.org/presentationml/2006/main" preserve="1" userDrawn="1">
  <p:cSld name="Title, subtitle and content ">
    <p:spTree>
      <p:nvGrpSpPr>
        <p:cNvPr id="1" name=""/>
        <p:cNvGrpSpPr/>
        <p:nvPr/>
      </p:nvGrpSpPr>
      <p:grpSpPr>
        <a:xfrm>
          <a:off x="0" y="0"/>
          <a:ext cx="0" cy="0"/>
          <a:chOff x="0" y="0"/>
          <a:chExt cx="0" cy="0"/>
        </a:xfrm>
      </p:grpSpPr>
      <p:sp>
        <p:nvSpPr>
          <p:cNvPr id="4" name="Text Placeholder 3"/>
          <p:cNvSpPr>
            <a:spLocks noGrp="1"/>
          </p:cNvSpPr>
          <p:nvPr>
            <p:ph type="body" sz="quarter" idx="10"/>
          </p:nvPr>
        </p:nvSpPr>
        <p:spPr>
          <a:xfrm>
            <a:off x="404812" y="1899138"/>
            <a:ext cx="11379201" cy="457067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sz="2000">
                <a:solidFill>
                  <a:schemeClr val="accent2"/>
                </a:solidFill>
              </a:defRPr>
            </a:lvl1pPr>
          </a:lstStyle>
          <a:p>
            <a:pPr lvl="0"/>
            <a:r>
              <a:rPr lang="en-US" dirty="0"/>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4086850617"/>
      </p:ext>
    </p:extLst>
  </p:cSld>
  <p:clrMapOvr>
    <a:masterClrMapping/>
  </p:clrMapOvr>
</p:sldLayout>
</file>

<file path=ppt/slideLayouts/slideLayout238.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5" name="Espace réservé du texte 4"/>
          <p:cNvSpPr>
            <a:spLocks noGrp="1"/>
          </p:cNvSpPr>
          <p:nvPr>
            <p:ph type="body" sz="quarter" idx="11" hasCustomPrompt="1"/>
          </p:nvPr>
        </p:nvSpPr>
        <p:spPr>
          <a:xfrm>
            <a:off x="404813" y="1327150"/>
            <a:ext cx="11379200" cy="457688"/>
          </a:xfrm>
          <a:prstGeom prst="rect">
            <a:avLst/>
          </a:prstGeom>
        </p:spPr>
        <p:txBody>
          <a:bodyPr/>
          <a:lstStyle>
            <a:lvl1pPr>
              <a:defRPr sz="2000">
                <a:solidFill>
                  <a:schemeClr val="accent2"/>
                </a:solidFill>
              </a:defRPr>
            </a:lvl1pPr>
          </a:lstStyle>
          <a:p>
            <a:pPr lvl="0"/>
            <a:r>
              <a:rPr lang="en-US" dirty="0"/>
              <a:t>Click to edit Master subtitle styles</a:t>
            </a:r>
          </a:p>
        </p:txBody>
      </p:sp>
      <p:sp>
        <p:nvSpPr>
          <p:cNvPr id="2" name="Title 1">
            <a:extLst>
              <a:ext uri="{FF2B5EF4-FFF2-40B4-BE49-F238E27FC236}">
                <a16:creationId xmlns:a16="http://schemas.microsoft.com/office/drawing/2014/main" id="{171054D7-80F5-442C-9F9E-FCC6CF14C5F1}"/>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78207109"/>
      </p:ext>
    </p:extLst>
  </p:cSld>
  <p:clrMapOvr>
    <a:masterClrMapping/>
  </p:clrMapOvr>
</p:sldLayout>
</file>

<file path=ppt/slideLayouts/slideLayout239.xml><?xml version="1.0" encoding="utf-8"?>
<p:sldLayout xmlns:a="http://schemas.openxmlformats.org/drawingml/2006/main" xmlns:r="http://schemas.openxmlformats.org/officeDocument/2006/relationships" xmlns:p="http://schemas.openxmlformats.org/presentationml/2006/main" preserve="1" userDrawn="1">
  <p:cSld name="Content two columns">
    <p:spTree>
      <p:nvGrpSpPr>
        <p:cNvPr id="1" name=""/>
        <p:cNvGrpSpPr/>
        <p:nvPr/>
      </p:nvGrpSpPr>
      <p:grpSpPr>
        <a:xfrm>
          <a:off x="0" y="0"/>
          <a:ext cx="0" cy="0"/>
          <a:chOff x="0" y="0"/>
          <a:chExt cx="0" cy="0"/>
        </a:xfrm>
      </p:grpSpPr>
      <p:sp>
        <p:nvSpPr>
          <p:cNvPr id="8"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2" y="2205318"/>
            <a:ext cx="5600701" cy="4257394"/>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2" y="1327151"/>
            <a:ext cx="56007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4" name="Text Placeholder 7">
            <a:extLst>
              <a:ext uri="{FF2B5EF4-FFF2-40B4-BE49-F238E27FC236}">
                <a16:creationId xmlns:a16="http://schemas.microsoft.com/office/drawing/2014/main" id="{47BDC0DA-1585-454D-9E74-41D2AFC0FEE5}"/>
              </a:ext>
            </a:extLst>
          </p:cNvPr>
          <p:cNvSpPr>
            <a:spLocks noGrp="1"/>
          </p:cNvSpPr>
          <p:nvPr>
            <p:ph type="body" sz="quarter" idx="13" hasCustomPrompt="1"/>
          </p:nvPr>
        </p:nvSpPr>
        <p:spPr>
          <a:xfrm>
            <a:off x="6196013" y="1327151"/>
            <a:ext cx="5588001" cy="743987"/>
          </a:xfrm>
          <a:prstGeom prst="rect">
            <a:avLst/>
          </a:prstGeom>
        </p:spPr>
        <p:txBody>
          <a:bodyPr anchor="ctr" anchorCtr="0">
            <a:noAutofit/>
          </a:bodyPr>
          <a:lstStyle>
            <a:lvl1pPr>
              <a:lnSpc>
                <a:spcPct val="100000"/>
              </a:lnSpc>
              <a:defRPr sz="1800" b="1">
                <a:solidFill>
                  <a:srgbClr val="12ABDB"/>
                </a:solidFill>
                <a:latin typeface="Ubuntu" panose="020B0504030602030204" pitchFamily="34" charset="0"/>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lvl="0"/>
            <a:r>
              <a:rPr lang="en-US" dirty="0"/>
              <a:t>CLICK TO INSERT TITLE</a:t>
            </a:r>
          </a:p>
        </p:txBody>
      </p:sp>
      <p:sp>
        <p:nvSpPr>
          <p:cNvPr id="16"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6196013" y="2205318"/>
            <a:ext cx="5594351" cy="4257393"/>
          </a:xfrm>
          <a:prstGeom prst="rect">
            <a:avLst/>
          </a:prstGeom>
        </p:spPr>
        <p:txBody>
          <a:bodyPr>
            <a:noAutofit/>
          </a:bodyPr>
          <a:lstStyle>
            <a:lvl1pPr>
              <a:lnSpc>
                <a:spcPct val="100000"/>
              </a:lnSpc>
              <a:spcBef>
                <a:spcPts val="0"/>
              </a:spcBef>
              <a:spcAft>
                <a:spcPts val="600"/>
              </a:spcAft>
              <a:defRPr sz="1600"/>
            </a:lvl1pPr>
            <a:lvl2pPr>
              <a:lnSpc>
                <a:spcPct val="100000"/>
              </a:lnSpc>
              <a:spcBef>
                <a:spcPts val="0"/>
              </a:spcBef>
              <a:spcAft>
                <a:spcPts val="600"/>
              </a:spcAft>
              <a:defRPr sz="1600"/>
            </a:lvl2pPr>
            <a:lvl3pPr>
              <a:lnSpc>
                <a:spcPct val="100000"/>
              </a:lnSpc>
              <a:spcBef>
                <a:spcPts val="0"/>
              </a:spcBef>
              <a:spcAft>
                <a:spcPts val="600"/>
              </a:spcAft>
              <a:defRPr sz="1600"/>
            </a:lvl3pPr>
            <a:lvl4pPr>
              <a:lnSpc>
                <a:spcPct val="100000"/>
              </a:lnSpc>
              <a:spcBef>
                <a:spcPts val="0"/>
              </a:spcBef>
              <a:spcAft>
                <a:spcPts val="600"/>
              </a:spcAft>
              <a:defRPr sz="1600"/>
            </a:lvl4pPr>
            <a:lvl5pPr>
              <a:lnSpc>
                <a:spcPct val="100000"/>
              </a:lnSpc>
              <a:spcBef>
                <a:spcPts val="0"/>
              </a:spcBef>
              <a:spcAft>
                <a:spcPts val="600"/>
              </a:spcAft>
              <a:defRPr sz="16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 name="Title 1">
            <a:extLst>
              <a:ext uri="{FF2B5EF4-FFF2-40B4-BE49-F238E27FC236}">
                <a16:creationId xmlns:a16="http://schemas.microsoft.com/office/drawing/2014/main" id="{D996D1AE-BB05-402A-8454-CE893B60496E}"/>
              </a:ext>
            </a:extLst>
          </p:cNvPr>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2675182183"/>
      </p:ext>
    </p:extLst>
  </p:cSld>
  <p:clrMapOvr>
    <a:masterClrMapping/>
  </p:clrMapOvr>
</p:sldLayout>
</file>

<file path=ppt/slideLayouts/slideLayout240.xml><?xml version="1.0" encoding="utf-8"?>
<p:sldLayout xmlns:a="http://schemas.openxmlformats.org/drawingml/2006/main" xmlns:r="http://schemas.openxmlformats.org/officeDocument/2006/relationships" xmlns:p="http://schemas.openxmlformats.org/presentationml/2006/main" preserve="1" userDrawn="1">
  <p:cSld name="Content 3 columns">
    <p:spTree>
      <p:nvGrpSpPr>
        <p:cNvPr id="1" name=""/>
        <p:cNvGrpSpPr/>
        <p:nvPr/>
      </p:nvGrpSpPr>
      <p:grpSpPr>
        <a:xfrm>
          <a:off x="0" y="0"/>
          <a:ext cx="0" cy="0"/>
          <a:chOff x="0" y="0"/>
          <a:chExt cx="0" cy="0"/>
        </a:xfrm>
      </p:grpSpPr>
      <p:sp>
        <p:nvSpPr>
          <p:cNvPr id="3" name="Text Placeholder 7">
            <a:extLst>
              <a:ext uri="{FF2B5EF4-FFF2-40B4-BE49-F238E27FC236}">
                <a16:creationId xmlns:a16="http://schemas.microsoft.com/office/drawing/2014/main" id="{27CE2609-37DA-4C4C-BF45-E56CE85AA41D}"/>
              </a:ext>
            </a:extLst>
          </p:cNvPr>
          <p:cNvSpPr>
            <a:spLocks noGrp="1"/>
          </p:cNvSpPr>
          <p:nvPr>
            <p:ph type="body" sz="quarter" idx="10"/>
          </p:nvPr>
        </p:nvSpPr>
        <p:spPr>
          <a:xfrm>
            <a:off x="404813"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7">
            <a:extLst>
              <a:ext uri="{FF2B5EF4-FFF2-40B4-BE49-F238E27FC236}">
                <a16:creationId xmlns:a16="http://schemas.microsoft.com/office/drawing/2014/main" id="{D8D7F005-BA7C-423E-87B0-6782D88233F6}"/>
              </a:ext>
            </a:extLst>
          </p:cNvPr>
          <p:cNvSpPr>
            <a:spLocks noGrp="1"/>
          </p:cNvSpPr>
          <p:nvPr>
            <p:ph type="body" sz="quarter" idx="12" hasCustomPrompt="1"/>
          </p:nvPr>
        </p:nvSpPr>
        <p:spPr>
          <a:xfrm>
            <a:off x="404813" y="1327151"/>
            <a:ext cx="3456432" cy="837826"/>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9" name="Text Placeholder 7">
            <a:extLst>
              <a:ext uri="{FF2B5EF4-FFF2-40B4-BE49-F238E27FC236}">
                <a16:creationId xmlns:a16="http://schemas.microsoft.com/office/drawing/2014/main" id="{27CE2609-37DA-4C4C-BF45-E56CE85AA41D}"/>
              </a:ext>
            </a:extLst>
          </p:cNvPr>
          <p:cNvSpPr>
            <a:spLocks noGrp="1"/>
          </p:cNvSpPr>
          <p:nvPr>
            <p:ph type="body" sz="quarter" idx="14"/>
          </p:nvPr>
        </p:nvSpPr>
        <p:spPr>
          <a:xfrm>
            <a:off x="4371047"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Text Placeholder 7">
            <a:extLst>
              <a:ext uri="{FF2B5EF4-FFF2-40B4-BE49-F238E27FC236}">
                <a16:creationId xmlns:a16="http://schemas.microsoft.com/office/drawing/2014/main" id="{D8D7F005-BA7C-423E-87B0-6782D88233F6}"/>
              </a:ext>
            </a:extLst>
          </p:cNvPr>
          <p:cNvSpPr>
            <a:spLocks noGrp="1"/>
          </p:cNvSpPr>
          <p:nvPr>
            <p:ph type="body" sz="quarter" idx="15" hasCustomPrompt="1"/>
          </p:nvPr>
        </p:nvSpPr>
        <p:spPr>
          <a:xfrm>
            <a:off x="4371047"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11" name="Text Placeholder 7">
            <a:extLst>
              <a:ext uri="{FF2B5EF4-FFF2-40B4-BE49-F238E27FC236}">
                <a16:creationId xmlns:a16="http://schemas.microsoft.com/office/drawing/2014/main" id="{27CE2609-37DA-4C4C-BF45-E56CE85AA41D}"/>
              </a:ext>
            </a:extLst>
          </p:cNvPr>
          <p:cNvSpPr>
            <a:spLocks noGrp="1"/>
          </p:cNvSpPr>
          <p:nvPr>
            <p:ph type="body" sz="quarter" idx="16"/>
          </p:nvPr>
        </p:nvSpPr>
        <p:spPr>
          <a:xfrm>
            <a:off x="8330755" y="2205319"/>
            <a:ext cx="3456432" cy="4076234"/>
          </a:xfrm>
          <a:prstGeom prst="rect">
            <a:avLst/>
          </a:prstGeom>
        </p:spPr>
        <p:txBody>
          <a:bodyPr>
            <a:noAutofit/>
          </a:bodyPr>
          <a:lstStyle>
            <a:lvl1pPr>
              <a:lnSpc>
                <a:spcPct val="100000"/>
              </a:lnSpc>
              <a:spcBef>
                <a:spcPts val="0"/>
              </a:spcBef>
              <a:defRPr sz="1400"/>
            </a:lvl1pPr>
            <a:lvl2pPr>
              <a:lnSpc>
                <a:spcPct val="100000"/>
              </a:lnSpc>
              <a:spcBef>
                <a:spcPts val="0"/>
              </a:spcBef>
              <a:defRPr sz="1400"/>
            </a:lvl2pPr>
            <a:lvl3pPr>
              <a:lnSpc>
                <a:spcPct val="100000"/>
              </a:lnSpc>
              <a:spcBef>
                <a:spcPts val="0"/>
              </a:spcBef>
              <a:defRPr sz="1400"/>
            </a:lvl3pPr>
            <a:lvl4pPr>
              <a:lnSpc>
                <a:spcPct val="100000"/>
              </a:lnSpc>
              <a:spcBef>
                <a:spcPts val="0"/>
              </a:spcBef>
              <a:defRPr sz="1400"/>
            </a:lvl4pPr>
            <a:lvl5pPr>
              <a:lnSpc>
                <a:spcPct val="100000"/>
              </a:lnSpc>
              <a:spcBef>
                <a:spcPts val="0"/>
              </a:spcBef>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Text Placeholder 7">
            <a:extLst>
              <a:ext uri="{FF2B5EF4-FFF2-40B4-BE49-F238E27FC236}">
                <a16:creationId xmlns:a16="http://schemas.microsoft.com/office/drawing/2014/main" id="{D8D7F005-BA7C-423E-87B0-6782D88233F6}"/>
              </a:ext>
            </a:extLst>
          </p:cNvPr>
          <p:cNvSpPr>
            <a:spLocks noGrp="1"/>
          </p:cNvSpPr>
          <p:nvPr>
            <p:ph type="body" sz="quarter" idx="17" hasCustomPrompt="1"/>
          </p:nvPr>
        </p:nvSpPr>
        <p:spPr>
          <a:xfrm>
            <a:off x="8330755" y="1327151"/>
            <a:ext cx="3456432" cy="743987"/>
          </a:xfrm>
          <a:prstGeom prst="rect">
            <a:avLst/>
          </a:prstGeom>
        </p:spPr>
        <p:txBody>
          <a:bodyPr vert="horz" lIns="0" tIns="0" rIns="0" bIns="0" rtlCol="0" anchor="ctr" anchorCtr="0">
            <a:noAutofit/>
          </a:bodyPr>
          <a:lstStyle>
            <a:lvl1pPr algn="ctr">
              <a:lnSpc>
                <a:spcPct val="100000"/>
              </a:lnSpc>
              <a:defRPr lang="en-US" sz="1600" b="0" kern="1200" dirty="0">
                <a:solidFill>
                  <a:srgbClr val="12ABDB"/>
                </a:solidFill>
                <a:latin typeface="Ubuntu" panose="020B0504030602030204" pitchFamily="34" charset="0"/>
                <a:ea typeface="+mn-ea"/>
                <a:cs typeface="+mn-cs"/>
              </a:defRPr>
            </a:lvl1pPr>
            <a:lvl2pPr>
              <a:lnSpc>
                <a:spcPct val="100000"/>
              </a:lnSpc>
              <a:defRPr sz="1200"/>
            </a:lvl2pPr>
            <a:lvl3pPr>
              <a:lnSpc>
                <a:spcPct val="100000"/>
              </a:lnSpc>
              <a:defRPr sz="1200"/>
            </a:lvl3pPr>
            <a:lvl4pPr>
              <a:lnSpc>
                <a:spcPct val="100000"/>
              </a:lnSpc>
              <a:defRPr sz="1200"/>
            </a:lvl4pPr>
            <a:lvl5pPr>
              <a:lnSpc>
                <a:spcPct val="100000"/>
              </a:lnSpc>
              <a:defRPr sz="1200"/>
            </a:lvl5pPr>
          </a:lstStyle>
          <a:p>
            <a:pPr marL="0" lvl="0" indent="0" algn="l" defTabSz="914400" rtl="0" eaLnBrk="1" latinLnBrk="0" hangingPunct="1">
              <a:lnSpc>
                <a:spcPct val="100000"/>
              </a:lnSpc>
              <a:spcBef>
                <a:spcPts val="1000"/>
              </a:spcBef>
              <a:buFont typeface="Arial" panose="020B0604020202020204" pitchFamily="34" charset="0"/>
              <a:buNone/>
            </a:pPr>
            <a:r>
              <a:rPr lang="en-US" dirty="0"/>
              <a:t>CLICK TO INSERT TITLE</a:t>
            </a:r>
          </a:p>
        </p:txBody>
      </p:sp>
      <p:sp>
        <p:nvSpPr>
          <p:cNvPr id="5" name="Title 4">
            <a:extLst>
              <a:ext uri="{FF2B5EF4-FFF2-40B4-BE49-F238E27FC236}">
                <a16:creationId xmlns:a16="http://schemas.microsoft.com/office/drawing/2014/main" id="{294515F3-E20E-47CC-8314-0A030AB3D1FD}"/>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3749387738"/>
      </p:ext>
    </p:extLst>
  </p:cSld>
  <p:clrMapOvr>
    <a:masterClrMapping/>
  </p:clrMapOvr>
</p:sldLayout>
</file>

<file path=ppt/slideLayouts/slideLayout241.xml><?xml version="1.0" encoding="utf-8"?>
<p:sldLayout xmlns:a="http://schemas.openxmlformats.org/drawingml/2006/main" xmlns:r="http://schemas.openxmlformats.org/officeDocument/2006/relationships" xmlns:p="http://schemas.openxmlformats.org/presentationml/2006/main" preserve="1" userDrawn="1">
  <p:cSld name="1_Content 3 columns">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7B9A63D1-B6C5-4F10-ABD1-7445EB2D8ADC}"/>
              </a:ext>
            </a:extLst>
          </p:cNvPr>
          <p:cNvSpPr/>
          <p:nvPr userDrawn="1"/>
        </p:nvSpPr>
        <p:spPr>
          <a:xfrm>
            <a:off x="407988"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4" name="Rectangle 13">
            <a:extLst>
              <a:ext uri="{FF2B5EF4-FFF2-40B4-BE49-F238E27FC236}">
                <a16:creationId xmlns:a16="http://schemas.microsoft.com/office/drawing/2014/main" id="{A69DEBB0-4052-42E9-B8A1-20FEA957F747}"/>
              </a:ext>
            </a:extLst>
          </p:cNvPr>
          <p:cNvSpPr/>
          <p:nvPr userDrawn="1"/>
        </p:nvSpPr>
        <p:spPr>
          <a:xfrm>
            <a:off x="4333875" y="2423886"/>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5" name="Rectangle 14">
            <a:extLst>
              <a:ext uri="{FF2B5EF4-FFF2-40B4-BE49-F238E27FC236}">
                <a16:creationId xmlns:a16="http://schemas.microsoft.com/office/drawing/2014/main" id="{270917E2-630D-4941-BA4B-7EB65D4A7850}"/>
              </a:ext>
            </a:extLst>
          </p:cNvPr>
          <p:cNvSpPr/>
          <p:nvPr userDrawn="1"/>
        </p:nvSpPr>
        <p:spPr>
          <a:xfrm>
            <a:off x="8259763" y="2406300"/>
            <a:ext cx="3524250" cy="4046888"/>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pt-PT"/>
          </a:p>
        </p:txBody>
      </p:sp>
      <p:sp>
        <p:nvSpPr>
          <p:cNvPr id="16" name="Text Placeholder 4">
            <a:extLst>
              <a:ext uri="{FF2B5EF4-FFF2-40B4-BE49-F238E27FC236}">
                <a16:creationId xmlns:a16="http://schemas.microsoft.com/office/drawing/2014/main" id="{5AE9BC27-7262-47DA-99EA-4AB1F52A8C33}"/>
              </a:ext>
            </a:extLst>
          </p:cNvPr>
          <p:cNvSpPr>
            <a:spLocks noGrp="1"/>
          </p:cNvSpPr>
          <p:nvPr>
            <p:ph type="body" sz="quarter" idx="13" hasCustomPrompt="1"/>
          </p:nvPr>
        </p:nvSpPr>
        <p:spPr>
          <a:xfrm>
            <a:off x="725016" y="3332368"/>
            <a:ext cx="2890194" cy="645047"/>
          </a:xfrm>
          <a:prstGeom prst="rect">
            <a:avLst/>
          </a:prstGeom>
          <a:noFill/>
        </p:spPr>
        <p:txBody>
          <a:bodyPr anchor="ctr">
            <a:noAutofit/>
          </a:bodyPr>
          <a:lstStyle>
            <a:lvl1pPr algn="l">
              <a:lnSpc>
                <a:spcPts val="1800"/>
              </a:lnSpc>
              <a:defRPr sz="1600" b="0">
                <a:solidFill>
                  <a:schemeClr val="accent1"/>
                </a:solidFill>
                <a:latin typeface="+mj-lt"/>
              </a:defRPr>
            </a:lvl1pPr>
            <a:lvl2pPr>
              <a:defRPr sz="1400"/>
            </a:lvl2pPr>
            <a:lvl3pPr>
              <a:defRPr sz="1200"/>
            </a:lvl3pPr>
            <a:lvl4pPr>
              <a:defRPr sz="1100"/>
            </a:lvl4pPr>
            <a:lvl5pPr>
              <a:defRPr sz="1100"/>
            </a:lvl5pPr>
          </a:lstStyle>
          <a:p>
            <a:pPr lvl="0"/>
            <a:r>
              <a:rPr lang="en-US" dirty="0"/>
              <a:t>Click to insert title</a:t>
            </a:r>
          </a:p>
        </p:txBody>
      </p:sp>
      <p:sp>
        <p:nvSpPr>
          <p:cNvPr id="18" name="Text Placeholder 4">
            <a:extLst>
              <a:ext uri="{FF2B5EF4-FFF2-40B4-BE49-F238E27FC236}">
                <a16:creationId xmlns:a16="http://schemas.microsoft.com/office/drawing/2014/main" id="{EBBF7568-EC18-40A1-B3C2-1E64D0BFDEFF}"/>
              </a:ext>
            </a:extLst>
          </p:cNvPr>
          <p:cNvSpPr>
            <a:spLocks noGrp="1"/>
          </p:cNvSpPr>
          <p:nvPr>
            <p:ph type="body" sz="quarter" idx="33" hasCustomPrompt="1"/>
          </p:nvPr>
        </p:nvSpPr>
        <p:spPr>
          <a:xfrm>
            <a:off x="4650903" y="3332368"/>
            <a:ext cx="2890194" cy="645047"/>
          </a:xfrm>
          <a:prstGeom prst="rect">
            <a:avLst/>
          </a:prstGeom>
          <a:noFill/>
        </p:spPr>
        <p:txBody>
          <a:bodyPr anchor="ctr">
            <a:noAutofit/>
          </a:bodyPr>
          <a:lstStyle>
            <a:lvl1pPr algn="l">
              <a:lnSpc>
                <a:spcPts val="1800"/>
              </a:lnSpc>
              <a:defRPr sz="1600" b="0">
                <a:solidFill>
                  <a:srgbClr val="2EA657"/>
                </a:solidFill>
                <a:latin typeface="+mj-lt"/>
              </a:defRPr>
            </a:lvl1pPr>
            <a:lvl2pPr>
              <a:defRPr sz="1400"/>
            </a:lvl2pPr>
            <a:lvl3pPr>
              <a:defRPr sz="1200"/>
            </a:lvl3pPr>
            <a:lvl4pPr>
              <a:defRPr sz="1100"/>
            </a:lvl4pPr>
            <a:lvl5pPr>
              <a:defRPr sz="1100"/>
            </a:lvl5pPr>
          </a:lstStyle>
          <a:p>
            <a:pPr lvl="0"/>
            <a:r>
              <a:rPr lang="en-US" dirty="0"/>
              <a:t>Click to insert title</a:t>
            </a:r>
          </a:p>
        </p:txBody>
      </p:sp>
      <p:sp>
        <p:nvSpPr>
          <p:cNvPr id="19" name="Text Placeholder 4">
            <a:extLst>
              <a:ext uri="{FF2B5EF4-FFF2-40B4-BE49-F238E27FC236}">
                <a16:creationId xmlns:a16="http://schemas.microsoft.com/office/drawing/2014/main" id="{0C0A1379-EE65-47B3-B113-45D1ED57400C}"/>
              </a:ext>
            </a:extLst>
          </p:cNvPr>
          <p:cNvSpPr>
            <a:spLocks noGrp="1"/>
          </p:cNvSpPr>
          <p:nvPr>
            <p:ph type="body" sz="quarter" idx="35" hasCustomPrompt="1"/>
          </p:nvPr>
        </p:nvSpPr>
        <p:spPr>
          <a:xfrm>
            <a:off x="8576791" y="3332368"/>
            <a:ext cx="2890194" cy="645047"/>
          </a:xfrm>
          <a:prstGeom prst="rect">
            <a:avLst/>
          </a:prstGeom>
          <a:noFill/>
        </p:spPr>
        <p:txBody>
          <a:bodyPr anchor="ctr">
            <a:noAutofit/>
          </a:bodyPr>
          <a:lstStyle>
            <a:lvl1pPr algn="l">
              <a:lnSpc>
                <a:spcPts val="1800"/>
              </a:lnSpc>
              <a:defRPr sz="1600" b="0">
                <a:solidFill>
                  <a:srgbClr val="BA2980"/>
                </a:solidFill>
                <a:latin typeface="+mj-lt"/>
              </a:defRPr>
            </a:lvl1pPr>
            <a:lvl2pPr>
              <a:defRPr sz="1400"/>
            </a:lvl2pPr>
            <a:lvl3pPr>
              <a:defRPr sz="1200"/>
            </a:lvl3pPr>
            <a:lvl4pPr>
              <a:defRPr sz="1100"/>
            </a:lvl4pPr>
            <a:lvl5pPr>
              <a:defRPr sz="1100"/>
            </a:lvl5pPr>
          </a:lstStyle>
          <a:p>
            <a:pPr lvl="0"/>
            <a:r>
              <a:rPr lang="en-US" dirty="0"/>
              <a:t>Click to insert title</a:t>
            </a:r>
          </a:p>
        </p:txBody>
      </p:sp>
      <p:sp>
        <p:nvSpPr>
          <p:cNvPr id="22" name="Text Placeholder 7">
            <a:extLst>
              <a:ext uri="{FF2B5EF4-FFF2-40B4-BE49-F238E27FC236}">
                <a16:creationId xmlns:a16="http://schemas.microsoft.com/office/drawing/2014/main" id="{E24DC023-E500-4824-A661-003A568299EA}"/>
              </a:ext>
            </a:extLst>
          </p:cNvPr>
          <p:cNvSpPr>
            <a:spLocks noGrp="1"/>
          </p:cNvSpPr>
          <p:nvPr>
            <p:ph type="body" sz="quarter" idx="10"/>
          </p:nvPr>
        </p:nvSpPr>
        <p:spPr>
          <a:xfrm>
            <a:off x="725015"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chemeClr val="accent1"/>
              </a:buClr>
              <a:defRPr sz="1400"/>
            </a:lvl2pPr>
            <a:lvl3pPr>
              <a:lnSpc>
                <a:spcPct val="100000"/>
              </a:lnSpc>
              <a:spcBef>
                <a:spcPts val="0"/>
              </a:spcBef>
              <a:buClr>
                <a:schemeClr val="accent1"/>
              </a:buClr>
              <a:defRPr sz="1400"/>
            </a:lvl3pPr>
            <a:lvl4pPr>
              <a:lnSpc>
                <a:spcPct val="100000"/>
              </a:lnSpc>
              <a:spcBef>
                <a:spcPts val="0"/>
              </a:spcBef>
              <a:buClr>
                <a:schemeClr val="accent1"/>
              </a:buClr>
              <a:defRPr sz="1400"/>
            </a:lvl4pPr>
            <a:lvl5pPr>
              <a:lnSpc>
                <a:spcPct val="100000"/>
              </a:lnSpc>
              <a:spcBef>
                <a:spcPts val="0"/>
              </a:spcBef>
              <a:buClr>
                <a:schemeClr val="accent1"/>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3" name="Text Placeholder 7">
            <a:extLst>
              <a:ext uri="{FF2B5EF4-FFF2-40B4-BE49-F238E27FC236}">
                <a16:creationId xmlns:a16="http://schemas.microsoft.com/office/drawing/2014/main" id="{B1037A2D-940F-4255-984B-C4A7AABBB724}"/>
              </a:ext>
            </a:extLst>
          </p:cNvPr>
          <p:cNvSpPr>
            <a:spLocks noGrp="1"/>
          </p:cNvSpPr>
          <p:nvPr>
            <p:ph type="body" sz="quarter" idx="40"/>
          </p:nvPr>
        </p:nvSpPr>
        <p:spPr>
          <a:xfrm>
            <a:off x="4650903"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2EA657"/>
              </a:buClr>
              <a:defRPr sz="1400"/>
            </a:lvl2pPr>
            <a:lvl3pPr>
              <a:lnSpc>
                <a:spcPct val="100000"/>
              </a:lnSpc>
              <a:spcBef>
                <a:spcPts val="0"/>
              </a:spcBef>
              <a:buClr>
                <a:srgbClr val="2EA657"/>
              </a:buClr>
              <a:defRPr sz="1400"/>
            </a:lvl3pPr>
            <a:lvl4pPr>
              <a:lnSpc>
                <a:spcPct val="100000"/>
              </a:lnSpc>
              <a:spcBef>
                <a:spcPts val="0"/>
              </a:spcBef>
              <a:buClr>
                <a:srgbClr val="2EA657"/>
              </a:buClr>
              <a:defRPr sz="1400"/>
            </a:lvl4pPr>
            <a:lvl5pPr>
              <a:lnSpc>
                <a:spcPct val="100000"/>
              </a:lnSpc>
              <a:spcBef>
                <a:spcPts val="0"/>
              </a:spcBef>
              <a:buClr>
                <a:srgbClr val="2EA657"/>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24" name="Text Placeholder 7">
            <a:extLst>
              <a:ext uri="{FF2B5EF4-FFF2-40B4-BE49-F238E27FC236}">
                <a16:creationId xmlns:a16="http://schemas.microsoft.com/office/drawing/2014/main" id="{5849E3D5-EF9E-46F2-9C73-58806A392B34}"/>
              </a:ext>
            </a:extLst>
          </p:cNvPr>
          <p:cNvSpPr>
            <a:spLocks noGrp="1"/>
          </p:cNvSpPr>
          <p:nvPr>
            <p:ph type="body" sz="quarter" idx="41"/>
          </p:nvPr>
        </p:nvSpPr>
        <p:spPr>
          <a:xfrm>
            <a:off x="8576791" y="4079991"/>
            <a:ext cx="2890194" cy="2201561"/>
          </a:xfrm>
          <a:prstGeom prst="rect">
            <a:avLst/>
          </a:prstGeom>
        </p:spPr>
        <p:txBody>
          <a:bodyPr>
            <a:noAutofit/>
          </a:bodyPr>
          <a:lstStyle>
            <a:lvl1pPr>
              <a:lnSpc>
                <a:spcPct val="100000"/>
              </a:lnSpc>
              <a:spcBef>
                <a:spcPts val="0"/>
              </a:spcBef>
              <a:defRPr sz="1400"/>
            </a:lvl1pPr>
            <a:lvl2pPr>
              <a:lnSpc>
                <a:spcPct val="100000"/>
              </a:lnSpc>
              <a:spcBef>
                <a:spcPts val="0"/>
              </a:spcBef>
              <a:buClr>
                <a:srgbClr val="BA2980"/>
              </a:buClr>
              <a:defRPr sz="1400"/>
            </a:lvl2pPr>
            <a:lvl3pPr>
              <a:lnSpc>
                <a:spcPct val="100000"/>
              </a:lnSpc>
              <a:spcBef>
                <a:spcPts val="0"/>
              </a:spcBef>
              <a:buClr>
                <a:srgbClr val="BA2980"/>
              </a:buClr>
              <a:defRPr sz="1400"/>
            </a:lvl3pPr>
            <a:lvl4pPr>
              <a:lnSpc>
                <a:spcPct val="100000"/>
              </a:lnSpc>
              <a:spcBef>
                <a:spcPts val="0"/>
              </a:spcBef>
              <a:buClr>
                <a:srgbClr val="BA2980"/>
              </a:buClr>
              <a:defRPr sz="1400"/>
            </a:lvl4pPr>
            <a:lvl5pPr>
              <a:lnSpc>
                <a:spcPct val="100000"/>
              </a:lnSpc>
              <a:spcBef>
                <a:spcPts val="0"/>
              </a:spcBef>
              <a:buClr>
                <a:srgbClr val="BA2980"/>
              </a:buCl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18A66D25-366C-4142-B5D9-9A4107D8BC80}"/>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4107501063"/>
      </p:ext>
    </p:extLst>
  </p:cSld>
  <p:clrMapOvr>
    <a:masterClrMapping/>
  </p:clrMapOvr>
</p:sldLayout>
</file>

<file path=ppt/slideLayouts/slideLayout242.xml><?xml version="1.0" encoding="utf-8"?>
<p:sldLayout xmlns:a="http://schemas.openxmlformats.org/drawingml/2006/main" xmlns:r="http://schemas.openxmlformats.org/officeDocument/2006/relationships" xmlns:p="http://schemas.openxmlformats.org/presentationml/2006/main" preserve="1" userDrawn="1">
  <p:cSld name="Only Title">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Title 2">
            <a:extLst>
              <a:ext uri="{FF2B5EF4-FFF2-40B4-BE49-F238E27FC236}">
                <a16:creationId xmlns:a16="http://schemas.microsoft.com/office/drawing/2014/main" id="{57F0C9DF-D1FA-45A1-91F6-147FDC3E7341}"/>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890350796"/>
      </p:ext>
    </p:extLst>
  </p:cSld>
  <p:clrMapOvr>
    <a:masterClrMapping/>
  </p:clrMapOvr>
</p:sldLayout>
</file>

<file path=ppt/slideLayouts/slideLayout243.xml><?xml version="1.0" encoding="utf-8"?>
<p:sldLayout xmlns:a="http://schemas.openxmlformats.org/drawingml/2006/main" xmlns:r="http://schemas.openxmlformats.org/officeDocument/2006/relationships" xmlns:p="http://schemas.openxmlformats.org/presentationml/2006/main" preserve="1" userDrawn="1">
  <p:cSld name="1_Titre seul">
    <p:bg>
      <p:bgPr>
        <a:solidFill>
          <a:schemeClr val="accent4"/>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 name="Espace réservé du texte 9">
            <a:extLst>
              <a:ext uri="{FF2B5EF4-FFF2-40B4-BE49-F238E27FC236}">
                <a16:creationId xmlns:a16="http://schemas.microsoft.com/office/drawing/2014/main" id="{0850DA69-657E-41C3-B340-B16C354CA1D0}"/>
              </a:ext>
            </a:extLst>
          </p:cNvPr>
          <p:cNvSpPr>
            <a:spLocks noGrp="1"/>
          </p:cNvSpPr>
          <p:nvPr>
            <p:ph type="body" sz="quarter" idx="10"/>
          </p:nvPr>
        </p:nvSpPr>
        <p:spPr>
          <a:xfrm>
            <a:off x="404813" y="1447800"/>
            <a:ext cx="11406187" cy="4951413"/>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accent5"/>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5E6BB52B-0C5D-4023-89D5-282E9A520223}"/>
              </a:ext>
            </a:extLst>
          </p:cNvPr>
          <p:cNvSpPr>
            <a:spLocks noGrp="1"/>
          </p:cNvSpPr>
          <p:nvPr>
            <p:ph type="title"/>
          </p:nvPr>
        </p:nvSpPr>
        <p:spPr/>
        <p:txBody>
          <a:bodyPr/>
          <a:lstStyle>
            <a:lvl1pPr>
              <a:defRPr>
                <a:solidFill>
                  <a:schemeClr val="bg1"/>
                </a:solidFill>
              </a:defRPr>
            </a:lvl1pPr>
          </a:lstStyle>
          <a:p>
            <a:r>
              <a:rPr lang="en-US"/>
              <a:t>Click to edit Master title style</a:t>
            </a:r>
            <a:endParaRPr lang="de-DE" dirty="0"/>
          </a:p>
        </p:txBody>
      </p:sp>
    </p:spTree>
    <p:extLst>
      <p:ext uri="{BB962C8B-B14F-4D97-AF65-F5344CB8AC3E}">
        <p14:creationId xmlns:p14="http://schemas.microsoft.com/office/powerpoint/2010/main" val="2008188581"/>
      </p:ext>
    </p:extLst>
  </p:cSld>
  <p:clrMapOvr>
    <a:masterClrMapping/>
  </p:clrMapOvr>
</p:sldLayout>
</file>

<file path=ppt/slideLayouts/slideLayout244.xml><?xml version="1.0" encoding="utf-8"?>
<p:sldLayout xmlns:a="http://schemas.openxmlformats.org/drawingml/2006/main" xmlns:r="http://schemas.openxmlformats.org/officeDocument/2006/relationships" xmlns:p="http://schemas.openxmlformats.org/presentationml/2006/main" preserve="1" userDrawn="1">
  <p:cSld name="Title and content light Grey">
    <p:bg>
      <p:bgPr>
        <a:solidFill>
          <a:schemeClr val="bg2"/>
        </a:soli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p:custDataLst>
              <p:tags r:id="rId1"/>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5" name="Object 4" hidden="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 name="Espace réservé du texte 8">
            <a:extLst>
              <a:ext uri="{FF2B5EF4-FFF2-40B4-BE49-F238E27FC236}">
                <a16:creationId xmlns:a16="http://schemas.microsoft.com/office/drawing/2014/main" id="{E7C5D7A7-45E9-4756-B28B-644907783FEA}"/>
              </a:ext>
            </a:extLst>
          </p:cNvPr>
          <p:cNvSpPr>
            <a:spLocks noGrp="1"/>
          </p:cNvSpPr>
          <p:nvPr>
            <p:ph type="body" sz="quarter" idx="10"/>
          </p:nvPr>
        </p:nvSpPr>
        <p:spPr>
          <a:xfrm>
            <a:off x="404812" y="1327150"/>
            <a:ext cx="11406188" cy="507230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Title 2">
            <a:extLst>
              <a:ext uri="{FF2B5EF4-FFF2-40B4-BE49-F238E27FC236}">
                <a16:creationId xmlns:a16="http://schemas.microsoft.com/office/drawing/2014/main" id="{0C89E73A-8AF6-4995-85C4-948312F9A282}"/>
              </a:ext>
            </a:extLst>
          </p:cNvPr>
          <p:cNvSpPr>
            <a:spLocks noGrp="1"/>
          </p:cNvSpPr>
          <p:nvPr>
            <p:ph type="title"/>
          </p:nvPr>
        </p:nvSpPr>
        <p:spPr/>
        <p:txBody>
          <a:bodyPr/>
          <a:lstStyle/>
          <a:p>
            <a:r>
              <a:rPr lang="en-US"/>
              <a:t>Click to edit Master title style</a:t>
            </a:r>
            <a:endParaRPr lang="de-DE" dirty="0"/>
          </a:p>
        </p:txBody>
      </p:sp>
    </p:spTree>
    <p:extLst>
      <p:ext uri="{BB962C8B-B14F-4D97-AF65-F5344CB8AC3E}">
        <p14:creationId xmlns:p14="http://schemas.microsoft.com/office/powerpoint/2010/main" val="820703103"/>
      </p:ext>
    </p:extLst>
  </p:cSld>
  <p:clrMapOvr>
    <a:masterClrMapping/>
  </p:clrMapOvr>
</p:sldLayout>
</file>

<file path=ppt/slideLayouts/slideLayout245.xml><?xml version="1.0" encoding="utf-8"?>
<p:sldLayout xmlns:a="http://schemas.openxmlformats.org/drawingml/2006/main" xmlns:r="http://schemas.openxmlformats.org/officeDocument/2006/relationships" xmlns:p="http://schemas.openxmlformats.org/presentationml/2006/main" preserve="1" userDrawn="1">
  <p:cSld name="Section Break dark">
    <p:bg>
      <p:bgPr>
        <a:solidFill>
          <a:schemeClr val="accent4"/>
        </a:solidFill>
        <a:effectLst/>
      </p:bgPr>
    </p:bg>
    <p:spTree>
      <p:nvGrpSpPr>
        <p:cNvPr id="1" name=""/>
        <p:cNvGrpSpPr/>
        <p:nvPr/>
      </p:nvGrpSpPr>
      <p:grpSpPr>
        <a:xfrm>
          <a:off x="0" y="0"/>
          <a:ext cx="0" cy="0"/>
          <a:chOff x="0" y="0"/>
          <a:chExt cx="0" cy="0"/>
        </a:xfrm>
      </p:grpSpPr>
      <p:sp>
        <p:nvSpPr>
          <p:cNvPr id="3" name="Subtitle">
            <a:extLst>
              <a:ext uri="{FF2B5EF4-FFF2-40B4-BE49-F238E27FC236}">
                <a16:creationId xmlns:a16="http://schemas.microsoft.com/office/drawing/2014/main" id="{81D5C5CA-E0F9-4194-9FD7-26150AB2A870}"/>
              </a:ext>
            </a:extLst>
          </p:cNvPr>
          <p:cNvSpPr>
            <a:spLocks noGrp="1"/>
          </p:cNvSpPr>
          <p:nvPr>
            <p:ph type="subTitle" idx="1"/>
          </p:nvPr>
        </p:nvSpPr>
        <p:spPr>
          <a:xfrm>
            <a:off x="404813" y="3772800"/>
            <a:ext cx="11329987" cy="307777"/>
          </a:xfrm>
        </p:spPr>
        <p:txBody>
          <a:bodyPr lIns="0" tIns="0">
            <a:spAutoFit/>
          </a:bodyPr>
          <a:lstStyle>
            <a:lvl1pPr marL="0" indent="0" algn="l">
              <a:buNone/>
              <a:defRPr sz="200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GB" dirty="0"/>
          </a:p>
        </p:txBody>
      </p:sp>
      <p:sp>
        <p:nvSpPr>
          <p:cNvPr id="2" name="Title">
            <a:extLst>
              <a:ext uri="{FF2B5EF4-FFF2-40B4-BE49-F238E27FC236}">
                <a16:creationId xmlns:a16="http://schemas.microsoft.com/office/drawing/2014/main" id="{A5A39C93-A915-45D6-953A-AAC473CA2FEC}"/>
              </a:ext>
            </a:extLst>
          </p:cNvPr>
          <p:cNvSpPr>
            <a:spLocks noGrp="1"/>
          </p:cNvSpPr>
          <p:nvPr>
            <p:ph type="ctrTitle"/>
          </p:nvPr>
        </p:nvSpPr>
        <p:spPr>
          <a:xfrm>
            <a:off x="404813" y="2264961"/>
            <a:ext cx="11329987" cy="1477328"/>
          </a:xfrm>
        </p:spPr>
        <p:txBody>
          <a:bodyPr lIns="0" bIns="0" anchor="b" anchorCtr="0">
            <a:spAutoFit/>
          </a:bodyPr>
          <a:lstStyle>
            <a:lvl1pPr algn="l">
              <a:lnSpc>
                <a:spcPct val="80000"/>
              </a:lnSpc>
              <a:defRPr sz="6000" baseline="0">
                <a:solidFill>
                  <a:schemeClr val="bg1"/>
                </a:solidFill>
              </a:defRPr>
            </a:lvl1pPr>
          </a:lstStyle>
          <a:p>
            <a:r>
              <a:rPr lang="en-US"/>
              <a:t>Click to edit Master title style</a:t>
            </a:r>
            <a:endParaRPr lang="en-GB" dirty="0"/>
          </a:p>
        </p:txBody>
      </p:sp>
      <p:sp>
        <p:nvSpPr>
          <p:cNvPr id="9" name="Text Placeholder 8">
            <a:extLst>
              <a:ext uri="{FF2B5EF4-FFF2-40B4-BE49-F238E27FC236}">
                <a16:creationId xmlns:a16="http://schemas.microsoft.com/office/drawing/2014/main" id="{E744C52A-2030-4EFF-B1D2-B60B2B279897}"/>
              </a:ext>
            </a:extLst>
          </p:cNvPr>
          <p:cNvSpPr>
            <a:spLocks noGrp="1"/>
          </p:cNvSpPr>
          <p:nvPr>
            <p:ph type="body" sz="quarter" idx="10" hasCustomPrompt="1"/>
          </p:nvPr>
        </p:nvSpPr>
        <p:spPr>
          <a:xfrm>
            <a:off x="404813" y="1825079"/>
            <a:ext cx="4611067" cy="307777"/>
          </a:xfrm>
        </p:spPr>
        <p:txBody>
          <a:bodyPr wrap="square" anchor="b">
            <a:spAutoFit/>
          </a:bodyPr>
          <a:lstStyle>
            <a:lvl1pPr>
              <a:defRPr>
                <a:solidFill>
                  <a:schemeClr val="accent2"/>
                </a:solidFill>
                <a:latin typeface="Ubuntu Light" panose="020B0304030602030204" pitchFamily="34" charset="0"/>
              </a:defRPr>
            </a:lvl1pPr>
            <a:lvl2pPr marL="88900" indent="0">
              <a:buNone/>
              <a:defRPr/>
            </a:lvl2pPr>
          </a:lstStyle>
          <a:p>
            <a:pPr lvl="0"/>
            <a:r>
              <a:rPr lang="fr-FR" dirty="0"/>
              <a:t>INSERT A LABEL/ALBEIT</a:t>
            </a:r>
          </a:p>
        </p:txBody>
      </p:sp>
    </p:spTree>
    <p:extLst>
      <p:ext uri="{BB962C8B-B14F-4D97-AF65-F5344CB8AC3E}">
        <p14:creationId xmlns:p14="http://schemas.microsoft.com/office/powerpoint/2010/main" val="1120750793"/>
      </p:ext>
    </p:extLst>
  </p:cSld>
  <p:clrMapOvr>
    <a:masterClrMapping/>
  </p:clrMapOvr>
  <p:extLst>
    <p:ext uri="{DCECCB84-F9BA-43D5-87BE-67443E8EF086}">
      <p15:sldGuideLst xmlns:p15="http://schemas.microsoft.com/office/powerpoint/2012/main"/>
    </p:ext>
  </p:extLst>
</p:sldLayout>
</file>

<file path=ppt/slideLayouts/slideLayout246.xml><?xml version="1.0" encoding="utf-8"?>
<p:sldLayout xmlns:a="http://schemas.openxmlformats.org/drawingml/2006/main" xmlns:r="http://schemas.openxmlformats.org/officeDocument/2006/relationships" xmlns:p="http://schemas.openxmlformats.org/presentationml/2006/main" userDrawn="1">
  <p:cSld name="Title and full screen image">
    <p:bg>
      <p:bgPr>
        <a:solidFill>
          <a:schemeClr val="accent4"/>
        </a:solidFill>
        <a:effectLst/>
      </p:bgPr>
    </p:bg>
    <p:spTree>
      <p:nvGrpSpPr>
        <p:cNvPr id="1" name=""/>
        <p:cNvGrpSpPr/>
        <p:nvPr/>
      </p:nvGrpSpPr>
      <p:grpSpPr>
        <a:xfrm>
          <a:off x="0" y="0"/>
          <a:ext cx="0" cy="0"/>
          <a:chOff x="0" y="0"/>
          <a:chExt cx="0" cy="0"/>
        </a:xfrm>
      </p:grpSpPr>
      <p:sp>
        <p:nvSpPr>
          <p:cNvPr id="6" name="Picture Placeholder 5">
            <a:extLst>
              <a:ext uri="{FF2B5EF4-FFF2-40B4-BE49-F238E27FC236}">
                <a16:creationId xmlns:a16="http://schemas.microsoft.com/office/drawing/2014/main" id="{7E832AC1-21AF-4DAD-A220-3541D7B3D0D5}"/>
              </a:ext>
            </a:extLst>
          </p:cNvPr>
          <p:cNvSpPr>
            <a:spLocks noGrp="1"/>
          </p:cNvSpPr>
          <p:nvPr>
            <p:ph type="pic" sz="quarter" idx="10" hasCustomPrompt="1"/>
          </p:nvPr>
        </p:nvSpPr>
        <p:spPr>
          <a:xfrm>
            <a:off x="0" y="0"/>
            <a:ext cx="12192000" cy="6858000"/>
          </a:xfrm>
          <a:custGeom>
            <a:avLst/>
            <a:gdLst>
              <a:gd name="connsiteX0" fmla="*/ 11786547 w 12192000"/>
              <a:gd name="connsiteY0" fmla="*/ 205058 h 6858000"/>
              <a:gd name="connsiteX1" fmla="*/ 11562163 w 12192000"/>
              <a:gd name="connsiteY1" fmla="*/ 436971 h 6858000"/>
              <a:gd name="connsiteX2" fmla="*/ 11639891 w 12192000"/>
              <a:gd name="connsiteY2" fmla="*/ 551459 h 6858000"/>
              <a:gd name="connsiteX3" fmla="*/ 11719085 w 12192000"/>
              <a:gd name="connsiteY3" fmla="*/ 552927 h 6858000"/>
              <a:gd name="connsiteX4" fmla="*/ 11751166 w 12192000"/>
              <a:gd name="connsiteY4" fmla="*/ 536965 h 6858000"/>
              <a:gd name="connsiteX5" fmla="*/ 11777548 w 12192000"/>
              <a:gd name="connsiteY5" fmla="*/ 513474 h 6858000"/>
              <a:gd name="connsiteX6" fmla="*/ 11770504 w 12192000"/>
              <a:gd name="connsiteY6" fmla="*/ 536398 h 6858000"/>
              <a:gd name="connsiteX7" fmla="*/ 11705703 w 12192000"/>
              <a:gd name="connsiteY7" fmla="*/ 579359 h 6858000"/>
              <a:gd name="connsiteX8" fmla="*/ 11760002 w 12192000"/>
              <a:gd name="connsiteY8" fmla="*/ 594046 h 6858000"/>
              <a:gd name="connsiteX9" fmla="*/ 11889144 w 12192000"/>
              <a:gd name="connsiteY9" fmla="*/ 551453 h 6858000"/>
              <a:gd name="connsiteX10" fmla="*/ 11824573 w 12192000"/>
              <a:gd name="connsiteY10" fmla="*/ 494172 h 6858000"/>
              <a:gd name="connsiteX11" fmla="*/ 11889144 w 12192000"/>
              <a:gd name="connsiteY11" fmla="*/ 525016 h 6858000"/>
              <a:gd name="connsiteX12" fmla="*/ 11974376 w 12192000"/>
              <a:gd name="connsiteY12" fmla="*/ 467391 h 6858000"/>
              <a:gd name="connsiteX13" fmla="*/ 11981591 w 12192000"/>
              <a:gd name="connsiteY13" fmla="*/ 431058 h 6858000"/>
              <a:gd name="connsiteX14" fmla="*/ 11981599 w 12192000"/>
              <a:gd name="connsiteY14" fmla="*/ 431100 h 6858000"/>
              <a:gd name="connsiteX15" fmla="*/ 11981599 w 12192000"/>
              <a:gd name="connsiteY15" fmla="*/ 431017 h 6858000"/>
              <a:gd name="connsiteX16" fmla="*/ 11981599 w 12192000"/>
              <a:gd name="connsiteY16" fmla="*/ 428164 h 6858000"/>
              <a:gd name="connsiteX17" fmla="*/ 11909738 w 12192000"/>
              <a:gd name="connsiteY17" fmla="*/ 279916 h 6858000"/>
              <a:gd name="connsiteX18" fmla="*/ 11796813 w 12192000"/>
              <a:gd name="connsiteY18" fmla="*/ 209461 h 6858000"/>
              <a:gd name="connsiteX19" fmla="*/ 11786547 w 12192000"/>
              <a:gd name="connsiteY19" fmla="*/ 205058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6547" y="205058"/>
                </a:moveTo>
                <a:cubicBezTo>
                  <a:pt x="11736684" y="265238"/>
                  <a:pt x="11562163" y="310740"/>
                  <a:pt x="11562163" y="436971"/>
                </a:cubicBezTo>
                <a:cubicBezTo>
                  <a:pt x="11562163" y="486876"/>
                  <a:pt x="11592961" y="533846"/>
                  <a:pt x="11639891" y="551459"/>
                </a:cubicBezTo>
                <a:cubicBezTo>
                  <a:pt x="11666289" y="561734"/>
                  <a:pt x="11692687" y="561734"/>
                  <a:pt x="11719085" y="552927"/>
                </a:cubicBezTo>
                <a:cubicBezTo>
                  <a:pt x="11730818" y="549258"/>
                  <a:pt x="11741450" y="543753"/>
                  <a:pt x="11751166" y="536965"/>
                </a:cubicBezTo>
                <a:lnTo>
                  <a:pt x="11777548" y="513474"/>
                </a:lnTo>
                <a:lnTo>
                  <a:pt x="11770504" y="536398"/>
                </a:lnTo>
                <a:cubicBezTo>
                  <a:pt x="11758809" y="558154"/>
                  <a:pt x="11734320" y="574953"/>
                  <a:pt x="11705703" y="579359"/>
                </a:cubicBezTo>
                <a:cubicBezTo>
                  <a:pt x="11714508" y="588171"/>
                  <a:pt x="11735054" y="594046"/>
                  <a:pt x="11760002" y="594046"/>
                </a:cubicBezTo>
                <a:cubicBezTo>
                  <a:pt x="11805495" y="594046"/>
                  <a:pt x="11861261" y="580827"/>
                  <a:pt x="11889144" y="551453"/>
                </a:cubicBezTo>
                <a:cubicBezTo>
                  <a:pt x="11850989" y="552921"/>
                  <a:pt x="11826041" y="527953"/>
                  <a:pt x="11824573" y="494172"/>
                </a:cubicBezTo>
                <a:cubicBezTo>
                  <a:pt x="11842183" y="516203"/>
                  <a:pt x="11864196" y="525016"/>
                  <a:pt x="11889144" y="525016"/>
                </a:cubicBezTo>
                <a:cubicBezTo>
                  <a:pt x="11927667" y="525016"/>
                  <a:pt x="11960411" y="501057"/>
                  <a:pt x="11974376" y="467391"/>
                </a:cubicBezTo>
                <a:lnTo>
                  <a:pt x="11981591" y="431058"/>
                </a:lnTo>
                <a:lnTo>
                  <a:pt x="11981599" y="431100"/>
                </a:lnTo>
                <a:lnTo>
                  <a:pt x="11981599" y="431017"/>
                </a:lnTo>
                <a:lnTo>
                  <a:pt x="11981599" y="428164"/>
                </a:lnTo>
                <a:cubicBezTo>
                  <a:pt x="11981599" y="369452"/>
                  <a:pt x="11952268" y="319547"/>
                  <a:pt x="11909738" y="279916"/>
                </a:cubicBezTo>
                <a:cubicBezTo>
                  <a:pt x="11877473" y="249092"/>
                  <a:pt x="11837876" y="227075"/>
                  <a:pt x="11796813" y="209461"/>
                </a:cubicBezTo>
                <a:cubicBezTo>
                  <a:pt x="11793879" y="207994"/>
                  <a:pt x="11790946" y="206526"/>
                  <a:pt x="11786547" y="205058"/>
                </a:cubicBezTo>
                <a:close/>
                <a:moveTo>
                  <a:pt x="0" y="0"/>
                </a:moveTo>
                <a:lnTo>
                  <a:pt x="12192000" y="0"/>
                </a:lnTo>
                <a:lnTo>
                  <a:pt x="12192000" y="6858000"/>
                </a:lnTo>
                <a:lnTo>
                  <a:pt x="0" y="6858000"/>
                </a:lnTo>
                <a:close/>
              </a:path>
            </a:pathLst>
          </a:custGeom>
        </p:spPr>
        <p:txBody>
          <a:bodyPr wrap="square">
            <a:noAutofit/>
          </a:bodyPr>
          <a:lstStyle>
            <a:lvl1pPr>
              <a:defRPr>
                <a:solidFill>
                  <a:schemeClr val="bg2">
                    <a:lumMod val="50000"/>
                  </a:schemeClr>
                </a:solidFill>
              </a:defRPr>
            </a:lvl1pPr>
          </a:lstStyle>
          <a:p>
            <a:r>
              <a:rPr lang="en-US" dirty="0"/>
              <a:t>Click icon to add picture and arrange the picture in the background</a:t>
            </a:r>
            <a:endParaRPr lang="en-GB" dirty="0"/>
          </a:p>
        </p:txBody>
      </p:sp>
      <p:sp>
        <p:nvSpPr>
          <p:cNvPr id="2" name="Title 1">
            <a:extLst>
              <a:ext uri="{FF2B5EF4-FFF2-40B4-BE49-F238E27FC236}">
                <a16:creationId xmlns:a16="http://schemas.microsoft.com/office/drawing/2014/main" id="{FDB0CAFF-8B20-4B52-A18C-BFD139761BF9}"/>
              </a:ext>
            </a:extLst>
          </p:cNvPr>
          <p:cNvSpPr>
            <a:spLocks noGrp="1"/>
          </p:cNvSpPr>
          <p:nvPr>
            <p:ph type="title"/>
          </p:nvPr>
        </p:nvSpPr>
        <p:spPr>
          <a:xfrm>
            <a:off x="404813" y="1951673"/>
            <a:ext cx="4562475" cy="2954655"/>
          </a:xfrm>
        </p:spPr>
        <p:txBody>
          <a:bodyPr vert="horz" wrap="square" lIns="72000" tIns="0" rIns="0" bIns="0" rtlCol="0" anchor="ctr">
            <a:spAutoFit/>
          </a:bodyPr>
          <a:lstStyle>
            <a:lvl1pPr>
              <a:lnSpc>
                <a:spcPct val="80000"/>
              </a:lnSpc>
              <a:defRPr lang="en-GB" sz="6000" dirty="0">
                <a:solidFill>
                  <a:schemeClr val="bg1"/>
                </a:solidFill>
              </a:defRPr>
            </a:lvl1pPr>
          </a:lstStyle>
          <a:p>
            <a:pPr lvl="0"/>
            <a:r>
              <a:rPr lang="en-US"/>
              <a:t>Click to edit Master title style</a:t>
            </a:r>
            <a:endParaRPr lang="en-GB" dirty="0"/>
          </a:p>
        </p:txBody>
      </p:sp>
    </p:spTree>
    <p:extLst>
      <p:ext uri="{BB962C8B-B14F-4D97-AF65-F5344CB8AC3E}">
        <p14:creationId xmlns:p14="http://schemas.microsoft.com/office/powerpoint/2010/main" val="2939597156"/>
      </p:ext>
    </p:extLst>
  </p:cSld>
  <p:clrMapOvr>
    <a:masterClrMapping/>
  </p:clrMapOvr>
</p:sldLayout>
</file>

<file path=ppt/slideLayouts/slideLayout247.xml><?xml version="1.0" encoding="utf-8"?>
<p:sldLayout xmlns:a="http://schemas.openxmlformats.org/drawingml/2006/main" xmlns:r="http://schemas.openxmlformats.org/officeDocument/2006/relationships" xmlns:p="http://schemas.openxmlformats.org/presentationml/2006/main" userDrawn="1">
  <p:cSld name="Large title &amp; large RH image 1">
    <p:bg>
      <p:bgPr>
        <a:solidFill>
          <a:schemeClr val="accent4"/>
        </a:solidFill>
        <a:effectLst/>
      </p:bgPr>
    </p:bg>
    <p:spTree>
      <p:nvGrpSpPr>
        <p:cNvPr id="1" name=""/>
        <p:cNvGrpSpPr/>
        <p:nvPr/>
      </p:nvGrpSpPr>
      <p:grpSpPr>
        <a:xfrm>
          <a:off x="0" y="0"/>
          <a:ext cx="0" cy="0"/>
          <a:chOff x="0" y="0"/>
          <a:chExt cx="0" cy="0"/>
        </a:xfrm>
      </p:grpSpPr>
      <p:sp>
        <p:nvSpPr>
          <p:cNvPr id="13" name="Picture Placeholder 12">
            <a:extLst>
              <a:ext uri="{FF2B5EF4-FFF2-40B4-BE49-F238E27FC236}">
                <a16:creationId xmlns:a16="http://schemas.microsoft.com/office/drawing/2014/main" id="{5586E72C-F96D-4BE1-996B-39A71EA977D3}"/>
              </a:ext>
            </a:extLst>
          </p:cNvPr>
          <p:cNvSpPr>
            <a:spLocks noGrp="1"/>
          </p:cNvSpPr>
          <p:nvPr>
            <p:ph type="pic" sz="quarter" idx="10"/>
          </p:nvPr>
        </p:nvSpPr>
        <p:spPr>
          <a:xfrm>
            <a:off x="5128004" y="0"/>
            <a:ext cx="7063996" cy="6858000"/>
          </a:xfrm>
          <a:custGeom>
            <a:avLst/>
            <a:gdLst>
              <a:gd name="connsiteX0" fmla="*/ 6658543 w 7063996"/>
              <a:gd name="connsiteY0" fmla="*/ 205058 h 6858000"/>
              <a:gd name="connsiteX1" fmla="*/ 6434159 w 7063996"/>
              <a:gd name="connsiteY1" fmla="*/ 436971 h 6858000"/>
              <a:gd name="connsiteX2" fmla="*/ 6511887 w 7063996"/>
              <a:gd name="connsiteY2" fmla="*/ 551459 h 6858000"/>
              <a:gd name="connsiteX3" fmla="*/ 6591081 w 7063996"/>
              <a:gd name="connsiteY3" fmla="*/ 552927 h 6858000"/>
              <a:gd name="connsiteX4" fmla="*/ 6623162 w 7063996"/>
              <a:gd name="connsiteY4" fmla="*/ 536965 h 6858000"/>
              <a:gd name="connsiteX5" fmla="*/ 6649544 w 7063996"/>
              <a:gd name="connsiteY5" fmla="*/ 513474 h 6858000"/>
              <a:gd name="connsiteX6" fmla="*/ 6642500 w 7063996"/>
              <a:gd name="connsiteY6" fmla="*/ 536398 h 6858000"/>
              <a:gd name="connsiteX7" fmla="*/ 6577699 w 7063996"/>
              <a:gd name="connsiteY7" fmla="*/ 579359 h 6858000"/>
              <a:gd name="connsiteX8" fmla="*/ 6631998 w 7063996"/>
              <a:gd name="connsiteY8" fmla="*/ 594046 h 6858000"/>
              <a:gd name="connsiteX9" fmla="*/ 6761140 w 7063996"/>
              <a:gd name="connsiteY9" fmla="*/ 551453 h 6858000"/>
              <a:gd name="connsiteX10" fmla="*/ 6696569 w 7063996"/>
              <a:gd name="connsiteY10" fmla="*/ 494172 h 6858000"/>
              <a:gd name="connsiteX11" fmla="*/ 6761140 w 7063996"/>
              <a:gd name="connsiteY11" fmla="*/ 525016 h 6858000"/>
              <a:gd name="connsiteX12" fmla="*/ 6846372 w 7063996"/>
              <a:gd name="connsiteY12" fmla="*/ 467391 h 6858000"/>
              <a:gd name="connsiteX13" fmla="*/ 6853587 w 7063996"/>
              <a:gd name="connsiteY13" fmla="*/ 431058 h 6858000"/>
              <a:gd name="connsiteX14" fmla="*/ 6853595 w 7063996"/>
              <a:gd name="connsiteY14" fmla="*/ 431100 h 6858000"/>
              <a:gd name="connsiteX15" fmla="*/ 6853595 w 7063996"/>
              <a:gd name="connsiteY15" fmla="*/ 431017 h 6858000"/>
              <a:gd name="connsiteX16" fmla="*/ 6853595 w 7063996"/>
              <a:gd name="connsiteY16" fmla="*/ 428164 h 6858000"/>
              <a:gd name="connsiteX17" fmla="*/ 6781734 w 7063996"/>
              <a:gd name="connsiteY17" fmla="*/ 279916 h 6858000"/>
              <a:gd name="connsiteX18" fmla="*/ 6668809 w 7063996"/>
              <a:gd name="connsiteY18" fmla="*/ 209461 h 6858000"/>
              <a:gd name="connsiteX19" fmla="*/ 6658543 w 7063996"/>
              <a:gd name="connsiteY19" fmla="*/ 205058 h 6858000"/>
              <a:gd name="connsiteX20" fmla="*/ 0 w 7063996"/>
              <a:gd name="connsiteY20" fmla="*/ 0 h 6858000"/>
              <a:gd name="connsiteX21" fmla="*/ 7063996 w 7063996"/>
              <a:gd name="connsiteY21" fmla="*/ 0 h 6858000"/>
              <a:gd name="connsiteX22" fmla="*/ 7063996 w 7063996"/>
              <a:gd name="connsiteY22" fmla="*/ 6858000 h 6858000"/>
              <a:gd name="connsiteX23" fmla="*/ 0 w 7063996"/>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7063996" h="6858000">
                <a:moveTo>
                  <a:pt x="6658543" y="205058"/>
                </a:moveTo>
                <a:cubicBezTo>
                  <a:pt x="6608680" y="265238"/>
                  <a:pt x="6434159" y="310740"/>
                  <a:pt x="6434159" y="436971"/>
                </a:cubicBezTo>
                <a:cubicBezTo>
                  <a:pt x="6434159" y="486876"/>
                  <a:pt x="6464957" y="533846"/>
                  <a:pt x="6511887" y="551459"/>
                </a:cubicBezTo>
                <a:cubicBezTo>
                  <a:pt x="6538285" y="561734"/>
                  <a:pt x="6564683" y="561734"/>
                  <a:pt x="6591081" y="552927"/>
                </a:cubicBezTo>
                <a:cubicBezTo>
                  <a:pt x="6602814" y="549258"/>
                  <a:pt x="6613446" y="543753"/>
                  <a:pt x="6623162" y="536965"/>
                </a:cubicBezTo>
                <a:lnTo>
                  <a:pt x="6649544" y="513474"/>
                </a:lnTo>
                <a:lnTo>
                  <a:pt x="6642500" y="536398"/>
                </a:lnTo>
                <a:cubicBezTo>
                  <a:pt x="6630805" y="558154"/>
                  <a:pt x="6606316" y="574953"/>
                  <a:pt x="6577699" y="579359"/>
                </a:cubicBezTo>
                <a:cubicBezTo>
                  <a:pt x="6586504" y="588171"/>
                  <a:pt x="6607050" y="594046"/>
                  <a:pt x="6631998" y="594046"/>
                </a:cubicBezTo>
                <a:cubicBezTo>
                  <a:pt x="6677491" y="594046"/>
                  <a:pt x="6733257" y="580827"/>
                  <a:pt x="6761140" y="551453"/>
                </a:cubicBezTo>
                <a:cubicBezTo>
                  <a:pt x="6722985" y="552921"/>
                  <a:pt x="6698037" y="527953"/>
                  <a:pt x="6696569" y="494172"/>
                </a:cubicBezTo>
                <a:cubicBezTo>
                  <a:pt x="6714179" y="516203"/>
                  <a:pt x="6736192" y="525016"/>
                  <a:pt x="6761140" y="525016"/>
                </a:cubicBezTo>
                <a:cubicBezTo>
                  <a:pt x="6799663" y="525016"/>
                  <a:pt x="6832407" y="501057"/>
                  <a:pt x="6846372" y="467391"/>
                </a:cubicBezTo>
                <a:lnTo>
                  <a:pt x="6853587" y="431058"/>
                </a:lnTo>
                <a:lnTo>
                  <a:pt x="6853595" y="431100"/>
                </a:lnTo>
                <a:lnTo>
                  <a:pt x="6853595" y="431017"/>
                </a:lnTo>
                <a:lnTo>
                  <a:pt x="6853595" y="428164"/>
                </a:lnTo>
                <a:cubicBezTo>
                  <a:pt x="6853595" y="369452"/>
                  <a:pt x="6824264" y="319547"/>
                  <a:pt x="6781734" y="279916"/>
                </a:cubicBezTo>
                <a:cubicBezTo>
                  <a:pt x="6749469" y="249092"/>
                  <a:pt x="6709872" y="227075"/>
                  <a:pt x="6668809" y="209461"/>
                </a:cubicBezTo>
                <a:cubicBezTo>
                  <a:pt x="6665875" y="207994"/>
                  <a:pt x="6662942" y="206526"/>
                  <a:pt x="6658543" y="205058"/>
                </a:cubicBezTo>
                <a:close/>
                <a:moveTo>
                  <a:pt x="0" y="0"/>
                </a:moveTo>
                <a:lnTo>
                  <a:pt x="7063996" y="0"/>
                </a:lnTo>
                <a:lnTo>
                  <a:pt x="7063996"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en-US"/>
              <a:t>Click icon to add picture</a:t>
            </a:r>
            <a:endParaRPr lang="en-GB" dirty="0"/>
          </a:p>
        </p:txBody>
      </p:sp>
      <p:sp>
        <p:nvSpPr>
          <p:cNvPr id="2" name="Title">
            <a:extLst>
              <a:ext uri="{FF2B5EF4-FFF2-40B4-BE49-F238E27FC236}">
                <a16:creationId xmlns:a16="http://schemas.microsoft.com/office/drawing/2014/main" id="{1B342561-1DD2-4DA7-BA2A-C8E3856FE9BB}"/>
              </a:ext>
            </a:extLst>
          </p:cNvPr>
          <p:cNvSpPr>
            <a:spLocks noGrp="1"/>
          </p:cNvSpPr>
          <p:nvPr>
            <p:ph type="title"/>
          </p:nvPr>
        </p:nvSpPr>
        <p:spPr>
          <a:xfrm>
            <a:off x="404813" y="692696"/>
            <a:ext cx="4562476" cy="2421466"/>
          </a:xfrm>
        </p:spPr>
        <p:txBody>
          <a:bodyPr vert="horz" lIns="72000" tIns="0" rIns="0" bIns="0" rtlCol="0" anchor="b">
            <a:noAutofit/>
          </a:bodyPr>
          <a:lstStyle>
            <a:lvl1pPr>
              <a:lnSpc>
                <a:spcPct val="80000"/>
              </a:lnSpc>
              <a:defRPr lang="en-GB" sz="5400">
                <a:solidFill>
                  <a:schemeClr val="bg1"/>
                </a:solidFill>
              </a:defRPr>
            </a:lvl1pPr>
          </a:lstStyle>
          <a:p>
            <a:pPr lvl="0"/>
            <a:r>
              <a:rPr lang="en-US"/>
              <a:t>Click to edit Master title style</a:t>
            </a:r>
            <a:endParaRPr lang="en-GB" dirty="0"/>
          </a:p>
        </p:txBody>
      </p:sp>
      <p:sp>
        <p:nvSpPr>
          <p:cNvPr id="10" name="Espace réservé du texte 9">
            <a:extLst>
              <a:ext uri="{FF2B5EF4-FFF2-40B4-BE49-F238E27FC236}">
                <a16:creationId xmlns:a16="http://schemas.microsoft.com/office/drawing/2014/main" id="{FC6DF15B-7249-491B-BFB7-9A33784178CD}"/>
              </a:ext>
            </a:extLst>
          </p:cNvPr>
          <p:cNvSpPr>
            <a:spLocks noGrp="1"/>
          </p:cNvSpPr>
          <p:nvPr>
            <p:ph type="body" sz="quarter" idx="12"/>
          </p:nvPr>
        </p:nvSpPr>
        <p:spPr>
          <a:xfrm>
            <a:off x="404813" y="3573040"/>
            <a:ext cx="4395787" cy="2808288"/>
          </a:xfrm>
        </p:spPr>
        <p:txBody>
          <a:bodyPr/>
          <a:lstStyle>
            <a:lvl1pPr>
              <a:defRPr>
                <a:solidFill>
                  <a:schemeClr val="bg1"/>
                </a:solidFill>
              </a:defRPr>
            </a:lvl1pPr>
            <a:lvl2pPr>
              <a:defRPr>
                <a:solidFill>
                  <a:schemeClr val="bg1"/>
                </a:solidFill>
              </a:defRPr>
            </a:lvl2pPr>
            <a:lvl3pPr>
              <a:defRPr>
                <a:solidFill>
                  <a:schemeClr val="bg1"/>
                </a:solidFill>
              </a:defRPr>
            </a:lvl3pPr>
            <a:lvl4pPr>
              <a:buClr>
                <a:schemeClr val="bg1"/>
              </a:buClr>
              <a:defRPr>
                <a:solidFill>
                  <a:schemeClr val="bg1"/>
                </a:solidFill>
              </a:defRPr>
            </a:lvl4pPr>
            <a:lvl5pPr>
              <a:buClr>
                <a:schemeClr val="bg1"/>
              </a:buClr>
              <a:defRPr>
                <a:solidFill>
                  <a:schemeClr val="bg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792854209"/>
      </p:ext>
    </p:extLst>
  </p:cSld>
  <p:clrMapOvr>
    <a:masterClrMapping/>
  </p:clrMapOvr>
</p:sldLayout>
</file>

<file path=ppt/slideLayouts/slideLayout248.xml><?xml version="1.0" encoding="utf-8"?>
<p:sldLayout xmlns:a="http://schemas.openxmlformats.org/drawingml/2006/main" xmlns:r="http://schemas.openxmlformats.org/officeDocument/2006/relationships" xmlns:p="http://schemas.openxmlformats.org/presentationml/2006/main" type="blank">
  <p:cSld name="White">
    <p:spTree>
      <p:nvGrpSpPr>
        <p:cNvPr id="1" name=""/>
        <p:cNvGrpSpPr/>
        <p:nvPr/>
      </p:nvGrpSpPr>
      <p:grpSpPr>
        <a:xfrm>
          <a:off x="0" y="0"/>
          <a:ext cx="0" cy="0"/>
          <a:chOff x="0" y="0"/>
          <a:chExt cx="0" cy="0"/>
        </a:xfrm>
      </p:grpSpPr>
    </p:spTree>
    <p:extLst>
      <p:ext uri="{BB962C8B-B14F-4D97-AF65-F5344CB8AC3E}">
        <p14:creationId xmlns:p14="http://schemas.microsoft.com/office/powerpoint/2010/main" val="2543422165"/>
      </p:ext>
    </p:extLst>
  </p:cSld>
  <p:clrMapOvr>
    <a:masterClrMapping/>
  </p:clrMapOvr>
</p:sldLayout>
</file>

<file path=ppt/slideLayouts/slideLayout249.xml><?xml version="1.0" encoding="utf-8"?>
<p:sldLayout xmlns:a="http://schemas.openxmlformats.org/drawingml/2006/main" xmlns:r="http://schemas.openxmlformats.org/officeDocument/2006/relationships" xmlns:p="http://schemas.openxmlformats.org/presentationml/2006/main" preserve="1" userDrawn="1">
  <p:cSld name="Purple">
    <p:bg>
      <p:bgPr>
        <a:solidFill>
          <a:srgbClr val="2B0A3D"/>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321074524"/>
      </p:ext>
    </p:extLst>
  </p:cSld>
  <p:clrMapOvr>
    <a:masterClrMapping/>
  </p:clrMapOvr>
</p:sldLayout>
</file>

<file path=ppt/slideLayouts/slideLayout250.xml><?xml version="1.0" encoding="utf-8"?>
<p:sldLayout xmlns:a="http://schemas.openxmlformats.org/drawingml/2006/main" xmlns:r="http://schemas.openxmlformats.org/officeDocument/2006/relationships" xmlns:p="http://schemas.openxmlformats.org/presentationml/2006/main" showMasterSp="0" preserve="1" userDrawn="1">
  <p:cSld name="Full picture white Pik">
    <p:bg>
      <p:bgPr>
        <a:solidFill>
          <a:schemeClr val="bg2"/>
        </a:solidFill>
        <a:effectLst/>
      </p:bgPr>
    </p:bg>
    <p:spTree>
      <p:nvGrpSpPr>
        <p:cNvPr id="1" name=""/>
        <p:cNvGrpSpPr/>
        <p:nvPr/>
      </p:nvGrpSpPr>
      <p:grpSpPr>
        <a:xfrm>
          <a:off x="0" y="0"/>
          <a:ext cx="0" cy="0"/>
          <a:chOff x="0" y="0"/>
          <a:chExt cx="0" cy="0"/>
        </a:xfrm>
      </p:grpSpPr>
      <p:sp>
        <p:nvSpPr>
          <p:cNvPr id="14" name="Picture Placeholder 13">
            <a:extLst>
              <a:ext uri="{FF2B5EF4-FFF2-40B4-BE49-F238E27FC236}">
                <a16:creationId xmlns:a16="http://schemas.microsoft.com/office/drawing/2014/main" id="{1EB2D5A7-8ABD-41FC-934A-8D0E9E07B98D}"/>
              </a:ext>
            </a:extLst>
          </p:cNvPr>
          <p:cNvSpPr>
            <a:spLocks noGrp="1"/>
          </p:cNvSpPr>
          <p:nvPr>
            <p:ph type="pic" sz="quarter" idx="13" hasCustomPrompt="1"/>
          </p:nvPr>
        </p:nvSpPr>
        <p:spPr>
          <a:xfrm>
            <a:off x="0" y="0"/>
            <a:ext cx="12192000" cy="6858000"/>
          </a:xfrm>
          <a:custGeom>
            <a:avLst/>
            <a:gdLst>
              <a:gd name="connsiteX0" fmla="*/ 11904137 w 12192000"/>
              <a:gd name="connsiteY0" fmla="*/ 374761 h 6858000"/>
              <a:gd name="connsiteX1" fmla="*/ 11851113 w 12192000"/>
              <a:gd name="connsiteY1" fmla="*/ 409256 h 6858000"/>
              <a:gd name="connsiteX2" fmla="*/ 11813853 w 12192000"/>
              <a:gd name="connsiteY2" fmla="*/ 476806 h 6858000"/>
              <a:gd name="connsiteX3" fmla="*/ 11772294 w 12192000"/>
              <a:gd name="connsiteY3" fmla="*/ 537171 h 6858000"/>
              <a:gd name="connsiteX4" fmla="*/ 11703507 w 12192000"/>
              <a:gd name="connsiteY4" fmla="*/ 580289 h 6858000"/>
              <a:gd name="connsiteX5" fmla="*/ 11747932 w 12192000"/>
              <a:gd name="connsiteY5" fmla="*/ 591787 h 6858000"/>
              <a:gd name="connsiteX6" fmla="*/ 11796656 w 12192000"/>
              <a:gd name="connsiteY6" fmla="*/ 587475 h 6858000"/>
              <a:gd name="connsiteX7" fmla="*/ 11879774 w 12192000"/>
              <a:gd name="connsiteY7" fmla="*/ 551544 h 6858000"/>
              <a:gd name="connsiteX8" fmla="*/ 11816719 w 12192000"/>
              <a:gd name="connsiteY8" fmla="*/ 494054 h 6858000"/>
              <a:gd name="connsiteX9" fmla="*/ 11904137 w 12192000"/>
              <a:gd name="connsiteY9" fmla="*/ 521361 h 6858000"/>
              <a:gd name="connsiteX10" fmla="*/ 11965759 w 12192000"/>
              <a:gd name="connsiteY10" fmla="*/ 460997 h 6858000"/>
              <a:gd name="connsiteX11" fmla="*/ 11964326 w 12192000"/>
              <a:gd name="connsiteY11" fmla="*/ 404944 h 6858000"/>
              <a:gd name="connsiteX12" fmla="*/ 11904137 w 12192000"/>
              <a:gd name="connsiteY12" fmla="*/ 374761 h 6858000"/>
              <a:gd name="connsiteX13" fmla="*/ 11779497 w 12192000"/>
              <a:gd name="connsiteY13" fmla="*/ 210928 h 6858000"/>
              <a:gd name="connsiteX14" fmla="*/ 11559747 w 12192000"/>
              <a:gd name="connsiteY14" fmla="*/ 439472 h 6858000"/>
              <a:gd name="connsiteX15" fmla="*/ 11635870 w 12192000"/>
              <a:gd name="connsiteY15" fmla="*/ 550150 h 6858000"/>
              <a:gd name="connsiteX16" fmla="*/ 11720610 w 12192000"/>
              <a:gd name="connsiteY16" fmla="*/ 545838 h 6858000"/>
              <a:gd name="connsiteX17" fmla="*/ 11780933 w 12192000"/>
              <a:gd name="connsiteY17" fmla="*/ 489780 h 6858000"/>
              <a:gd name="connsiteX18" fmla="*/ 11826894 w 12192000"/>
              <a:gd name="connsiteY18" fmla="*/ 413599 h 6858000"/>
              <a:gd name="connsiteX19" fmla="*/ 11888654 w 12192000"/>
              <a:gd name="connsiteY19" fmla="*/ 361853 h 6858000"/>
              <a:gd name="connsiteX20" fmla="*/ 11963340 w 12192000"/>
              <a:gd name="connsiteY20" fmla="*/ 380539 h 6858000"/>
              <a:gd name="connsiteX21" fmla="*/ 11900144 w 12192000"/>
              <a:gd name="connsiteY21" fmla="*/ 284235 h 6858000"/>
              <a:gd name="connsiteX22" fmla="*/ 11789551 w 12192000"/>
              <a:gd name="connsiteY22" fmla="*/ 215240 h 6858000"/>
              <a:gd name="connsiteX23" fmla="*/ 11779497 w 12192000"/>
              <a:gd name="connsiteY23" fmla="*/ 210928 h 6858000"/>
              <a:gd name="connsiteX24" fmla="*/ 0 w 12192000"/>
              <a:gd name="connsiteY24" fmla="*/ 0 h 6858000"/>
              <a:gd name="connsiteX25" fmla="*/ 12192000 w 12192000"/>
              <a:gd name="connsiteY25" fmla="*/ 0 h 6858000"/>
              <a:gd name="connsiteX26" fmla="*/ 12192000 w 12192000"/>
              <a:gd name="connsiteY26" fmla="*/ 6858000 h 6858000"/>
              <a:gd name="connsiteX27" fmla="*/ 0 w 12192000"/>
              <a:gd name="connsiteY27"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12192000" h="6858000">
                <a:moveTo>
                  <a:pt x="11904137" y="374761"/>
                </a:moveTo>
                <a:cubicBezTo>
                  <a:pt x="11881208" y="376199"/>
                  <a:pt x="11864011" y="390571"/>
                  <a:pt x="11851113" y="409256"/>
                </a:cubicBezTo>
                <a:cubicBezTo>
                  <a:pt x="11835349" y="429377"/>
                  <a:pt x="11825318" y="453810"/>
                  <a:pt x="11813853" y="476806"/>
                </a:cubicBezTo>
                <a:cubicBezTo>
                  <a:pt x="11802389" y="498365"/>
                  <a:pt x="11789491" y="518487"/>
                  <a:pt x="11772294" y="537171"/>
                </a:cubicBezTo>
                <a:cubicBezTo>
                  <a:pt x="11753664" y="557293"/>
                  <a:pt x="11730735" y="573103"/>
                  <a:pt x="11703507" y="580289"/>
                </a:cubicBezTo>
                <a:cubicBezTo>
                  <a:pt x="11716405" y="588912"/>
                  <a:pt x="11733601" y="591787"/>
                  <a:pt x="11747932" y="591787"/>
                </a:cubicBezTo>
                <a:cubicBezTo>
                  <a:pt x="11763696" y="593224"/>
                  <a:pt x="11780893" y="590350"/>
                  <a:pt x="11796656" y="587475"/>
                </a:cubicBezTo>
                <a:cubicBezTo>
                  <a:pt x="11826751" y="583163"/>
                  <a:pt x="11858278" y="573103"/>
                  <a:pt x="11879774" y="551544"/>
                </a:cubicBezTo>
                <a:cubicBezTo>
                  <a:pt x="11845381" y="551544"/>
                  <a:pt x="11818153" y="528548"/>
                  <a:pt x="11816719" y="494054"/>
                </a:cubicBezTo>
                <a:cubicBezTo>
                  <a:pt x="11838216" y="519924"/>
                  <a:pt x="11871176" y="529985"/>
                  <a:pt x="11904137" y="521361"/>
                </a:cubicBezTo>
                <a:cubicBezTo>
                  <a:pt x="11932798" y="512738"/>
                  <a:pt x="11957160" y="489742"/>
                  <a:pt x="11965759" y="460997"/>
                </a:cubicBezTo>
                <a:cubicBezTo>
                  <a:pt x="11971491" y="442312"/>
                  <a:pt x="11972924" y="423628"/>
                  <a:pt x="11964326" y="404944"/>
                </a:cubicBezTo>
                <a:cubicBezTo>
                  <a:pt x="11952861" y="383385"/>
                  <a:pt x="11928499" y="373324"/>
                  <a:pt x="11904137" y="374761"/>
                </a:cubicBezTo>
                <a:close/>
                <a:moveTo>
                  <a:pt x="11779497" y="210928"/>
                </a:moveTo>
                <a:cubicBezTo>
                  <a:pt x="11730664" y="271298"/>
                  <a:pt x="11559747" y="314420"/>
                  <a:pt x="11559747" y="439472"/>
                </a:cubicBezTo>
                <a:cubicBezTo>
                  <a:pt x="11559747" y="486906"/>
                  <a:pt x="11589909" y="532902"/>
                  <a:pt x="11635870" y="550150"/>
                </a:cubicBezTo>
                <a:cubicBezTo>
                  <a:pt x="11663159" y="560212"/>
                  <a:pt x="11693320" y="558775"/>
                  <a:pt x="11720610" y="545838"/>
                </a:cubicBezTo>
                <a:cubicBezTo>
                  <a:pt x="11746463" y="534339"/>
                  <a:pt x="11765134" y="514216"/>
                  <a:pt x="11780933" y="489780"/>
                </a:cubicBezTo>
                <a:cubicBezTo>
                  <a:pt x="11798168" y="465345"/>
                  <a:pt x="11811095" y="439472"/>
                  <a:pt x="11826894" y="413599"/>
                </a:cubicBezTo>
                <a:cubicBezTo>
                  <a:pt x="11841257" y="390601"/>
                  <a:pt x="11861365" y="367603"/>
                  <a:pt x="11888654" y="361853"/>
                </a:cubicBezTo>
                <a:cubicBezTo>
                  <a:pt x="11914507" y="354666"/>
                  <a:pt x="11944668" y="361853"/>
                  <a:pt x="11963340" y="380539"/>
                </a:cubicBezTo>
                <a:cubicBezTo>
                  <a:pt x="11951850" y="343167"/>
                  <a:pt x="11930306" y="311545"/>
                  <a:pt x="11900144" y="284235"/>
                </a:cubicBezTo>
                <a:cubicBezTo>
                  <a:pt x="11867110" y="254050"/>
                  <a:pt x="11829767" y="232489"/>
                  <a:pt x="11789551" y="215240"/>
                </a:cubicBezTo>
                <a:cubicBezTo>
                  <a:pt x="11786678" y="213803"/>
                  <a:pt x="11782369" y="212365"/>
                  <a:pt x="11779497" y="210928"/>
                </a:cubicBezTo>
                <a:close/>
                <a:moveTo>
                  <a:pt x="0" y="0"/>
                </a:moveTo>
                <a:lnTo>
                  <a:pt x="12192000" y="0"/>
                </a:lnTo>
                <a:lnTo>
                  <a:pt x="12192000" y="6858000"/>
                </a:lnTo>
                <a:lnTo>
                  <a:pt x="0" y="6858000"/>
                </a:lnTo>
                <a:close/>
              </a:path>
            </a:pathLst>
          </a:custGeom>
          <a:solidFill>
            <a:schemeClr val="accent4"/>
          </a:solidFill>
        </p:spPr>
        <p:txBody>
          <a:bodyPr wrap="square">
            <a:noAutofit/>
          </a:bodyPr>
          <a:lstStyle>
            <a:lvl1pPr>
              <a:defRPr>
                <a:solidFill>
                  <a:schemeClr val="bg2">
                    <a:lumMod val="50000"/>
                  </a:schemeClr>
                </a:solidFill>
              </a:defRPr>
            </a:lvl1pPr>
          </a:lstStyle>
          <a:p>
            <a:r>
              <a:rPr lang="de-DE" dirty="0"/>
              <a:t>Insert Picture and send </a:t>
            </a:r>
            <a:r>
              <a:rPr lang="de-DE" dirty="0" err="1"/>
              <a:t>to</a:t>
            </a:r>
            <a:r>
              <a:rPr lang="de-DE" dirty="0"/>
              <a:t> back</a:t>
            </a:r>
          </a:p>
        </p:txBody>
      </p:sp>
      <p:grpSp>
        <p:nvGrpSpPr>
          <p:cNvPr id="5" name="Group 37">
            <a:extLst>
              <a:ext uri="{FF2B5EF4-FFF2-40B4-BE49-F238E27FC236}">
                <a16:creationId xmlns:a16="http://schemas.microsoft.com/office/drawing/2014/main" id="{175605CD-31A1-4F5E-8CC8-FA82332DB3A0}"/>
              </a:ext>
            </a:extLst>
          </p:cNvPr>
          <p:cNvGrpSpPr/>
          <p:nvPr userDrawn="1"/>
        </p:nvGrpSpPr>
        <p:grpSpPr>
          <a:xfrm>
            <a:off x="11562864" y="207688"/>
            <a:ext cx="418487" cy="387209"/>
            <a:chOff x="5481638" y="2859088"/>
            <a:chExt cx="1231900" cy="1139825"/>
          </a:xfrm>
          <a:solidFill>
            <a:schemeClr val="bg1"/>
          </a:solidFill>
        </p:grpSpPr>
        <p:sp>
          <p:nvSpPr>
            <p:cNvPr id="6" name="Freeform 320">
              <a:extLst>
                <a:ext uri="{FF2B5EF4-FFF2-40B4-BE49-F238E27FC236}">
                  <a16:creationId xmlns:a16="http://schemas.microsoft.com/office/drawing/2014/main" id="{AE5DD593-FDBD-4A70-83DE-64E2F0ED00BB}"/>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7" name="Freeform 321">
              <a:extLst>
                <a:ext uri="{FF2B5EF4-FFF2-40B4-BE49-F238E27FC236}">
                  <a16:creationId xmlns:a16="http://schemas.microsoft.com/office/drawing/2014/main" id="{5E1F1E46-28BC-4B11-9A4D-30E587571815}"/>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Tree>
    <p:extLst>
      <p:ext uri="{BB962C8B-B14F-4D97-AF65-F5344CB8AC3E}">
        <p14:creationId xmlns:p14="http://schemas.microsoft.com/office/powerpoint/2010/main" val="1944543492"/>
      </p:ext>
    </p:extLst>
  </p:cSld>
  <p:clrMapOvr>
    <a:masterClrMapping/>
  </p:clrMapOvr>
</p:sldLayout>
</file>

<file path=ppt/slideLayouts/slideLayout251.xml><?xml version="1.0" encoding="utf-8"?>
<p:sldLayout xmlns:a="http://schemas.openxmlformats.org/drawingml/2006/main" xmlns:r="http://schemas.openxmlformats.org/officeDocument/2006/relationships" xmlns:p="http://schemas.openxmlformats.org/presentationml/2006/main" preserve="1" userDrawn="1">
  <p:cSld name="Full picture blue Pik">
    <p:bg>
      <p:bgPr>
        <a:solidFill>
          <a:schemeClr val="bg2"/>
        </a:solidFill>
        <a:effectLst/>
      </p:bgPr>
    </p:bg>
    <p:spTree>
      <p:nvGrpSpPr>
        <p:cNvPr id="1" name=""/>
        <p:cNvGrpSpPr/>
        <p:nvPr/>
      </p:nvGrpSpPr>
      <p:grpSpPr>
        <a:xfrm>
          <a:off x="0" y="0"/>
          <a:ext cx="0" cy="0"/>
          <a:chOff x="0" y="0"/>
          <a:chExt cx="0" cy="0"/>
        </a:xfrm>
      </p:grpSpPr>
      <p:sp>
        <p:nvSpPr>
          <p:cNvPr id="11" name="Picture Placeholder 10">
            <a:extLst>
              <a:ext uri="{FF2B5EF4-FFF2-40B4-BE49-F238E27FC236}">
                <a16:creationId xmlns:a16="http://schemas.microsoft.com/office/drawing/2014/main" id="{0B335D29-1EFC-4491-AD11-74BC952F53E5}"/>
              </a:ext>
            </a:extLst>
          </p:cNvPr>
          <p:cNvSpPr>
            <a:spLocks noGrp="1"/>
          </p:cNvSpPr>
          <p:nvPr>
            <p:ph type="pic" sz="quarter" idx="13" hasCustomPrompt="1"/>
          </p:nvPr>
        </p:nvSpPr>
        <p:spPr>
          <a:xfrm>
            <a:off x="0" y="0"/>
            <a:ext cx="12192000" cy="6858000"/>
          </a:xfrm>
          <a:custGeom>
            <a:avLst/>
            <a:gdLst>
              <a:gd name="connsiteX0" fmla="*/ 11785528 w 12192000"/>
              <a:gd name="connsiteY0" fmla="*/ 202927 h 6858000"/>
              <a:gd name="connsiteX1" fmla="*/ 11561144 w 12192000"/>
              <a:gd name="connsiteY1" fmla="*/ 434840 h 6858000"/>
              <a:gd name="connsiteX2" fmla="*/ 11638872 w 12192000"/>
              <a:gd name="connsiteY2" fmla="*/ 549328 h 6858000"/>
              <a:gd name="connsiteX3" fmla="*/ 11718066 w 12192000"/>
              <a:gd name="connsiteY3" fmla="*/ 550796 h 6858000"/>
              <a:gd name="connsiteX4" fmla="*/ 11750147 w 12192000"/>
              <a:gd name="connsiteY4" fmla="*/ 534834 h 6858000"/>
              <a:gd name="connsiteX5" fmla="*/ 11776529 w 12192000"/>
              <a:gd name="connsiteY5" fmla="*/ 511343 h 6858000"/>
              <a:gd name="connsiteX6" fmla="*/ 11769485 w 12192000"/>
              <a:gd name="connsiteY6" fmla="*/ 534267 h 6858000"/>
              <a:gd name="connsiteX7" fmla="*/ 11704684 w 12192000"/>
              <a:gd name="connsiteY7" fmla="*/ 577228 h 6858000"/>
              <a:gd name="connsiteX8" fmla="*/ 11758983 w 12192000"/>
              <a:gd name="connsiteY8" fmla="*/ 591915 h 6858000"/>
              <a:gd name="connsiteX9" fmla="*/ 11888125 w 12192000"/>
              <a:gd name="connsiteY9" fmla="*/ 549322 h 6858000"/>
              <a:gd name="connsiteX10" fmla="*/ 11823554 w 12192000"/>
              <a:gd name="connsiteY10" fmla="*/ 492041 h 6858000"/>
              <a:gd name="connsiteX11" fmla="*/ 11888125 w 12192000"/>
              <a:gd name="connsiteY11" fmla="*/ 522885 h 6858000"/>
              <a:gd name="connsiteX12" fmla="*/ 11973357 w 12192000"/>
              <a:gd name="connsiteY12" fmla="*/ 465260 h 6858000"/>
              <a:gd name="connsiteX13" fmla="*/ 11980572 w 12192000"/>
              <a:gd name="connsiteY13" fmla="*/ 428927 h 6858000"/>
              <a:gd name="connsiteX14" fmla="*/ 11980580 w 12192000"/>
              <a:gd name="connsiteY14" fmla="*/ 428969 h 6858000"/>
              <a:gd name="connsiteX15" fmla="*/ 11980580 w 12192000"/>
              <a:gd name="connsiteY15" fmla="*/ 428886 h 6858000"/>
              <a:gd name="connsiteX16" fmla="*/ 11980580 w 12192000"/>
              <a:gd name="connsiteY16" fmla="*/ 426033 h 6858000"/>
              <a:gd name="connsiteX17" fmla="*/ 11908719 w 12192000"/>
              <a:gd name="connsiteY17" fmla="*/ 277785 h 6858000"/>
              <a:gd name="connsiteX18" fmla="*/ 11795794 w 12192000"/>
              <a:gd name="connsiteY18" fmla="*/ 207330 h 6858000"/>
              <a:gd name="connsiteX19" fmla="*/ 11785528 w 12192000"/>
              <a:gd name="connsiteY19" fmla="*/ 202927 h 6858000"/>
              <a:gd name="connsiteX20" fmla="*/ 0 w 12192000"/>
              <a:gd name="connsiteY20" fmla="*/ 0 h 6858000"/>
              <a:gd name="connsiteX21" fmla="*/ 12192000 w 12192000"/>
              <a:gd name="connsiteY21" fmla="*/ 0 h 6858000"/>
              <a:gd name="connsiteX22" fmla="*/ 12192000 w 12192000"/>
              <a:gd name="connsiteY22" fmla="*/ 6858000 h 6858000"/>
              <a:gd name="connsiteX23" fmla="*/ 0 w 12192000"/>
              <a:gd name="connsiteY23"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2192000" h="6858000">
                <a:moveTo>
                  <a:pt x="11785528" y="202927"/>
                </a:moveTo>
                <a:cubicBezTo>
                  <a:pt x="11735665" y="263107"/>
                  <a:pt x="11561144" y="308609"/>
                  <a:pt x="11561144" y="434840"/>
                </a:cubicBezTo>
                <a:cubicBezTo>
                  <a:pt x="11561144" y="484745"/>
                  <a:pt x="11591942" y="531715"/>
                  <a:pt x="11638872" y="549328"/>
                </a:cubicBezTo>
                <a:cubicBezTo>
                  <a:pt x="11665270" y="559603"/>
                  <a:pt x="11691668" y="559603"/>
                  <a:pt x="11718066" y="550796"/>
                </a:cubicBezTo>
                <a:cubicBezTo>
                  <a:pt x="11729799" y="547127"/>
                  <a:pt x="11740431" y="541622"/>
                  <a:pt x="11750147" y="534834"/>
                </a:cubicBezTo>
                <a:lnTo>
                  <a:pt x="11776529" y="511343"/>
                </a:lnTo>
                <a:lnTo>
                  <a:pt x="11769485" y="534267"/>
                </a:lnTo>
                <a:cubicBezTo>
                  <a:pt x="11757790" y="556023"/>
                  <a:pt x="11733301" y="572822"/>
                  <a:pt x="11704684" y="577228"/>
                </a:cubicBezTo>
                <a:cubicBezTo>
                  <a:pt x="11713489" y="586040"/>
                  <a:pt x="11734035" y="591915"/>
                  <a:pt x="11758983" y="591915"/>
                </a:cubicBezTo>
                <a:cubicBezTo>
                  <a:pt x="11804476" y="591915"/>
                  <a:pt x="11860242" y="578696"/>
                  <a:pt x="11888125" y="549322"/>
                </a:cubicBezTo>
                <a:cubicBezTo>
                  <a:pt x="11849970" y="550790"/>
                  <a:pt x="11825022" y="525822"/>
                  <a:pt x="11823554" y="492041"/>
                </a:cubicBezTo>
                <a:cubicBezTo>
                  <a:pt x="11841164" y="514072"/>
                  <a:pt x="11863177" y="522885"/>
                  <a:pt x="11888125" y="522885"/>
                </a:cubicBezTo>
                <a:cubicBezTo>
                  <a:pt x="11926648" y="522885"/>
                  <a:pt x="11959392" y="498926"/>
                  <a:pt x="11973357" y="465260"/>
                </a:cubicBezTo>
                <a:lnTo>
                  <a:pt x="11980572" y="428927"/>
                </a:lnTo>
                <a:lnTo>
                  <a:pt x="11980580" y="428969"/>
                </a:lnTo>
                <a:lnTo>
                  <a:pt x="11980580" y="428886"/>
                </a:lnTo>
                <a:lnTo>
                  <a:pt x="11980580" y="426033"/>
                </a:lnTo>
                <a:cubicBezTo>
                  <a:pt x="11980580" y="367321"/>
                  <a:pt x="11951249" y="317416"/>
                  <a:pt x="11908719" y="277785"/>
                </a:cubicBezTo>
                <a:cubicBezTo>
                  <a:pt x="11876454" y="246961"/>
                  <a:pt x="11836857" y="224944"/>
                  <a:pt x="11795794" y="207330"/>
                </a:cubicBezTo>
                <a:cubicBezTo>
                  <a:pt x="11792860" y="205863"/>
                  <a:pt x="11789927" y="204395"/>
                  <a:pt x="11785528" y="202927"/>
                </a:cubicBezTo>
                <a:close/>
                <a:moveTo>
                  <a:pt x="0" y="0"/>
                </a:moveTo>
                <a:lnTo>
                  <a:pt x="12192000" y="0"/>
                </a:lnTo>
                <a:lnTo>
                  <a:pt x="12192000" y="6858000"/>
                </a:lnTo>
                <a:lnTo>
                  <a:pt x="0" y="6858000"/>
                </a:lnTo>
                <a:close/>
              </a:path>
            </a:pathLst>
          </a:custGeom>
          <a:solidFill>
            <a:schemeClr val="bg2"/>
          </a:solidFill>
        </p:spPr>
        <p:txBody>
          <a:bodyPr wrap="square">
            <a:noAutofit/>
          </a:bodyPr>
          <a:lstStyle>
            <a:lvl1pPr>
              <a:defRPr>
                <a:solidFill>
                  <a:schemeClr val="bg2">
                    <a:lumMod val="50000"/>
                  </a:schemeClr>
                </a:solidFill>
              </a:defRPr>
            </a:lvl1pPr>
          </a:lstStyle>
          <a:p>
            <a:r>
              <a:rPr lang="de-DE" dirty="0"/>
              <a:t>Insert Picture and send </a:t>
            </a:r>
            <a:r>
              <a:rPr lang="de-DE" dirty="0" err="1"/>
              <a:t>to</a:t>
            </a:r>
            <a:r>
              <a:rPr lang="de-DE" dirty="0"/>
              <a:t> back</a:t>
            </a:r>
          </a:p>
        </p:txBody>
      </p:sp>
    </p:spTree>
    <p:extLst>
      <p:ext uri="{BB962C8B-B14F-4D97-AF65-F5344CB8AC3E}">
        <p14:creationId xmlns:p14="http://schemas.microsoft.com/office/powerpoint/2010/main" val="3783146950"/>
      </p:ext>
    </p:extLst>
  </p:cSld>
  <p:clrMapOvr>
    <a:masterClrMapping/>
  </p:clrMapOvr>
</p:sldLayout>
</file>

<file path=ppt/slideLayouts/slideLayout252.xml><?xml version="1.0" encoding="utf-8"?>
<p:sldLayout xmlns:a="http://schemas.openxmlformats.org/drawingml/2006/main" xmlns:r="http://schemas.openxmlformats.org/officeDocument/2006/relationships" xmlns:p="http://schemas.openxmlformats.org/presentationml/2006/main" showMasterSp="0" preserve="1">
  <p:cSld name="Final Slide 1">
    <p:bg>
      <p:bgPr>
        <a:solidFill>
          <a:srgbClr val="272936"/>
        </a:solidFill>
        <a:effectLst/>
      </p:bgPr>
    </p:bg>
    <p:spTree>
      <p:nvGrpSpPr>
        <p:cNvPr id="1" name=""/>
        <p:cNvGrpSpPr/>
        <p:nvPr/>
      </p:nvGrpSpPr>
      <p:grpSpPr>
        <a:xfrm>
          <a:off x="0" y="0"/>
          <a:ext cx="0" cy="0"/>
          <a:chOff x="0" y="0"/>
          <a:chExt cx="0" cy="0"/>
        </a:xfrm>
      </p:grpSpPr>
      <p:pic>
        <p:nvPicPr>
          <p:cNvPr id="17" name="Picture 2" descr="D:\My Work\Template\Icons\Social Media\LinkedIN.png">
            <a:hlinkClick r:id="rId2"/>
          </p:cNvPr>
          <p:cNvPicPr>
            <a:picLocks noChangeAspect="1" noChangeArrowheads="1"/>
          </p:cNvPicPr>
          <p:nvPr/>
        </p:nvPicPr>
        <p:blipFill>
          <a:blip r:embed="rId3" cstate="print"/>
          <a:srcRect/>
          <a:stretch>
            <a:fillRect/>
          </a:stretch>
        </p:blipFill>
        <p:spPr bwMode="auto">
          <a:xfrm>
            <a:off x="810097" y="4968013"/>
            <a:ext cx="333195" cy="333195"/>
          </a:xfrm>
          <a:prstGeom prst="rect">
            <a:avLst/>
          </a:prstGeom>
          <a:noFill/>
        </p:spPr>
      </p:pic>
      <p:pic>
        <p:nvPicPr>
          <p:cNvPr id="18" name="Picture 4" descr="D:\My Work\Template\Icons\Social Media\SlideShare.png">
            <a:hlinkClick r:id="rId4"/>
          </p:cNvPr>
          <p:cNvPicPr>
            <a:picLocks noChangeAspect="1" noChangeArrowheads="1"/>
          </p:cNvPicPr>
          <p:nvPr/>
        </p:nvPicPr>
        <p:blipFill>
          <a:blip r:embed="rId5" cstate="print"/>
          <a:srcRect/>
          <a:stretch>
            <a:fillRect/>
          </a:stretch>
        </p:blipFill>
        <p:spPr bwMode="auto">
          <a:xfrm>
            <a:off x="1193474" y="4968013"/>
            <a:ext cx="333195" cy="333195"/>
          </a:xfrm>
          <a:prstGeom prst="rect">
            <a:avLst/>
          </a:prstGeom>
          <a:noFill/>
        </p:spPr>
      </p:pic>
      <p:pic>
        <p:nvPicPr>
          <p:cNvPr id="19" name="Picture 5" descr="D:\My Work\Template\Icons\Social Media\Twitter.png">
            <a:hlinkClick r:id="rId6"/>
          </p:cNvPr>
          <p:cNvPicPr>
            <a:picLocks noChangeAspect="1" noChangeArrowheads="1"/>
          </p:cNvPicPr>
          <p:nvPr/>
        </p:nvPicPr>
        <p:blipFill>
          <a:blip r:embed="rId7" cstate="print"/>
          <a:srcRect/>
          <a:stretch>
            <a:fillRect/>
          </a:stretch>
        </p:blipFill>
        <p:spPr bwMode="auto">
          <a:xfrm>
            <a:off x="1576851" y="4968013"/>
            <a:ext cx="333195" cy="333195"/>
          </a:xfrm>
          <a:prstGeom prst="rect">
            <a:avLst/>
          </a:prstGeom>
          <a:noFill/>
        </p:spPr>
      </p:pic>
      <p:pic>
        <p:nvPicPr>
          <p:cNvPr id="20" name="Picture 6" descr="D:\My Work\Template\Icons\Social Media\YouTube.png">
            <a:hlinkClick r:id="rId8"/>
          </p:cNvPr>
          <p:cNvPicPr>
            <a:picLocks noChangeAspect="1" noChangeArrowheads="1"/>
          </p:cNvPicPr>
          <p:nvPr/>
        </p:nvPicPr>
        <p:blipFill>
          <a:blip r:embed="rId9" cstate="print"/>
          <a:srcRect/>
          <a:stretch>
            <a:fillRect/>
          </a:stretch>
        </p:blipFill>
        <p:spPr bwMode="auto">
          <a:xfrm>
            <a:off x="1960227" y="4968013"/>
            <a:ext cx="333195" cy="333195"/>
          </a:xfrm>
          <a:prstGeom prst="rect">
            <a:avLst/>
          </a:prstGeom>
          <a:noFill/>
        </p:spPr>
      </p:pic>
      <p:pic>
        <p:nvPicPr>
          <p:cNvPr id="21" name="Picture 7" descr="D:\My Work\Template\Icons\Social Media\Facebook.png">
            <a:hlinkClick r:id="rId10"/>
          </p:cNvPr>
          <p:cNvPicPr>
            <a:picLocks noChangeAspect="1" noChangeArrowheads="1"/>
          </p:cNvPicPr>
          <p:nvPr/>
        </p:nvPicPr>
        <p:blipFill>
          <a:blip r:embed="rId11" cstate="print"/>
          <a:srcRect/>
          <a:stretch>
            <a:fillRect/>
          </a:stretch>
        </p:blipFill>
        <p:spPr bwMode="auto">
          <a:xfrm>
            <a:off x="426720" y="4968013"/>
            <a:ext cx="333195" cy="333195"/>
          </a:xfrm>
          <a:prstGeom prst="rect">
            <a:avLst/>
          </a:prstGeom>
          <a:noFill/>
        </p:spPr>
      </p:pic>
      <p:sp>
        <p:nvSpPr>
          <p:cNvPr id="23" name="Rectangle 22"/>
          <p:cNvSpPr/>
          <p:nvPr/>
        </p:nvSpPr>
        <p:spPr>
          <a:xfrm>
            <a:off x="426720" y="5810190"/>
            <a:ext cx="3293016" cy="400110"/>
          </a:xfrm>
          <a:prstGeom prst="rect">
            <a:avLst/>
          </a:prstGeom>
        </p:spPr>
        <p:txBody>
          <a:bodyPr wrap="square" lIns="0" tIns="0" rIns="0" bIns="0" anchor="b" anchorCtr="0">
            <a:spAutoFit/>
          </a:bodyPr>
          <a:lstStyle/>
          <a:p>
            <a:pPr>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a:spcAft>
                <a:spcPts val="600"/>
              </a:spcAft>
            </a:pPr>
            <a:r>
              <a:rPr lang="en-US" sz="700" noProof="0" dirty="0">
                <a:solidFill>
                  <a:schemeClr val="bg1"/>
                </a:solidFill>
                <a:latin typeface="Ubuntu" panose="020B0504030602030204" pitchFamily="34" charset="0"/>
                <a:cs typeface="Arial"/>
              </a:rPr>
              <a:t>Copyright © 2021 Capgemini. All rights reserved.</a:t>
            </a:r>
          </a:p>
        </p:txBody>
      </p:sp>
      <p:pic>
        <p:nvPicPr>
          <p:cNvPr id="28" name="Image 27">
            <a:extLst>
              <a:ext uri="{FF2B5EF4-FFF2-40B4-BE49-F238E27FC236}">
                <a16:creationId xmlns:a16="http://schemas.microsoft.com/office/drawing/2014/main" id="{CFD4BD67-7A96-4F02-AD8B-7157189FD651}"/>
              </a:ext>
            </a:extLst>
          </p:cNvPr>
          <p:cNvPicPr>
            <a:picLocks noChangeAspect="1"/>
          </p:cNvPicPr>
          <p:nvPr userDrawn="1"/>
        </p:nvPicPr>
        <p:blipFill>
          <a:blip r:embed="rId12" cstate="print">
            <a:extLst>
              <a:ext uri="{28A0092B-C50C-407E-A947-70E740481C1C}">
                <a14:useLocalDpi xmlns:a14="http://schemas.microsoft.com/office/drawing/2010/main" val="0"/>
              </a:ext>
            </a:extLst>
          </a:blip>
          <a:stretch>
            <a:fillRect/>
          </a:stretch>
        </p:blipFill>
        <p:spPr>
          <a:xfrm rot="1808368" flipV="1">
            <a:off x="3661091" y="-1184328"/>
            <a:ext cx="10604299" cy="7497656"/>
          </a:xfrm>
          <a:prstGeom prst="rect">
            <a:avLst/>
          </a:prstGeom>
        </p:spPr>
      </p:pic>
      <p:sp>
        <p:nvSpPr>
          <p:cNvPr id="14" name="Rectangle 13"/>
          <p:cNvSpPr/>
          <p:nvPr/>
        </p:nvSpPr>
        <p:spPr>
          <a:xfrm>
            <a:off x="6536185" y="2920221"/>
            <a:ext cx="4600375"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dirty="0">
                <a:solidFill>
                  <a:schemeClr val="lt1"/>
                </a:solidFill>
                <a:effectLst/>
                <a:latin typeface="+mn-lt"/>
                <a:ea typeface="+mn-ea"/>
                <a:cs typeface="+mn-cs"/>
              </a:rPr>
              <a:t>As the digital innovation, consulting and transformation brand of the Capgemini Group, Capgemini Invent helps </a:t>
            </a:r>
            <a:r>
              <a:rPr lang="en-GB" sz="900" kern="1200" dirty="0" err="1">
                <a:solidFill>
                  <a:schemeClr val="lt1"/>
                </a:solidFill>
                <a:effectLst/>
                <a:latin typeface="+mn-lt"/>
                <a:ea typeface="+mn-ea"/>
                <a:cs typeface="+mn-cs"/>
              </a:rPr>
              <a:t>CxOs</a:t>
            </a:r>
            <a:r>
              <a:rPr lang="en-GB" sz="900" kern="1200" dirty="0">
                <a:solidFill>
                  <a:schemeClr val="lt1"/>
                </a:solidFill>
                <a:effectLst/>
                <a:latin typeface="+mn-lt"/>
                <a:ea typeface="+mn-ea"/>
                <a:cs typeface="+mn-cs"/>
              </a:rPr>
              <a:t> envision and build what’s next for their organizations. Located in more than 30 offices and 25 creative studios around the </a:t>
            </a:r>
            <a:r>
              <a:rPr lang="en-GB" sz="900" kern="1200" dirty="0" err="1">
                <a:solidFill>
                  <a:schemeClr val="lt1"/>
                </a:solidFill>
                <a:effectLst/>
                <a:latin typeface="+mn-lt"/>
                <a:ea typeface="+mn-ea"/>
                <a:cs typeface="+mn-cs"/>
              </a:rPr>
              <a:t>world,its</a:t>
            </a:r>
            <a:r>
              <a:rPr lang="en-GB" sz="900" kern="1200" dirty="0">
                <a:solidFill>
                  <a:schemeClr val="lt1"/>
                </a:solidFill>
                <a:effectLst/>
                <a:latin typeface="+mn-lt"/>
                <a:ea typeface="+mn-ea"/>
                <a:cs typeface="+mn-cs"/>
              </a:rPr>
              <a:t> 7,000+ strong team combines strategy, technology, data science and creative design with deep industry expertise and insights, to develop new digital solutions and business models</a:t>
            </a:r>
            <a:br>
              <a:rPr lang="en-GB" sz="900" kern="1200" dirty="0">
                <a:solidFill>
                  <a:schemeClr val="lt1"/>
                </a:solidFill>
                <a:effectLst/>
                <a:latin typeface="+mn-lt"/>
                <a:ea typeface="+mn-ea"/>
                <a:cs typeface="+mn-cs"/>
              </a:rPr>
            </a:br>
            <a:r>
              <a:rPr lang="en-GB" sz="900" kern="1200" dirty="0">
                <a:solidFill>
                  <a:schemeClr val="lt1"/>
                </a:solidFill>
                <a:effectLst/>
                <a:latin typeface="+mn-lt"/>
                <a:ea typeface="+mn-ea"/>
                <a:cs typeface="+mn-cs"/>
              </a:rPr>
              <a:t>of the future.</a:t>
            </a:r>
            <a:endParaRPr lang="en-US" sz="900" kern="1200" dirty="0">
              <a:solidFill>
                <a:schemeClr val="lt1"/>
              </a:solidFill>
              <a:effectLst/>
              <a:latin typeface="+mn-lt"/>
              <a:ea typeface="+mn-ea"/>
              <a:cs typeface="+mn-cs"/>
            </a:endParaRPr>
          </a:p>
          <a:p>
            <a:pPr algn="just"/>
            <a:r>
              <a:rPr lang="en-GB" sz="900" b="1" i="1" kern="1200" dirty="0">
                <a:solidFill>
                  <a:schemeClr val="lt1"/>
                </a:solidFill>
                <a:effectLst/>
                <a:latin typeface="+mn-lt"/>
                <a:ea typeface="+mn-ea"/>
                <a:cs typeface="+mn-cs"/>
              </a:rPr>
              <a:t> </a:t>
            </a:r>
            <a:endParaRPr lang="en-US" sz="900" kern="1200" dirty="0">
              <a:solidFill>
                <a:schemeClr val="lt1"/>
              </a:solidFill>
              <a:effectLst/>
              <a:latin typeface="+mn-lt"/>
              <a:ea typeface="+mn-ea"/>
              <a:cs typeface="+mn-cs"/>
            </a:endParaRPr>
          </a:p>
          <a:p>
            <a:pPr algn="just"/>
            <a:r>
              <a:rPr lang="en-GB" sz="900" kern="1200" dirty="0">
                <a:solidFill>
                  <a:schemeClr val="lt1"/>
                </a:solidFill>
                <a:effectLst/>
                <a:latin typeface="+mn-lt"/>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a:t>
            </a:r>
            <a:r>
              <a:rPr lang="en-GB" sz="900" kern="1200" dirty="0" err="1">
                <a:solidFill>
                  <a:schemeClr val="lt1"/>
                </a:solidFill>
                <a:effectLst/>
                <a:latin typeface="+mn-lt"/>
                <a:ea typeface="+mn-ea"/>
                <a:cs typeface="+mn-cs"/>
              </a:rPr>
              <a:t>fueled</a:t>
            </a:r>
            <a:r>
              <a:rPr lang="en-GB" sz="900" kern="1200" dirty="0">
                <a:solidFill>
                  <a:schemeClr val="lt1"/>
                </a:solidFill>
                <a:effectLst/>
                <a:latin typeface="+mn-lt"/>
                <a:ea typeface="+mn-ea"/>
                <a:cs typeface="+mn-cs"/>
              </a:rPr>
              <a:t> by the fast evolving and innovative world of cloud, data, AI, connectivity, software, digital engineering and platforms. The Group reported in 2020 global revenues of €16 billion.</a:t>
            </a:r>
            <a:endParaRPr lang="en-US" sz="900" kern="1200" dirty="0">
              <a:solidFill>
                <a:schemeClr val="lt1"/>
              </a:solidFill>
              <a:effectLst/>
              <a:latin typeface="+mn-lt"/>
              <a:ea typeface="+mn-ea"/>
              <a:cs typeface="+mn-cs"/>
            </a:endParaRPr>
          </a:p>
        </p:txBody>
      </p:sp>
      <p:sp>
        <p:nvSpPr>
          <p:cNvPr id="15" name="Rectangle 14"/>
          <p:cNvSpPr/>
          <p:nvPr/>
        </p:nvSpPr>
        <p:spPr>
          <a:xfrm>
            <a:off x="6536184" y="2540957"/>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bg1"/>
                </a:solidFill>
                <a:latin typeface="Ubuntu" panose="020B0504030602030204" pitchFamily="34" charset="0"/>
              </a:rPr>
              <a:t>About Capgemini Invent</a:t>
            </a:r>
          </a:p>
        </p:txBody>
      </p:sp>
      <p:sp>
        <p:nvSpPr>
          <p:cNvPr id="16" name="Rectangle 15"/>
          <p:cNvSpPr/>
          <p:nvPr/>
        </p:nvSpPr>
        <p:spPr>
          <a:xfrm>
            <a:off x="6536184" y="530120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bg1"/>
                </a:solidFill>
                <a:effectLst/>
                <a:latin typeface="Ubuntu" panose="020B0504030602030204" pitchFamily="34" charset="0"/>
              </a:rPr>
              <a:t>Get the Future You Want </a:t>
            </a:r>
            <a:r>
              <a:rPr lang="en-US" sz="900" dirty="0">
                <a:solidFill>
                  <a:schemeClr val="bg1"/>
                </a:solidFill>
                <a:effectLst/>
                <a:latin typeface="Ubuntu" panose="020B0504030602030204" pitchFamily="34" charset="0"/>
              </a:rPr>
              <a:t>|</a:t>
            </a:r>
            <a:r>
              <a:rPr lang="en-GB" sz="900" dirty="0">
                <a:solidFill>
                  <a:schemeClr val="bg1"/>
                </a:solidFill>
                <a:effectLst/>
                <a:latin typeface="Ubuntu" panose="020B0504030602030204" pitchFamily="34" charset="0"/>
              </a:rPr>
              <a:t> </a:t>
            </a:r>
            <a:r>
              <a:rPr lang="en-US" sz="1050" dirty="0">
                <a:solidFill>
                  <a:schemeClr val="accent2"/>
                </a:solidFill>
                <a:latin typeface="Ubuntu" panose="020B0504030602030204" pitchFamily="34" charset="0"/>
              </a:rPr>
              <a:t>www.capgemini.com/invent</a:t>
            </a:r>
          </a:p>
        </p:txBody>
      </p:sp>
      <p:pic>
        <p:nvPicPr>
          <p:cNvPr id="13" name="Picture 7">
            <a:extLst>
              <a:ext uri="{FF2B5EF4-FFF2-40B4-BE49-F238E27FC236}">
                <a16:creationId xmlns:a16="http://schemas.microsoft.com/office/drawing/2014/main" id="{F9B42E50-405D-4320-932D-4A5EAD8D82B2}"/>
              </a:ext>
            </a:extLst>
          </p:cNvPr>
          <p:cNvPicPr>
            <a:picLocks noChangeAspect="1"/>
          </p:cNvPicPr>
          <p:nvPr userDrawn="1"/>
        </p:nvPicPr>
        <p:blipFill>
          <a:blip r:embed="rId13" cstate="print">
            <a:extLst>
              <a:ext uri="{28A0092B-C50C-407E-A947-70E740481C1C}">
                <a14:useLocalDpi xmlns:a14="http://schemas.microsoft.com/office/drawing/2010/main" val="0"/>
              </a:ext>
            </a:extLst>
          </a:blip>
          <a:stretch>
            <a:fillRect/>
          </a:stretch>
        </p:blipFill>
        <p:spPr>
          <a:xfrm>
            <a:off x="61107" y="533779"/>
            <a:ext cx="4024242" cy="1212215"/>
          </a:xfrm>
          <a:prstGeom prst="rect">
            <a:avLst/>
          </a:prstGeom>
        </p:spPr>
      </p:pic>
    </p:spTree>
    <p:extLst>
      <p:ext uri="{BB962C8B-B14F-4D97-AF65-F5344CB8AC3E}">
        <p14:creationId xmlns:p14="http://schemas.microsoft.com/office/powerpoint/2010/main" val="387705830"/>
      </p:ext>
    </p:extLst>
  </p:cSld>
  <p:clrMapOvr>
    <a:masterClrMapping/>
  </p:clrMapOvr>
  <p:extLst>
    <p:ext uri="{DCECCB84-F9BA-43D5-87BE-67443E8EF086}">
      <p15:sldGuideLst xmlns:p15="http://schemas.microsoft.com/office/powerpoint/2012/main"/>
    </p:ext>
  </p:extLst>
</p:sldLayout>
</file>

<file path=ppt/slideLayouts/slideLayout253.xml><?xml version="1.0" encoding="utf-8"?>
<p:sldLayout xmlns:a="http://schemas.openxmlformats.org/drawingml/2006/main" xmlns:r="http://schemas.openxmlformats.org/officeDocument/2006/relationships" xmlns:p="http://schemas.openxmlformats.org/presentationml/2006/main" showMasterSp="0" type="blank" preserve="1">
  <p:cSld name="2_Final Slide 2">
    <p:bg>
      <p:bgPr>
        <a:solidFill>
          <a:srgbClr val="272936"/>
        </a:solidFill>
        <a:effectLst/>
      </p:bgPr>
    </p:bg>
    <p:spTree>
      <p:nvGrpSpPr>
        <p:cNvPr id="1" name=""/>
        <p:cNvGrpSpPr/>
        <p:nvPr/>
      </p:nvGrpSpPr>
      <p:grpSpPr>
        <a:xfrm>
          <a:off x="0" y="0"/>
          <a:ext cx="0" cy="0"/>
          <a:chOff x="0" y="0"/>
          <a:chExt cx="0" cy="0"/>
        </a:xfrm>
      </p:grpSpPr>
      <p:pic>
        <p:nvPicPr>
          <p:cNvPr id="16" name="Image 15">
            <a:extLst>
              <a:ext uri="{FF2B5EF4-FFF2-40B4-BE49-F238E27FC236}">
                <a16:creationId xmlns:a16="http://schemas.microsoft.com/office/drawing/2014/main" id="{0489A022-D524-4B27-A5EC-7E24500CC9BC}"/>
              </a:ext>
            </a:extLst>
          </p:cNvPr>
          <p:cNvPicPr>
            <a:picLocks noChangeAspect="1"/>
          </p:cNvPicPr>
          <p:nvPr userDrawn="1"/>
        </p:nvPicPr>
        <p:blipFill>
          <a:blip r:embed="rId6" cstate="print">
            <a:extLst>
              <a:ext uri="{28A0092B-C50C-407E-A947-70E740481C1C}">
                <a14:useLocalDpi xmlns:a14="http://schemas.microsoft.com/office/drawing/2010/main" val="0"/>
              </a:ext>
            </a:extLst>
          </a:blip>
          <a:stretch>
            <a:fillRect/>
          </a:stretch>
        </p:blipFill>
        <p:spPr>
          <a:xfrm>
            <a:off x="432214" y="1562180"/>
            <a:ext cx="9702386" cy="6043284"/>
          </a:xfrm>
          <a:prstGeom prst="rect">
            <a:avLst/>
          </a:prstGeom>
        </p:spPr>
      </p:pic>
      <p:sp>
        <p:nvSpPr>
          <p:cNvPr id="57" name="Rectangle 56"/>
          <p:cNvSpPr/>
          <p:nvPr/>
        </p:nvSpPr>
        <p:spPr>
          <a:xfrm>
            <a:off x="426720" y="5840235"/>
            <a:ext cx="3221008" cy="400110"/>
          </a:xfrm>
          <a:prstGeom prst="rect">
            <a:avLst/>
          </a:prstGeom>
        </p:spPr>
        <p:txBody>
          <a:bodyPr wrap="square" lIns="0" tIns="0" rIns="0" bIns="0" anchor="b" anchorCtr="0">
            <a:spAutoFit/>
          </a:bodyPr>
          <a:lstStyle/>
          <a:p>
            <a:pPr lvl="0">
              <a:spcAft>
                <a:spcPts val="600"/>
              </a:spcAft>
            </a:pPr>
            <a:r>
              <a:rPr lang="en-US" sz="700" noProof="0" dirty="0">
                <a:solidFill>
                  <a:schemeClr val="bg1"/>
                </a:solidFill>
                <a:latin typeface="Ubuntu" panose="020B0504030602030204" pitchFamily="34" charset="0"/>
                <a:cs typeface="Arial"/>
              </a:rPr>
              <a:t>This presentation contains information that may be privileged or confidential and is the property of the Capgemini Group.</a:t>
            </a:r>
          </a:p>
          <a:p>
            <a:pPr lvl="0">
              <a:spcAft>
                <a:spcPts val="600"/>
              </a:spcAft>
            </a:pPr>
            <a:r>
              <a:rPr lang="en-US" sz="700" noProof="0" dirty="0">
                <a:solidFill>
                  <a:schemeClr val="bg1"/>
                </a:solidFill>
                <a:latin typeface="Ubuntu" panose="020B0504030602030204" pitchFamily="34" charset="0"/>
                <a:cs typeface="Arial"/>
              </a:rPr>
              <a:t>Copyright © 2021 Capgemini. All rights reserved.</a:t>
            </a:r>
          </a:p>
        </p:txBody>
      </p:sp>
      <p:pic>
        <p:nvPicPr>
          <p:cNvPr id="17" name="Picture 2" descr="D:\My Work\Template\Icons\Social Media\LinkedIN.png">
            <a:hlinkClick r:id="rId7"/>
            <a:extLst>
              <a:ext uri="{FF2B5EF4-FFF2-40B4-BE49-F238E27FC236}">
                <a16:creationId xmlns:a16="http://schemas.microsoft.com/office/drawing/2014/main" id="{F6DF1D6E-8462-43E1-AFC5-8A5C855024F4}"/>
              </a:ext>
            </a:extLst>
          </p:cNvPr>
          <p:cNvPicPr>
            <a:picLocks noChangeAspect="1" noChangeArrowheads="1"/>
          </p:cNvPicPr>
          <p:nvPr/>
        </p:nvPicPr>
        <p:blipFill>
          <a:blip r:embed="rId8" cstate="print"/>
          <a:srcRect/>
          <a:stretch>
            <a:fillRect/>
          </a:stretch>
        </p:blipFill>
        <p:spPr bwMode="auto">
          <a:xfrm>
            <a:off x="810097" y="5328053"/>
            <a:ext cx="333195" cy="333195"/>
          </a:xfrm>
          <a:prstGeom prst="rect">
            <a:avLst/>
          </a:prstGeom>
          <a:noFill/>
        </p:spPr>
      </p:pic>
      <p:pic>
        <p:nvPicPr>
          <p:cNvPr id="19" name="Picture 4" descr="D:\My Work\Template\Icons\Social Media\SlideShare.png">
            <a:hlinkClick r:id="rId9"/>
            <a:extLst>
              <a:ext uri="{FF2B5EF4-FFF2-40B4-BE49-F238E27FC236}">
                <a16:creationId xmlns:a16="http://schemas.microsoft.com/office/drawing/2014/main" id="{DA74C6D2-FFE3-4CE8-B52D-0A33097AEEAF}"/>
              </a:ext>
            </a:extLst>
          </p:cNvPr>
          <p:cNvPicPr>
            <a:picLocks noChangeAspect="1" noChangeArrowheads="1"/>
          </p:cNvPicPr>
          <p:nvPr/>
        </p:nvPicPr>
        <p:blipFill>
          <a:blip r:embed="rId10" cstate="print"/>
          <a:srcRect/>
          <a:stretch>
            <a:fillRect/>
          </a:stretch>
        </p:blipFill>
        <p:spPr bwMode="auto">
          <a:xfrm>
            <a:off x="1193474" y="5328053"/>
            <a:ext cx="333195" cy="333195"/>
          </a:xfrm>
          <a:prstGeom prst="rect">
            <a:avLst/>
          </a:prstGeom>
          <a:noFill/>
        </p:spPr>
      </p:pic>
      <p:pic>
        <p:nvPicPr>
          <p:cNvPr id="20" name="Picture 5" descr="D:\My Work\Template\Icons\Social Media\Twitter.png">
            <a:hlinkClick r:id="rId11"/>
            <a:extLst>
              <a:ext uri="{FF2B5EF4-FFF2-40B4-BE49-F238E27FC236}">
                <a16:creationId xmlns:a16="http://schemas.microsoft.com/office/drawing/2014/main" id="{14E10122-92A2-4535-9737-8C1BE0EE0AEC}"/>
              </a:ext>
            </a:extLst>
          </p:cNvPr>
          <p:cNvPicPr>
            <a:picLocks noChangeAspect="1" noChangeArrowheads="1"/>
          </p:cNvPicPr>
          <p:nvPr/>
        </p:nvPicPr>
        <p:blipFill>
          <a:blip r:embed="rId12" cstate="print"/>
          <a:srcRect/>
          <a:stretch>
            <a:fillRect/>
          </a:stretch>
        </p:blipFill>
        <p:spPr bwMode="auto">
          <a:xfrm>
            <a:off x="1576851" y="5328053"/>
            <a:ext cx="333195" cy="333195"/>
          </a:xfrm>
          <a:prstGeom prst="rect">
            <a:avLst/>
          </a:prstGeom>
          <a:noFill/>
        </p:spPr>
      </p:pic>
      <p:pic>
        <p:nvPicPr>
          <p:cNvPr id="21" name="Picture 6" descr="D:\My Work\Template\Icons\Social Media\YouTube.png">
            <a:hlinkClick r:id="rId13"/>
            <a:extLst>
              <a:ext uri="{FF2B5EF4-FFF2-40B4-BE49-F238E27FC236}">
                <a16:creationId xmlns:a16="http://schemas.microsoft.com/office/drawing/2014/main" id="{BA6EF96A-02CA-41A1-9095-358FE7486671}"/>
              </a:ext>
            </a:extLst>
          </p:cNvPr>
          <p:cNvPicPr>
            <a:picLocks noChangeAspect="1" noChangeArrowheads="1"/>
          </p:cNvPicPr>
          <p:nvPr/>
        </p:nvPicPr>
        <p:blipFill>
          <a:blip r:embed="rId14" cstate="print"/>
          <a:srcRect/>
          <a:stretch>
            <a:fillRect/>
          </a:stretch>
        </p:blipFill>
        <p:spPr bwMode="auto">
          <a:xfrm>
            <a:off x="1960227" y="5328053"/>
            <a:ext cx="333195" cy="333195"/>
          </a:xfrm>
          <a:prstGeom prst="rect">
            <a:avLst/>
          </a:prstGeom>
          <a:noFill/>
        </p:spPr>
      </p:pic>
      <p:pic>
        <p:nvPicPr>
          <p:cNvPr id="22" name="Picture 7" descr="D:\My Work\Template\Icons\Social Media\Facebook.png">
            <a:hlinkClick r:id="rId15"/>
            <a:extLst>
              <a:ext uri="{FF2B5EF4-FFF2-40B4-BE49-F238E27FC236}">
                <a16:creationId xmlns:a16="http://schemas.microsoft.com/office/drawing/2014/main" id="{BCC76D32-C587-45AA-A26C-ED5B038C867B}"/>
              </a:ext>
            </a:extLst>
          </p:cNvPr>
          <p:cNvPicPr>
            <a:picLocks noChangeAspect="1" noChangeArrowheads="1"/>
          </p:cNvPicPr>
          <p:nvPr/>
        </p:nvPicPr>
        <p:blipFill>
          <a:blip r:embed="rId16" cstate="print"/>
          <a:srcRect/>
          <a:stretch>
            <a:fillRect/>
          </a:stretch>
        </p:blipFill>
        <p:spPr bwMode="auto">
          <a:xfrm>
            <a:off x="426720" y="5328053"/>
            <a:ext cx="333195" cy="333195"/>
          </a:xfrm>
          <a:prstGeom prst="rect">
            <a:avLst/>
          </a:prstGeom>
          <a:noFill/>
        </p:spPr>
      </p:pic>
      <p:sp>
        <p:nvSpPr>
          <p:cNvPr id="48" name="Rectangle 47"/>
          <p:cNvSpPr/>
          <p:nvPr/>
        </p:nvSpPr>
        <p:spPr>
          <a:xfrm>
            <a:off x="426523" y="1068313"/>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bg1"/>
                </a:solidFill>
                <a:latin typeface="Ubuntu" panose="020B0504030602030204" pitchFamily="34" charset="0"/>
              </a:rPr>
              <a:t>About Capgemini</a:t>
            </a:r>
          </a:p>
        </p:txBody>
      </p:sp>
      <p:sp>
        <p:nvSpPr>
          <p:cNvPr id="60" name="Rectangle 59"/>
          <p:cNvSpPr/>
          <p:nvPr>
            <p:custDataLst>
              <p:tags r:id="rId1"/>
            </p:custDataLst>
          </p:nvPr>
        </p:nvSpPr>
        <p:spPr>
          <a:xfrm>
            <a:off x="6324599" y="1068313"/>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sp>
        <p:nvSpPr>
          <p:cNvPr id="61" name="Rectangle 60"/>
          <p:cNvSpPr/>
          <p:nvPr>
            <p:custDataLst>
              <p:tags r:id="rId2"/>
            </p:custDataLst>
          </p:nvPr>
        </p:nvSpPr>
        <p:spPr>
          <a:xfrm>
            <a:off x="9499996" y="1068313"/>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sp>
        <p:nvSpPr>
          <p:cNvPr id="62" name="Rectangle 61"/>
          <p:cNvSpPr/>
          <p:nvPr>
            <p:custDataLst>
              <p:tags r:id="rId3"/>
            </p:custDataLst>
          </p:nvPr>
        </p:nvSpPr>
        <p:spPr>
          <a:xfrm>
            <a:off x="6324599" y="2332238"/>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sp>
        <p:nvSpPr>
          <p:cNvPr id="63" name="Rectangle 62"/>
          <p:cNvSpPr/>
          <p:nvPr>
            <p:custDataLst>
              <p:tags r:id="rId4"/>
            </p:custDataLst>
          </p:nvPr>
        </p:nvSpPr>
        <p:spPr>
          <a:xfrm>
            <a:off x="9499996" y="2332238"/>
            <a:ext cx="2240280" cy="1031051"/>
          </a:xfrm>
          <a:prstGeom prst="rect">
            <a:avLst/>
          </a:prstGeom>
        </p:spPr>
        <p:txBody>
          <a:bodyPr wrap="square" lIns="0" tIns="0" rIns="0" bIns="0">
            <a:spAutoFit/>
          </a:bodyPr>
          <a:lstStyle/>
          <a:p>
            <a:pPr>
              <a:spcAft>
                <a:spcPts val="600"/>
              </a:spcAft>
            </a:pPr>
            <a:r>
              <a:rPr lang="en-US" sz="1200" b="1" dirty="0">
                <a:solidFill>
                  <a:schemeClr val="bg1"/>
                </a:solidFill>
                <a:latin typeface="Ubuntu" panose="020B0504030602030204" pitchFamily="34" charset="0"/>
                <a:cs typeface="Arial"/>
              </a:rPr>
              <a:t>Name, Last Name</a:t>
            </a:r>
          </a:p>
          <a:p>
            <a:pPr>
              <a:lnSpc>
                <a:spcPts val="1200"/>
              </a:lnSpc>
            </a:pPr>
            <a:r>
              <a:rPr lang="en-US" sz="1000" dirty="0">
                <a:solidFill>
                  <a:schemeClr val="bg1"/>
                </a:solidFill>
                <a:latin typeface="Ubuntu" panose="020B0504030602030204" pitchFamily="34" charset="0"/>
                <a:cs typeface="Arial"/>
              </a:rPr>
              <a:t>Title/Role</a:t>
            </a:r>
          </a:p>
          <a:p>
            <a:pPr>
              <a:lnSpc>
                <a:spcPts val="1200"/>
              </a:lnSpc>
            </a:pPr>
            <a:r>
              <a:rPr lang="en-US" sz="1000" dirty="0">
                <a:solidFill>
                  <a:schemeClr val="bg1"/>
                </a:solidFill>
                <a:latin typeface="Ubuntu" panose="020B0504030602030204" pitchFamily="34" charset="0"/>
                <a:cs typeface="Arial"/>
              </a:rPr>
              <a:t>Capgemini Office (Optional)</a:t>
            </a:r>
          </a:p>
          <a:p>
            <a:pPr>
              <a:lnSpc>
                <a:spcPts val="1200"/>
              </a:lnSpc>
            </a:pPr>
            <a:r>
              <a:rPr lang="en-US" sz="1000" dirty="0">
                <a:solidFill>
                  <a:schemeClr val="bg1"/>
                </a:solidFill>
                <a:latin typeface="Ubuntu" panose="020B0504030602030204" pitchFamily="34" charset="0"/>
                <a:cs typeface="Arial"/>
              </a:rPr>
              <a:t>Address Line 1</a:t>
            </a:r>
          </a:p>
          <a:p>
            <a:pPr>
              <a:lnSpc>
                <a:spcPts val="1200"/>
              </a:lnSpc>
            </a:pPr>
            <a:r>
              <a:rPr lang="en-US" sz="1000" dirty="0">
                <a:solidFill>
                  <a:schemeClr val="bg1"/>
                </a:solidFill>
                <a:latin typeface="Ubuntu" panose="020B0504030602030204" pitchFamily="34" charset="0"/>
                <a:cs typeface="Arial"/>
              </a:rPr>
              <a:t>Address Line 2 </a:t>
            </a:r>
          </a:p>
          <a:p>
            <a:pPr>
              <a:lnSpc>
                <a:spcPts val="1200"/>
              </a:lnSpc>
            </a:pPr>
            <a:r>
              <a:rPr lang="en-US" sz="1000" dirty="0">
                <a:solidFill>
                  <a:schemeClr val="bg1"/>
                </a:solidFill>
                <a:latin typeface="Ubuntu" panose="020B0504030602030204" pitchFamily="34" charset="0"/>
                <a:cs typeface="Arial"/>
              </a:rPr>
              <a:t>Address Line 3</a:t>
            </a:r>
          </a:p>
        </p:txBody>
      </p:sp>
      <p:cxnSp>
        <p:nvCxnSpPr>
          <p:cNvPr id="64" name="Straight Connector 63"/>
          <p:cNvCxnSpPr/>
          <p:nvPr/>
        </p:nvCxnSpPr>
        <p:spPr>
          <a:xfrm flipV="1">
            <a:off x="6096000" y="1113931"/>
            <a:ext cx="0" cy="2276757"/>
          </a:xfrm>
          <a:prstGeom prst="line">
            <a:avLst/>
          </a:prstGeom>
          <a:ln>
            <a:solidFill>
              <a:schemeClr val="bg2">
                <a:lumMod val="75000"/>
              </a:schemeClr>
            </a:solidFill>
          </a:ln>
        </p:spPr>
        <p:style>
          <a:lnRef idx="1">
            <a:schemeClr val="accent1"/>
          </a:lnRef>
          <a:fillRef idx="0">
            <a:schemeClr val="accent1"/>
          </a:fillRef>
          <a:effectRef idx="0">
            <a:schemeClr val="accent1"/>
          </a:effectRef>
          <a:fontRef idx="minor">
            <a:schemeClr val="tx1"/>
          </a:fontRef>
        </p:style>
      </p:cxnSp>
      <p:sp>
        <p:nvSpPr>
          <p:cNvPr id="18" name="Rectangle 17">
            <a:extLst>
              <a:ext uri="{FF2B5EF4-FFF2-40B4-BE49-F238E27FC236}">
                <a16:creationId xmlns:a16="http://schemas.microsoft.com/office/drawing/2014/main" id="{6E560A55-CF18-4C11-8B57-BBD5A6CD7E74}"/>
              </a:ext>
            </a:extLst>
          </p:cNvPr>
          <p:cNvSpPr/>
          <p:nvPr/>
        </p:nvSpPr>
        <p:spPr>
          <a:xfrm>
            <a:off x="426523" y="3669778"/>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lang="en-GB" sz="900" dirty="0">
                <a:solidFill>
                  <a:schemeClr val="bg1"/>
                </a:solidFill>
                <a:effectLst/>
                <a:latin typeface="Ubuntu" panose="020B0504030602030204" pitchFamily="34" charset="0"/>
              </a:rPr>
              <a:t>Get the Future You Want </a:t>
            </a:r>
            <a:r>
              <a:rPr lang="en-US" sz="900" dirty="0">
                <a:solidFill>
                  <a:schemeClr val="bg1"/>
                </a:solidFill>
                <a:effectLst/>
                <a:latin typeface="Ubuntu" panose="020B0504030602030204" pitchFamily="34" charset="0"/>
              </a:rPr>
              <a:t>|</a:t>
            </a:r>
            <a:r>
              <a:rPr lang="en-GB" sz="900" dirty="0">
                <a:solidFill>
                  <a:schemeClr val="bg1"/>
                </a:solidFill>
                <a:effectLst/>
                <a:latin typeface="Ubuntu" panose="020B0504030602030204" pitchFamily="34" charset="0"/>
              </a:rPr>
              <a:t> </a:t>
            </a:r>
            <a:r>
              <a:rPr lang="en-US" sz="1050" dirty="0">
                <a:solidFill>
                  <a:schemeClr val="accent2"/>
                </a:solidFill>
                <a:latin typeface="Ubuntu" panose="020B0504030602030204" pitchFamily="34" charset="0"/>
              </a:rPr>
              <a:t>www.capgemini.com</a:t>
            </a:r>
          </a:p>
        </p:txBody>
      </p:sp>
      <p:sp>
        <p:nvSpPr>
          <p:cNvPr id="24" name="Rectangle 23">
            <a:extLst>
              <a:ext uri="{FF2B5EF4-FFF2-40B4-BE49-F238E27FC236}">
                <a16:creationId xmlns:a16="http://schemas.microsoft.com/office/drawing/2014/main" id="{4A111039-914C-4DB4-9DF3-DF6AF113071A}"/>
              </a:ext>
            </a:extLst>
          </p:cNvPr>
          <p:cNvSpPr/>
          <p:nvPr userDrawn="1"/>
        </p:nvSpPr>
        <p:spPr>
          <a:xfrm>
            <a:off x="428633" y="1446176"/>
            <a:ext cx="4732250" cy="228799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algn="just"/>
            <a:r>
              <a:rPr lang="en-GB" sz="900" kern="1200" dirty="0">
                <a:solidFill>
                  <a:schemeClr val="lt1"/>
                </a:solidFill>
                <a:effectLst/>
                <a:latin typeface="+mn-lt"/>
                <a:ea typeface="+mn-ea"/>
                <a:cs typeface="+mn-cs"/>
              </a:rPr>
              <a:t>As the digital innovation, consulting and transformation brand of the Capgemini Group, Capgemini Invent helps </a:t>
            </a:r>
            <a:r>
              <a:rPr lang="en-GB" sz="900" kern="1200" dirty="0" err="1">
                <a:solidFill>
                  <a:schemeClr val="lt1"/>
                </a:solidFill>
                <a:effectLst/>
                <a:latin typeface="+mn-lt"/>
                <a:ea typeface="+mn-ea"/>
                <a:cs typeface="+mn-cs"/>
              </a:rPr>
              <a:t>CxOs</a:t>
            </a:r>
            <a:r>
              <a:rPr lang="en-GB" sz="900" kern="1200" dirty="0">
                <a:solidFill>
                  <a:schemeClr val="lt1"/>
                </a:solidFill>
                <a:effectLst/>
                <a:latin typeface="+mn-lt"/>
                <a:ea typeface="+mn-ea"/>
                <a:cs typeface="+mn-cs"/>
              </a:rPr>
              <a:t> envision and build what’s next for their organizations. Located in more than 30 offices and 25 creative studios around the </a:t>
            </a:r>
            <a:r>
              <a:rPr lang="en-GB" sz="900" kern="1200" dirty="0" err="1">
                <a:solidFill>
                  <a:schemeClr val="lt1"/>
                </a:solidFill>
                <a:effectLst/>
                <a:latin typeface="+mn-lt"/>
                <a:ea typeface="+mn-ea"/>
                <a:cs typeface="+mn-cs"/>
              </a:rPr>
              <a:t>world,its</a:t>
            </a:r>
            <a:r>
              <a:rPr lang="en-GB" sz="900" kern="1200" dirty="0">
                <a:solidFill>
                  <a:schemeClr val="lt1"/>
                </a:solidFill>
                <a:effectLst/>
                <a:latin typeface="+mn-lt"/>
                <a:ea typeface="+mn-ea"/>
                <a:cs typeface="+mn-cs"/>
              </a:rPr>
              <a:t> 7,000+ strong team combines strategy, technology, data science and creative design with deep industry expertise and insights, to develop new digital solutions and business models of the future.</a:t>
            </a:r>
            <a:endParaRPr lang="en-US" sz="900" kern="1200" dirty="0">
              <a:solidFill>
                <a:schemeClr val="lt1"/>
              </a:solidFill>
              <a:effectLst/>
              <a:latin typeface="+mn-lt"/>
              <a:ea typeface="+mn-ea"/>
              <a:cs typeface="+mn-cs"/>
            </a:endParaRPr>
          </a:p>
          <a:p>
            <a:pPr algn="just"/>
            <a:r>
              <a:rPr lang="en-GB" sz="900" b="1" i="1" kern="1200" dirty="0">
                <a:solidFill>
                  <a:schemeClr val="lt1"/>
                </a:solidFill>
                <a:effectLst/>
                <a:latin typeface="+mn-lt"/>
                <a:ea typeface="+mn-ea"/>
                <a:cs typeface="+mn-cs"/>
              </a:rPr>
              <a:t> </a:t>
            </a:r>
            <a:endParaRPr lang="en-US" sz="900" kern="1200" dirty="0">
              <a:solidFill>
                <a:schemeClr val="lt1"/>
              </a:solidFill>
              <a:effectLst/>
              <a:latin typeface="+mn-lt"/>
              <a:ea typeface="+mn-ea"/>
              <a:cs typeface="+mn-cs"/>
            </a:endParaRPr>
          </a:p>
          <a:p>
            <a:pPr algn="just"/>
            <a:r>
              <a:rPr lang="en-GB" sz="900" kern="1200" dirty="0">
                <a:solidFill>
                  <a:schemeClr val="lt1"/>
                </a:solidFill>
                <a:effectLst/>
                <a:latin typeface="+mn-lt"/>
                <a:ea typeface="+mn-ea"/>
                <a:cs typeface="+mn-cs"/>
              </a:rPr>
              <a:t>Capgemini Invent is an integral part of Capgemini,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270,000 team members in nearly 50 countries. With its strong 50 year heritage and deep industry expertise, Capgemini is trusted by its clients to address the entire breadth of their business needs, from strategy and design to operations, </a:t>
            </a:r>
            <a:r>
              <a:rPr lang="en-GB" sz="900" kern="1200" dirty="0" err="1">
                <a:solidFill>
                  <a:schemeClr val="lt1"/>
                </a:solidFill>
                <a:effectLst/>
                <a:latin typeface="+mn-lt"/>
                <a:ea typeface="+mn-ea"/>
                <a:cs typeface="+mn-cs"/>
              </a:rPr>
              <a:t>fueled</a:t>
            </a:r>
            <a:r>
              <a:rPr lang="en-GB" sz="900" kern="1200" dirty="0">
                <a:solidFill>
                  <a:schemeClr val="lt1"/>
                </a:solidFill>
                <a:effectLst/>
                <a:latin typeface="+mn-lt"/>
                <a:ea typeface="+mn-ea"/>
                <a:cs typeface="+mn-cs"/>
              </a:rPr>
              <a:t> by the fast evolving and innovative world of cloud, data, AI, connectivity, software, digital engineering and platforms. The Group reported in 2020 global revenues of €16 billion.</a:t>
            </a:r>
            <a:endParaRPr lang="en-US" sz="900" kern="1200" dirty="0">
              <a:solidFill>
                <a:schemeClr val="lt1"/>
              </a:solidFill>
              <a:effectLst/>
              <a:latin typeface="+mn-lt"/>
              <a:ea typeface="+mn-ea"/>
              <a:cs typeface="+mn-cs"/>
            </a:endParaRPr>
          </a:p>
        </p:txBody>
      </p:sp>
      <p:sp>
        <p:nvSpPr>
          <p:cNvPr id="25" name="Rectangle 24">
            <a:extLst>
              <a:ext uri="{FF2B5EF4-FFF2-40B4-BE49-F238E27FC236}">
                <a16:creationId xmlns:a16="http://schemas.microsoft.com/office/drawing/2014/main" id="{70346E06-447F-4987-8A70-EF682B77014F}"/>
              </a:ext>
            </a:extLst>
          </p:cNvPr>
          <p:cNvSpPr/>
          <p:nvPr userDrawn="1"/>
        </p:nvSpPr>
        <p:spPr>
          <a:xfrm>
            <a:off x="428632" y="1066912"/>
            <a:ext cx="2219960" cy="229615"/>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t">
            <a:spAutoFit/>
          </a:bodyPr>
          <a:lstStyle/>
          <a:p>
            <a:pPr>
              <a:lnSpc>
                <a:spcPts val="2000"/>
              </a:lnSpc>
            </a:pPr>
            <a:r>
              <a:rPr lang="en-US" sz="1400" dirty="0">
                <a:solidFill>
                  <a:schemeClr val="bg1"/>
                </a:solidFill>
                <a:latin typeface="Ubuntu" panose="020B0504030602030204" pitchFamily="34" charset="0"/>
              </a:rPr>
              <a:t>About Capgemini Invent</a:t>
            </a:r>
          </a:p>
        </p:txBody>
      </p:sp>
      <p:pic>
        <p:nvPicPr>
          <p:cNvPr id="26" name="Picture 7">
            <a:extLst>
              <a:ext uri="{FF2B5EF4-FFF2-40B4-BE49-F238E27FC236}">
                <a16:creationId xmlns:a16="http://schemas.microsoft.com/office/drawing/2014/main" id="{771E6B48-4DF0-43D5-A92F-C861B5F0CB21}"/>
              </a:ext>
            </a:extLst>
          </p:cNvPr>
          <p:cNvPicPr>
            <a:picLocks noChangeAspect="1"/>
          </p:cNvPicPr>
          <p:nvPr userDrawn="1"/>
        </p:nvPicPr>
        <p:blipFill>
          <a:blip r:embed="rId17" cstate="print">
            <a:extLst>
              <a:ext uri="{28A0092B-C50C-407E-A947-70E740481C1C}">
                <a14:useLocalDpi xmlns:a14="http://schemas.microsoft.com/office/drawing/2010/main" val="0"/>
              </a:ext>
            </a:extLst>
          </a:blip>
          <a:stretch>
            <a:fillRect/>
          </a:stretch>
        </p:blipFill>
        <p:spPr>
          <a:xfrm>
            <a:off x="7765515" y="5383762"/>
            <a:ext cx="4024242" cy="1212215"/>
          </a:xfrm>
          <a:prstGeom prst="rect">
            <a:avLst/>
          </a:prstGeom>
        </p:spPr>
      </p:pic>
    </p:spTree>
    <p:extLst>
      <p:ext uri="{BB962C8B-B14F-4D97-AF65-F5344CB8AC3E}">
        <p14:creationId xmlns:p14="http://schemas.microsoft.com/office/powerpoint/2010/main" val="2378246189"/>
      </p:ext>
    </p:extLst>
  </p:cSld>
  <p:clrMapOvr>
    <a:masterClrMapping/>
  </p:clrMapOvr>
</p:sldLayout>
</file>

<file path=ppt/slideLayouts/slideLayout254.xml><?xml version="1.0" encoding="utf-8"?>
<p:sldLayout xmlns:a="http://schemas.openxmlformats.org/drawingml/2006/main" xmlns:r="http://schemas.openxmlformats.org/officeDocument/2006/relationships" xmlns:p="http://schemas.openxmlformats.org/presentationml/2006/main" showMasterSp="0" preserve="1">
  <p:cSld name="1_Final Slide 1">
    <p:bg>
      <p:bgPr>
        <a:solidFill>
          <a:srgbClr val="272936"/>
        </a:solidFill>
        <a:effectLst/>
      </p:bgPr>
    </p:bg>
    <p:spTree>
      <p:nvGrpSpPr>
        <p:cNvPr id="1" name=""/>
        <p:cNvGrpSpPr/>
        <p:nvPr/>
      </p:nvGrpSpPr>
      <p:grpSpPr>
        <a:xfrm>
          <a:off x="0" y="0"/>
          <a:ext cx="0" cy="0"/>
          <a:chOff x="0" y="0"/>
          <a:chExt cx="0" cy="0"/>
        </a:xfrm>
      </p:grpSpPr>
      <p:pic>
        <p:nvPicPr>
          <p:cNvPr id="3" name="Picture 7">
            <a:extLst>
              <a:ext uri="{FF2B5EF4-FFF2-40B4-BE49-F238E27FC236}">
                <a16:creationId xmlns:a16="http://schemas.microsoft.com/office/drawing/2014/main" id="{F2A899A2-5662-40A6-B2F6-F6BFA41348B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61107" y="533779"/>
            <a:ext cx="4024242" cy="1212215"/>
          </a:xfrm>
          <a:prstGeom prst="rect">
            <a:avLst/>
          </a:prstGeom>
        </p:spPr>
      </p:pic>
    </p:spTree>
    <p:extLst>
      <p:ext uri="{BB962C8B-B14F-4D97-AF65-F5344CB8AC3E}">
        <p14:creationId xmlns:p14="http://schemas.microsoft.com/office/powerpoint/2010/main" val="3291484525"/>
      </p:ext>
    </p:extLst>
  </p:cSld>
  <p:clrMapOvr>
    <a:masterClrMapping/>
  </p:clrMapOvr>
  <p:extLst>
    <p:ext uri="{DCECCB84-F9BA-43D5-87BE-67443E8EF086}">
      <p15:sldGuideLst xmlns:p15="http://schemas.microsoft.com/office/powerpoint/2012/main"/>
    </p:ext>
  </p:extLst>
</p:sldLayout>
</file>

<file path=ppt/slideLayouts/slideLayout255.xml><?xml version="1.0" encoding="utf-8"?>
<p:sldLayout xmlns:a="http://schemas.openxmlformats.org/drawingml/2006/main" xmlns:r="http://schemas.openxmlformats.org/officeDocument/2006/relationships" xmlns:p="http://schemas.openxmlformats.org/presentationml/2006/main" userDrawn="1">
  <p:cSld name="1">
    <p:spTree>
      <p:nvGrpSpPr>
        <p:cNvPr id="1" name=""/>
        <p:cNvGrpSpPr/>
        <p:nvPr/>
      </p:nvGrpSpPr>
      <p:grpSpPr>
        <a:xfrm>
          <a:off x="0" y="0"/>
          <a:ext cx="0" cy="0"/>
          <a:chOff x="0" y="0"/>
          <a:chExt cx="0" cy="0"/>
        </a:xfrm>
      </p:grpSpPr>
      <p:sp>
        <p:nvSpPr>
          <p:cNvPr id="21" name="Title Placeholder 3"/>
          <p:cNvSpPr>
            <a:spLocks noGrp="1"/>
          </p:cNvSpPr>
          <p:nvPr>
            <p:ph type="title"/>
          </p:nvPr>
        </p:nvSpPr>
        <p:spPr>
          <a:xfrm>
            <a:off x="0" y="-2178"/>
            <a:ext cx="8551867" cy="864191"/>
          </a:xfrm>
          <a:prstGeom prst="rect">
            <a:avLst/>
          </a:prstGeom>
        </p:spPr>
        <p:txBody>
          <a:bodyPr vert="horz" lIns="182880" tIns="91440" rIns="91440" bIns="91440" rtlCol="0" anchor="ctr">
            <a:noAutofit/>
          </a:bodyPr>
          <a:lstStyle>
            <a:lvl1pPr>
              <a:lnSpc>
                <a:spcPct val="100000"/>
              </a:lnSpc>
              <a:defRPr sz="1800">
                <a:solidFill>
                  <a:schemeClr val="tx1"/>
                </a:solidFill>
              </a:defRPr>
            </a:lvl1pPr>
          </a:lstStyle>
          <a:p>
            <a:endParaRPr lang="en-GB" dirty="0"/>
          </a:p>
        </p:txBody>
      </p:sp>
    </p:spTree>
    <p:extLst>
      <p:ext uri="{BB962C8B-B14F-4D97-AF65-F5344CB8AC3E}">
        <p14:creationId xmlns:p14="http://schemas.microsoft.com/office/powerpoint/2010/main" val="490847894"/>
      </p:ext>
    </p:extLst>
  </p:cSld>
  <p:clrMapOvr>
    <a:masterClrMapping/>
  </p:clrMapOvr>
</p:sldLayout>
</file>

<file path=ppt/slideLayouts/slideLayout256.xml><?xml version="1.0" encoding="utf-8"?>
<p:sldLayout xmlns:a="http://schemas.openxmlformats.org/drawingml/2006/main" xmlns:r="http://schemas.openxmlformats.org/officeDocument/2006/relationships" xmlns:p="http://schemas.openxmlformats.org/presentationml/2006/main" userDrawn="1">
  <p:cSld name="Title Only ">
    <p:spTree>
      <p:nvGrpSpPr>
        <p:cNvPr id="1" name=""/>
        <p:cNvGrpSpPr/>
        <p:nvPr/>
      </p:nvGrpSpPr>
      <p:grpSpPr>
        <a:xfrm>
          <a:off x="0" y="0"/>
          <a:ext cx="0" cy="0"/>
          <a:chOff x="0" y="0"/>
          <a:chExt cx="0" cy="0"/>
        </a:xfrm>
      </p:grpSpPr>
      <p:graphicFrame>
        <p:nvGraphicFramePr>
          <p:cNvPr id="6" name="Object 5" hidden="1"/>
          <p:cNvGraphicFramePr>
            <a:graphicFrameLocks noChangeAspect="1"/>
          </p:cNvGraphicFramePr>
          <p:nvPr userDrawn="1">
            <p:custDataLst>
              <p:tags r:id="rId1"/>
            </p:custDataLst>
            <p:extLst>
              <p:ext uri="{D42A27DB-BD31-4B8C-83A1-F6EECF244321}">
                <p14:modId xmlns:p14="http://schemas.microsoft.com/office/powerpoint/2010/main" val="358419196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6" name="Object 5"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a:t>Click to edit Master title style</a:t>
            </a:r>
            <a:endParaRPr lang="de-DE"/>
          </a:p>
        </p:txBody>
      </p:sp>
    </p:spTree>
    <p:extLst>
      <p:ext uri="{BB962C8B-B14F-4D97-AF65-F5344CB8AC3E}">
        <p14:creationId xmlns:p14="http://schemas.microsoft.com/office/powerpoint/2010/main" val="1404966714"/>
      </p:ext>
    </p:extLst>
  </p:cSld>
  <p:clrMapOvr>
    <a:masterClrMapping/>
  </p:clrMapOvr>
</p:sldLayout>
</file>

<file path=ppt/slideLayouts/slideLayout257.xml><?xml version="1.0" encoding="utf-8"?>
<p:sldLayout xmlns:a="http://schemas.openxmlformats.org/drawingml/2006/main" xmlns:r="http://schemas.openxmlformats.org/officeDocument/2006/relationships" xmlns:p="http://schemas.openxmlformats.org/presentationml/2006/main" userDrawn="1">
  <p:cSld name="Empty grey">
    <p:spTree>
      <p:nvGrpSpPr>
        <p:cNvPr id="1" name=""/>
        <p:cNvGrpSpPr/>
        <p:nvPr/>
      </p:nvGrpSpPr>
      <p:grpSpPr>
        <a:xfrm>
          <a:off x="0" y="0"/>
          <a:ext cx="0" cy="0"/>
          <a:chOff x="0" y="0"/>
          <a:chExt cx="0" cy="0"/>
        </a:xfrm>
      </p:grpSpPr>
      <p:grpSp>
        <p:nvGrpSpPr>
          <p:cNvPr id="8" name="Group 37">
            <a:extLst>
              <a:ext uri="{FF2B5EF4-FFF2-40B4-BE49-F238E27FC236}">
                <a16:creationId xmlns:a16="http://schemas.microsoft.com/office/drawing/2014/main" id="{8045CCAE-BD2B-495D-9881-0F2682E7F5DC}"/>
              </a:ext>
            </a:extLst>
          </p:cNvPr>
          <p:cNvGrpSpPr/>
          <p:nvPr userDrawn="1"/>
        </p:nvGrpSpPr>
        <p:grpSpPr>
          <a:xfrm>
            <a:off x="11501102" y="171573"/>
            <a:ext cx="419436" cy="388087"/>
            <a:chOff x="5481638" y="2859088"/>
            <a:chExt cx="1231900" cy="1139825"/>
          </a:xfrm>
          <a:solidFill>
            <a:schemeClr val="bg1"/>
          </a:solidFill>
        </p:grpSpPr>
        <p:sp>
          <p:nvSpPr>
            <p:cNvPr id="9" name="Freeform 320">
              <a:extLst>
                <a:ext uri="{FF2B5EF4-FFF2-40B4-BE49-F238E27FC236}">
                  <a16:creationId xmlns:a16="http://schemas.microsoft.com/office/drawing/2014/main" id="{6A17AE04-922A-4540-99C5-F8D62C3B08E0}"/>
                </a:ext>
              </a:extLst>
            </p:cNvPr>
            <p:cNvSpPr>
              <a:spLocks/>
            </p:cNvSpPr>
            <p:nvPr userDrawn="1"/>
          </p:nvSpPr>
          <p:spPr bwMode="auto">
            <a:xfrm>
              <a:off x="5481638" y="2859088"/>
              <a:ext cx="1203325" cy="1041400"/>
            </a:xfrm>
            <a:custGeom>
              <a:avLst/>
              <a:gdLst>
                <a:gd name="T0" fmla="*/ 229 w 281"/>
                <a:gd name="T1" fmla="*/ 105 h 243"/>
                <a:gd name="T2" fmla="*/ 186 w 281"/>
                <a:gd name="T3" fmla="*/ 141 h 243"/>
                <a:gd name="T4" fmla="*/ 154 w 281"/>
                <a:gd name="T5" fmla="*/ 194 h 243"/>
                <a:gd name="T6" fmla="*/ 112 w 281"/>
                <a:gd name="T7" fmla="*/ 233 h 243"/>
                <a:gd name="T8" fmla="*/ 53 w 281"/>
                <a:gd name="T9" fmla="*/ 236 h 243"/>
                <a:gd name="T10" fmla="*/ 0 w 281"/>
                <a:gd name="T11" fmla="*/ 159 h 243"/>
                <a:gd name="T12" fmla="*/ 153 w 281"/>
                <a:gd name="T13" fmla="*/ 0 h 243"/>
                <a:gd name="T14" fmla="*/ 153 w 281"/>
                <a:gd name="T15" fmla="*/ 0 h 243"/>
                <a:gd name="T16" fmla="*/ 160 w 281"/>
                <a:gd name="T17" fmla="*/ 3 h 243"/>
                <a:gd name="T18" fmla="*/ 237 w 281"/>
                <a:gd name="T19" fmla="*/ 51 h 243"/>
                <a:gd name="T20" fmla="*/ 281 w 281"/>
                <a:gd name="T21" fmla="*/ 118 h 243"/>
                <a:gd name="T22" fmla="*/ 229 w 281"/>
                <a:gd name="T23" fmla="*/ 105 h 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281" h="243">
                  <a:moveTo>
                    <a:pt x="229" y="105"/>
                  </a:moveTo>
                  <a:cubicBezTo>
                    <a:pt x="210" y="109"/>
                    <a:pt x="196" y="125"/>
                    <a:pt x="186" y="141"/>
                  </a:cubicBezTo>
                  <a:cubicBezTo>
                    <a:pt x="175" y="159"/>
                    <a:pt x="166" y="177"/>
                    <a:pt x="154" y="194"/>
                  </a:cubicBezTo>
                  <a:cubicBezTo>
                    <a:pt x="143" y="211"/>
                    <a:pt x="130" y="225"/>
                    <a:pt x="112" y="233"/>
                  </a:cubicBezTo>
                  <a:cubicBezTo>
                    <a:pt x="93" y="242"/>
                    <a:pt x="72" y="243"/>
                    <a:pt x="53" y="236"/>
                  </a:cubicBezTo>
                  <a:cubicBezTo>
                    <a:pt x="21" y="224"/>
                    <a:pt x="0" y="192"/>
                    <a:pt x="0" y="159"/>
                  </a:cubicBezTo>
                  <a:cubicBezTo>
                    <a:pt x="0" y="72"/>
                    <a:pt x="119" y="42"/>
                    <a:pt x="153" y="0"/>
                  </a:cubicBezTo>
                  <a:cubicBezTo>
                    <a:pt x="153" y="0"/>
                    <a:pt x="153" y="0"/>
                    <a:pt x="153" y="0"/>
                  </a:cubicBezTo>
                  <a:cubicBezTo>
                    <a:pt x="155" y="1"/>
                    <a:pt x="158" y="2"/>
                    <a:pt x="160" y="3"/>
                  </a:cubicBezTo>
                  <a:cubicBezTo>
                    <a:pt x="188" y="15"/>
                    <a:pt x="214" y="30"/>
                    <a:pt x="237" y="51"/>
                  </a:cubicBezTo>
                  <a:cubicBezTo>
                    <a:pt x="258" y="70"/>
                    <a:pt x="273" y="92"/>
                    <a:pt x="281" y="118"/>
                  </a:cubicBezTo>
                  <a:cubicBezTo>
                    <a:pt x="268" y="105"/>
                    <a:pt x="247" y="100"/>
                    <a:pt x="229" y="105"/>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sp>
          <p:nvSpPr>
            <p:cNvPr id="10" name="Freeform 321">
              <a:extLst>
                <a:ext uri="{FF2B5EF4-FFF2-40B4-BE49-F238E27FC236}">
                  <a16:creationId xmlns:a16="http://schemas.microsoft.com/office/drawing/2014/main" id="{DF832F2C-D3A7-4DE5-96EA-08ADD488B23C}"/>
                </a:ext>
              </a:extLst>
            </p:cNvPr>
            <p:cNvSpPr>
              <a:spLocks/>
            </p:cNvSpPr>
            <p:nvPr userDrawn="1"/>
          </p:nvSpPr>
          <p:spPr bwMode="auto">
            <a:xfrm>
              <a:off x="5910263" y="3343275"/>
              <a:ext cx="803275" cy="655638"/>
            </a:xfrm>
            <a:custGeom>
              <a:avLst/>
              <a:gdLst>
                <a:gd name="T0" fmla="*/ 183 w 188"/>
                <a:gd name="T1" fmla="*/ 61 h 153"/>
                <a:gd name="T2" fmla="*/ 140 w 188"/>
                <a:gd name="T3" fmla="*/ 103 h 153"/>
                <a:gd name="T4" fmla="*/ 79 w 188"/>
                <a:gd name="T5" fmla="*/ 84 h 153"/>
                <a:gd name="T6" fmla="*/ 123 w 188"/>
                <a:gd name="T7" fmla="*/ 124 h 153"/>
                <a:gd name="T8" fmla="*/ 65 w 188"/>
                <a:gd name="T9" fmla="*/ 149 h 153"/>
                <a:gd name="T10" fmla="*/ 31 w 188"/>
                <a:gd name="T11" fmla="*/ 152 h 153"/>
                <a:gd name="T12" fmla="*/ 0 w 188"/>
                <a:gd name="T13" fmla="*/ 144 h 153"/>
                <a:gd name="T14" fmla="*/ 48 w 188"/>
                <a:gd name="T15" fmla="*/ 114 h 153"/>
                <a:gd name="T16" fmla="*/ 77 w 188"/>
                <a:gd name="T17" fmla="*/ 72 h 153"/>
                <a:gd name="T18" fmla="*/ 103 w 188"/>
                <a:gd name="T19" fmla="*/ 25 h 153"/>
                <a:gd name="T20" fmla="*/ 140 w 188"/>
                <a:gd name="T21" fmla="*/ 1 h 153"/>
                <a:gd name="T22" fmla="*/ 182 w 188"/>
                <a:gd name="T23" fmla="*/ 22 h 153"/>
                <a:gd name="T24" fmla="*/ 183 w 188"/>
                <a:gd name="T25" fmla="*/ 61 h 15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188" h="153">
                  <a:moveTo>
                    <a:pt x="183" y="61"/>
                  </a:moveTo>
                  <a:cubicBezTo>
                    <a:pt x="177" y="81"/>
                    <a:pt x="160" y="97"/>
                    <a:pt x="140" y="103"/>
                  </a:cubicBezTo>
                  <a:cubicBezTo>
                    <a:pt x="117" y="109"/>
                    <a:pt x="94" y="102"/>
                    <a:pt x="79" y="84"/>
                  </a:cubicBezTo>
                  <a:cubicBezTo>
                    <a:pt x="80" y="108"/>
                    <a:pt x="99" y="124"/>
                    <a:pt x="123" y="124"/>
                  </a:cubicBezTo>
                  <a:cubicBezTo>
                    <a:pt x="108" y="139"/>
                    <a:pt x="86" y="146"/>
                    <a:pt x="65" y="149"/>
                  </a:cubicBezTo>
                  <a:cubicBezTo>
                    <a:pt x="54" y="151"/>
                    <a:pt x="42" y="153"/>
                    <a:pt x="31" y="152"/>
                  </a:cubicBezTo>
                  <a:cubicBezTo>
                    <a:pt x="21" y="152"/>
                    <a:pt x="9" y="150"/>
                    <a:pt x="0" y="144"/>
                  </a:cubicBezTo>
                  <a:cubicBezTo>
                    <a:pt x="19" y="139"/>
                    <a:pt x="35" y="128"/>
                    <a:pt x="48" y="114"/>
                  </a:cubicBezTo>
                  <a:cubicBezTo>
                    <a:pt x="60" y="101"/>
                    <a:pt x="69" y="87"/>
                    <a:pt x="77" y="72"/>
                  </a:cubicBezTo>
                  <a:cubicBezTo>
                    <a:pt x="85" y="56"/>
                    <a:pt x="92" y="39"/>
                    <a:pt x="103" y="25"/>
                  </a:cubicBezTo>
                  <a:cubicBezTo>
                    <a:pt x="112" y="12"/>
                    <a:pt x="124" y="2"/>
                    <a:pt x="140" y="1"/>
                  </a:cubicBezTo>
                  <a:cubicBezTo>
                    <a:pt x="157" y="0"/>
                    <a:pt x="174" y="7"/>
                    <a:pt x="182" y="22"/>
                  </a:cubicBezTo>
                  <a:cubicBezTo>
                    <a:pt x="188" y="35"/>
                    <a:pt x="187" y="48"/>
                    <a:pt x="183" y="61"/>
                  </a:cubicBezTo>
                </a:path>
              </a:pathLst>
            </a:custGeom>
            <a:grpFill/>
            <a:ln>
              <a:noFill/>
            </a:ln>
          </p:spPr>
          <p:txBody>
            <a:bodyPr vert="horz" wrap="square" lIns="91440" tIns="45720" rIns="91440" bIns="45720" numCol="1" anchor="t" anchorCtr="0" compatLnSpc="1">
              <a:prstTxWarp prst="textNoShape">
                <a:avLst/>
              </a:prstTxWarp>
            </a:bodyPr>
            <a:lstStyle/>
            <a:p>
              <a:endParaRPr lang="en-US" dirty="0"/>
            </a:p>
          </p:txBody>
        </p:sp>
      </p:grpSp>
      <p:sp>
        <p:nvSpPr>
          <p:cNvPr id="3" name="Date Placeholder 2">
            <a:extLst>
              <a:ext uri="{FF2B5EF4-FFF2-40B4-BE49-F238E27FC236}">
                <a16:creationId xmlns:a16="http://schemas.microsoft.com/office/drawing/2014/main" id="{793789B1-45FE-41D7-AB00-BF9FA7CBE232}"/>
              </a:ext>
            </a:extLst>
          </p:cNvPr>
          <p:cNvSpPr>
            <a:spLocks noGrp="1"/>
          </p:cNvSpPr>
          <p:nvPr>
            <p:ph type="dt" sz="half" idx="10"/>
          </p:nvPr>
        </p:nvSpPr>
        <p:spPr>
          <a:xfrm>
            <a:off x="9192344" y="6650661"/>
            <a:ext cx="2119242" cy="123111"/>
          </a:xfrm>
          <a:prstGeom prst="rect">
            <a:avLst/>
          </a:prstGeom>
        </p:spPr>
        <p:txBody>
          <a:bodyPr/>
          <a:lstStyle/>
          <a:p>
            <a:pPr algn="r">
              <a:spcBef>
                <a:spcPts val="1000"/>
              </a:spcBef>
              <a:buFont typeface="Arial" panose="020B0604020202020204" pitchFamily="34" charset="0"/>
              <a:buNone/>
            </a:pPr>
            <a:endParaRPr lang="en-US" dirty="0"/>
          </a:p>
        </p:txBody>
      </p:sp>
      <p:sp>
        <p:nvSpPr>
          <p:cNvPr id="6" name="Slide Number Placeholder 5">
            <a:extLst>
              <a:ext uri="{FF2B5EF4-FFF2-40B4-BE49-F238E27FC236}">
                <a16:creationId xmlns:a16="http://schemas.microsoft.com/office/drawing/2014/main" id="{A01F3CCC-A7A2-43F4-B41C-6E884F53F29B}"/>
              </a:ext>
            </a:extLst>
          </p:cNvPr>
          <p:cNvSpPr>
            <a:spLocks noGrp="1"/>
          </p:cNvSpPr>
          <p:nvPr>
            <p:ph type="sldNum" sz="quarter" idx="12"/>
          </p:nvPr>
        </p:nvSpPr>
        <p:spPr>
          <a:xfrm>
            <a:off x="11407951" y="6650661"/>
            <a:ext cx="232665" cy="123111"/>
          </a:xfrm>
          <a:prstGeom prst="rect">
            <a:avLst/>
          </a:prstGeom>
        </p:spPr>
        <p:txBody>
          <a:bodyPr/>
          <a:lstStyle/>
          <a:p>
            <a:pPr algn="r"/>
            <a:fld id="{5D9A5160-6218-4E5A-B9E6-B93E3DAE377C}" type="slidenum">
              <a:rPr lang="en-US" smtClean="0"/>
              <a:pPr algn="r"/>
              <a:t>‹#›</a:t>
            </a:fld>
            <a:endParaRPr lang="en-US" dirty="0"/>
          </a:p>
        </p:txBody>
      </p:sp>
      <p:grpSp>
        <p:nvGrpSpPr>
          <p:cNvPr id="11" name="Groupe 1">
            <a:extLst>
              <a:ext uri="{FF2B5EF4-FFF2-40B4-BE49-F238E27FC236}">
                <a16:creationId xmlns:a16="http://schemas.microsoft.com/office/drawing/2014/main" id="{7F4F92E5-7A6A-48E3-8B3E-B2136A583F4E}"/>
              </a:ext>
            </a:extLst>
          </p:cNvPr>
          <p:cNvGrpSpPr/>
          <p:nvPr userDrawn="1"/>
        </p:nvGrpSpPr>
        <p:grpSpPr>
          <a:xfrm>
            <a:off x="11501102" y="171573"/>
            <a:ext cx="419436" cy="388988"/>
            <a:chOff x="11501102" y="171573"/>
            <a:chExt cx="419436" cy="388988"/>
          </a:xfrm>
        </p:grpSpPr>
        <p:sp>
          <p:nvSpPr>
            <p:cNvPr id="12" name="Freeform 13">
              <a:extLst>
                <a:ext uri="{FF2B5EF4-FFF2-40B4-BE49-F238E27FC236}">
                  <a16:creationId xmlns:a16="http://schemas.microsoft.com/office/drawing/2014/main" id="{6D5BF8DF-8C5C-49AB-A424-4ADD6C20FDB6}"/>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13" name="Freeform 14">
              <a:extLst>
                <a:ext uri="{FF2B5EF4-FFF2-40B4-BE49-F238E27FC236}">
                  <a16:creationId xmlns:a16="http://schemas.microsoft.com/office/drawing/2014/main" id="{7324754F-804C-49FE-9E5D-89870A54E063}"/>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4" name="Footer Placeholder 3">
            <a:extLst>
              <a:ext uri="{FF2B5EF4-FFF2-40B4-BE49-F238E27FC236}">
                <a16:creationId xmlns:a16="http://schemas.microsoft.com/office/drawing/2014/main" id="{E2C3B471-E4AD-4C4F-9E65-D3218FBC84DD}"/>
              </a:ext>
            </a:extLst>
          </p:cNvPr>
          <p:cNvSpPr>
            <a:spLocks noGrp="1"/>
          </p:cNvSpPr>
          <p:nvPr>
            <p:ph type="ftr" sz="quarter" idx="13"/>
          </p:nvPr>
        </p:nvSpPr>
        <p:spPr>
          <a:xfrm>
            <a:off x="550863" y="6650661"/>
            <a:ext cx="4716524" cy="123111"/>
          </a:xfrm>
          <a:prstGeom prst="rect">
            <a:avLst/>
          </a:prstGeom>
        </p:spPr>
        <p:txBody>
          <a:bodyPr/>
          <a:lstStyle/>
          <a:p>
            <a:pPr>
              <a:spcBef>
                <a:spcPts val="1000"/>
              </a:spcBef>
              <a:buFont typeface="Arial" panose="020B0604020202020204" pitchFamily="34" charset="0"/>
              <a:buNone/>
            </a:pPr>
            <a:endParaRPr lang="en-US" dirty="0"/>
          </a:p>
        </p:txBody>
      </p:sp>
    </p:spTree>
    <p:extLst>
      <p:ext uri="{BB962C8B-B14F-4D97-AF65-F5344CB8AC3E}">
        <p14:creationId xmlns:p14="http://schemas.microsoft.com/office/powerpoint/2010/main" val="421444840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24.xml"/><Relationship Id="rId18" Type="http://schemas.openxmlformats.org/officeDocument/2006/relationships/slideLayout" Target="../slideLayouts/slideLayout29.xml"/><Relationship Id="rId26" Type="http://schemas.openxmlformats.org/officeDocument/2006/relationships/slideLayout" Target="../slideLayouts/slideLayout37.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34" Type="http://schemas.openxmlformats.org/officeDocument/2006/relationships/slideLayout" Target="../slideLayouts/slideLayout45.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slideLayout" Target="../slideLayouts/slideLayout36.xml"/><Relationship Id="rId33" Type="http://schemas.openxmlformats.org/officeDocument/2006/relationships/slideLayout" Target="../slideLayouts/slideLayout44.xml"/><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29" Type="http://schemas.openxmlformats.org/officeDocument/2006/relationships/slideLayout" Target="../slideLayouts/slideLayout40.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slideLayout" Target="../slideLayouts/slideLayout35.xml"/><Relationship Id="rId32" Type="http://schemas.openxmlformats.org/officeDocument/2006/relationships/slideLayout" Target="../slideLayouts/slideLayout43.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28" Type="http://schemas.openxmlformats.org/officeDocument/2006/relationships/slideLayout" Target="../slideLayouts/slideLayout39.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31" Type="http://schemas.openxmlformats.org/officeDocument/2006/relationships/slideLayout" Target="../slideLayouts/slideLayout42.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 Id="rId27" Type="http://schemas.openxmlformats.org/officeDocument/2006/relationships/slideLayout" Target="../slideLayouts/slideLayout38.xml"/><Relationship Id="rId30" Type="http://schemas.openxmlformats.org/officeDocument/2006/relationships/slideLayout" Target="../slideLayouts/slideLayout41.xml"/><Relationship Id="rId35" Type="http://schemas.openxmlformats.org/officeDocument/2006/relationships/theme" Target="../theme/theme2.xml"/><Relationship Id="rId8" Type="http://schemas.openxmlformats.org/officeDocument/2006/relationships/slideLayout" Target="../slideLayouts/slideLayout1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18" Type="http://schemas.openxmlformats.org/officeDocument/2006/relationships/theme" Target="../theme/theme3.xml"/><Relationship Id="rId3" Type="http://schemas.openxmlformats.org/officeDocument/2006/relationships/slideLayout" Target="../slideLayouts/slideLayout48.xml"/><Relationship Id="rId21" Type="http://schemas.openxmlformats.org/officeDocument/2006/relationships/image" Target="../media/image20.emf"/><Relationship Id="rId7" Type="http://schemas.openxmlformats.org/officeDocument/2006/relationships/slideLayout" Target="../slideLayouts/slideLayout52.xml"/><Relationship Id="rId12" Type="http://schemas.openxmlformats.org/officeDocument/2006/relationships/slideLayout" Target="../slideLayouts/slideLayout57.xml"/><Relationship Id="rId17" Type="http://schemas.openxmlformats.org/officeDocument/2006/relationships/slideLayout" Target="../slideLayouts/slideLayout62.xml"/><Relationship Id="rId2" Type="http://schemas.openxmlformats.org/officeDocument/2006/relationships/slideLayout" Target="../slideLayouts/slideLayout47.xml"/><Relationship Id="rId16" Type="http://schemas.openxmlformats.org/officeDocument/2006/relationships/slideLayout" Target="../slideLayouts/slideLayout61.xml"/><Relationship Id="rId20" Type="http://schemas.openxmlformats.org/officeDocument/2006/relationships/oleObject" Target="../embeddings/oleObject1.bin"/><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slideLayout" Target="../slideLayouts/slideLayout60.xml"/><Relationship Id="rId10" Type="http://schemas.openxmlformats.org/officeDocument/2006/relationships/slideLayout" Target="../slideLayouts/slideLayout55.xml"/><Relationship Id="rId19" Type="http://schemas.openxmlformats.org/officeDocument/2006/relationships/tags" Target="../tags/tag1.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_rels/slideMaster4.xml.rels><?xml version="1.0" encoding="UTF-8" standalone="yes"?>
<Relationships xmlns="http://schemas.openxmlformats.org/package/2006/relationships"><Relationship Id="rId8" Type="http://schemas.openxmlformats.org/officeDocument/2006/relationships/theme" Target="../theme/theme4.xml"/><Relationship Id="rId3" Type="http://schemas.openxmlformats.org/officeDocument/2006/relationships/slideLayout" Target="../slideLayouts/slideLayout65.xml"/><Relationship Id="rId7" Type="http://schemas.openxmlformats.org/officeDocument/2006/relationships/slideLayout" Target="../slideLayouts/slideLayout69.xml"/><Relationship Id="rId2" Type="http://schemas.openxmlformats.org/officeDocument/2006/relationships/slideLayout" Target="../slideLayouts/slideLayout64.xml"/><Relationship Id="rId1" Type="http://schemas.openxmlformats.org/officeDocument/2006/relationships/slideLayout" Target="../slideLayouts/slideLayout63.xml"/><Relationship Id="rId6" Type="http://schemas.openxmlformats.org/officeDocument/2006/relationships/slideLayout" Target="../slideLayouts/slideLayout68.xml"/><Relationship Id="rId11" Type="http://schemas.openxmlformats.org/officeDocument/2006/relationships/image" Target="../media/image20.emf"/><Relationship Id="rId5" Type="http://schemas.openxmlformats.org/officeDocument/2006/relationships/slideLayout" Target="../slideLayouts/slideLayout67.xml"/><Relationship Id="rId10" Type="http://schemas.openxmlformats.org/officeDocument/2006/relationships/oleObject" Target="../embeddings/oleObject6.bin"/><Relationship Id="rId4" Type="http://schemas.openxmlformats.org/officeDocument/2006/relationships/slideLayout" Target="../slideLayouts/slideLayout66.xml"/><Relationship Id="rId9" Type="http://schemas.openxmlformats.org/officeDocument/2006/relationships/tags" Target="../tags/tag9.xml"/></Relationships>
</file>

<file path=ppt/slideMasters/_rels/slideMaster5.xml.rels><?xml version="1.0" encoding="UTF-8" standalone="yes"?>
<Relationships xmlns="http://schemas.openxmlformats.org/package/2006/relationships"><Relationship Id="rId8" Type="http://schemas.openxmlformats.org/officeDocument/2006/relationships/slideLayout" Target="../slideLayouts/slideLayout77.xml"/><Relationship Id="rId13" Type="http://schemas.openxmlformats.org/officeDocument/2006/relationships/slideLayout" Target="../slideLayouts/slideLayout82.xml"/><Relationship Id="rId18" Type="http://schemas.openxmlformats.org/officeDocument/2006/relationships/slideLayout" Target="../slideLayouts/slideLayout87.xml"/><Relationship Id="rId26" Type="http://schemas.openxmlformats.org/officeDocument/2006/relationships/theme" Target="../theme/theme5.xml"/><Relationship Id="rId3" Type="http://schemas.openxmlformats.org/officeDocument/2006/relationships/slideLayout" Target="../slideLayouts/slideLayout72.xml"/><Relationship Id="rId21" Type="http://schemas.openxmlformats.org/officeDocument/2006/relationships/slideLayout" Target="../slideLayouts/slideLayout90.xml"/><Relationship Id="rId7" Type="http://schemas.openxmlformats.org/officeDocument/2006/relationships/slideLayout" Target="../slideLayouts/slideLayout76.xml"/><Relationship Id="rId12" Type="http://schemas.openxmlformats.org/officeDocument/2006/relationships/slideLayout" Target="../slideLayouts/slideLayout81.xml"/><Relationship Id="rId17" Type="http://schemas.openxmlformats.org/officeDocument/2006/relationships/slideLayout" Target="../slideLayouts/slideLayout86.xml"/><Relationship Id="rId25" Type="http://schemas.openxmlformats.org/officeDocument/2006/relationships/slideLayout" Target="../slideLayouts/slideLayout94.xml"/><Relationship Id="rId2" Type="http://schemas.openxmlformats.org/officeDocument/2006/relationships/slideLayout" Target="../slideLayouts/slideLayout71.xml"/><Relationship Id="rId16" Type="http://schemas.openxmlformats.org/officeDocument/2006/relationships/slideLayout" Target="../slideLayouts/slideLayout85.xml"/><Relationship Id="rId20" Type="http://schemas.openxmlformats.org/officeDocument/2006/relationships/slideLayout" Target="../slideLayouts/slideLayout89.xml"/><Relationship Id="rId29" Type="http://schemas.openxmlformats.org/officeDocument/2006/relationships/image" Target="../media/image20.emf"/><Relationship Id="rId1" Type="http://schemas.openxmlformats.org/officeDocument/2006/relationships/slideLayout" Target="../slideLayouts/slideLayout70.xml"/><Relationship Id="rId6" Type="http://schemas.openxmlformats.org/officeDocument/2006/relationships/slideLayout" Target="../slideLayouts/slideLayout75.xml"/><Relationship Id="rId11" Type="http://schemas.openxmlformats.org/officeDocument/2006/relationships/slideLayout" Target="../slideLayouts/slideLayout80.xml"/><Relationship Id="rId24" Type="http://schemas.openxmlformats.org/officeDocument/2006/relationships/slideLayout" Target="../slideLayouts/slideLayout93.xml"/><Relationship Id="rId5" Type="http://schemas.openxmlformats.org/officeDocument/2006/relationships/slideLayout" Target="../slideLayouts/slideLayout74.xml"/><Relationship Id="rId15" Type="http://schemas.openxmlformats.org/officeDocument/2006/relationships/slideLayout" Target="../slideLayouts/slideLayout84.xml"/><Relationship Id="rId23" Type="http://schemas.openxmlformats.org/officeDocument/2006/relationships/slideLayout" Target="../slideLayouts/slideLayout92.xml"/><Relationship Id="rId28" Type="http://schemas.openxmlformats.org/officeDocument/2006/relationships/oleObject" Target="../embeddings/oleObject6.bin"/><Relationship Id="rId10" Type="http://schemas.openxmlformats.org/officeDocument/2006/relationships/slideLayout" Target="../slideLayouts/slideLayout79.xml"/><Relationship Id="rId19" Type="http://schemas.openxmlformats.org/officeDocument/2006/relationships/slideLayout" Target="../slideLayouts/slideLayout88.xml"/><Relationship Id="rId4" Type="http://schemas.openxmlformats.org/officeDocument/2006/relationships/slideLayout" Target="../slideLayouts/slideLayout73.xml"/><Relationship Id="rId9" Type="http://schemas.openxmlformats.org/officeDocument/2006/relationships/slideLayout" Target="../slideLayouts/slideLayout78.xml"/><Relationship Id="rId14" Type="http://schemas.openxmlformats.org/officeDocument/2006/relationships/slideLayout" Target="../slideLayouts/slideLayout83.xml"/><Relationship Id="rId22" Type="http://schemas.openxmlformats.org/officeDocument/2006/relationships/slideLayout" Target="../slideLayouts/slideLayout91.xml"/><Relationship Id="rId27" Type="http://schemas.openxmlformats.org/officeDocument/2006/relationships/tags" Target="../tags/tag11.xml"/></Relationships>
</file>

<file path=ppt/slideMasters/_rels/slideMaster6.xml.rels><?xml version="1.0" encoding="UTF-8" standalone="yes"?>
<Relationships xmlns="http://schemas.openxmlformats.org/package/2006/relationships"><Relationship Id="rId8" Type="http://schemas.openxmlformats.org/officeDocument/2006/relationships/slideLayout" Target="../slideLayouts/slideLayout102.xml"/><Relationship Id="rId13" Type="http://schemas.openxmlformats.org/officeDocument/2006/relationships/slideLayout" Target="../slideLayouts/slideLayout107.xml"/><Relationship Id="rId18" Type="http://schemas.openxmlformats.org/officeDocument/2006/relationships/slideLayout" Target="../slideLayouts/slideLayout112.xml"/><Relationship Id="rId3" Type="http://schemas.openxmlformats.org/officeDocument/2006/relationships/slideLayout" Target="../slideLayouts/slideLayout97.xml"/><Relationship Id="rId21" Type="http://schemas.openxmlformats.org/officeDocument/2006/relationships/theme" Target="../theme/theme6.xml"/><Relationship Id="rId7" Type="http://schemas.openxmlformats.org/officeDocument/2006/relationships/slideLayout" Target="../slideLayouts/slideLayout101.xml"/><Relationship Id="rId12" Type="http://schemas.openxmlformats.org/officeDocument/2006/relationships/slideLayout" Target="../slideLayouts/slideLayout106.xml"/><Relationship Id="rId17" Type="http://schemas.openxmlformats.org/officeDocument/2006/relationships/slideLayout" Target="../slideLayouts/slideLayout111.xml"/><Relationship Id="rId2" Type="http://schemas.openxmlformats.org/officeDocument/2006/relationships/slideLayout" Target="../slideLayouts/slideLayout96.xml"/><Relationship Id="rId16" Type="http://schemas.openxmlformats.org/officeDocument/2006/relationships/slideLayout" Target="../slideLayouts/slideLayout110.xml"/><Relationship Id="rId20" Type="http://schemas.openxmlformats.org/officeDocument/2006/relationships/slideLayout" Target="../slideLayouts/slideLayout114.xml"/><Relationship Id="rId1" Type="http://schemas.openxmlformats.org/officeDocument/2006/relationships/slideLayout" Target="../slideLayouts/slideLayout95.xml"/><Relationship Id="rId6" Type="http://schemas.openxmlformats.org/officeDocument/2006/relationships/slideLayout" Target="../slideLayouts/slideLayout100.xml"/><Relationship Id="rId11" Type="http://schemas.openxmlformats.org/officeDocument/2006/relationships/slideLayout" Target="../slideLayouts/slideLayout105.xml"/><Relationship Id="rId24" Type="http://schemas.openxmlformats.org/officeDocument/2006/relationships/image" Target="../media/image20.emf"/><Relationship Id="rId5" Type="http://schemas.openxmlformats.org/officeDocument/2006/relationships/slideLayout" Target="../slideLayouts/slideLayout99.xml"/><Relationship Id="rId15" Type="http://schemas.openxmlformats.org/officeDocument/2006/relationships/slideLayout" Target="../slideLayouts/slideLayout109.xml"/><Relationship Id="rId23" Type="http://schemas.openxmlformats.org/officeDocument/2006/relationships/oleObject" Target="../embeddings/oleObject6.bin"/><Relationship Id="rId10" Type="http://schemas.openxmlformats.org/officeDocument/2006/relationships/slideLayout" Target="../slideLayouts/slideLayout104.xml"/><Relationship Id="rId19" Type="http://schemas.openxmlformats.org/officeDocument/2006/relationships/slideLayout" Target="../slideLayouts/slideLayout113.xml"/><Relationship Id="rId4" Type="http://schemas.openxmlformats.org/officeDocument/2006/relationships/slideLayout" Target="../slideLayouts/slideLayout98.xml"/><Relationship Id="rId9" Type="http://schemas.openxmlformats.org/officeDocument/2006/relationships/slideLayout" Target="../slideLayouts/slideLayout103.xml"/><Relationship Id="rId14" Type="http://schemas.openxmlformats.org/officeDocument/2006/relationships/slideLayout" Target="../slideLayouts/slideLayout108.xml"/><Relationship Id="rId22" Type="http://schemas.openxmlformats.org/officeDocument/2006/relationships/tags" Target="../tags/tag26.xml"/></Relationships>
</file>

<file path=ppt/slideMasters/_rels/slideMaster7.xml.rels><?xml version="1.0" encoding="UTF-8" standalone="yes"?>
<Relationships xmlns="http://schemas.openxmlformats.org/package/2006/relationships"><Relationship Id="rId8" Type="http://schemas.openxmlformats.org/officeDocument/2006/relationships/slideLayout" Target="../slideLayouts/slideLayout122.xml"/><Relationship Id="rId13" Type="http://schemas.openxmlformats.org/officeDocument/2006/relationships/image" Target="../media/image20.emf"/><Relationship Id="rId3" Type="http://schemas.openxmlformats.org/officeDocument/2006/relationships/slideLayout" Target="../slideLayouts/slideLayout117.xml"/><Relationship Id="rId7" Type="http://schemas.openxmlformats.org/officeDocument/2006/relationships/slideLayout" Target="../slideLayouts/slideLayout121.xml"/><Relationship Id="rId12" Type="http://schemas.openxmlformats.org/officeDocument/2006/relationships/oleObject" Target="../embeddings/oleObject6.bin"/><Relationship Id="rId2" Type="http://schemas.openxmlformats.org/officeDocument/2006/relationships/slideLayout" Target="../slideLayouts/slideLayout116.xml"/><Relationship Id="rId1" Type="http://schemas.openxmlformats.org/officeDocument/2006/relationships/slideLayout" Target="../slideLayouts/slideLayout115.xml"/><Relationship Id="rId6" Type="http://schemas.openxmlformats.org/officeDocument/2006/relationships/slideLayout" Target="../slideLayouts/slideLayout120.xml"/><Relationship Id="rId11" Type="http://schemas.openxmlformats.org/officeDocument/2006/relationships/tags" Target="../tags/tag34.xml"/><Relationship Id="rId5" Type="http://schemas.openxmlformats.org/officeDocument/2006/relationships/slideLayout" Target="../slideLayouts/slideLayout119.xml"/><Relationship Id="rId10" Type="http://schemas.openxmlformats.org/officeDocument/2006/relationships/theme" Target="../theme/theme7.xml"/><Relationship Id="rId4" Type="http://schemas.openxmlformats.org/officeDocument/2006/relationships/slideLayout" Target="../slideLayouts/slideLayout118.xml"/><Relationship Id="rId9" Type="http://schemas.openxmlformats.org/officeDocument/2006/relationships/slideLayout" Target="../slideLayouts/slideLayout123.xml"/></Relationships>
</file>

<file path=ppt/slideMasters/_rels/slideMaster8.xml.rels><?xml version="1.0" encoding="UTF-8" standalone="yes"?>
<Relationships xmlns="http://schemas.openxmlformats.org/package/2006/relationships"><Relationship Id="rId8" Type="http://schemas.openxmlformats.org/officeDocument/2006/relationships/slideLayout" Target="../slideLayouts/slideLayout131.xml"/><Relationship Id="rId3" Type="http://schemas.openxmlformats.org/officeDocument/2006/relationships/slideLayout" Target="../slideLayouts/slideLayout126.xml"/><Relationship Id="rId7" Type="http://schemas.openxmlformats.org/officeDocument/2006/relationships/slideLayout" Target="../slideLayouts/slideLayout130.xml"/><Relationship Id="rId12" Type="http://schemas.openxmlformats.org/officeDocument/2006/relationships/image" Target="../media/image25.svg"/><Relationship Id="rId2" Type="http://schemas.openxmlformats.org/officeDocument/2006/relationships/slideLayout" Target="../slideLayouts/slideLayout125.xml"/><Relationship Id="rId1" Type="http://schemas.openxmlformats.org/officeDocument/2006/relationships/slideLayout" Target="../slideLayouts/slideLayout124.xml"/><Relationship Id="rId6" Type="http://schemas.openxmlformats.org/officeDocument/2006/relationships/slideLayout" Target="../slideLayouts/slideLayout129.xml"/><Relationship Id="rId11" Type="http://schemas.openxmlformats.org/officeDocument/2006/relationships/image" Target="../media/image24.png"/><Relationship Id="rId5" Type="http://schemas.openxmlformats.org/officeDocument/2006/relationships/slideLayout" Target="../slideLayouts/slideLayout128.xml"/><Relationship Id="rId10" Type="http://schemas.openxmlformats.org/officeDocument/2006/relationships/theme" Target="../theme/theme8.xml"/><Relationship Id="rId4" Type="http://schemas.openxmlformats.org/officeDocument/2006/relationships/slideLayout" Target="../slideLayouts/slideLayout127.xml"/><Relationship Id="rId9" Type="http://schemas.openxmlformats.org/officeDocument/2006/relationships/slideLayout" Target="../slideLayouts/slideLayout132.xml"/></Relationships>
</file>

<file path=ppt/slideMasters/_rels/slideMaster9.xml.rels><?xml version="1.0" encoding="UTF-8" standalone="yes"?>
<Relationships xmlns="http://schemas.openxmlformats.org/package/2006/relationships"><Relationship Id="rId8" Type="http://schemas.openxmlformats.org/officeDocument/2006/relationships/slideLayout" Target="../slideLayouts/slideLayout140.xml"/><Relationship Id="rId13" Type="http://schemas.openxmlformats.org/officeDocument/2006/relationships/oleObject" Target="../embeddings/oleObject6.bin"/><Relationship Id="rId3" Type="http://schemas.openxmlformats.org/officeDocument/2006/relationships/slideLayout" Target="../slideLayouts/slideLayout135.xml"/><Relationship Id="rId7" Type="http://schemas.openxmlformats.org/officeDocument/2006/relationships/slideLayout" Target="../slideLayouts/slideLayout139.xml"/><Relationship Id="rId12" Type="http://schemas.openxmlformats.org/officeDocument/2006/relationships/tags" Target="../tags/tag39.xml"/><Relationship Id="rId2" Type="http://schemas.openxmlformats.org/officeDocument/2006/relationships/slideLayout" Target="../slideLayouts/slideLayout134.xml"/><Relationship Id="rId1" Type="http://schemas.openxmlformats.org/officeDocument/2006/relationships/slideLayout" Target="../slideLayouts/slideLayout133.xml"/><Relationship Id="rId6" Type="http://schemas.openxmlformats.org/officeDocument/2006/relationships/slideLayout" Target="../slideLayouts/slideLayout138.xml"/><Relationship Id="rId11" Type="http://schemas.openxmlformats.org/officeDocument/2006/relationships/theme" Target="../theme/theme9.xml"/><Relationship Id="rId5" Type="http://schemas.openxmlformats.org/officeDocument/2006/relationships/slideLayout" Target="../slideLayouts/slideLayout137.xml"/><Relationship Id="rId10" Type="http://schemas.openxmlformats.org/officeDocument/2006/relationships/slideLayout" Target="../slideLayouts/slideLayout142.xml"/><Relationship Id="rId4" Type="http://schemas.openxmlformats.org/officeDocument/2006/relationships/slideLayout" Target="../slideLayouts/slideLayout136.xml"/><Relationship Id="rId9" Type="http://schemas.openxmlformats.org/officeDocument/2006/relationships/slideLayout" Target="../slideLayouts/slideLayout141.xml"/><Relationship Id="rId14" Type="http://schemas.openxmlformats.org/officeDocument/2006/relationships/image" Target="../media/image20.emf"/></Relationships>
</file>

<file path=ppt/slideMasters/_rels/slideMaster10.xml.rels><?xml version="1.0" encoding="UTF-8" standalone="yes"?>
<Relationships xmlns="http://schemas.openxmlformats.org/package/2006/relationships"><Relationship Id="rId8" Type="http://schemas.openxmlformats.org/officeDocument/2006/relationships/slideLayout" Target="../slideLayouts/slideLayout150.xml"/><Relationship Id="rId13" Type="http://schemas.openxmlformats.org/officeDocument/2006/relationships/slideLayout" Target="../slideLayouts/slideLayout155.xml"/><Relationship Id="rId18" Type="http://schemas.openxmlformats.org/officeDocument/2006/relationships/slideLayout" Target="../slideLayouts/slideLayout160.xml"/><Relationship Id="rId26" Type="http://schemas.openxmlformats.org/officeDocument/2006/relationships/theme" Target="../theme/theme10.xml"/><Relationship Id="rId3" Type="http://schemas.openxmlformats.org/officeDocument/2006/relationships/slideLayout" Target="../slideLayouts/slideLayout145.xml"/><Relationship Id="rId21" Type="http://schemas.openxmlformats.org/officeDocument/2006/relationships/slideLayout" Target="../slideLayouts/slideLayout163.xml"/><Relationship Id="rId7" Type="http://schemas.openxmlformats.org/officeDocument/2006/relationships/slideLayout" Target="../slideLayouts/slideLayout149.xml"/><Relationship Id="rId12" Type="http://schemas.openxmlformats.org/officeDocument/2006/relationships/slideLayout" Target="../slideLayouts/slideLayout154.xml"/><Relationship Id="rId17" Type="http://schemas.openxmlformats.org/officeDocument/2006/relationships/slideLayout" Target="../slideLayouts/slideLayout159.xml"/><Relationship Id="rId25" Type="http://schemas.openxmlformats.org/officeDocument/2006/relationships/slideLayout" Target="../slideLayouts/slideLayout167.xml"/><Relationship Id="rId2" Type="http://schemas.openxmlformats.org/officeDocument/2006/relationships/slideLayout" Target="../slideLayouts/slideLayout144.xml"/><Relationship Id="rId16" Type="http://schemas.openxmlformats.org/officeDocument/2006/relationships/slideLayout" Target="../slideLayouts/slideLayout158.xml"/><Relationship Id="rId20" Type="http://schemas.openxmlformats.org/officeDocument/2006/relationships/slideLayout" Target="../slideLayouts/slideLayout162.xml"/><Relationship Id="rId29" Type="http://schemas.openxmlformats.org/officeDocument/2006/relationships/image" Target="../media/image20.emf"/><Relationship Id="rId1" Type="http://schemas.openxmlformats.org/officeDocument/2006/relationships/slideLayout" Target="../slideLayouts/slideLayout143.xml"/><Relationship Id="rId6" Type="http://schemas.openxmlformats.org/officeDocument/2006/relationships/slideLayout" Target="../slideLayouts/slideLayout148.xml"/><Relationship Id="rId11" Type="http://schemas.openxmlformats.org/officeDocument/2006/relationships/slideLayout" Target="../slideLayouts/slideLayout153.xml"/><Relationship Id="rId24" Type="http://schemas.openxmlformats.org/officeDocument/2006/relationships/slideLayout" Target="../slideLayouts/slideLayout166.xml"/><Relationship Id="rId5" Type="http://schemas.openxmlformats.org/officeDocument/2006/relationships/slideLayout" Target="../slideLayouts/slideLayout147.xml"/><Relationship Id="rId15" Type="http://schemas.openxmlformats.org/officeDocument/2006/relationships/slideLayout" Target="../slideLayouts/slideLayout157.xml"/><Relationship Id="rId23" Type="http://schemas.openxmlformats.org/officeDocument/2006/relationships/slideLayout" Target="../slideLayouts/slideLayout165.xml"/><Relationship Id="rId28" Type="http://schemas.openxmlformats.org/officeDocument/2006/relationships/oleObject" Target="../embeddings/oleObject15.bin"/><Relationship Id="rId10" Type="http://schemas.openxmlformats.org/officeDocument/2006/relationships/slideLayout" Target="../slideLayouts/slideLayout152.xml"/><Relationship Id="rId19" Type="http://schemas.openxmlformats.org/officeDocument/2006/relationships/slideLayout" Target="../slideLayouts/slideLayout161.xml"/><Relationship Id="rId4" Type="http://schemas.openxmlformats.org/officeDocument/2006/relationships/slideLayout" Target="../slideLayouts/slideLayout146.xml"/><Relationship Id="rId9" Type="http://schemas.openxmlformats.org/officeDocument/2006/relationships/slideLayout" Target="../slideLayouts/slideLayout151.xml"/><Relationship Id="rId14" Type="http://schemas.openxmlformats.org/officeDocument/2006/relationships/slideLayout" Target="../slideLayouts/slideLayout156.xml"/><Relationship Id="rId22" Type="http://schemas.openxmlformats.org/officeDocument/2006/relationships/slideLayout" Target="../slideLayouts/slideLayout164.xml"/><Relationship Id="rId27" Type="http://schemas.openxmlformats.org/officeDocument/2006/relationships/tags" Target="../tags/tag43.xml"/></Relationships>
</file>

<file path=ppt/slideMasters/_rels/slideMaster11.xml.rels><?xml version="1.0" encoding="UTF-8" standalone="yes"?>
<Relationships xmlns="http://schemas.openxmlformats.org/package/2006/relationships"><Relationship Id="rId8" Type="http://schemas.openxmlformats.org/officeDocument/2006/relationships/slideLayout" Target="../slideLayouts/slideLayout175.xml"/><Relationship Id="rId13" Type="http://schemas.openxmlformats.org/officeDocument/2006/relationships/slideLayout" Target="../slideLayouts/slideLayout180.xml"/><Relationship Id="rId18" Type="http://schemas.openxmlformats.org/officeDocument/2006/relationships/slideLayout" Target="../slideLayouts/slideLayout185.xml"/><Relationship Id="rId3" Type="http://schemas.openxmlformats.org/officeDocument/2006/relationships/slideLayout" Target="../slideLayouts/slideLayout170.xml"/><Relationship Id="rId21" Type="http://schemas.openxmlformats.org/officeDocument/2006/relationships/theme" Target="../theme/theme11.xml"/><Relationship Id="rId7" Type="http://schemas.openxmlformats.org/officeDocument/2006/relationships/slideLayout" Target="../slideLayouts/slideLayout174.xml"/><Relationship Id="rId12" Type="http://schemas.openxmlformats.org/officeDocument/2006/relationships/slideLayout" Target="../slideLayouts/slideLayout179.xml"/><Relationship Id="rId17" Type="http://schemas.openxmlformats.org/officeDocument/2006/relationships/slideLayout" Target="../slideLayouts/slideLayout184.xml"/><Relationship Id="rId2" Type="http://schemas.openxmlformats.org/officeDocument/2006/relationships/slideLayout" Target="../slideLayouts/slideLayout169.xml"/><Relationship Id="rId16" Type="http://schemas.openxmlformats.org/officeDocument/2006/relationships/slideLayout" Target="../slideLayouts/slideLayout183.xml"/><Relationship Id="rId20" Type="http://schemas.openxmlformats.org/officeDocument/2006/relationships/slideLayout" Target="../slideLayouts/slideLayout187.xml"/><Relationship Id="rId1" Type="http://schemas.openxmlformats.org/officeDocument/2006/relationships/slideLayout" Target="../slideLayouts/slideLayout168.xml"/><Relationship Id="rId6" Type="http://schemas.openxmlformats.org/officeDocument/2006/relationships/slideLayout" Target="../slideLayouts/slideLayout173.xml"/><Relationship Id="rId11" Type="http://schemas.openxmlformats.org/officeDocument/2006/relationships/slideLayout" Target="../slideLayouts/slideLayout178.xml"/><Relationship Id="rId24" Type="http://schemas.openxmlformats.org/officeDocument/2006/relationships/image" Target="../media/image20.emf"/><Relationship Id="rId5" Type="http://schemas.openxmlformats.org/officeDocument/2006/relationships/slideLayout" Target="../slideLayouts/slideLayout172.xml"/><Relationship Id="rId15" Type="http://schemas.openxmlformats.org/officeDocument/2006/relationships/slideLayout" Target="../slideLayouts/slideLayout182.xml"/><Relationship Id="rId23" Type="http://schemas.openxmlformats.org/officeDocument/2006/relationships/oleObject" Target="../embeddings/oleObject6.bin"/><Relationship Id="rId10" Type="http://schemas.openxmlformats.org/officeDocument/2006/relationships/slideLayout" Target="../slideLayouts/slideLayout177.xml"/><Relationship Id="rId19" Type="http://schemas.openxmlformats.org/officeDocument/2006/relationships/slideLayout" Target="../slideLayouts/slideLayout186.xml"/><Relationship Id="rId4" Type="http://schemas.openxmlformats.org/officeDocument/2006/relationships/slideLayout" Target="../slideLayouts/slideLayout171.xml"/><Relationship Id="rId9" Type="http://schemas.openxmlformats.org/officeDocument/2006/relationships/slideLayout" Target="../slideLayouts/slideLayout176.xml"/><Relationship Id="rId14" Type="http://schemas.openxmlformats.org/officeDocument/2006/relationships/slideLayout" Target="../slideLayouts/slideLayout181.xml"/><Relationship Id="rId22" Type="http://schemas.openxmlformats.org/officeDocument/2006/relationships/tags" Target="../tags/tag76.xml"/></Relationships>
</file>

<file path=ppt/slideMasters/_rels/slideMaster12.xml.rels><?xml version="1.0" encoding="UTF-8" standalone="yes"?>
<Relationships xmlns="http://schemas.openxmlformats.org/package/2006/relationships"><Relationship Id="rId8" Type="http://schemas.openxmlformats.org/officeDocument/2006/relationships/slideLayout" Target="../slideLayouts/slideLayout195.xml"/><Relationship Id="rId3" Type="http://schemas.openxmlformats.org/officeDocument/2006/relationships/slideLayout" Target="../slideLayouts/slideLayout190.xml"/><Relationship Id="rId7" Type="http://schemas.openxmlformats.org/officeDocument/2006/relationships/slideLayout" Target="../slideLayouts/slideLayout194.xml"/><Relationship Id="rId12" Type="http://schemas.openxmlformats.org/officeDocument/2006/relationships/image" Target="../media/image20.emf"/><Relationship Id="rId2" Type="http://schemas.openxmlformats.org/officeDocument/2006/relationships/slideLayout" Target="../slideLayouts/slideLayout189.xml"/><Relationship Id="rId1" Type="http://schemas.openxmlformats.org/officeDocument/2006/relationships/slideLayout" Target="../slideLayouts/slideLayout188.xml"/><Relationship Id="rId6" Type="http://schemas.openxmlformats.org/officeDocument/2006/relationships/slideLayout" Target="../slideLayouts/slideLayout193.xml"/><Relationship Id="rId11" Type="http://schemas.openxmlformats.org/officeDocument/2006/relationships/oleObject" Target="../embeddings/oleObject6.bin"/><Relationship Id="rId5" Type="http://schemas.openxmlformats.org/officeDocument/2006/relationships/slideLayout" Target="../slideLayouts/slideLayout192.xml"/><Relationship Id="rId10" Type="http://schemas.openxmlformats.org/officeDocument/2006/relationships/tags" Target="../tags/tag85.xml"/><Relationship Id="rId4" Type="http://schemas.openxmlformats.org/officeDocument/2006/relationships/slideLayout" Target="../slideLayouts/slideLayout191.xml"/><Relationship Id="rId9" Type="http://schemas.openxmlformats.org/officeDocument/2006/relationships/theme" Target="../theme/theme12.xml"/></Relationships>
</file>

<file path=ppt/slideMasters/_rels/slideMaster13.xml.rels><?xml version="1.0" encoding="UTF-8" standalone="yes"?>
<Relationships xmlns="http://schemas.openxmlformats.org/package/2006/relationships"><Relationship Id="rId8" Type="http://schemas.openxmlformats.org/officeDocument/2006/relationships/slideLayout" Target="../slideLayouts/slideLayout203.xml"/><Relationship Id="rId13" Type="http://schemas.openxmlformats.org/officeDocument/2006/relationships/slideLayout" Target="../slideLayouts/slideLayout208.xml"/><Relationship Id="rId18" Type="http://schemas.openxmlformats.org/officeDocument/2006/relationships/slideLayout" Target="../slideLayouts/slideLayout213.xml"/><Relationship Id="rId26" Type="http://schemas.openxmlformats.org/officeDocument/2006/relationships/image" Target="../media/image20.emf"/><Relationship Id="rId3" Type="http://schemas.openxmlformats.org/officeDocument/2006/relationships/slideLayout" Target="../slideLayouts/slideLayout198.xml"/><Relationship Id="rId21" Type="http://schemas.openxmlformats.org/officeDocument/2006/relationships/slideLayout" Target="../slideLayouts/slideLayout216.xml"/><Relationship Id="rId7" Type="http://schemas.openxmlformats.org/officeDocument/2006/relationships/slideLayout" Target="../slideLayouts/slideLayout202.xml"/><Relationship Id="rId12" Type="http://schemas.openxmlformats.org/officeDocument/2006/relationships/slideLayout" Target="../slideLayouts/slideLayout207.xml"/><Relationship Id="rId17" Type="http://schemas.openxmlformats.org/officeDocument/2006/relationships/slideLayout" Target="../slideLayouts/slideLayout212.xml"/><Relationship Id="rId25" Type="http://schemas.openxmlformats.org/officeDocument/2006/relationships/oleObject" Target="../embeddings/oleObject6.bin"/><Relationship Id="rId2" Type="http://schemas.openxmlformats.org/officeDocument/2006/relationships/slideLayout" Target="../slideLayouts/slideLayout197.xml"/><Relationship Id="rId16" Type="http://schemas.openxmlformats.org/officeDocument/2006/relationships/slideLayout" Target="../slideLayouts/slideLayout211.xml"/><Relationship Id="rId20" Type="http://schemas.openxmlformats.org/officeDocument/2006/relationships/slideLayout" Target="../slideLayouts/slideLayout215.xml"/><Relationship Id="rId1" Type="http://schemas.openxmlformats.org/officeDocument/2006/relationships/slideLayout" Target="../slideLayouts/slideLayout196.xml"/><Relationship Id="rId6" Type="http://schemas.openxmlformats.org/officeDocument/2006/relationships/slideLayout" Target="../slideLayouts/slideLayout201.xml"/><Relationship Id="rId11" Type="http://schemas.openxmlformats.org/officeDocument/2006/relationships/slideLayout" Target="../slideLayouts/slideLayout206.xml"/><Relationship Id="rId24" Type="http://schemas.openxmlformats.org/officeDocument/2006/relationships/tags" Target="../tags/tag89.xml"/><Relationship Id="rId5" Type="http://schemas.openxmlformats.org/officeDocument/2006/relationships/slideLayout" Target="../slideLayouts/slideLayout200.xml"/><Relationship Id="rId15" Type="http://schemas.openxmlformats.org/officeDocument/2006/relationships/slideLayout" Target="../slideLayouts/slideLayout210.xml"/><Relationship Id="rId23" Type="http://schemas.openxmlformats.org/officeDocument/2006/relationships/theme" Target="../theme/theme13.xml"/><Relationship Id="rId10" Type="http://schemas.openxmlformats.org/officeDocument/2006/relationships/slideLayout" Target="../slideLayouts/slideLayout205.xml"/><Relationship Id="rId19" Type="http://schemas.openxmlformats.org/officeDocument/2006/relationships/slideLayout" Target="../slideLayouts/slideLayout214.xml"/><Relationship Id="rId4" Type="http://schemas.openxmlformats.org/officeDocument/2006/relationships/slideLayout" Target="../slideLayouts/slideLayout199.xml"/><Relationship Id="rId9" Type="http://schemas.openxmlformats.org/officeDocument/2006/relationships/slideLayout" Target="../slideLayouts/slideLayout204.xml"/><Relationship Id="rId14" Type="http://schemas.openxmlformats.org/officeDocument/2006/relationships/slideLayout" Target="../slideLayouts/slideLayout209.xml"/><Relationship Id="rId22" Type="http://schemas.openxmlformats.org/officeDocument/2006/relationships/slideLayout" Target="../slideLayouts/slideLayout217.xml"/></Relationships>
</file>

<file path=ppt/slideMasters/_rels/slideMaster14.xml.rels><?xml version="1.0" encoding="UTF-8" standalone="yes"?>
<Relationships xmlns="http://schemas.openxmlformats.org/package/2006/relationships"><Relationship Id="rId8" Type="http://schemas.openxmlformats.org/officeDocument/2006/relationships/slideLayout" Target="../slideLayouts/slideLayout225.xml"/><Relationship Id="rId13" Type="http://schemas.openxmlformats.org/officeDocument/2006/relationships/slideLayout" Target="../slideLayouts/slideLayout230.xml"/><Relationship Id="rId18" Type="http://schemas.openxmlformats.org/officeDocument/2006/relationships/oleObject" Target="../embeddings/oleObject1.bin"/><Relationship Id="rId3" Type="http://schemas.openxmlformats.org/officeDocument/2006/relationships/slideLayout" Target="../slideLayouts/slideLayout220.xml"/><Relationship Id="rId7" Type="http://schemas.openxmlformats.org/officeDocument/2006/relationships/slideLayout" Target="../slideLayouts/slideLayout224.xml"/><Relationship Id="rId12" Type="http://schemas.openxmlformats.org/officeDocument/2006/relationships/slideLayout" Target="../slideLayouts/slideLayout229.xml"/><Relationship Id="rId17" Type="http://schemas.openxmlformats.org/officeDocument/2006/relationships/tags" Target="../tags/tag97.xml"/><Relationship Id="rId2" Type="http://schemas.openxmlformats.org/officeDocument/2006/relationships/slideLayout" Target="../slideLayouts/slideLayout219.xml"/><Relationship Id="rId16" Type="http://schemas.openxmlformats.org/officeDocument/2006/relationships/theme" Target="../theme/theme14.xml"/><Relationship Id="rId1" Type="http://schemas.openxmlformats.org/officeDocument/2006/relationships/slideLayout" Target="../slideLayouts/slideLayout218.xml"/><Relationship Id="rId6" Type="http://schemas.openxmlformats.org/officeDocument/2006/relationships/slideLayout" Target="../slideLayouts/slideLayout223.xml"/><Relationship Id="rId11" Type="http://schemas.openxmlformats.org/officeDocument/2006/relationships/slideLayout" Target="../slideLayouts/slideLayout228.xml"/><Relationship Id="rId5" Type="http://schemas.openxmlformats.org/officeDocument/2006/relationships/slideLayout" Target="../slideLayouts/slideLayout222.xml"/><Relationship Id="rId15" Type="http://schemas.openxmlformats.org/officeDocument/2006/relationships/slideLayout" Target="../slideLayouts/slideLayout232.xml"/><Relationship Id="rId10" Type="http://schemas.openxmlformats.org/officeDocument/2006/relationships/slideLayout" Target="../slideLayouts/slideLayout227.xml"/><Relationship Id="rId19" Type="http://schemas.openxmlformats.org/officeDocument/2006/relationships/image" Target="../media/image20.emf"/><Relationship Id="rId4" Type="http://schemas.openxmlformats.org/officeDocument/2006/relationships/slideLayout" Target="../slideLayouts/slideLayout221.xml"/><Relationship Id="rId9" Type="http://schemas.openxmlformats.org/officeDocument/2006/relationships/slideLayout" Target="../slideLayouts/slideLayout226.xml"/><Relationship Id="rId14" Type="http://schemas.openxmlformats.org/officeDocument/2006/relationships/slideLayout" Target="../slideLayouts/slideLayout231.xml"/></Relationships>
</file>

<file path=ppt/slideMasters/_rels/slideMaster15.xml.rels><?xml version="1.0" encoding="UTF-8" standalone="yes"?>
<Relationships xmlns="http://schemas.openxmlformats.org/package/2006/relationships"><Relationship Id="rId8" Type="http://schemas.openxmlformats.org/officeDocument/2006/relationships/slideLayout" Target="../slideLayouts/slideLayout240.xml"/><Relationship Id="rId13" Type="http://schemas.openxmlformats.org/officeDocument/2006/relationships/slideLayout" Target="../slideLayouts/slideLayout245.xml"/><Relationship Id="rId18" Type="http://schemas.openxmlformats.org/officeDocument/2006/relationships/slideLayout" Target="../slideLayouts/slideLayout250.xml"/><Relationship Id="rId26" Type="http://schemas.openxmlformats.org/officeDocument/2006/relationships/theme" Target="../theme/theme15.xml"/><Relationship Id="rId3" Type="http://schemas.openxmlformats.org/officeDocument/2006/relationships/slideLayout" Target="../slideLayouts/slideLayout235.xml"/><Relationship Id="rId21" Type="http://schemas.openxmlformats.org/officeDocument/2006/relationships/slideLayout" Target="../slideLayouts/slideLayout253.xml"/><Relationship Id="rId7" Type="http://schemas.openxmlformats.org/officeDocument/2006/relationships/slideLayout" Target="../slideLayouts/slideLayout239.xml"/><Relationship Id="rId12" Type="http://schemas.openxmlformats.org/officeDocument/2006/relationships/slideLayout" Target="../slideLayouts/slideLayout244.xml"/><Relationship Id="rId17" Type="http://schemas.openxmlformats.org/officeDocument/2006/relationships/slideLayout" Target="../slideLayouts/slideLayout249.xml"/><Relationship Id="rId25" Type="http://schemas.openxmlformats.org/officeDocument/2006/relationships/slideLayout" Target="../slideLayouts/slideLayout257.xml"/><Relationship Id="rId2" Type="http://schemas.openxmlformats.org/officeDocument/2006/relationships/slideLayout" Target="../slideLayouts/slideLayout234.xml"/><Relationship Id="rId16" Type="http://schemas.openxmlformats.org/officeDocument/2006/relationships/slideLayout" Target="../slideLayouts/slideLayout248.xml"/><Relationship Id="rId20" Type="http://schemas.openxmlformats.org/officeDocument/2006/relationships/slideLayout" Target="../slideLayouts/slideLayout252.xml"/><Relationship Id="rId29" Type="http://schemas.openxmlformats.org/officeDocument/2006/relationships/image" Target="../media/image20.emf"/><Relationship Id="rId1" Type="http://schemas.openxmlformats.org/officeDocument/2006/relationships/slideLayout" Target="../slideLayouts/slideLayout233.xml"/><Relationship Id="rId6" Type="http://schemas.openxmlformats.org/officeDocument/2006/relationships/slideLayout" Target="../slideLayouts/slideLayout238.xml"/><Relationship Id="rId11" Type="http://schemas.openxmlformats.org/officeDocument/2006/relationships/slideLayout" Target="../slideLayouts/slideLayout243.xml"/><Relationship Id="rId24" Type="http://schemas.openxmlformats.org/officeDocument/2006/relationships/slideLayout" Target="../slideLayouts/slideLayout256.xml"/><Relationship Id="rId5" Type="http://schemas.openxmlformats.org/officeDocument/2006/relationships/slideLayout" Target="../slideLayouts/slideLayout237.xml"/><Relationship Id="rId15" Type="http://schemas.openxmlformats.org/officeDocument/2006/relationships/slideLayout" Target="../slideLayouts/slideLayout247.xml"/><Relationship Id="rId23" Type="http://schemas.openxmlformats.org/officeDocument/2006/relationships/slideLayout" Target="../slideLayouts/slideLayout255.xml"/><Relationship Id="rId28" Type="http://schemas.openxmlformats.org/officeDocument/2006/relationships/oleObject" Target="../embeddings/oleObject6.bin"/><Relationship Id="rId10" Type="http://schemas.openxmlformats.org/officeDocument/2006/relationships/slideLayout" Target="../slideLayouts/slideLayout242.xml"/><Relationship Id="rId19" Type="http://schemas.openxmlformats.org/officeDocument/2006/relationships/slideLayout" Target="../slideLayouts/slideLayout251.xml"/><Relationship Id="rId4" Type="http://schemas.openxmlformats.org/officeDocument/2006/relationships/slideLayout" Target="../slideLayouts/slideLayout236.xml"/><Relationship Id="rId9" Type="http://schemas.openxmlformats.org/officeDocument/2006/relationships/slideLayout" Target="../slideLayouts/slideLayout241.xml"/><Relationship Id="rId14" Type="http://schemas.openxmlformats.org/officeDocument/2006/relationships/slideLayout" Target="../slideLayouts/slideLayout246.xml"/><Relationship Id="rId22" Type="http://schemas.openxmlformats.org/officeDocument/2006/relationships/slideLayout" Target="../slideLayouts/slideLayout254.xml"/><Relationship Id="rId27" Type="http://schemas.openxmlformats.org/officeDocument/2006/relationships/tags" Target="../tags/tag1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64CC9F-AFEB-4DE5-BA34-D145A28D485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54C8904B-9D81-40D6-8FDE-AADF4399FDB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84841AD-B354-4E18-AD32-F5A1E9E852C5}"/>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64E62A25-C702-468D-A94C-13828BE87303}" type="datetimeFigureOut">
              <a:rPr lang="en-IN" smtClean="0"/>
              <a:t>18-02-2026</a:t>
            </a:fld>
            <a:endParaRPr lang="en-IN" dirty="0"/>
          </a:p>
        </p:txBody>
      </p:sp>
      <p:sp>
        <p:nvSpPr>
          <p:cNvPr id="5" name="Footer Placeholder 4">
            <a:extLst>
              <a:ext uri="{FF2B5EF4-FFF2-40B4-BE49-F238E27FC236}">
                <a16:creationId xmlns:a16="http://schemas.microsoft.com/office/drawing/2014/main" id="{345297C1-34D2-4F4A-A106-F3D9557C1C6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31DDEF64-44AB-40D3-B05D-913961129DD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1FFC2BD-8A91-4421-96E3-DB1AD552D79A}" type="slidenum">
              <a:rPr lang="en-IN" smtClean="0"/>
              <a:t>‹#›</a:t>
            </a:fld>
            <a:endParaRPr lang="en-IN" dirty="0"/>
          </a:p>
        </p:txBody>
      </p:sp>
    </p:spTree>
    <p:extLst>
      <p:ext uri="{BB962C8B-B14F-4D97-AF65-F5344CB8AC3E}">
        <p14:creationId xmlns:p14="http://schemas.microsoft.com/office/powerpoint/2010/main" val="404593343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TITLE</a:t>
            </a:r>
            <a:endParaRPr lang="en-US" dirty="0"/>
          </a:p>
        </p:txBody>
      </p:sp>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grpSp>
        <p:nvGrpSpPr>
          <p:cNvPr id="94" name="Groupe 1">
            <a:extLst>
              <a:ext uri="{FF2B5EF4-FFF2-40B4-BE49-F238E27FC236}">
                <a16:creationId xmlns:a16="http://schemas.microsoft.com/office/drawing/2014/main" id="{11A3E882-4152-49CC-A658-0BA2BD4CCF4E}"/>
              </a:ext>
              <a:ext uri="{C183D7F6-B498-43B3-948B-1728B52AA6E4}">
                <adec:decorative xmlns:adec="http://schemas.microsoft.com/office/drawing/2017/decorative" val="1"/>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96" name="Freeform 14">
              <a:extLst>
                <a:ext uri="{FF2B5EF4-FFF2-40B4-BE49-F238E27FC236}">
                  <a16:creationId xmlns:a16="http://schemas.microsoft.com/office/drawing/2014/main" id="{8B6BE8F3-0248-42CC-8053-5B10FA1A6457}"/>
                </a:ext>
              </a:extLst>
            </p:cNvPr>
            <p:cNvSpPr>
              <a:spLocks/>
            </p:cNvSpPr>
            <p:nvPr/>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98" name="Rectangle 27">
            <a:extLst>
              <a:ext uri="{FF2B5EF4-FFF2-40B4-BE49-F238E27FC236}">
                <a16:creationId xmlns:a16="http://schemas.microsoft.com/office/drawing/2014/main" id="{B1133F59-1301-4D8F-A396-71B6A669F37A}"/>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rgbClr val="A6A6A6"/>
                </a:solidFill>
                <a:latin typeface="Ubuntu" panose="020B0504030602030204" pitchFamily="34" charset="0"/>
                <a:cs typeface="Arial" panose="020B0604020202020204" pitchFamily="34" charset="0"/>
              </a:rPr>
              <a:t>Presentation Title  |  Author  |  Date</a:t>
            </a:r>
          </a:p>
        </p:txBody>
      </p:sp>
      <p:sp>
        <p:nvSpPr>
          <p:cNvPr id="100" name="Rectangle 27">
            <a:extLst>
              <a:ext uri="{FF2B5EF4-FFF2-40B4-BE49-F238E27FC236}">
                <a16:creationId xmlns:a16="http://schemas.microsoft.com/office/drawing/2014/main" id="{777F4691-2D56-47C4-B2B1-73BE348DB06D}"/>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rgbClr val="A6A6A6"/>
                </a:solidFill>
                <a:latin typeface="Ubuntu" panose="020B0504030602030204" pitchFamily="34" charset="0"/>
                <a:cs typeface="Arial" panose="020B0604020202020204" pitchFamily="34" charset="0"/>
              </a:rPr>
              <a:t>Company Confidential © Capgemini 2021. All rights reserved  |</a:t>
            </a:r>
          </a:p>
        </p:txBody>
      </p:sp>
      <p:sp>
        <p:nvSpPr>
          <p:cNvPr id="99" name="Rectangle 43">
            <a:extLst>
              <a:ext uri="{FF2B5EF4-FFF2-40B4-BE49-F238E27FC236}">
                <a16:creationId xmlns:a16="http://schemas.microsoft.com/office/drawing/2014/main" id="{1302EB1D-4F45-4228-A725-9CA0AEFCE017}"/>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dirty="0">
              <a:solidFill>
                <a:srgbClr val="A6A6A6"/>
              </a:solidFill>
              <a:latin typeface="Ubuntu" panose="020B0504030602030204" pitchFamily="34" charset="0"/>
              <a:cs typeface="Arial" panose="020B0604020202020204" pitchFamily="34" charset="0"/>
            </a:endParaRPr>
          </a:p>
        </p:txBody>
      </p:sp>
    </p:spTree>
    <p:extLst>
      <p:ext uri="{BB962C8B-B14F-4D97-AF65-F5344CB8AC3E}">
        <p14:creationId xmlns:p14="http://schemas.microsoft.com/office/powerpoint/2010/main" val="148359924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970" r:id="rId34"/>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mn-lt"/>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mn-lt"/>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mn-lt"/>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mn-lt"/>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10" pos="7423">
          <p15:clr>
            <a:srgbClr val="F26B43"/>
          </p15:clr>
        </p15:guide>
        <p15:guide id="11" orient="horz" pos="4071">
          <p15:clr>
            <a:srgbClr val="F26B43"/>
          </p15:clr>
        </p15:guide>
        <p15:guide id="12" pos="255">
          <p15:clr>
            <a:srgbClr val="F26B43"/>
          </p15:clr>
        </p15:guide>
        <p15:guide id="13" orient="horz" pos="836">
          <p15:clr>
            <a:srgbClr val="F26B43"/>
          </p15:clr>
        </p15:guide>
        <p15:guide id="14" orient="horz" pos="245">
          <p15:clr>
            <a:srgbClr val="F26B43"/>
          </p15:clr>
        </p15:guide>
        <p15:guide id="15" pos="3840">
          <p15:clr>
            <a:srgbClr val="F26B43"/>
          </p15:clr>
        </p15:guide>
        <p15:guide id="16" pos="3899">
          <p15:clr>
            <a:srgbClr val="F26B43"/>
          </p15:clr>
        </p15:guide>
        <p15:guide id="17" pos="3783">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9"/>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0" imgW="270" imgH="270" progId="TCLayout.ActiveDocument.1">
                  <p:embed/>
                </p:oleObj>
              </mc:Choice>
              <mc:Fallback>
                <p:oleObj name="think-cell Slide" r:id="rId20" imgW="270" imgH="270" progId="TCLayout.ActiveDocument.1">
                  <p:embed/>
                  <p:pic>
                    <p:nvPicPr>
                      <p:cNvPr id="21" name="Object 20" hidden="1"/>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userDrawn="1"/>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7" name="Retângulo 43">
            <a:extLst>
              <a:ext uri="{FF2B5EF4-FFF2-40B4-BE49-F238E27FC236}">
                <a16:creationId xmlns:a16="http://schemas.microsoft.com/office/drawing/2014/main" id="{25FC8637-25BD-4C09-AF25-56B4243DAB3D}"/>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solidFill>
                  <a:schemeClr val="bg1">
                    <a:lumMod val="65000"/>
                  </a:schemeClr>
                </a:solidFill>
              </a:rPr>
              <a:t>© Capgemini 2019. All rights reserved  </a:t>
            </a:r>
            <a:r>
              <a:rPr lang="en-US" dirty="0">
                <a:solidFill>
                  <a:schemeClr val="accent2"/>
                </a:solidFill>
              </a:rPr>
              <a:t>|</a:t>
            </a:r>
          </a:p>
        </p:txBody>
      </p:sp>
      <p:sp>
        <p:nvSpPr>
          <p:cNvPr id="4" name="Espace réservé du texte 3"/>
          <p:cNvSpPr>
            <a:spLocks noGrp="1"/>
          </p:cNvSpPr>
          <p:nvPr userDrawn="1">
            <p:ph type="body" idx="1"/>
          </p:nvPr>
        </p:nvSpPr>
        <p:spPr>
          <a:xfrm>
            <a:off x="227348" y="1815352"/>
            <a:ext cx="11700000" cy="4466201"/>
          </a:xfrm>
          <a:prstGeom prst="rect">
            <a:avLst/>
          </a:prstGeom>
        </p:spPr>
        <p:txBody>
          <a:bodyPr vert="horz" lIns="0" tIns="0" rIns="0" bIns="0" rtlCol="0">
            <a:normAutofit/>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a:t>
            </a:r>
            <a:r>
              <a:rPr lang="fr-FR" dirty="0" err="1"/>
              <a:t>title</a:t>
            </a:r>
            <a:endParaRPr lang="en-US" dirty="0"/>
          </a:p>
        </p:txBody>
      </p:sp>
      <p:grpSp>
        <p:nvGrpSpPr>
          <p:cNvPr id="3" name="Groupe 2">
            <a:extLst>
              <a:ext uri="{FF2B5EF4-FFF2-40B4-BE49-F238E27FC236}">
                <a16:creationId xmlns:a16="http://schemas.microsoft.com/office/drawing/2014/main" id="{231F4250-75BE-456B-A9D8-680BA4145249}"/>
              </a:ext>
            </a:extLst>
          </p:cNvPr>
          <p:cNvGrpSpPr/>
          <p:nvPr userDrawn="1"/>
        </p:nvGrpSpPr>
        <p:grpSpPr>
          <a:xfrm>
            <a:off x="12355040" y="33161"/>
            <a:ext cx="360000" cy="1800000"/>
            <a:chOff x="12355040" y="33161"/>
            <a:chExt cx="360000" cy="1800000"/>
          </a:xfrm>
        </p:grpSpPr>
        <p:sp>
          <p:nvSpPr>
            <p:cNvPr id="11" name="Rectangle 10">
              <a:extLst>
                <a:ext uri="{FF2B5EF4-FFF2-40B4-BE49-F238E27FC236}">
                  <a16:creationId xmlns:a16="http://schemas.microsoft.com/office/drawing/2014/main" id="{EF1244FD-1856-4971-9A73-AD6DF3F42A90}"/>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2" name="Rectangle 11">
              <a:extLst>
                <a:ext uri="{FF2B5EF4-FFF2-40B4-BE49-F238E27FC236}">
                  <a16:creationId xmlns:a16="http://schemas.microsoft.com/office/drawing/2014/main" id="{22B40C78-6F20-4C95-AB26-B29FEC0FF747}"/>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3" name="Rectangle 12">
              <a:extLst>
                <a:ext uri="{FF2B5EF4-FFF2-40B4-BE49-F238E27FC236}">
                  <a16:creationId xmlns:a16="http://schemas.microsoft.com/office/drawing/2014/main" id="{1AED4E7D-39CE-49AE-9D4C-16EA940CBE5F}"/>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4" name="Rectangle 13">
              <a:extLst>
                <a:ext uri="{FF2B5EF4-FFF2-40B4-BE49-F238E27FC236}">
                  <a16:creationId xmlns:a16="http://schemas.microsoft.com/office/drawing/2014/main" id="{392DC803-B0F7-4D0E-81CA-9DDCB14FA42C}"/>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5" name="Rectangle 14">
              <a:extLst>
                <a:ext uri="{FF2B5EF4-FFF2-40B4-BE49-F238E27FC236}">
                  <a16:creationId xmlns:a16="http://schemas.microsoft.com/office/drawing/2014/main" id="{03C5671A-353B-4887-BEEF-56CEFAE8D83D}"/>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grpSp>
        <p:nvGrpSpPr>
          <p:cNvPr id="5" name="Groupe 4">
            <a:extLst>
              <a:ext uri="{FF2B5EF4-FFF2-40B4-BE49-F238E27FC236}">
                <a16:creationId xmlns:a16="http://schemas.microsoft.com/office/drawing/2014/main" id="{CC6ACEFF-8651-4C08-BAF6-3BFAE6473DAF}"/>
              </a:ext>
            </a:extLst>
          </p:cNvPr>
          <p:cNvGrpSpPr/>
          <p:nvPr userDrawn="1"/>
        </p:nvGrpSpPr>
        <p:grpSpPr>
          <a:xfrm>
            <a:off x="12355040" y="1954479"/>
            <a:ext cx="360000" cy="4875772"/>
            <a:chOff x="12355040" y="1954479"/>
            <a:chExt cx="360000" cy="4875772"/>
          </a:xfrm>
        </p:grpSpPr>
        <p:sp>
          <p:nvSpPr>
            <p:cNvPr id="16" name="Rectangle 15">
              <a:extLst>
                <a:ext uri="{FF2B5EF4-FFF2-40B4-BE49-F238E27FC236}">
                  <a16:creationId xmlns:a16="http://schemas.microsoft.com/office/drawing/2014/main" id="{D27E2B2B-AB85-4173-AB1F-61084925AA83}"/>
                </a:ext>
              </a:extLst>
            </p:cNvPr>
            <p:cNvSpPr/>
            <p:nvPr userDrawn="1"/>
          </p:nvSpPr>
          <p:spPr>
            <a:xfrm>
              <a:off x="12355040" y="1954479"/>
              <a:ext cx="360000" cy="360000"/>
            </a:xfrm>
            <a:prstGeom prst="rect">
              <a:avLst/>
            </a:prstGeom>
            <a:solidFill>
              <a:srgbClr val="80B8D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dirty="0"/>
            </a:p>
          </p:txBody>
        </p:sp>
        <p:sp>
          <p:nvSpPr>
            <p:cNvPr id="17" name="Rectangle 16">
              <a:extLst>
                <a:ext uri="{FF2B5EF4-FFF2-40B4-BE49-F238E27FC236}">
                  <a16:creationId xmlns:a16="http://schemas.microsoft.com/office/drawing/2014/main" id="{0DDEBD8A-CA0B-4D62-9426-DFB2D4742184}"/>
                </a:ext>
              </a:extLst>
            </p:cNvPr>
            <p:cNvSpPr/>
            <p:nvPr userDrawn="1"/>
          </p:nvSpPr>
          <p:spPr>
            <a:xfrm>
              <a:off x="12355040" y="2301846"/>
              <a:ext cx="360000" cy="360000"/>
            </a:xfrm>
            <a:prstGeom prst="rect">
              <a:avLst/>
            </a:prstGeom>
            <a:solidFill>
              <a:srgbClr val="88D5E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marL="58738" algn="ctr">
                <a:spcAft>
                  <a:spcPts val="300"/>
                </a:spcAft>
              </a:pPr>
              <a:endParaRPr lang="en-GB" sz="900" dirty="0"/>
            </a:p>
          </p:txBody>
        </p:sp>
        <p:sp>
          <p:nvSpPr>
            <p:cNvPr id="18" name="Rectangle 17">
              <a:extLst>
                <a:ext uri="{FF2B5EF4-FFF2-40B4-BE49-F238E27FC236}">
                  <a16:creationId xmlns:a16="http://schemas.microsoft.com/office/drawing/2014/main" id="{65515214-3AFD-4A2B-95C5-2FDFF59A1BE2}"/>
                </a:ext>
              </a:extLst>
            </p:cNvPr>
            <p:cNvSpPr/>
            <p:nvPr userDrawn="1"/>
          </p:nvSpPr>
          <p:spPr>
            <a:xfrm>
              <a:off x="12355040" y="5080782"/>
              <a:ext cx="360000" cy="360000"/>
            </a:xfrm>
            <a:prstGeom prst="rect">
              <a:avLst/>
            </a:prstGeom>
            <a:solidFill>
              <a:srgbClr val="6D64C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19" name="Rectangle 18">
              <a:extLst>
                <a:ext uri="{FF2B5EF4-FFF2-40B4-BE49-F238E27FC236}">
                  <a16:creationId xmlns:a16="http://schemas.microsoft.com/office/drawing/2014/main" id="{D674829A-E5EF-4140-B9ED-AC7745AB028D}"/>
                </a:ext>
              </a:extLst>
            </p:cNvPr>
            <p:cNvSpPr/>
            <p:nvPr userDrawn="1"/>
          </p:nvSpPr>
          <p:spPr>
            <a:xfrm>
              <a:off x="12355040" y="6470251"/>
              <a:ext cx="360000" cy="360000"/>
            </a:xfrm>
            <a:prstGeom prst="rect">
              <a:avLst/>
            </a:prstGeom>
            <a:solidFill>
              <a:srgbClr val="FF632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0" name="Rectangle 19">
              <a:extLst>
                <a:ext uri="{FF2B5EF4-FFF2-40B4-BE49-F238E27FC236}">
                  <a16:creationId xmlns:a16="http://schemas.microsoft.com/office/drawing/2014/main" id="{E59B3FCE-0262-45FE-BE39-9459C5BC7FEE}"/>
                </a:ext>
              </a:extLst>
            </p:cNvPr>
            <p:cNvSpPr/>
            <p:nvPr userDrawn="1"/>
          </p:nvSpPr>
          <p:spPr>
            <a:xfrm>
              <a:off x="12355040" y="4038681"/>
              <a:ext cx="360000" cy="360000"/>
            </a:xfrm>
            <a:prstGeom prst="rect">
              <a:avLst/>
            </a:prstGeom>
            <a:solidFill>
              <a:srgbClr val="C8FF16"/>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2" name="Rectangle 21">
              <a:extLst>
                <a:ext uri="{FF2B5EF4-FFF2-40B4-BE49-F238E27FC236}">
                  <a16:creationId xmlns:a16="http://schemas.microsoft.com/office/drawing/2014/main" id="{F5D692DE-D6DE-4022-9F2F-5F8C1403E4D0}"/>
                </a:ext>
              </a:extLst>
            </p:cNvPr>
            <p:cNvSpPr/>
            <p:nvPr userDrawn="1"/>
          </p:nvSpPr>
          <p:spPr>
            <a:xfrm>
              <a:off x="12355040" y="4733415"/>
              <a:ext cx="360000" cy="360000"/>
            </a:xfrm>
            <a:prstGeom prst="rect">
              <a:avLst/>
            </a:prstGeom>
            <a:solidFill>
              <a:srgbClr val="7E39BA"/>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3" name="Rectangle 22">
              <a:extLst>
                <a:ext uri="{FF2B5EF4-FFF2-40B4-BE49-F238E27FC236}">
                  <a16:creationId xmlns:a16="http://schemas.microsoft.com/office/drawing/2014/main" id="{35EEF2F0-E01D-4851-96E7-30214EC78A3B}"/>
                </a:ext>
              </a:extLst>
            </p:cNvPr>
            <p:cNvSpPr/>
            <p:nvPr userDrawn="1"/>
          </p:nvSpPr>
          <p:spPr>
            <a:xfrm>
              <a:off x="12355040" y="3691314"/>
              <a:ext cx="360000" cy="360000"/>
            </a:xfrm>
            <a:prstGeom prst="rect">
              <a:avLst/>
            </a:prstGeom>
            <a:solidFill>
              <a:srgbClr val="00C37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4" name="Rectangle 23">
              <a:extLst>
                <a:ext uri="{FF2B5EF4-FFF2-40B4-BE49-F238E27FC236}">
                  <a16:creationId xmlns:a16="http://schemas.microsoft.com/office/drawing/2014/main" id="{468B1DDD-74B0-4453-A996-5BA8693FF545}"/>
                </a:ext>
              </a:extLst>
            </p:cNvPr>
            <p:cNvSpPr/>
            <p:nvPr userDrawn="1"/>
          </p:nvSpPr>
          <p:spPr>
            <a:xfrm>
              <a:off x="12355040" y="2649213"/>
              <a:ext cx="360000" cy="360000"/>
            </a:xfrm>
            <a:prstGeom prst="rect">
              <a:avLst/>
            </a:prstGeom>
            <a:solidFill>
              <a:srgbClr val="15636B"/>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5" name="Rectangle 24">
              <a:extLst>
                <a:ext uri="{FF2B5EF4-FFF2-40B4-BE49-F238E27FC236}">
                  <a16:creationId xmlns:a16="http://schemas.microsoft.com/office/drawing/2014/main" id="{8809D5E9-1B2A-4D30-A4DD-47B7C9BBCEDC}"/>
                </a:ext>
              </a:extLst>
            </p:cNvPr>
            <p:cNvSpPr/>
            <p:nvPr userDrawn="1"/>
          </p:nvSpPr>
          <p:spPr>
            <a:xfrm>
              <a:off x="12355040" y="2996580"/>
              <a:ext cx="360000" cy="360000"/>
            </a:xfrm>
            <a:prstGeom prst="rect">
              <a:avLst/>
            </a:prstGeom>
            <a:solidFill>
              <a:srgbClr val="0F999C"/>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6" name="Rectangle 25">
              <a:extLst>
                <a:ext uri="{FF2B5EF4-FFF2-40B4-BE49-F238E27FC236}">
                  <a16:creationId xmlns:a16="http://schemas.microsoft.com/office/drawing/2014/main" id="{995FF3A0-94CA-40BA-AF81-B777FF5FD489}"/>
                </a:ext>
              </a:extLst>
            </p:cNvPr>
            <p:cNvSpPr/>
            <p:nvPr userDrawn="1"/>
          </p:nvSpPr>
          <p:spPr>
            <a:xfrm>
              <a:off x="12355040" y="3343947"/>
              <a:ext cx="360000" cy="360000"/>
            </a:xfrm>
            <a:prstGeom prst="rect">
              <a:avLst/>
            </a:prstGeom>
            <a:solidFill>
              <a:srgbClr val="01D1D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7" name="Rectangle 26">
              <a:extLst>
                <a:ext uri="{FF2B5EF4-FFF2-40B4-BE49-F238E27FC236}">
                  <a16:creationId xmlns:a16="http://schemas.microsoft.com/office/drawing/2014/main" id="{9F83F12C-5135-43B7-B1D8-A0A72DB85AED}"/>
                </a:ext>
              </a:extLst>
            </p:cNvPr>
            <p:cNvSpPr/>
            <p:nvPr userDrawn="1"/>
          </p:nvSpPr>
          <p:spPr>
            <a:xfrm>
              <a:off x="12355040" y="6122883"/>
              <a:ext cx="360000" cy="360000"/>
            </a:xfrm>
            <a:prstGeom prst="rect">
              <a:avLst/>
            </a:prstGeom>
            <a:solidFill>
              <a:srgbClr val="FF7E8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8" name="Rectangle 27">
              <a:extLst>
                <a:ext uri="{FF2B5EF4-FFF2-40B4-BE49-F238E27FC236}">
                  <a16:creationId xmlns:a16="http://schemas.microsoft.com/office/drawing/2014/main" id="{256CA1CF-2C4A-42DA-94F5-CB5E5B47F24B}"/>
                </a:ext>
              </a:extLst>
            </p:cNvPr>
            <p:cNvSpPr/>
            <p:nvPr userDrawn="1"/>
          </p:nvSpPr>
          <p:spPr>
            <a:xfrm>
              <a:off x="12355040" y="5775516"/>
              <a:ext cx="360000" cy="360000"/>
            </a:xfrm>
            <a:prstGeom prst="rect">
              <a:avLst/>
            </a:prstGeom>
            <a:solidFill>
              <a:srgbClr val="CB2980"/>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29" name="Rectangle 28">
              <a:extLst>
                <a:ext uri="{FF2B5EF4-FFF2-40B4-BE49-F238E27FC236}">
                  <a16:creationId xmlns:a16="http://schemas.microsoft.com/office/drawing/2014/main" id="{47F07AFA-8569-4B3B-854A-60B26629D96D}"/>
                </a:ext>
              </a:extLst>
            </p:cNvPr>
            <p:cNvSpPr/>
            <p:nvPr userDrawn="1"/>
          </p:nvSpPr>
          <p:spPr>
            <a:xfrm>
              <a:off x="12355040" y="5428149"/>
              <a:ext cx="360000" cy="360000"/>
            </a:xfrm>
            <a:prstGeom prst="rect">
              <a:avLst/>
            </a:prstGeom>
            <a:solidFill>
              <a:srgbClr val="86086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30" name="Rectangle 29">
              <a:extLst>
                <a:ext uri="{FF2B5EF4-FFF2-40B4-BE49-F238E27FC236}">
                  <a16:creationId xmlns:a16="http://schemas.microsoft.com/office/drawing/2014/main" id="{8103554C-8B73-4C9A-AFFF-55D6E47A0E76}"/>
                </a:ext>
              </a:extLst>
            </p:cNvPr>
            <p:cNvSpPr/>
            <p:nvPr userDrawn="1"/>
          </p:nvSpPr>
          <p:spPr>
            <a:xfrm>
              <a:off x="12355040" y="4386048"/>
              <a:ext cx="360000" cy="360000"/>
            </a:xfrm>
            <a:prstGeom prst="rect">
              <a:avLst/>
            </a:prstGeom>
            <a:solidFill>
              <a:srgbClr val="4701A7"/>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
        <p:nvSpPr>
          <p:cNvPr id="32" name="Sous-titre 5">
            <a:extLst>
              <a:ext uri="{FF2B5EF4-FFF2-40B4-BE49-F238E27FC236}">
                <a16:creationId xmlns:a16="http://schemas.microsoft.com/office/drawing/2014/main" id="{58CE8892-8C1F-4145-A55A-8223972B3F0B}"/>
              </a:ext>
            </a:extLst>
          </p:cNvPr>
          <p:cNvSpPr txBox="1">
            <a:spLocks/>
          </p:cNvSpPr>
          <p:nvPr userDrawn="1"/>
        </p:nvSpPr>
        <p:spPr>
          <a:xfrm>
            <a:off x="786609" y="4401108"/>
            <a:ext cx="4049250" cy="1126046"/>
          </a:xfrm>
          <a:prstGeom prst="rect">
            <a:avLst/>
          </a:prstGeom>
        </p:spPr>
        <p:txBody>
          <a:bodyPr vert="horz" lIns="0" tIns="0" rIns="0" bIns="0" rtlCol="0">
            <a:normAutofit/>
          </a:bodyPr>
          <a:lst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endParaRPr lang="en-US" dirty="0"/>
          </a:p>
        </p:txBody>
      </p:sp>
      <p:sp>
        <p:nvSpPr>
          <p:cNvPr id="33" name="Titre 2">
            <a:extLst>
              <a:ext uri="{FF2B5EF4-FFF2-40B4-BE49-F238E27FC236}">
                <a16:creationId xmlns:a16="http://schemas.microsoft.com/office/drawing/2014/main" id="{A18F1493-7547-4920-B4A8-24AA9104040C}"/>
              </a:ext>
            </a:extLst>
          </p:cNvPr>
          <p:cNvSpPr txBox="1">
            <a:spLocks/>
          </p:cNvSpPr>
          <p:nvPr userDrawn="1"/>
        </p:nvSpPr>
        <p:spPr>
          <a:xfrm>
            <a:off x="767967" y="3068960"/>
            <a:ext cx="4067892" cy="1068388"/>
          </a:xfrm>
          <a:prstGeom prst="rect">
            <a:avLst/>
          </a:prstGeom>
        </p:spPr>
        <p:txBody>
          <a:bodyPr vert="horz" lIns="0" tIns="0" rIns="0" bIns="0" rtlCol="0" anchor="ctr">
            <a:noAutofit/>
          </a:bodyPr>
          <a:lst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a:lstStyle>
          <a:p>
            <a:pPr>
              <a:lnSpc>
                <a:spcPct val="100000"/>
              </a:lnSpc>
              <a:defRPr/>
            </a:pPr>
            <a:endParaRPr lang="fr-FR" dirty="0"/>
          </a:p>
        </p:txBody>
      </p:sp>
    </p:spTree>
    <p:extLst>
      <p:ext uri="{BB962C8B-B14F-4D97-AF65-F5344CB8AC3E}">
        <p14:creationId xmlns:p14="http://schemas.microsoft.com/office/powerpoint/2010/main" val="791402234"/>
      </p:ext>
    </p:extLst>
  </p:cSld>
  <p:clrMap bg1="lt1" tx1="dk1" bg2="lt2" tx2="dk2" accent1="accent1" accent2="accent2" accent3="accent3" accent4="accent4" accent5="accent5" accent6="accent6" hlink="hlink" folHlink="folHlink"/>
  <p:sldLayoutIdLst>
    <p:sldLayoutId id="2147483695" r:id="rId1"/>
    <p:sldLayoutId id="2147483696" r:id="rId2"/>
    <p:sldLayoutId id="2147483697" r:id="rId3"/>
    <p:sldLayoutId id="2147483698" r:id="rId4"/>
    <p:sldLayoutId id="2147483699" r:id="rId5"/>
    <p:sldLayoutId id="2147483700" r:id="rId6"/>
    <p:sldLayoutId id="2147483701" r:id="rId7"/>
    <p:sldLayoutId id="2147483702" r:id="rId8"/>
    <p:sldLayoutId id="2147483703" r:id="rId9"/>
    <p:sldLayoutId id="2147483705" r:id="rId10"/>
    <p:sldLayoutId id="2147483706" r:id="rId11"/>
    <p:sldLayoutId id="2147483708" r:id="rId12"/>
    <p:sldLayoutId id="2147483780" r:id="rId13"/>
    <p:sldLayoutId id="2147483792" r:id="rId14"/>
    <p:sldLayoutId id="2147483927" r:id="rId15"/>
    <p:sldLayoutId id="2147483988" r:id="rId16"/>
    <p:sldLayoutId id="2147483989" r:id="rId17"/>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9"/>
            </p:custDataLst>
            <p:extLst>
              <p:ext uri="{D42A27DB-BD31-4B8C-83A1-F6EECF244321}">
                <p14:modId xmlns:p14="http://schemas.microsoft.com/office/powerpoint/2010/main" val="3653837483"/>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0" imgW="270" imgH="270" progId="TCLayout.ActiveDocument.1">
                  <p:embed/>
                </p:oleObj>
              </mc:Choice>
              <mc:Fallback>
                <p:oleObj name="think-cell Slide" r:id="rId10" imgW="270" imgH="270" progId="TCLayout.ActiveDocument.1">
                  <p:embed/>
                  <p:pic>
                    <p:nvPicPr>
                      <p:cNvPr id="21" name="Object 20" hidden="1"/>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chorCtr="0">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1</a:t>
              </a:r>
            </a:p>
            <a:p>
              <a:pPr algn="ctr">
                <a:lnSpc>
                  <a:spcPct val="90000"/>
                </a:lnSpc>
                <a:spcAft>
                  <a:spcPts val="0"/>
                </a:spcAft>
              </a:pPr>
              <a:r>
                <a:rPr lang="en-GB" sz="700" dirty="0">
                  <a:latin typeface="Ubuntu" panose="020B0504030602030204" pitchFamily="34" charset="0"/>
                </a:rPr>
                <a:t>112</a:t>
              </a:r>
            </a:p>
            <a:p>
              <a:pPr algn="ctr">
                <a:lnSpc>
                  <a:spcPct val="90000"/>
                </a:lnSpc>
                <a:spcAft>
                  <a:spcPts val="0"/>
                </a:spcAft>
              </a:pPr>
              <a:r>
                <a:rPr lang="en-GB" sz="700" dirty="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18</a:t>
              </a:r>
            </a:p>
            <a:p>
              <a:pPr algn="ctr">
                <a:lnSpc>
                  <a:spcPct val="90000"/>
                </a:lnSpc>
                <a:spcAft>
                  <a:spcPts val="0"/>
                </a:spcAft>
              </a:pPr>
              <a:r>
                <a:rPr lang="en-GB" sz="700" dirty="0">
                  <a:solidFill>
                    <a:schemeClr val="tx1"/>
                  </a:solidFill>
                  <a:latin typeface="Ubuntu" panose="020B0504030602030204" pitchFamily="34" charset="0"/>
                </a:rPr>
                <a:t>171</a:t>
              </a:r>
            </a:p>
            <a:p>
              <a:pPr algn="ctr">
                <a:lnSpc>
                  <a:spcPct val="90000"/>
                </a:lnSpc>
                <a:spcAft>
                  <a:spcPts val="0"/>
                </a:spcAft>
              </a:pPr>
              <a:r>
                <a:rPr lang="en-GB" sz="700" dirty="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43</a:t>
              </a:r>
            </a:p>
            <a:p>
              <a:pPr algn="ctr">
                <a:lnSpc>
                  <a:spcPct val="90000"/>
                </a:lnSpc>
                <a:spcAft>
                  <a:spcPts val="0"/>
                </a:spcAft>
              </a:pPr>
              <a:r>
                <a:rPr lang="en-GB" sz="700" dirty="0">
                  <a:latin typeface="Ubuntu" panose="020B0504030602030204" pitchFamily="34" charset="0"/>
                </a:rPr>
                <a:t>10</a:t>
              </a:r>
            </a:p>
            <a:p>
              <a:pPr algn="ctr">
                <a:lnSpc>
                  <a:spcPct val="90000"/>
                </a:lnSpc>
                <a:spcAft>
                  <a:spcPts val="0"/>
                </a:spcAft>
              </a:pPr>
              <a:r>
                <a:rPr lang="en-GB" sz="700" dirty="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39</a:t>
              </a:r>
            </a:p>
            <a:p>
              <a:pPr algn="ctr">
                <a:lnSpc>
                  <a:spcPct val="90000"/>
                </a:lnSpc>
                <a:spcAft>
                  <a:spcPts val="0"/>
                </a:spcAft>
              </a:pPr>
              <a:r>
                <a:rPr lang="en-GB" sz="700" dirty="0">
                  <a:latin typeface="Ubuntu" panose="020B0504030602030204" pitchFamily="34" charset="0"/>
                </a:rPr>
                <a:t>41</a:t>
              </a:r>
            </a:p>
            <a:p>
              <a:pPr algn="ctr">
                <a:lnSpc>
                  <a:spcPct val="90000"/>
                </a:lnSpc>
                <a:spcAft>
                  <a:spcPts val="0"/>
                </a:spcAft>
              </a:pPr>
              <a:r>
                <a:rPr lang="en-GB" sz="700" dirty="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142</a:t>
              </a:r>
            </a:p>
            <a:p>
              <a:pPr algn="ctr">
                <a:lnSpc>
                  <a:spcPct val="90000"/>
                </a:lnSpc>
                <a:spcAft>
                  <a:spcPts val="0"/>
                </a:spcAft>
              </a:pPr>
              <a:r>
                <a:rPr lang="en-US" sz="700" dirty="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156</a:t>
              </a:r>
            </a:p>
            <a:p>
              <a:pPr algn="ctr">
                <a:lnSpc>
                  <a:spcPct val="90000"/>
                </a:lnSpc>
                <a:spcAft>
                  <a:spcPts val="0"/>
                </a:spcAft>
              </a:pPr>
              <a:r>
                <a:rPr lang="en-US" sz="700" dirty="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178</a:t>
              </a:r>
            </a:p>
            <a:p>
              <a:pPr algn="ctr">
                <a:lnSpc>
                  <a:spcPct val="90000"/>
                </a:lnSpc>
                <a:spcAft>
                  <a:spcPts val="0"/>
                </a:spcAft>
              </a:pPr>
              <a:r>
                <a:rPr lang="en-US" sz="700" dirty="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208</a:t>
              </a:r>
            </a:p>
            <a:p>
              <a:pPr algn="ctr">
                <a:lnSpc>
                  <a:spcPct val="90000"/>
                </a:lnSpc>
                <a:spcAft>
                  <a:spcPts val="0"/>
                </a:spcAft>
              </a:pPr>
              <a:r>
                <a:rPr lang="en-US" sz="700" dirty="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218</a:t>
              </a:r>
            </a:p>
            <a:p>
              <a:pPr algn="ctr">
                <a:lnSpc>
                  <a:spcPct val="90000"/>
                </a:lnSpc>
                <a:spcAft>
                  <a:spcPts val="0"/>
                </a:spcAft>
              </a:pPr>
              <a:r>
                <a:rPr lang="en-US" sz="700" dirty="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66</a:t>
              </a:r>
            </a:p>
            <a:p>
              <a:pPr algn="ctr">
                <a:lnSpc>
                  <a:spcPct val="90000"/>
                </a:lnSpc>
                <a:spcAft>
                  <a:spcPts val="0"/>
                </a:spcAft>
              </a:pPr>
              <a:r>
                <a:rPr lang="en-US" sz="700" dirty="0">
                  <a:solidFill>
                    <a:schemeClr val="bg1"/>
                  </a:solidFill>
                  <a:latin typeface="Ubuntu" panose="020B0504030602030204" pitchFamily="34" charset="0"/>
                </a:rPr>
                <a:t>20</a:t>
              </a:r>
            </a:p>
            <a:p>
              <a:pPr algn="ctr">
                <a:lnSpc>
                  <a:spcPct val="90000"/>
                </a:lnSpc>
                <a:spcAft>
                  <a:spcPts val="0"/>
                </a:spcAft>
              </a:pPr>
              <a:r>
                <a:rPr lang="en-US" sz="700" dirty="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89</a:t>
              </a:r>
            </a:p>
            <a:p>
              <a:pPr algn="ctr">
                <a:lnSpc>
                  <a:spcPct val="90000"/>
                </a:lnSpc>
                <a:spcAft>
                  <a:spcPts val="0"/>
                </a:spcAft>
              </a:pPr>
              <a:r>
                <a:rPr lang="en-US" sz="700" dirty="0">
                  <a:solidFill>
                    <a:schemeClr val="bg1"/>
                  </a:solidFill>
                  <a:latin typeface="Ubuntu" panose="020B0504030602030204" pitchFamily="34" charset="0"/>
                </a:rPr>
                <a:t>10</a:t>
              </a:r>
            </a:p>
            <a:p>
              <a:pPr algn="ctr">
                <a:lnSpc>
                  <a:spcPct val="90000"/>
                </a:lnSpc>
                <a:spcAft>
                  <a:spcPts val="0"/>
                </a:spcAft>
              </a:pPr>
              <a:r>
                <a:rPr lang="en-US" sz="700" dirty="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117</a:t>
              </a:r>
            </a:p>
            <a:p>
              <a:pPr algn="ctr">
                <a:lnSpc>
                  <a:spcPct val="90000"/>
                </a:lnSpc>
                <a:spcAft>
                  <a:spcPts val="0"/>
                </a:spcAft>
              </a:pPr>
              <a:r>
                <a:rPr lang="en-US" sz="700" dirty="0">
                  <a:solidFill>
                    <a:schemeClr val="bg1"/>
                  </a:solidFill>
                  <a:latin typeface="Ubuntu" panose="020B0504030602030204" pitchFamily="34" charset="0"/>
                </a:rPr>
                <a:t>13</a:t>
              </a:r>
            </a:p>
            <a:p>
              <a:pPr algn="ctr">
                <a:lnSpc>
                  <a:spcPct val="90000"/>
                </a:lnSpc>
                <a:spcAft>
                  <a:spcPts val="0"/>
                </a:spcAft>
              </a:pPr>
              <a:r>
                <a:rPr lang="en-US" sz="700" dirty="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128</a:t>
              </a:r>
            </a:p>
            <a:p>
              <a:pPr algn="ctr">
                <a:lnSpc>
                  <a:spcPct val="90000"/>
                </a:lnSpc>
                <a:spcAft>
                  <a:spcPts val="0"/>
                </a:spcAft>
              </a:pPr>
              <a:r>
                <a:rPr lang="en-US" sz="700" dirty="0">
                  <a:solidFill>
                    <a:schemeClr val="bg1"/>
                  </a:solidFill>
                  <a:latin typeface="Ubuntu" panose="020B0504030602030204" pitchFamily="34" charset="0"/>
                </a:rPr>
                <a:t>43</a:t>
              </a:r>
            </a:p>
            <a:p>
              <a:pPr algn="ctr">
                <a:lnSpc>
                  <a:spcPct val="90000"/>
                </a:lnSpc>
                <a:spcAft>
                  <a:spcPts val="0"/>
                </a:spcAft>
              </a:pPr>
              <a:r>
                <a:rPr lang="en-US" sz="700" dirty="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158</a:t>
              </a:r>
            </a:p>
            <a:p>
              <a:pPr algn="ctr">
                <a:lnSpc>
                  <a:spcPct val="90000"/>
                </a:lnSpc>
                <a:spcAft>
                  <a:spcPts val="0"/>
                </a:spcAft>
              </a:pPr>
              <a:r>
                <a:rPr lang="en-US" sz="700" dirty="0">
                  <a:solidFill>
                    <a:schemeClr val="bg1"/>
                  </a:solidFill>
                  <a:latin typeface="Ubuntu" panose="020B0504030602030204" pitchFamily="34" charset="0"/>
                </a:rPr>
                <a:t>71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166</a:t>
              </a:r>
            </a:p>
            <a:p>
              <a:pPr algn="ctr">
                <a:lnSpc>
                  <a:spcPct val="90000"/>
                </a:lnSpc>
                <a:spcAft>
                  <a:spcPts val="0"/>
                </a:spcAft>
              </a:pPr>
              <a:r>
                <a:rPr lang="en-US" sz="700" dirty="0">
                  <a:solidFill>
                    <a:schemeClr val="bg1"/>
                  </a:solidFill>
                  <a:latin typeface="Ubuntu" panose="020B0504030602030204" pitchFamily="34" charset="0"/>
                </a:rPr>
                <a:t>0</a:t>
              </a:r>
            </a:p>
            <a:p>
              <a:pPr algn="ctr">
                <a:lnSpc>
                  <a:spcPct val="90000"/>
                </a:lnSpc>
                <a:spcAft>
                  <a:spcPts val="0"/>
                </a:spcAft>
              </a:pPr>
              <a:r>
                <a:rPr lang="en-US" sz="700" dirty="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227</a:t>
              </a:r>
            </a:p>
            <a:p>
              <a:pPr algn="ctr">
                <a:lnSpc>
                  <a:spcPct val="90000"/>
                </a:lnSpc>
                <a:spcAft>
                  <a:spcPts val="0"/>
                </a:spcAft>
              </a:pPr>
              <a:r>
                <a:rPr lang="en-US" sz="700" dirty="0">
                  <a:solidFill>
                    <a:schemeClr val="bg1"/>
                  </a:solidFill>
                  <a:latin typeface="Ubuntu" panose="020B0504030602030204" pitchFamily="34" charset="0"/>
                </a:rPr>
                <a:t>03</a:t>
              </a:r>
            </a:p>
            <a:p>
              <a:pPr algn="ctr">
                <a:lnSpc>
                  <a:spcPct val="90000"/>
                </a:lnSpc>
                <a:spcAft>
                  <a:spcPts val="0"/>
                </a:spcAft>
              </a:pPr>
              <a:r>
                <a:rPr lang="en-US" sz="700" dirty="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48</a:t>
              </a:r>
            </a:p>
            <a:p>
              <a:pPr algn="ctr">
                <a:lnSpc>
                  <a:spcPct val="90000"/>
                </a:lnSpc>
                <a:spcAft>
                  <a:spcPts val="0"/>
                </a:spcAft>
              </a:pPr>
              <a:r>
                <a:rPr lang="en-US" sz="700" dirty="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69</a:t>
              </a:r>
            </a:p>
            <a:p>
              <a:pPr algn="ctr">
                <a:lnSpc>
                  <a:spcPct val="90000"/>
                </a:lnSpc>
                <a:spcAft>
                  <a:spcPts val="0"/>
                </a:spcAft>
              </a:pPr>
              <a:r>
                <a:rPr lang="en-US" sz="700" dirty="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129</a:t>
              </a:r>
            </a:p>
            <a:p>
              <a:pPr algn="ctr">
                <a:lnSpc>
                  <a:spcPct val="90000"/>
                </a:lnSpc>
                <a:spcAft>
                  <a:spcPts val="0"/>
                </a:spcAft>
              </a:pPr>
              <a:r>
                <a:rPr lang="en-US" sz="700" dirty="0">
                  <a:solidFill>
                    <a:schemeClr val="bg1"/>
                  </a:solidFill>
                  <a:latin typeface="Ubuntu" panose="020B0504030602030204" pitchFamily="34" charset="0"/>
                </a:rPr>
                <a:t>27</a:t>
              </a:r>
            </a:p>
            <a:p>
              <a:pPr algn="ctr">
                <a:lnSpc>
                  <a:spcPct val="90000"/>
                </a:lnSpc>
                <a:spcAft>
                  <a:spcPts val="0"/>
                </a:spcAft>
              </a:pPr>
              <a:r>
                <a:rPr lang="en-US" sz="700" dirty="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161</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186</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209</a:t>
              </a:r>
            </a:p>
            <a:p>
              <a:pPr algn="ctr">
                <a:lnSpc>
                  <a:spcPct val="90000"/>
                </a:lnSpc>
                <a:spcAft>
                  <a:spcPts val="0"/>
                </a:spcAft>
              </a:pPr>
              <a:r>
                <a:rPr lang="en-US" sz="700" dirty="0">
                  <a:latin typeface="Ubuntu" panose="020B0504030602030204" pitchFamily="34" charset="0"/>
                </a:rPr>
                <a:t>58</a:t>
              </a:r>
            </a:p>
            <a:p>
              <a:pPr algn="ctr">
                <a:lnSpc>
                  <a:spcPct val="90000"/>
                </a:lnSpc>
                <a:spcAft>
                  <a:spcPts val="0"/>
                </a:spcAft>
              </a:pPr>
              <a:r>
                <a:rPr lang="en-US" sz="700" dirty="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229</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dirty="0">
                <a:latin typeface="Ubuntu" panose="020B0504030602030204" pitchFamily="34" charset="0"/>
              </a:rPr>
              <a:t>Security Classification:</a:t>
            </a:r>
          </a:p>
          <a:p>
            <a:r>
              <a:rPr lang="en-GB" sz="800" dirty="0">
                <a:latin typeface="Ubuntu" panose="020B0504030602030204" pitchFamily="34" charset="0"/>
              </a:rPr>
              <a:t>SEC0: Public</a:t>
            </a:r>
          </a:p>
          <a:p>
            <a:r>
              <a:rPr lang="en-GB" sz="800" dirty="0">
                <a:latin typeface="Ubuntu" panose="020B0504030602030204" pitchFamily="34" charset="0"/>
              </a:rPr>
              <a:t>SEC1: Company Confidential</a:t>
            </a:r>
          </a:p>
          <a:p>
            <a:r>
              <a:rPr lang="en-GB" sz="800" dirty="0">
                <a:latin typeface="Ubuntu" panose="020B0504030602030204" pitchFamily="34" charset="0"/>
              </a:rPr>
              <a:t>SEC2: Company Restricted / Customer restricted</a:t>
            </a:r>
          </a:p>
          <a:p>
            <a:r>
              <a:rPr lang="en-GB" sz="800" dirty="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67</a:t>
              </a:r>
            </a:p>
            <a:p>
              <a:pPr algn="ctr">
                <a:lnSpc>
                  <a:spcPct val="90000"/>
                </a:lnSpc>
                <a:spcAft>
                  <a:spcPts val="0"/>
                </a:spcAft>
              </a:pPr>
              <a:r>
                <a:rPr lang="en-US" sz="700" b="0" dirty="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106</a:t>
              </a:r>
            </a:p>
            <a:p>
              <a:pPr algn="ctr">
                <a:lnSpc>
                  <a:spcPct val="90000"/>
                </a:lnSpc>
                <a:spcAft>
                  <a:spcPts val="0"/>
                </a:spcAft>
              </a:pPr>
              <a:r>
                <a:rPr lang="en-US" sz="700" b="0" dirty="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135</a:t>
              </a:r>
            </a:p>
            <a:p>
              <a:pPr algn="ctr">
                <a:lnSpc>
                  <a:spcPct val="90000"/>
                </a:lnSpc>
                <a:spcAft>
                  <a:spcPts val="0"/>
                </a:spcAft>
              </a:pPr>
              <a:r>
                <a:rPr lang="en-US" sz="700" b="0" dirty="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178</a:t>
              </a:r>
            </a:p>
            <a:p>
              <a:pPr algn="ctr">
                <a:lnSpc>
                  <a:spcPct val="90000"/>
                </a:lnSpc>
                <a:spcAft>
                  <a:spcPts val="0"/>
                </a:spcAft>
              </a:pPr>
              <a:r>
                <a:rPr lang="en-US" sz="700" b="0" dirty="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244</a:t>
              </a:r>
            </a:p>
            <a:p>
              <a:pPr algn="ctr">
                <a:lnSpc>
                  <a:spcPct val="90000"/>
                </a:lnSpc>
                <a:spcAft>
                  <a:spcPts val="0"/>
                </a:spcAft>
              </a:pPr>
              <a:r>
                <a:rPr lang="en-US" sz="700" b="0" dirty="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140</a:t>
              </a:r>
            </a:p>
            <a:p>
              <a:pPr algn="ctr">
                <a:lnSpc>
                  <a:spcPct val="90000"/>
                </a:lnSpc>
                <a:spcAft>
                  <a:spcPts val="0"/>
                </a:spcAft>
              </a:pPr>
              <a:r>
                <a:rPr lang="en-US" sz="700" b="0" dirty="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46</a:t>
              </a:r>
            </a:p>
            <a:p>
              <a:pPr algn="ctr">
                <a:lnSpc>
                  <a:spcPct val="90000"/>
                </a:lnSpc>
                <a:spcAft>
                  <a:spcPts val="0"/>
                </a:spcAft>
              </a:pPr>
              <a:r>
                <a:rPr lang="en-US" sz="700" b="0" dirty="0">
                  <a:latin typeface="Ubuntu" panose="020B0504030602030204" pitchFamily="34" charset="0"/>
                </a:rPr>
                <a:t>166</a:t>
              </a:r>
            </a:p>
            <a:p>
              <a:pPr algn="ctr">
                <a:lnSpc>
                  <a:spcPct val="90000"/>
                </a:lnSpc>
                <a:spcAft>
                  <a:spcPts val="0"/>
                </a:spcAft>
              </a:pPr>
              <a:r>
                <a:rPr lang="en-US" sz="700" b="0" dirty="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51</a:t>
              </a:r>
            </a:p>
            <a:p>
              <a:pPr algn="ctr">
                <a:lnSpc>
                  <a:spcPct val="90000"/>
                </a:lnSpc>
                <a:spcAft>
                  <a:spcPts val="0"/>
                </a:spcAft>
              </a:pPr>
              <a:r>
                <a:rPr lang="en-US" sz="700" b="0" dirty="0">
                  <a:latin typeface="Ubuntu" panose="020B0504030602030204" pitchFamily="34" charset="0"/>
                </a:rPr>
                <a:t>181</a:t>
              </a:r>
            </a:p>
            <a:p>
              <a:pPr algn="ctr">
                <a:lnSpc>
                  <a:spcPct val="90000"/>
                </a:lnSpc>
                <a:spcAft>
                  <a:spcPts val="0"/>
                </a:spcAft>
              </a:pPr>
              <a:r>
                <a:rPr lang="en-US" sz="700" b="0" dirty="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dirty="0">
                <a:latin typeface="Ubuntu" panose="020B0504030602030204" pitchFamily="34" charset="0"/>
              </a:endParaRPr>
            </a:p>
            <a:p>
              <a:pPr algn="ctr">
                <a:lnSpc>
                  <a:spcPct val="90000"/>
                </a:lnSpc>
                <a:spcAft>
                  <a:spcPts val="0"/>
                </a:spcAft>
              </a:pPr>
              <a:r>
                <a:rPr lang="en-US" sz="700" b="0" dirty="0">
                  <a:latin typeface="Ubuntu" panose="020B0504030602030204" pitchFamily="34" charset="0"/>
                </a:rPr>
                <a:t>87</a:t>
              </a:r>
            </a:p>
            <a:p>
              <a:pPr algn="ctr">
                <a:lnSpc>
                  <a:spcPct val="90000"/>
                </a:lnSpc>
                <a:spcAft>
                  <a:spcPts val="0"/>
                </a:spcAft>
              </a:pPr>
              <a:r>
                <a:rPr lang="en-US" sz="700" b="0" dirty="0">
                  <a:latin typeface="Ubuntu" panose="020B0504030602030204" pitchFamily="34" charset="0"/>
                </a:rPr>
                <a:t>207</a:t>
              </a:r>
            </a:p>
            <a:p>
              <a:pPr algn="ctr">
                <a:lnSpc>
                  <a:spcPct val="90000"/>
                </a:lnSpc>
                <a:spcAft>
                  <a:spcPts val="0"/>
                </a:spcAft>
              </a:pPr>
              <a:r>
                <a:rPr lang="en-US" sz="700" b="0" dirty="0">
                  <a:latin typeface="Ubuntu" panose="020B0504030602030204" pitchFamily="34" charset="0"/>
                </a:rPr>
                <a:t>128</a:t>
              </a:r>
            </a:p>
            <a:p>
              <a:pPr algn="ctr">
                <a:lnSpc>
                  <a:spcPct val="90000"/>
                </a:lnSpc>
                <a:spcAft>
                  <a:spcPts val="0"/>
                </a:spcAft>
              </a:pPr>
              <a:endParaRPr lang="en-US" sz="700" b="0" dirty="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33</a:t>
              </a:r>
            </a:p>
            <a:p>
              <a:pPr algn="ctr">
                <a:lnSpc>
                  <a:spcPct val="90000"/>
                </a:lnSpc>
                <a:spcAft>
                  <a:spcPts val="0"/>
                </a:spcAft>
              </a:pPr>
              <a:r>
                <a:rPr lang="en-US" sz="700" b="0" dirty="0">
                  <a:solidFill>
                    <a:schemeClr val="bg1"/>
                  </a:solidFill>
                  <a:latin typeface="Ubuntu" panose="020B0504030602030204" pitchFamily="34" charset="0"/>
                </a:rPr>
                <a:t>69</a:t>
              </a:r>
            </a:p>
            <a:p>
              <a:pPr algn="ctr">
                <a:lnSpc>
                  <a:spcPct val="90000"/>
                </a:lnSpc>
                <a:spcAft>
                  <a:spcPts val="0"/>
                </a:spcAft>
              </a:pPr>
              <a:r>
                <a:rPr lang="en-US" sz="700" b="0" dirty="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20</a:t>
              </a:r>
            </a:p>
            <a:p>
              <a:pPr algn="ctr">
                <a:lnSpc>
                  <a:spcPct val="90000"/>
                </a:lnSpc>
                <a:spcAft>
                  <a:spcPts val="0"/>
                </a:spcAft>
              </a:pPr>
              <a:r>
                <a:rPr lang="en-US" sz="700" b="0" dirty="0">
                  <a:solidFill>
                    <a:schemeClr val="bg1"/>
                  </a:solidFill>
                  <a:latin typeface="Ubuntu" panose="020B0504030602030204" pitchFamily="34" charset="0"/>
                </a:rPr>
                <a:t>89</a:t>
              </a:r>
            </a:p>
            <a:p>
              <a:pPr algn="ctr">
                <a:lnSpc>
                  <a:spcPct val="90000"/>
                </a:lnSpc>
                <a:spcAft>
                  <a:spcPts val="0"/>
                </a:spcAft>
              </a:pPr>
              <a:r>
                <a:rPr lang="en-US" sz="700" b="0" dirty="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107</a:t>
              </a:r>
            </a:p>
            <a:p>
              <a:pPr algn="ctr">
                <a:lnSpc>
                  <a:spcPct val="90000"/>
                </a:lnSpc>
                <a:spcAft>
                  <a:spcPts val="0"/>
                </a:spcAft>
              </a:pPr>
              <a:r>
                <a:rPr lang="en-US" sz="700" b="0" dirty="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125</a:t>
              </a:r>
            </a:p>
            <a:p>
              <a:pPr algn="ctr">
                <a:lnSpc>
                  <a:spcPct val="90000"/>
                </a:lnSpc>
                <a:spcAft>
                  <a:spcPts val="0"/>
                </a:spcAft>
              </a:pPr>
              <a:r>
                <a:rPr lang="en-US" sz="700" b="0" dirty="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146</a:t>
              </a:r>
            </a:p>
            <a:p>
              <a:pPr algn="ctr">
                <a:lnSpc>
                  <a:spcPct val="90000"/>
                </a:lnSpc>
                <a:spcAft>
                  <a:spcPts val="0"/>
                </a:spcAft>
              </a:pPr>
              <a:r>
                <a:rPr lang="en-US" sz="700" b="0" dirty="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191</a:t>
              </a:r>
            </a:p>
            <a:p>
              <a:pPr algn="ctr">
                <a:lnSpc>
                  <a:spcPct val="90000"/>
                </a:lnSpc>
                <a:spcAft>
                  <a:spcPts val="0"/>
                </a:spcAft>
              </a:pPr>
              <a:r>
                <a:rPr lang="en-US" sz="700" b="0" dirty="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213</a:t>
              </a:r>
            </a:p>
            <a:p>
              <a:pPr algn="ctr">
                <a:lnSpc>
                  <a:spcPct val="90000"/>
                </a:lnSpc>
                <a:spcAft>
                  <a:spcPts val="0"/>
                </a:spcAft>
              </a:pPr>
              <a:r>
                <a:rPr lang="en-US" sz="700" b="0" dirty="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230</a:t>
              </a:r>
            </a:p>
            <a:p>
              <a:pPr algn="ctr">
                <a:lnSpc>
                  <a:spcPct val="90000"/>
                </a:lnSpc>
                <a:spcAft>
                  <a:spcPts val="0"/>
                </a:spcAft>
              </a:pPr>
              <a:r>
                <a:rPr lang="en-US" sz="700" b="0" dirty="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rgbClr val="A6A6A6"/>
                </a:solidFill>
                <a:latin typeface="Ubuntu" panose="020B0504030602030204" pitchFamily="34" charset="0"/>
                <a:cs typeface="Arial" panose="020B0604020202020204" pitchFamily="34" charset="0"/>
              </a:rPr>
              <a:t>M&amp;E Overview | September 2021</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dirty="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859412405"/>
      </p:ext>
    </p:extLst>
  </p:cSld>
  <p:clrMap bg1="lt1" tx1="dk1" bg2="lt2" tx2="dk2" accent1="accent1" accent2="accent2" accent3="accent3" accent4="accent4" accent5="accent5" accent6="accent6" hlink="hlink" folHlink="folHlink"/>
  <p:sldLayoutIdLst>
    <p:sldLayoutId id="2147483711" r:id="rId1"/>
    <p:sldLayoutId id="2147483712" r:id="rId2"/>
    <p:sldLayoutId id="2147483713" r:id="rId3"/>
    <p:sldLayoutId id="2147483714" r:id="rId4"/>
    <p:sldLayoutId id="2147483715" r:id="rId5"/>
    <p:sldLayoutId id="2147483716" r:id="rId6"/>
    <p:sldLayoutId id="2147483717" r:id="rId7"/>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4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768">
          <p15:clr>
            <a:srgbClr val="F26B43"/>
          </p15:clr>
        </p15:guide>
        <p15:guide id="6" orient="horz" pos="245">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Pr>
        <a:solidFill>
          <a:srgbClr val="003856"/>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7"/>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8" imgW="270" imgH="270" progId="TCLayout.ActiveDocument.1">
                  <p:embed/>
                </p:oleObj>
              </mc:Choice>
              <mc:Fallback>
                <p:oleObj name="think-cell Slide" r:id="rId28" imgW="270" imgH="270" progId="TCLayout.ActiveDocument.1">
                  <p:embed/>
                  <p:pic>
                    <p:nvPicPr>
                      <p:cNvPr id="21" name="Object 20" hidden="1"/>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2" name="Groupe 1"/>
          <p:cNvGrpSpPr/>
          <p:nvPr userDrawn="1"/>
        </p:nvGrpSpPr>
        <p:grpSpPr>
          <a:xfrm>
            <a:off x="11501102" y="171573"/>
            <a:ext cx="419436" cy="388988"/>
            <a:chOff x="11501102" y="171573"/>
            <a:chExt cx="419436" cy="388988"/>
          </a:xfrm>
        </p:grpSpPr>
        <p:sp>
          <p:nvSpPr>
            <p:cNvPr id="4109" name="Freeform 13"/>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4110" name="Freeform 14"/>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7" name="Retângulo 43">
            <a:extLst>
              <a:ext uri="{FF2B5EF4-FFF2-40B4-BE49-F238E27FC236}">
                <a16:creationId xmlns:a16="http://schemas.microsoft.com/office/drawing/2014/main" id="{25FC8637-25BD-4C09-AF25-56B4243DAB3D}"/>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solidFill>
                  <a:schemeClr val="bg1">
                    <a:lumMod val="65000"/>
                  </a:schemeClr>
                </a:solidFill>
              </a:rPr>
              <a:t>© Capgemini 2020. All rights reserved </a:t>
            </a:r>
            <a:r>
              <a:rPr lang="en-US" dirty="0">
                <a:solidFill>
                  <a:schemeClr val="accent2"/>
                </a:solidFill>
              </a:rPr>
              <a:t>|</a:t>
            </a:r>
          </a:p>
        </p:txBody>
      </p:sp>
      <p:sp>
        <p:nvSpPr>
          <p:cNvPr id="8" name="Text Placeholder 7">
            <a:extLst>
              <a:ext uri="{FF2B5EF4-FFF2-40B4-BE49-F238E27FC236}">
                <a16:creationId xmlns:a16="http://schemas.microsoft.com/office/drawing/2014/main" id="{E824319D-02CC-441E-87B5-E9D15DE8CA35}"/>
              </a:ext>
            </a:extLst>
          </p:cNvPr>
          <p:cNvSpPr txBox="1">
            <a:spLocks/>
          </p:cNvSpPr>
          <p:nvPr userDrawn="1"/>
        </p:nvSpPr>
        <p:spPr>
          <a:xfrm>
            <a:off x="227348" y="6650661"/>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US" dirty="0">
                <a:solidFill>
                  <a:schemeClr val="bg1">
                    <a:lumMod val="65000"/>
                  </a:schemeClr>
                </a:solidFill>
              </a:rPr>
              <a:t>An overview of media capabilities </a:t>
            </a:r>
          </a:p>
        </p:txBody>
      </p:sp>
      <p:sp>
        <p:nvSpPr>
          <p:cNvPr id="4" name="Espace réservé du texte 3"/>
          <p:cNvSpPr>
            <a:spLocks noGrp="1"/>
          </p:cNvSpPr>
          <p:nvPr userDrawn="1">
            <p:ph type="body" idx="1"/>
          </p:nvPr>
        </p:nvSpPr>
        <p:spPr>
          <a:xfrm>
            <a:off x="227348" y="1815352"/>
            <a:ext cx="11700000" cy="4466201"/>
          </a:xfrm>
          <a:prstGeom prst="rect">
            <a:avLst/>
          </a:prstGeom>
        </p:spPr>
        <p:txBody>
          <a:bodyPr vert="horz" lIns="0" tIns="0" rIns="0" bIns="0" rtlCol="0">
            <a:normAutofit/>
          </a:bodyPr>
          <a:lstStyle/>
          <a:p>
            <a:pPr lvl="0"/>
            <a:r>
              <a:rPr lang="fr-FR"/>
              <a:t>Modifiez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Espace réservé du titre 8"/>
          <p:cNvSpPr>
            <a:spLocks noGrp="1"/>
          </p:cNvSpPr>
          <p:nvPr>
            <p:ph type="title"/>
          </p:nvPr>
        </p:nvSpPr>
        <p:spPr>
          <a:xfrm>
            <a:off x="227349" y="0"/>
            <a:ext cx="11125236" cy="1104900"/>
          </a:xfrm>
          <a:prstGeom prst="rect">
            <a:avLst/>
          </a:prstGeom>
        </p:spPr>
        <p:txBody>
          <a:bodyPr vert="horz" lIns="0" tIns="0" rIns="0" bIns="0" rtlCol="0" anchor="ctr">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spTree>
    <p:extLst>
      <p:ext uri="{BB962C8B-B14F-4D97-AF65-F5344CB8AC3E}">
        <p14:creationId xmlns:p14="http://schemas.microsoft.com/office/powerpoint/2010/main" val="1064278649"/>
      </p:ext>
    </p:extLst>
  </p:cSld>
  <p:clrMap bg1="lt1" tx1="dk1" bg2="lt2" tx2="dk2" accent1="accent1" accent2="accent2" accent3="accent3" accent4="accent4" accent5="accent5" accent6="accent6" hlink="hlink" folHlink="folHlink"/>
  <p:sldLayoutIdLst>
    <p:sldLayoutId id="2147483719" r:id="rId1"/>
    <p:sldLayoutId id="2147483720" r:id="rId2"/>
    <p:sldLayoutId id="2147483721" r:id="rId3"/>
    <p:sldLayoutId id="2147483722" r:id="rId4"/>
    <p:sldLayoutId id="2147483723" r:id="rId5"/>
    <p:sldLayoutId id="2147483724" r:id="rId6"/>
    <p:sldLayoutId id="2147483725" r:id="rId7"/>
    <p:sldLayoutId id="2147483726" r:id="rId8"/>
    <p:sldLayoutId id="2147483727" r:id="rId9"/>
    <p:sldLayoutId id="2147483728" r:id="rId10"/>
    <p:sldLayoutId id="2147483729" r:id="rId11"/>
    <p:sldLayoutId id="2147483730" r:id="rId12"/>
    <p:sldLayoutId id="2147483731" r:id="rId13"/>
    <p:sldLayoutId id="2147483732" r:id="rId14"/>
    <p:sldLayoutId id="2147483733" r:id="rId15"/>
    <p:sldLayoutId id="2147483734" r:id="rId16"/>
    <p:sldLayoutId id="2147483735" r:id="rId17"/>
    <p:sldLayoutId id="2147483736" r:id="rId18"/>
    <p:sldLayoutId id="2147483737" r:id="rId19"/>
    <p:sldLayoutId id="2147483738" r:id="rId20"/>
    <p:sldLayoutId id="2147483739" r:id="rId21"/>
    <p:sldLayoutId id="2147483740" r:id="rId22"/>
    <p:sldLayoutId id="2147483741" r:id="rId23"/>
    <p:sldLayoutId id="2147483742" r:id="rId24"/>
    <p:sldLayoutId id="2147483743" r:id="rId25"/>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700" b="0" i="0" u="none" strike="noStrike" kern="1200" cap="none" spc="0" normalizeH="0" baseline="0" noProof="0" dirty="0">
          <a:ln>
            <a:noFill/>
          </a:ln>
          <a:solidFill>
            <a:schemeClr val="bg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2"/>
            </p:custDataLst>
            <p:extLst>
              <p:ext uri="{D42A27DB-BD31-4B8C-83A1-F6EECF244321}">
                <p14:modId xmlns:p14="http://schemas.microsoft.com/office/powerpoint/2010/main" val="3772983458"/>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3" imgW="270" imgH="270" progId="TCLayout.ActiveDocument.1">
                  <p:embed/>
                </p:oleObj>
              </mc:Choice>
              <mc:Fallback>
                <p:oleObj name="think-cell Slide" r:id="rId23" imgW="270" imgH="270" progId="TCLayout.ActiveDocument.1">
                  <p:embed/>
                  <p:pic>
                    <p:nvPicPr>
                      <p:cNvPr id="21" name="Object 20" hidden="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TITLE</a:t>
            </a:r>
            <a:endParaRPr lang="en-US" dirty="0"/>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1</a:t>
              </a:r>
            </a:p>
            <a:p>
              <a:pPr algn="ctr">
                <a:lnSpc>
                  <a:spcPct val="90000"/>
                </a:lnSpc>
                <a:spcAft>
                  <a:spcPts val="0"/>
                </a:spcAft>
              </a:pPr>
              <a:r>
                <a:rPr lang="en-GB" sz="700" dirty="0">
                  <a:latin typeface="Ubuntu" panose="020B0504030602030204" pitchFamily="34" charset="0"/>
                </a:rPr>
                <a:t>112</a:t>
              </a:r>
            </a:p>
            <a:p>
              <a:pPr algn="ctr">
                <a:lnSpc>
                  <a:spcPct val="90000"/>
                </a:lnSpc>
                <a:spcAft>
                  <a:spcPts val="0"/>
                </a:spcAft>
              </a:pPr>
              <a:r>
                <a:rPr lang="en-GB" sz="700" dirty="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18</a:t>
              </a:r>
            </a:p>
            <a:p>
              <a:pPr algn="ctr">
                <a:lnSpc>
                  <a:spcPct val="90000"/>
                </a:lnSpc>
                <a:spcAft>
                  <a:spcPts val="0"/>
                </a:spcAft>
              </a:pPr>
              <a:r>
                <a:rPr lang="en-GB" sz="700" dirty="0">
                  <a:solidFill>
                    <a:schemeClr val="tx1"/>
                  </a:solidFill>
                  <a:latin typeface="Ubuntu" panose="020B0504030602030204" pitchFamily="34" charset="0"/>
                </a:rPr>
                <a:t>171</a:t>
              </a:r>
            </a:p>
            <a:p>
              <a:pPr algn="ctr">
                <a:lnSpc>
                  <a:spcPct val="90000"/>
                </a:lnSpc>
                <a:spcAft>
                  <a:spcPts val="0"/>
                </a:spcAft>
              </a:pPr>
              <a:r>
                <a:rPr lang="en-GB" sz="700" dirty="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43</a:t>
              </a:r>
            </a:p>
            <a:p>
              <a:pPr algn="ctr">
                <a:lnSpc>
                  <a:spcPct val="90000"/>
                </a:lnSpc>
                <a:spcAft>
                  <a:spcPts val="0"/>
                </a:spcAft>
              </a:pPr>
              <a:r>
                <a:rPr lang="en-GB" sz="700" dirty="0">
                  <a:latin typeface="Ubuntu" panose="020B0504030602030204" pitchFamily="34" charset="0"/>
                </a:rPr>
                <a:t>10</a:t>
              </a:r>
            </a:p>
            <a:p>
              <a:pPr algn="ctr">
                <a:lnSpc>
                  <a:spcPct val="90000"/>
                </a:lnSpc>
                <a:spcAft>
                  <a:spcPts val="0"/>
                </a:spcAft>
              </a:pPr>
              <a:r>
                <a:rPr lang="en-GB" sz="700" dirty="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39</a:t>
              </a:r>
            </a:p>
            <a:p>
              <a:pPr algn="ctr">
                <a:lnSpc>
                  <a:spcPct val="90000"/>
                </a:lnSpc>
                <a:spcAft>
                  <a:spcPts val="0"/>
                </a:spcAft>
              </a:pPr>
              <a:r>
                <a:rPr lang="en-GB" sz="700" dirty="0">
                  <a:latin typeface="Ubuntu" panose="020B0504030602030204" pitchFamily="34" charset="0"/>
                </a:rPr>
                <a:t>41</a:t>
              </a:r>
            </a:p>
            <a:p>
              <a:pPr algn="ctr">
                <a:lnSpc>
                  <a:spcPct val="90000"/>
                </a:lnSpc>
                <a:spcAft>
                  <a:spcPts val="0"/>
                </a:spcAft>
              </a:pPr>
              <a:r>
                <a:rPr lang="en-GB" sz="700" dirty="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142</a:t>
              </a:r>
            </a:p>
            <a:p>
              <a:pPr algn="ctr">
                <a:lnSpc>
                  <a:spcPct val="90000"/>
                </a:lnSpc>
                <a:spcAft>
                  <a:spcPts val="0"/>
                </a:spcAft>
              </a:pPr>
              <a:r>
                <a:rPr lang="en-US" sz="700" dirty="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156</a:t>
              </a:r>
            </a:p>
            <a:p>
              <a:pPr algn="ctr">
                <a:lnSpc>
                  <a:spcPct val="90000"/>
                </a:lnSpc>
                <a:spcAft>
                  <a:spcPts val="0"/>
                </a:spcAft>
              </a:pPr>
              <a:r>
                <a:rPr lang="en-US" sz="700" dirty="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178</a:t>
              </a:r>
            </a:p>
            <a:p>
              <a:pPr algn="ctr">
                <a:lnSpc>
                  <a:spcPct val="90000"/>
                </a:lnSpc>
                <a:spcAft>
                  <a:spcPts val="0"/>
                </a:spcAft>
              </a:pPr>
              <a:r>
                <a:rPr lang="en-US" sz="700" dirty="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208</a:t>
              </a:r>
            </a:p>
            <a:p>
              <a:pPr algn="ctr">
                <a:lnSpc>
                  <a:spcPct val="90000"/>
                </a:lnSpc>
                <a:spcAft>
                  <a:spcPts val="0"/>
                </a:spcAft>
              </a:pPr>
              <a:r>
                <a:rPr lang="en-US" sz="700" dirty="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218</a:t>
              </a:r>
            </a:p>
            <a:p>
              <a:pPr algn="ctr">
                <a:lnSpc>
                  <a:spcPct val="90000"/>
                </a:lnSpc>
                <a:spcAft>
                  <a:spcPts val="0"/>
                </a:spcAft>
              </a:pPr>
              <a:r>
                <a:rPr lang="en-US" sz="700" dirty="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66</a:t>
              </a:r>
            </a:p>
            <a:p>
              <a:pPr algn="ctr">
                <a:lnSpc>
                  <a:spcPct val="90000"/>
                </a:lnSpc>
                <a:spcAft>
                  <a:spcPts val="0"/>
                </a:spcAft>
              </a:pPr>
              <a:r>
                <a:rPr lang="en-US" sz="700" dirty="0">
                  <a:solidFill>
                    <a:schemeClr val="bg1"/>
                  </a:solidFill>
                  <a:latin typeface="Ubuntu" panose="020B0504030602030204" pitchFamily="34" charset="0"/>
                </a:rPr>
                <a:t>20</a:t>
              </a:r>
            </a:p>
            <a:p>
              <a:pPr algn="ctr">
                <a:lnSpc>
                  <a:spcPct val="90000"/>
                </a:lnSpc>
                <a:spcAft>
                  <a:spcPts val="0"/>
                </a:spcAft>
              </a:pPr>
              <a:r>
                <a:rPr lang="en-US" sz="700" dirty="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89</a:t>
              </a:r>
            </a:p>
            <a:p>
              <a:pPr algn="ctr">
                <a:lnSpc>
                  <a:spcPct val="90000"/>
                </a:lnSpc>
                <a:spcAft>
                  <a:spcPts val="0"/>
                </a:spcAft>
              </a:pPr>
              <a:r>
                <a:rPr lang="en-US" sz="700" dirty="0">
                  <a:solidFill>
                    <a:schemeClr val="bg1"/>
                  </a:solidFill>
                  <a:latin typeface="Ubuntu" panose="020B0504030602030204" pitchFamily="34" charset="0"/>
                </a:rPr>
                <a:t>10</a:t>
              </a:r>
            </a:p>
            <a:p>
              <a:pPr algn="ctr">
                <a:lnSpc>
                  <a:spcPct val="90000"/>
                </a:lnSpc>
                <a:spcAft>
                  <a:spcPts val="0"/>
                </a:spcAft>
              </a:pPr>
              <a:r>
                <a:rPr lang="en-US" sz="700" dirty="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117</a:t>
              </a:r>
            </a:p>
            <a:p>
              <a:pPr algn="ctr">
                <a:lnSpc>
                  <a:spcPct val="90000"/>
                </a:lnSpc>
                <a:spcAft>
                  <a:spcPts val="0"/>
                </a:spcAft>
              </a:pPr>
              <a:r>
                <a:rPr lang="en-US" sz="700" dirty="0">
                  <a:solidFill>
                    <a:schemeClr val="bg1"/>
                  </a:solidFill>
                  <a:latin typeface="Ubuntu" panose="020B0504030602030204" pitchFamily="34" charset="0"/>
                </a:rPr>
                <a:t>13</a:t>
              </a:r>
            </a:p>
            <a:p>
              <a:pPr algn="ctr">
                <a:lnSpc>
                  <a:spcPct val="90000"/>
                </a:lnSpc>
                <a:spcAft>
                  <a:spcPts val="0"/>
                </a:spcAft>
              </a:pPr>
              <a:r>
                <a:rPr lang="en-US" sz="700" dirty="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128</a:t>
              </a:r>
            </a:p>
            <a:p>
              <a:pPr algn="ctr">
                <a:lnSpc>
                  <a:spcPct val="90000"/>
                </a:lnSpc>
                <a:spcAft>
                  <a:spcPts val="0"/>
                </a:spcAft>
              </a:pPr>
              <a:r>
                <a:rPr lang="en-US" sz="700" dirty="0">
                  <a:solidFill>
                    <a:schemeClr val="bg1"/>
                  </a:solidFill>
                  <a:latin typeface="Ubuntu" panose="020B0504030602030204" pitchFamily="34" charset="0"/>
                </a:rPr>
                <a:t>43</a:t>
              </a:r>
            </a:p>
            <a:p>
              <a:pPr algn="ctr">
                <a:lnSpc>
                  <a:spcPct val="90000"/>
                </a:lnSpc>
                <a:spcAft>
                  <a:spcPts val="0"/>
                </a:spcAft>
              </a:pPr>
              <a:r>
                <a:rPr lang="en-US" sz="700" dirty="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158</a:t>
              </a:r>
            </a:p>
            <a:p>
              <a:pPr algn="ctr">
                <a:lnSpc>
                  <a:spcPct val="90000"/>
                </a:lnSpc>
                <a:spcAft>
                  <a:spcPts val="0"/>
                </a:spcAft>
              </a:pPr>
              <a:r>
                <a:rPr lang="en-US" sz="700" dirty="0">
                  <a:solidFill>
                    <a:schemeClr val="bg1"/>
                  </a:solidFill>
                  <a:latin typeface="Ubuntu" panose="020B0504030602030204" pitchFamily="34" charset="0"/>
                </a:rPr>
                <a:t>71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166</a:t>
              </a:r>
            </a:p>
            <a:p>
              <a:pPr algn="ctr">
                <a:lnSpc>
                  <a:spcPct val="90000"/>
                </a:lnSpc>
                <a:spcAft>
                  <a:spcPts val="0"/>
                </a:spcAft>
              </a:pPr>
              <a:r>
                <a:rPr lang="en-US" sz="700" dirty="0">
                  <a:solidFill>
                    <a:schemeClr val="bg1"/>
                  </a:solidFill>
                  <a:latin typeface="Ubuntu" panose="020B0504030602030204" pitchFamily="34" charset="0"/>
                </a:rPr>
                <a:t>0</a:t>
              </a:r>
            </a:p>
            <a:p>
              <a:pPr algn="ctr">
                <a:lnSpc>
                  <a:spcPct val="90000"/>
                </a:lnSpc>
                <a:spcAft>
                  <a:spcPts val="0"/>
                </a:spcAft>
              </a:pPr>
              <a:r>
                <a:rPr lang="en-US" sz="700" dirty="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227</a:t>
              </a:r>
            </a:p>
            <a:p>
              <a:pPr algn="ctr">
                <a:lnSpc>
                  <a:spcPct val="90000"/>
                </a:lnSpc>
                <a:spcAft>
                  <a:spcPts val="0"/>
                </a:spcAft>
              </a:pPr>
              <a:r>
                <a:rPr lang="en-US" sz="700" dirty="0">
                  <a:solidFill>
                    <a:schemeClr val="bg1"/>
                  </a:solidFill>
                  <a:latin typeface="Ubuntu" panose="020B0504030602030204" pitchFamily="34" charset="0"/>
                </a:rPr>
                <a:t>03</a:t>
              </a:r>
            </a:p>
            <a:p>
              <a:pPr algn="ctr">
                <a:lnSpc>
                  <a:spcPct val="90000"/>
                </a:lnSpc>
                <a:spcAft>
                  <a:spcPts val="0"/>
                </a:spcAft>
              </a:pPr>
              <a:r>
                <a:rPr lang="en-US" sz="700" dirty="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48</a:t>
              </a:r>
            </a:p>
            <a:p>
              <a:pPr algn="ctr">
                <a:lnSpc>
                  <a:spcPct val="90000"/>
                </a:lnSpc>
                <a:spcAft>
                  <a:spcPts val="0"/>
                </a:spcAft>
              </a:pPr>
              <a:r>
                <a:rPr lang="en-US" sz="700" dirty="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69</a:t>
              </a:r>
            </a:p>
            <a:p>
              <a:pPr algn="ctr">
                <a:lnSpc>
                  <a:spcPct val="90000"/>
                </a:lnSpc>
                <a:spcAft>
                  <a:spcPts val="0"/>
                </a:spcAft>
              </a:pPr>
              <a:r>
                <a:rPr lang="en-US" sz="700" dirty="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129</a:t>
              </a:r>
            </a:p>
            <a:p>
              <a:pPr algn="ctr">
                <a:lnSpc>
                  <a:spcPct val="90000"/>
                </a:lnSpc>
                <a:spcAft>
                  <a:spcPts val="0"/>
                </a:spcAft>
              </a:pPr>
              <a:r>
                <a:rPr lang="en-US" sz="700" dirty="0">
                  <a:solidFill>
                    <a:schemeClr val="bg1"/>
                  </a:solidFill>
                  <a:latin typeface="Ubuntu" panose="020B0504030602030204" pitchFamily="34" charset="0"/>
                </a:rPr>
                <a:t>27</a:t>
              </a:r>
            </a:p>
            <a:p>
              <a:pPr algn="ctr">
                <a:lnSpc>
                  <a:spcPct val="90000"/>
                </a:lnSpc>
                <a:spcAft>
                  <a:spcPts val="0"/>
                </a:spcAft>
              </a:pPr>
              <a:r>
                <a:rPr lang="en-US" sz="700" dirty="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161</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186</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209</a:t>
              </a:r>
            </a:p>
            <a:p>
              <a:pPr algn="ctr">
                <a:lnSpc>
                  <a:spcPct val="90000"/>
                </a:lnSpc>
                <a:spcAft>
                  <a:spcPts val="0"/>
                </a:spcAft>
              </a:pPr>
              <a:r>
                <a:rPr lang="en-US" sz="700" dirty="0">
                  <a:latin typeface="Ubuntu" panose="020B0504030602030204" pitchFamily="34" charset="0"/>
                </a:rPr>
                <a:t>58</a:t>
              </a:r>
            </a:p>
            <a:p>
              <a:pPr algn="ctr">
                <a:lnSpc>
                  <a:spcPct val="90000"/>
                </a:lnSpc>
                <a:spcAft>
                  <a:spcPts val="0"/>
                </a:spcAft>
              </a:pPr>
              <a:r>
                <a:rPr lang="en-US" sz="700" dirty="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229</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dirty="0">
                <a:latin typeface="Ubuntu" panose="020B0504030602030204" pitchFamily="34" charset="0"/>
              </a:rPr>
              <a:t>Security Classification:</a:t>
            </a:r>
          </a:p>
          <a:p>
            <a:r>
              <a:rPr lang="en-GB" sz="800" dirty="0">
                <a:latin typeface="Ubuntu" panose="020B0504030602030204" pitchFamily="34" charset="0"/>
              </a:rPr>
              <a:t>SEC0: Public</a:t>
            </a:r>
          </a:p>
          <a:p>
            <a:r>
              <a:rPr lang="en-GB" sz="800" dirty="0">
                <a:latin typeface="Ubuntu" panose="020B0504030602030204" pitchFamily="34" charset="0"/>
              </a:rPr>
              <a:t>SEC1: Company Confidential</a:t>
            </a:r>
          </a:p>
          <a:p>
            <a:r>
              <a:rPr lang="en-GB" sz="800" dirty="0">
                <a:latin typeface="Ubuntu" panose="020B0504030602030204" pitchFamily="34" charset="0"/>
              </a:rPr>
              <a:t>SEC2: Company Restricted / Customer restricted</a:t>
            </a:r>
          </a:p>
          <a:p>
            <a:r>
              <a:rPr lang="en-GB" sz="800" dirty="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67</a:t>
              </a:r>
            </a:p>
            <a:p>
              <a:pPr algn="ctr">
                <a:lnSpc>
                  <a:spcPct val="90000"/>
                </a:lnSpc>
                <a:spcAft>
                  <a:spcPts val="0"/>
                </a:spcAft>
              </a:pPr>
              <a:r>
                <a:rPr lang="en-US" sz="700" b="0" dirty="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106</a:t>
              </a:r>
            </a:p>
            <a:p>
              <a:pPr algn="ctr">
                <a:lnSpc>
                  <a:spcPct val="90000"/>
                </a:lnSpc>
                <a:spcAft>
                  <a:spcPts val="0"/>
                </a:spcAft>
              </a:pPr>
              <a:r>
                <a:rPr lang="en-US" sz="700" b="0" dirty="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135</a:t>
              </a:r>
            </a:p>
            <a:p>
              <a:pPr algn="ctr">
                <a:lnSpc>
                  <a:spcPct val="90000"/>
                </a:lnSpc>
                <a:spcAft>
                  <a:spcPts val="0"/>
                </a:spcAft>
              </a:pPr>
              <a:r>
                <a:rPr lang="en-US" sz="700" b="0" dirty="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178</a:t>
              </a:r>
            </a:p>
            <a:p>
              <a:pPr algn="ctr">
                <a:lnSpc>
                  <a:spcPct val="90000"/>
                </a:lnSpc>
                <a:spcAft>
                  <a:spcPts val="0"/>
                </a:spcAft>
              </a:pPr>
              <a:r>
                <a:rPr lang="en-US" sz="700" b="0" dirty="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244</a:t>
              </a:r>
            </a:p>
            <a:p>
              <a:pPr algn="ctr">
                <a:lnSpc>
                  <a:spcPct val="90000"/>
                </a:lnSpc>
                <a:spcAft>
                  <a:spcPts val="0"/>
                </a:spcAft>
              </a:pPr>
              <a:r>
                <a:rPr lang="en-US" sz="700" b="0" dirty="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140</a:t>
              </a:r>
            </a:p>
            <a:p>
              <a:pPr algn="ctr">
                <a:lnSpc>
                  <a:spcPct val="90000"/>
                </a:lnSpc>
                <a:spcAft>
                  <a:spcPts val="0"/>
                </a:spcAft>
              </a:pPr>
              <a:r>
                <a:rPr lang="en-US" sz="700" b="0" dirty="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46</a:t>
              </a:r>
            </a:p>
            <a:p>
              <a:pPr algn="ctr">
                <a:lnSpc>
                  <a:spcPct val="90000"/>
                </a:lnSpc>
                <a:spcAft>
                  <a:spcPts val="0"/>
                </a:spcAft>
              </a:pPr>
              <a:r>
                <a:rPr lang="en-US" sz="700" b="0" dirty="0">
                  <a:latin typeface="Ubuntu" panose="020B0504030602030204" pitchFamily="34" charset="0"/>
                </a:rPr>
                <a:t>166</a:t>
              </a:r>
            </a:p>
            <a:p>
              <a:pPr algn="ctr">
                <a:lnSpc>
                  <a:spcPct val="90000"/>
                </a:lnSpc>
                <a:spcAft>
                  <a:spcPts val="0"/>
                </a:spcAft>
              </a:pPr>
              <a:r>
                <a:rPr lang="en-US" sz="700" b="0" dirty="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51</a:t>
              </a:r>
            </a:p>
            <a:p>
              <a:pPr algn="ctr">
                <a:lnSpc>
                  <a:spcPct val="90000"/>
                </a:lnSpc>
                <a:spcAft>
                  <a:spcPts val="0"/>
                </a:spcAft>
              </a:pPr>
              <a:r>
                <a:rPr lang="en-US" sz="700" b="0" dirty="0">
                  <a:latin typeface="Ubuntu" panose="020B0504030602030204" pitchFamily="34" charset="0"/>
                </a:rPr>
                <a:t>181</a:t>
              </a:r>
            </a:p>
            <a:p>
              <a:pPr algn="ctr">
                <a:lnSpc>
                  <a:spcPct val="90000"/>
                </a:lnSpc>
                <a:spcAft>
                  <a:spcPts val="0"/>
                </a:spcAft>
              </a:pPr>
              <a:r>
                <a:rPr lang="en-US" sz="700" b="0" dirty="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dirty="0">
                <a:latin typeface="Ubuntu" panose="020B0504030602030204" pitchFamily="34" charset="0"/>
              </a:endParaRPr>
            </a:p>
            <a:p>
              <a:pPr algn="ctr">
                <a:lnSpc>
                  <a:spcPct val="90000"/>
                </a:lnSpc>
                <a:spcAft>
                  <a:spcPts val="0"/>
                </a:spcAft>
              </a:pPr>
              <a:r>
                <a:rPr lang="en-US" sz="700" b="0" dirty="0">
                  <a:latin typeface="Ubuntu" panose="020B0504030602030204" pitchFamily="34" charset="0"/>
                </a:rPr>
                <a:t>87</a:t>
              </a:r>
            </a:p>
            <a:p>
              <a:pPr algn="ctr">
                <a:lnSpc>
                  <a:spcPct val="90000"/>
                </a:lnSpc>
                <a:spcAft>
                  <a:spcPts val="0"/>
                </a:spcAft>
              </a:pPr>
              <a:r>
                <a:rPr lang="en-US" sz="700" b="0" dirty="0">
                  <a:latin typeface="Ubuntu" panose="020B0504030602030204" pitchFamily="34" charset="0"/>
                </a:rPr>
                <a:t>207</a:t>
              </a:r>
            </a:p>
            <a:p>
              <a:pPr algn="ctr">
                <a:lnSpc>
                  <a:spcPct val="90000"/>
                </a:lnSpc>
                <a:spcAft>
                  <a:spcPts val="0"/>
                </a:spcAft>
              </a:pPr>
              <a:r>
                <a:rPr lang="en-US" sz="700" b="0" dirty="0">
                  <a:latin typeface="Ubuntu" panose="020B0504030602030204" pitchFamily="34" charset="0"/>
                </a:rPr>
                <a:t>128</a:t>
              </a:r>
            </a:p>
            <a:p>
              <a:pPr algn="ctr">
                <a:lnSpc>
                  <a:spcPct val="90000"/>
                </a:lnSpc>
                <a:spcAft>
                  <a:spcPts val="0"/>
                </a:spcAft>
              </a:pPr>
              <a:endParaRPr lang="en-US" sz="700" b="0" dirty="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33</a:t>
              </a:r>
            </a:p>
            <a:p>
              <a:pPr algn="ctr">
                <a:lnSpc>
                  <a:spcPct val="90000"/>
                </a:lnSpc>
                <a:spcAft>
                  <a:spcPts val="0"/>
                </a:spcAft>
              </a:pPr>
              <a:r>
                <a:rPr lang="en-US" sz="700" b="0" dirty="0">
                  <a:solidFill>
                    <a:schemeClr val="bg1"/>
                  </a:solidFill>
                  <a:latin typeface="Ubuntu" panose="020B0504030602030204" pitchFamily="34" charset="0"/>
                </a:rPr>
                <a:t>69</a:t>
              </a:r>
            </a:p>
            <a:p>
              <a:pPr algn="ctr">
                <a:lnSpc>
                  <a:spcPct val="90000"/>
                </a:lnSpc>
                <a:spcAft>
                  <a:spcPts val="0"/>
                </a:spcAft>
              </a:pPr>
              <a:r>
                <a:rPr lang="en-US" sz="700" b="0" dirty="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20</a:t>
              </a:r>
            </a:p>
            <a:p>
              <a:pPr algn="ctr">
                <a:lnSpc>
                  <a:spcPct val="90000"/>
                </a:lnSpc>
                <a:spcAft>
                  <a:spcPts val="0"/>
                </a:spcAft>
              </a:pPr>
              <a:r>
                <a:rPr lang="en-US" sz="700" b="0" dirty="0">
                  <a:solidFill>
                    <a:schemeClr val="bg1"/>
                  </a:solidFill>
                  <a:latin typeface="Ubuntu" panose="020B0504030602030204" pitchFamily="34" charset="0"/>
                </a:rPr>
                <a:t>89</a:t>
              </a:r>
            </a:p>
            <a:p>
              <a:pPr algn="ctr">
                <a:lnSpc>
                  <a:spcPct val="90000"/>
                </a:lnSpc>
                <a:spcAft>
                  <a:spcPts val="0"/>
                </a:spcAft>
              </a:pPr>
              <a:r>
                <a:rPr lang="en-US" sz="700" b="0" dirty="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107</a:t>
              </a:r>
            </a:p>
            <a:p>
              <a:pPr algn="ctr">
                <a:lnSpc>
                  <a:spcPct val="90000"/>
                </a:lnSpc>
                <a:spcAft>
                  <a:spcPts val="0"/>
                </a:spcAft>
              </a:pPr>
              <a:r>
                <a:rPr lang="en-US" sz="700" b="0" dirty="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125</a:t>
              </a:r>
            </a:p>
            <a:p>
              <a:pPr algn="ctr">
                <a:lnSpc>
                  <a:spcPct val="90000"/>
                </a:lnSpc>
                <a:spcAft>
                  <a:spcPts val="0"/>
                </a:spcAft>
              </a:pPr>
              <a:r>
                <a:rPr lang="en-US" sz="700" b="0" dirty="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146</a:t>
              </a:r>
            </a:p>
            <a:p>
              <a:pPr algn="ctr">
                <a:lnSpc>
                  <a:spcPct val="90000"/>
                </a:lnSpc>
                <a:spcAft>
                  <a:spcPts val="0"/>
                </a:spcAft>
              </a:pPr>
              <a:r>
                <a:rPr lang="en-US" sz="700" b="0" dirty="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191</a:t>
              </a:r>
            </a:p>
            <a:p>
              <a:pPr algn="ctr">
                <a:lnSpc>
                  <a:spcPct val="90000"/>
                </a:lnSpc>
                <a:spcAft>
                  <a:spcPts val="0"/>
                </a:spcAft>
              </a:pPr>
              <a:r>
                <a:rPr lang="en-US" sz="700" b="0" dirty="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213</a:t>
              </a:r>
            </a:p>
            <a:p>
              <a:pPr algn="ctr">
                <a:lnSpc>
                  <a:spcPct val="90000"/>
                </a:lnSpc>
                <a:spcAft>
                  <a:spcPts val="0"/>
                </a:spcAft>
              </a:pPr>
              <a:r>
                <a:rPr lang="en-US" sz="700" b="0" dirty="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230</a:t>
              </a:r>
            </a:p>
            <a:p>
              <a:pPr algn="ctr">
                <a:lnSpc>
                  <a:spcPct val="90000"/>
                </a:lnSpc>
                <a:spcAft>
                  <a:spcPts val="0"/>
                </a:spcAft>
              </a:pPr>
              <a:r>
                <a:rPr lang="en-US" sz="700" b="0" dirty="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rgbClr val="A6A6A6"/>
                </a:solidFill>
                <a:latin typeface="Ubuntu" panose="020B0504030602030204" pitchFamily="34" charset="0"/>
                <a:cs typeface="Arial" panose="020B0604020202020204" pitchFamily="34" charset="0"/>
              </a:rPr>
              <a:t>Presentation Title  |  Author  |  Date</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dirty="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rgbClr val="A6A6A6"/>
                </a:solidFill>
                <a:latin typeface="Ubuntu" panose="020B0504030602030204" pitchFamily="34" charset="0"/>
                <a:cs typeface="Arial" panose="020B0604020202020204" pitchFamily="34" charset="0"/>
              </a:rPr>
              <a:t>Company Confidential © Capgemini Invent 2021. All rights reserved  |</a:t>
            </a:r>
          </a:p>
        </p:txBody>
      </p:sp>
    </p:spTree>
    <p:extLst>
      <p:ext uri="{BB962C8B-B14F-4D97-AF65-F5344CB8AC3E}">
        <p14:creationId xmlns:p14="http://schemas.microsoft.com/office/powerpoint/2010/main" val="1329683220"/>
      </p:ext>
    </p:extLst>
  </p:cSld>
  <p:clrMap bg1="lt1" tx1="dk1" bg2="lt2" tx2="dk2" accent1="accent1" accent2="accent2" accent3="accent3" accent4="accent4" accent5="accent5" accent6="accent6" hlink="hlink" folHlink="folHlink"/>
  <p:sldLayoutIdLst>
    <p:sldLayoutId id="2147483760" r:id="rId1"/>
    <p:sldLayoutId id="2147483761" r:id="rId2"/>
    <p:sldLayoutId id="2147483762" r:id="rId3"/>
    <p:sldLayoutId id="2147483763" r:id="rId4"/>
    <p:sldLayoutId id="2147483764" r:id="rId5"/>
    <p:sldLayoutId id="2147483765" r:id="rId6"/>
    <p:sldLayoutId id="2147483766" r:id="rId7"/>
    <p:sldLayoutId id="2147483767" r:id="rId8"/>
    <p:sldLayoutId id="2147483768" r:id="rId9"/>
    <p:sldLayoutId id="2147483769" r:id="rId10"/>
    <p:sldLayoutId id="2147483770" r:id="rId11"/>
    <p:sldLayoutId id="2147483771" r:id="rId12"/>
    <p:sldLayoutId id="2147483772" r:id="rId13"/>
    <p:sldLayoutId id="2147483773" r:id="rId14"/>
    <p:sldLayoutId id="2147483774" r:id="rId15"/>
    <p:sldLayoutId id="2147483775" r:id="rId16"/>
    <p:sldLayoutId id="2147483776" r:id="rId17"/>
    <p:sldLayoutId id="2147483777" r:id="rId18"/>
    <p:sldLayoutId id="2147483778" r:id="rId19"/>
    <p:sldLayoutId id="2147483779" r:id="rId20"/>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1"/>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12" imgW="270" imgH="270" progId="TCLayout.ActiveDocument.1">
                  <p:embed/>
                </p:oleObj>
              </mc:Choice>
              <mc:Fallback>
                <p:oleObj name="think-cell Slide" r:id="rId12" imgW="270" imgH="270" progId="TCLayout.ActiveDocument.1">
                  <p:embed/>
                  <p:pic>
                    <p:nvPicPr>
                      <p:cNvPr id="21" name="Object 20" hidden="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88"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 name="Groupe 1">
            <a:extLst>
              <a:ext uri="{FF2B5EF4-FFF2-40B4-BE49-F238E27FC236}">
                <a16:creationId xmlns:a16="http://schemas.microsoft.com/office/drawing/2014/main" id="{023CC9CA-2C3A-4269-AAD6-7670F41E68E1}"/>
              </a:ext>
            </a:extLst>
          </p:cNvPr>
          <p:cNvGrpSpPr/>
          <p:nvPr userDrawn="1"/>
        </p:nvGrpSpPr>
        <p:grpSpPr>
          <a:xfrm>
            <a:off x="11501102" y="416171"/>
            <a:ext cx="419436" cy="388988"/>
            <a:chOff x="11501102" y="171573"/>
            <a:chExt cx="419436" cy="388988"/>
          </a:xfrm>
        </p:grpSpPr>
        <p:sp>
          <p:nvSpPr>
            <p:cNvPr id="13" name="Freeform 13">
              <a:extLst>
                <a:ext uri="{FF2B5EF4-FFF2-40B4-BE49-F238E27FC236}">
                  <a16:creationId xmlns:a16="http://schemas.microsoft.com/office/drawing/2014/main" id="{DCC55984-6468-40C5-BA70-6E0533E5E293}"/>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2200" dirty="0"/>
            </a:p>
          </p:txBody>
        </p:sp>
        <p:sp>
          <p:nvSpPr>
            <p:cNvPr id="14" name="Freeform 14">
              <a:extLst>
                <a:ext uri="{FF2B5EF4-FFF2-40B4-BE49-F238E27FC236}">
                  <a16:creationId xmlns:a16="http://schemas.microsoft.com/office/drawing/2014/main" id="{2C4F9B2F-1172-421B-9F39-8D6FBA790830}"/>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2200" dirty="0"/>
            </a:p>
          </p:txBody>
        </p:sp>
      </p:grpSp>
      <p:sp>
        <p:nvSpPr>
          <p:cNvPr id="15" name="Espace réservé du titre 8">
            <a:extLst>
              <a:ext uri="{FF2B5EF4-FFF2-40B4-BE49-F238E27FC236}">
                <a16:creationId xmlns:a16="http://schemas.microsoft.com/office/drawing/2014/main" id="{C17F6C66-7384-43FF-9E33-1CF2A0FDD04C}"/>
              </a:ext>
            </a:extLst>
          </p:cNvPr>
          <p:cNvSpPr>
            <a:spLocks noGrp="1"/>
          </p:cNvSpPr>
          <p:nvPr>
            <p:ph type="title"/>
          </p:nvPr>
        </p:nvSpPr>
        <p:spPr>
          <a:xfrm>
            <a:off x="419100" y="139946"/>
            <a:ext cx="11353801" cy="941438"/>
          </a:xfrm>
          <a:prstGeom prst="rect">
            <a:avLst/>
          </a:prstGeom>
        </p:spPr>
        <p:txBody>
          <a:bodyPr vert="horz" lIns="0" tIns="0" rIns="0" bIns="0" rtlCol="0" anchor="ctr">
            <a:noAutofit/>
          </a:bodyPr>
          <a:lstStyle/>
          <a:p>
            <a:pPr marL="0" marR="0" lvl="0" indent="0" algn="l" defTabSz="914126"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sp>
        <p:nvSpPr>
          <p:cNvPr id="16" name="Retângulo 43">
            <a:extLst>
              <a:ext uri="{FF2B5EF4-FFF2-40B4-BE49-F238E27FC236}">
                <a16:creationId xmlns:a16="http://schemas.microsoft.com/office/drawing/2014/main" id="{9F9DD4B9-F67D-4F92-A36F-229462B0DB1D}"/>
              </a:ext>
            </a:extLst>
          </p:cNvPr>
          <p:cNvSpPr/>
          <p:nvPr userDrawn="1"/>
        </p:nvSpPr>
        <p:spPr>
          <a:xfrm>
            <a:off x="11606260" y="6552737"/>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17" name="Text Placeholder 7">
            <a:extLst>
              <a:ext uri="{FF2B5EF4-FFF2-40B4-BE49-F238E27FC236}">
                <a16:creationId xmlns:a16="http://schemas.microsoft.com/office/drawing/2014/main" id="{51025B42-9800-4416-B90A-C65D4B025E1F}"/>
              </a:ext>
            </a:extLst>
          </p:cNvPr>
          <p:cNvSpPr txBox="1">
            <a:spLocks/>
          </p:cNvSpPr>
          <p:nvPr userDrawn="1"/>
        </p:nvSpPr>
        <p:spPr>
          <a:xfrm>
            <a:off x="8871814" y="6552737"/>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126"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800" dirty="0">
                <a:solidFill>
                  <a:schemeClr val="bg1">
                    <a:lumMod val="65000"/>
                  </a:schemeClr>
                </a:solidFill>
              </a:rPr>
              <a:t>©Capgemini 2020. All rights reserved  </a:t>
            </a:r>
            <a:r>
              <a:rPr lang="en-US" sz="800" dirty="0">
                <a:solidFill>
                  <a:schemeClr val="accent2"/>
                </a:solidFill>
              </a:rPr>
              <a:t>|</a:t>
            </a:r>
          </a:p>
        </p:txBody>
      </p:sp>
      <p:sp>
        <p:nvSpPr>
          <p:cNvPr id="18" name="Text Placeholder 7">
            <a:extLst>
              <a:ext uri="{FF2B5EF4-FFF2-40B4-BE49-F238E27FC236}">
                <a16:creationId xmlns:a16="http://schemas.microsoft.com/office/drawing/2014/main" id="{7AF810D1-F6B2-4CF0-B072-EB0C9B26CA89}"/>
              </a:ext>
            </a:extLst>
          </p:cNvPr>
          <p:cNvSpPr txBox="1">
            <a:spLocks/>
          </p:cNvSpPr>
          <p:nvPr userDrawn="1"/>
        </p:nvSpPr>
        <p:spPr>
          <a:xfrm>
            <a:off x="407987" y="6552737"/>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IN" sz="800" dirty="0"/>
              <a:t>Capgemini Proposal to VKC Group for Digital Transformation</a:t>
            </a:r>
            <a:endParaRPr lang="en-IN" sz="800" dirty="0">
              <a:solidFill>
                <a:schemeClr val="bg1">
                  <a:lumMod val="65000"/>
                </a:schemeClr>
              </a:solidFill>
            </a:endParaRPr>
          </a:p>
        </p:txBody>
      </p:sp>
    </p:spTree>
    <p:extLst>
      <p:ext uri="{BB962C8B-B14F-4D97-AF65-F5344CB8AC3E}">
        <p14:creationId xmlns:p14="http://schemas.microsoft.com/office/powerpoint/2010/main" val="1799864227"/>
      </p:ext>
    </p:extLst>
  </p:cSld>
  <p:clrMap bg1="lt1" tx1="dk1" bg2="lt2" tx2="dk2" accent1="accent1" accent2="accent2" accent3="accent3" accent4="accent4" accent5="accent5" accent6="accent6" hlink="hlink" folHlink="folHlink"/>
  <p:sldLayoutIdLst>
    <p:sldLayoutId id="2147483782" r:id="rId1"/>
    <p:sldLayoutId id="2147483783" r:id="rId2"/>
    <p:sldLayoutId id="2147483784" r:id="rId3"/>
    <p:sldLayoutId id="2147483785" r:id="rId4"/>
    <p:sldLayoutId id="2147483786" r:id="rId5"/>
    <p:sldLayoutId id="2147483787" r:id="rId6"/>
    <p:sldLayoutId id="2147483788" r:id="rId7"/>
    <p:sldLayoutId id="2147483789" r:id="rId8"/>
    <p:sldLayoutId id="2147483790" r:id="rId9"/>
  </p:sldLayoutIdLst>
  <p:txStyles>
    <p:titleStyle>
      <a:lvl1pPr marL="0" marR="0" indent="0" algn="l" defTabSz="914126" rtl="0" eaLnBrk="1" fontAlgn="auto" latinLnBrk="0" hangingPunct="1">
        <a:lnSpc>
          <a:spcPct val="90000"/>
        </a:lnSpc>
        <a:spcBef>
          <a:spcPct val="0"/>
        </a:spcBef>
        <a:spcAft>
          <a:spcPts val="0"/>
        </a:spcAft>
        <a:buClrTx/>
        <a:buSzTx/>
        <a:buFontTx/>
        <a:buNone/>
        <a:tabLst/>
        <a:defRPr kumimoji="0" lang="en-US" sz="2699"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126"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620" indent="-177746" algn="l" defTabSz="914126"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367" indent="-177746" algn="l" defTabSz="914126"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114" indent="-177746" algn="l" defTabSz="914126"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556" indent="-190443" algn="l" defTabSz="914126"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909" indent="-228531" algn="l" defTabSz="91412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126" rtl="0" eaLnBrk="1" latinLnBrk="0" hangingPunct="1">
        <a:defRPr sz="1800" kern="1200">
          <a:solidFill>
            <a:schemeClr val="tx1"/>
          </a:solidFill>
          <a:latin typeface="+mn-lt"/>
          <a:ea typeface="+mn-ea"/>
          <a:cs typeface="+mn-cs"/>
        </a:defRPr>
      </a:lvl1pPr>
      <a:lvl2pPr marL="457063" algn="l" defTabSz="914126" rtl="0" eaLnBrk="1" latinLnBrk="0" hangingPunct="1">
        <a:defRPr sz="1800" kern="1200">
          <a:solidFill>
            <a:schemeClr val="tx1"/>
          </a:solidFill>
          <a:latin typeface="+mn-lt"/>
          <a:ea typeface="+mn-ea"/>
          <a:cs typeface="+mn-cs"/>
        </a:defRPr>
      </a:lvl2pPr>
      <a:lvl3pPr marL="914126" algn="l" defTabSz="914126" rtl="0" eaLnBrk="1" latinLnBrk="0" hangingPunct="1">
        <a:defRPr sz="1800" kern="1200">
          <a:solidFill>
            <a:schemeClr val="tx1"/>
          </a:solidFill>
          <a:latin typeface="+mn-lt"/>
          <a:ea typeface="+mn-ea"/>
          <a:cs typeface="+mn-cs"/>
        </a:defRPr>
      </a:lvl3pPr>
      <a:lvl4pPr marL="1371189" algn="l" defTabSz="914126" rtl="0" eaLnBrk="1" latinLnBrk="0" hangingPunct="1">
        <a:defRPr sz="1800" kern="1200">
          <a:solidFill>
            <a:schemeClr val="tx1"/>
          </a:solidFill>
          <a:latin typeface="+mn-lt"/>
          <a:ea typeface="+mn-ea"/>
          <a:cs typeface="+mn-cs"/>
        </a:defRPr>
      </a:lvl4pPr>
      <a:lvl5pPr marL="1828251" algn="l" defTabSz="914126" rtl="0" eaLnBrk="1" latinLnBrk="0" hangingPunct="1">
        <a:defRPr sz="1800" kern="1200">
          <a:solidFill>
            <a:schemeClr val="tx1"/>
          </a:solidFill>
          <a:latin typeface="+mn-lt"/>
          <a:ea typeface="+mn-ea"/>
          <a:cs typeface="+mn-cs"/>
        </a:defRPr>
      </a:lvl5pPr>
      <a:lvl6pPr marL="2285314" algn="l" defTabSz="914126" rtl="0" eaLnBrk="1" latinLnBrk="0" hangingPunct="1">
        <a:defRPr sz="1800" kern="1200">
          <a:solidFill>
            <a:schemeClr val="tx1"/>
          </a:solidFill>
          <a:latin typeface="+mn-lt"/>
          <a:ea typeface="+mn-ea"/>
          <a:cs typeface="+mn-cs"/>
        </a:defRPr>
      </a:lvl6pPr>
      <a:lvl7pPr marL="2742377" algn="l" defTabSz="914126" rtl="0" eaLnBrk="1" latinLnBrk="0" hangingPunct="1">
        <a:defRPr sz="1800" kern="1200">
          <a:solidFill>
            <a:schemeClr val="tx1"/>
          </a:solidFill>
          <a:latin typeface="+mn-lt"/>
          <a:ea typeface="+mn-ea"/>
          <a:cs typeface="+mn-cs"/>
        </a:defRPr>
      </a:lvl7pPr>
      <a:lvl8pPr marL="3199440" algn="l" defTabSz="914126" rtl="0" eaLnBrk="1" latinLnBrk="0" hangingPunct="1">
        <a:defRPr sz="1800" kern="1200">
          <a:solidFill>
            <a:schemeClr val="tx1"/>
          </a:solidFill>
          <a:latin typeface="+mn-lt"/>
          <a:ea typeface="+mn-ea"/>
          <a:cs typeface="+mn-cs"/>
        </a:defRPr>
      </a:lvl8pPr>
      <a:lvl9pPr marL="3656503" algn="l" defTabSz="91412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96">
          <p15:clr>
            <a:srgbClr val="F26B43"/>
          </p15:clr>
        </p15:guide>
        <p15:guide id="2" pos="7416">
          <p15:clr>
            <a:srgbClr val="F26B43"/>
          </p15:clr>
        </p15:guide>
        <p15:guide id="3" orient="horz" pos="4088">
          <p15:clr>
            <a:srgbClr val="F26B43"/>
          </p15:clr>
        </p15:guide>
        <p15:guide id="4" pos="264">
          <p15:clr>
            <a:srgbClr val="F26B43"/>
          </p15:clr>
        </p15:guide>
        <p15:guide id="5" orient="horz" pos="744">
          <p15:clr>
            <a:srgbClr val="F26B43"/>
          </p15:clr>
        </p15:guide>
        <p15:guide id="6" pos="3840">
          <p15:clr>
            <a:srgbClr val="F26B43"/>
          </p15:clr>
        </p15:guide>
        <p15:guide id="7" pos="3816">
          <p15:clr>
            <a:srgbClr val="F26B43"/>
          </p15:clr>
        </p15:guide>
        <p15:guide id="8" pos="3864">
          <p15:clr>
            <a:srgbClr val="F26B43"/>
          </p15:clr>
        </p15:guide>
      </p15:sldGuideLst>
    </p:ext>
  </p:extLst>
</p:sldMaster>
</file>

<file path=ppt/slideMasters/slideMaster8.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3C6ACD65-3270-4084-AD12-A8BFDE6B5E33}"/>
              </a:ext>
            </a:extLst>
          </p:cNvPr>
          <p:cNvPicPr>
            <a:picLocks noChangeAspect="1"/>
          </p:cNvPicPr>
          <p:nvPr userDrawn="1"/>
        </p:nvPicPr>
        <p:blipFill rotWithShape="1">
          <a:blip r:embed="rId11" cstate="screen">
            <a:extLst>
              <a:ext uri="{28A0092B-C50C-407E-A947-70E740481C1C}">
                <a14:useLocalDpi xmlns:a14="http://schemas.microsoft.com/office/drawing/2010/main"/>
              </a:ext>
              <a:ext uri="{96DAC541-7B7A-43D3-8B79-37D633B846F1}">
                <asvg:svgBlip xmlns:asvg="http://schemas.microsoft.com/office/drawing/2016/SVG/main" r:embed="rId12"/>
              </a:ext>
            </a:extLst>
          </a:blip>
          <a:srcRect l="81836" t="-4713" b="16530"/>
          <a:stretch/>
        </p:blipFill>
        <p:spPr>
          <a:xfrm>
            <a:off x="11571834" y="188064"/>
            <a:ext cx="424356" cy="459624"/>
          </a:xfrm>
          <a:prstGeom prst="rect">
            <a:avLst/>
          </a:prstGeom>
        </p:spPr>
      </p:pic>
      <p:sp>
        <p:nvSpPr>
          <p:cNvPr id="9" name="Retângulo 43">
            <a:extLst>
              <a:ext uri="{FF2B5EF4-FFF2-40B4-BE49-F238E27FC236}">
                <a16:creationId xmlns:a16="http://schemas.microsoft.com/office/drawing/2014/main" id="{DF776A05-3EE4-4440-95A9-464C19FFCA39}"/>
              </a:ext>
            </a:extLst>
          </p:cNvPr>
          <p:cNvSpPr/>
          <p:nvPr userDrawn="1"/>
        </p:nvSpPr>
        <p:spPr>
          <a:xfrm>
            <a:off x="284131" y="6555758"/>
            <a:ext cx="2223686" cy="219456"/>
          </a:xfrm>
          <a:prstGeom prst="rect">
            <a:avLst/>
          </a:prstGeom>
        </p:spPr>
        <p:txBody>
          <a:bodyPr wrap="none" lIns="0" tIns="0" rIns="0" bIns="0" anchor="ctr">
            <a:noAutofit/>
          </a:bodyPr>
          <a:lstStyle/>
          <a:p>
            <a:pPr algn="l"/>
            <a:r>
              <a:rPr lang="en-US" sz="800" dirty="0">
                <a:solidFill>
                  <a:schemeClr val="bg2">
                    <a:lumMod val="50000"/>
                  </a:schemeClr>
                </a:solidFill>
                <a:cs typeface="Arial" panose="020B0604020202020204" pitchFamily="34" charset="0"/>
              </a:rPr>
              <a:t>© 2020 Capgemini. All rights reserved.</a:t>
            </a:r>
          </a:p>
        </p:txBody>
      </p:sp>
      <p:sp>
        <p:nvSpPr>
          <p:cNvPr id="10" name="Retângulo 43">
            <a:extLst>
              <a:ext uri="{FF2B5EF4-FFF2-40B4-BE49-F238E27FC236}">
                <a16:creationId xmlns:a16="http://schemas.microsoft.com/office/drawing/2014/main" id="{4225AFAA-1D9D-4050-AECE-3F83C735164B}"/>
              </a:ext>
            </a:extLst>
          </p:cNvPr>
          <p:cNvSpPr/>
          <p:nvPr userDrawn="1"/>
        </p:nvSpPr>
        <p:spPr>
          <a:xfrm>
            <a:off x="11784013" y="6559770"/>
            <a:ext cx="242375" cy="215444"/>
          </a:xfrm>
          <a:prstGeom prst="rect">
            <a:avLst/>
          </a:prstGeom>
        </p:spPr>
        <p:txBody>
          <a:bodyPr wrap="none">
            <a:spAutoFit/>
          </a:bodyPr>
          <a:lstStyle/>
          <a:p>
            <a:pPr algn="r"/>
            <a:fld id="{0502E5A9-B53C-401E-A0E0-4A359BB0A9E5}" type="slidenum">
              <a:rPr lang="en-US" sz="800" smtClean="0">
                <a:solidFill>
                  <a:prstClr val="black">
                    <a:lumMod val="50000"/>
                    <a:lumOff val="50000"/>
                  </a:prstClr>
                </a:solidFill>
                <a:cs typeface="Arial" panose="020B0604020202020204" pitchFamily="34" charset="0"/>
              </a:rPr>
              <a:t>‹#›</a:t>
            </a:fld>
            <a:endParaRPr lang="en-US" sz="800" dirty="0">
              <a:solidFill>
                <a:prstClr val="black">
                  <a:lumMod val="50000"/>
                  <a:lumOff val="50000"/>
                </a:prstClr>
              </a:solidFill>
              <a:cs typeface="Arial" panose="020B0604020202020204" pitchFamily="34" charset="0"/>
            </a:endParaRPr>
          </a:p>
        </p:txBody>
      </p:sp>
    </p:spTree>
    <p:extLst>
      <p:ext uri="{BB962C8B-B14F-4D97-AF65-F5344CB8AC3E}">
        <p14:creationId xmlns:p14="http://schemas.microsoft.com/office/powerpoint/2010/main" val="985551740"/>
      </p:ext>
    </p:extLst>
  </p:cSld>
  <p:clrMap bg1="lt1" tx1="dk1" bg2="lt2" tx2="dk2" accent1="accent1" accent2="accent2" accent3="accent3" accent4="accent4" accent5="accent5" accent6="accent6" hlink="hlink" folHlink="folHlink"/>
  <p:sldLayoutIdLst>
    <p:sldLayoutId id="2147483795" r:id="rId1"/>
    <p:sldLayoutId id="2147483796" r:id="rId2"/>
    <p:sldLayoutId id="2147483797" r:id="rId3"/>
    <p:sldLayoutId id="2147483798" r:id="rId4"/>
    <p:sldLayoutId id="2147483799" r:id="rId5"/>
    <p:sldLayoutId id="2147483800" r:id="rId6"/>
    <p:sldLayoutId id="2147483801" r:id="rId7"/>
    <p:sldLayoutId id="2147483802" r:id="rId8"/>
    <p:sldLayoutId id="2147483803" r:id="rId9"/>
  </p:sldLayoutIdLst>
  <p:txStyles>
    <p:titleStyle>
      <a:lvl1pPr algn="l" defTabSz="914400" rtl="0" eaLnBrk="1" latinLnBrk="0" hangingPunct="1">
        <a:lnSpc>
          <a:spcPct val="90000"/>
        </a:lnSpc>
        <a:spcBef>
          <a:spcPct val="0"/>
        </a:spcBef>
        <a:buNone/>
        <a:defRPr sz="4400" kern="1200">
          <a:solidFill>
            <a:schemeClr val="bg1"/>
          </a:solidFill>
          <a:latin typeface="Garamond" panose="02020404030301010803" pitchFamily="18" charset="0"/>
          <a:ea typeface="+mj-ea"/>
          <a:cs typeface="+mj-cs"/>
        </a:defRPr>
      </a:lvl1pPr>
    </p:titleStyle>
    <p:bodyStyle>
      <a:lvl1pPr marL="0" indent="0" algn="l" defTabSz="914400" rtl="0" eaLnBrk="1" latinLnBrk="0" hangingPunct="1">
        <a:lnSpc>
          <a:spcPct val="90000"/>
        </a:lnSpc>
        <a:spcBef>
          <a:spcPts val="1000"/>
        </a:spcBef>
        <a:buClr>
          <a:schemeClr val="tx2"/>
        </a:buClr>
        <a:buFont typeface="Wingdings" panose="05000000000000000000" pitchFamily="2" charset="2"/>
        <a:buNone/>
        <a:defRPr sz="1800" b="0" kern="1200">
          <a:solidFill>
            <a:schemeClr val="tx2"/>
          </a:solidFill>
          <a:latin typeface="Verdana" panose="020B0604030504040204" pitchFamily="34" charset="0"/>
          <a:ea typeface="Verdana" panose="020B0604030504040204" pitchFamily="34" charset="0"/>
          <a:cs typeface="Verdana" panose="020B0604030504040204" pitchFamily="34" charset="0"/>
        </a:defRPr>
      </a:lvl1pPr>
      <a:lvl2pPr marL="228600" indent="-228600" algn="l" defTabSz="914400" rtl="0" eaLnBrk="1" latinLnBrk="0" hangingPunct="1">
        <a:lnSpc>
          <a:spcPct val="90000"/>
        </a:lnSpc>
        <a:spcBef>
          <a:spcPts val="500"/>
        </a:spcBef>
        <a:buClr>
          <a:schemeClr val="tx2"/>
        </a:buClr>
        <a:buFont typeface="Wingdings" pitchFamily="2" charset="2"/>
        <a:buChar char="§"/>
        <a:defRPr sz="1600" kern="1200">
          <a:solidFill>
            <a:schemeClr val="tx2"/>
          </a:solidFill>
          <a:latin typeface="Verdana" panose="020B0604030504040204" pitchFamily="34" charset="0"/>
          <a:ea typeface="Verdana" panose="020B0604030504040204" pitchFamily="34" charset="0"/>
          <a:cs typeface="+mn-cs"/>
        </a:defRPr>
      </a:lvl2pPr>
      <a:lvl3pPr marL="457200" indent="-228600" algn="l" defTabSz="914400" rtl="0" eaLnBrk="1" latinLnBrk="0" hangingPunct="1">
        <a:lnSpc>
          <a:spcPct val="90000"/>
        </a:lnSpc>
        <a:spcBef>
          <a:spcPts val="500"/>
        </a:spcBef>
        <a:buClr>
          <a:schemeClr val="tx2"/>
        </a:buClr>
        <a:buFont typeface="Arial" panose="020B0604020202020204" pitchFamily="34" charset="0"/>
        <a:buChar char="•"/>
        <a:defRPr sz="1400" kern="1200">
          <a:solidFill>
            <a:schemeClr val="tx2"/>
          </a:solidFill>
          <a:latin typeface="Verdana" panose="020B0604030504040204" pitchFamily="34" charset="0"/>
          <a:ea typeface="Verdana" panose="020B0604030504040204" pitchFamily="34" charset="0"/>
          <a:cs typeface="+mn-cs"/>
        </a:defRPr>
      </a:lvl3pPr>
      <a:lvl4pPr marL="685800" indent="-228600" algn="l" defTabSz="914400" rtl="0" eaLnBrk="1" latinLnBrk="0" hangingPunct="1">
        <a:lnSpc>
          <a:spcPct val="90000"/>
        </a:lnSpc>
        <a:spcBef>
          <a:spcPts val="500"/>
        </a:spcBef>
        <a:buClr>
          <a:schemeClr val="tx2"/>
        </a:buClr>
        <a:buFont typeface="System Font Regular"/>
        <a:buChar char="–"/>
        <a:defRPr sz="1200" kern="1200">
          <a:solidFill>
            <a:schemeClr val="tx2"/>
          </a:solidFill>
          <a:latin typeface="Verdana" panose="020B0604030504040204" pitchFamily="34" charset="0"/>
          <a:ea typeface="Verdana" panose="020B0604030504040204" pitchFamily="34" charset="0"/>
          <a:cs typeface="+mn-cs"/>
        </a:defRPr>
      </a:lvl4pPr>
      <a:lvl5pPr marL="914400" indent="-228600" algn="l" defTabSz="914400" rtl="0" eaLnBrk="1" latinLnBrk="0" hangingPunct="1">
        <a:lnSpc>
          <a:spcPct val="90000"/>
        </a:lnSpc>
        <a:spcBef>
          <a:spcPts val="500"/>
        </a:spcBef>
        <a:buClr>
          <a:schemeClr val="tx2"/>
        </a:buClr>
        <a:buFont typeface="System Font Regular"/>
        <a:buChar char="–"/>
        <a:defRPr sz="1100" kern="1200">
          <a:solidFill>
            <a:schemeClr val="tx2"/>
          </a:solidFill>
          <a:latin typeface="Verdana" panose="020B0604030504040204" pitchFamily="34" charset="0"/>
          <a:ea typeface="Verdana" panose="020B0604030504040204" pitchFamily="34"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Masters/slideMaster9.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2"/>
            </p:custDataLst>
            <p:extLst>
              <p:ext uri="{D42A27DB-BD31-4B8C-83A1-F6EECF244321}">
                <p14:modId xmlns:p14="http://schemas.microsoft.com/office/powerpoint/2010/main" val="2458265008"/>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3" imgW="270" imgH="270" progId="TCLayout.ActiveDocument.1">
                  <p:embed/>
                </p:oleObj>
              </mc:Choice>
              <mc:Fallback>
                <p:oleObj name="think-cell Slide" r:id="rId13" imgW="270" imgH="270" progId="TCLayout.ActiveDocument.1">
                  <p:embed/>
                  <p:pic>
                    <p:nvPicPr>
                      <p:cNvPr id="21" name="Object 20" hidden="1"/>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en-US"/>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a:t>CLICK TO INSERT TITLE</a:t>
            </a:r>
            <a:endParaRPr lang="en-US"/>
          </a:p>
        </p:txBody>
      </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rgbClr val="A6A6A6"/>
                </a:solidFill>
                <a:latin typeface="Ubuntu" panose="020B0504030602030204" pitchFamily="34" charset="0"/>
                <a:cs typeface="Arial" panose="020B0604020202020204" pitchFamily="34" charset="0"/>
              </a:rPr>
              <a:t>EXECUTIVE BRIEFING | October 2021</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dirty="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2979631771"/>
      </p:ext>
    </p:extLst>
  </p:cSld>
  <p:clrMap bg1="lt1" tx1="dk1" bg2="lt2" tx2="dk2" accent1="accent1" accent2="accent2" accent3="accent3" accent4="accent4" accent5="accent5" accent6="accent6" hlink="hlink" folHlink="folHlink"/>
  <p:sldLayoutIdLst>
    <p:sldLayoutId id="2147483806" r:id="rId1"/>
    <p:sldLayoutId id="2147483807" r:id="rId2"/>
    <p:sldLayoutId id="2147483808" r:id="rId3"/>
    <p:sldLayoutId id="2147483809" r:id="rId4"/>
    <p:sldLayoutId id="2147483810" r:id="rId5"/>
    <p:sldLayoutId id="2147483811" r:id="rId6"/>
    <p:sldLayoutId id="2147483812" r:id="rId7"/>
    <p:sldLayoutId id="2147483813" r:id="rId8"/>
    <p:sldLayoutId id="2147483814" r:id="rId9"/>
    <p:sldLayoutId id="2147483815" r:id="rId10"/>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10.xml><?xml version="1.0" encoding="utf-8"?>
<p:sldMaster xmlns:a="http://schemas.openxmlformats.org/drawingml/2006/main" xmlns:r="http://schemas.openxmlformats.org/officeDocument/2006/relationships" xmlns:p="http://schemas.openxmlformats.org/presentationml/2006/main" preserve="1">
  <p:cSld>
    <p:bg>
      <p:bgPr>
        <a:solidFill>
          <a:schemeClr val="bg2"/>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7"/>
            </p:custDataLst>
            <p:extLst>
              <p:ext uri="{D42A27DB-BD31-4B8C-83A1-F6EECF244321}">
                <p14:modId xmlns:p14="http://schemas.microsoft.com/office/powerpoint/2010/main" val="810221888"/>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8" imgW="270" imgH="270" progId="TCLayout.ActiveDocument.1">
                  <p:embed/>
                </p:oleObj>
              </mc:Choice>
              <mc:Fallback>
                <p:oleObj name="think-cell Slide" r:id="rId28" imgW="270" imgH="270" progId="TCLayout.ActiveDocument.1">
                  <p:embed/>
                  <p:pic>
                    <p:nvPicPr>
                      <p:cNvPr id="21" name="Object 20" hidden="1"/>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 name="Groupe 2">
            <a:extLst>
              <a:ext uri="{FF2B5EF4-FFF2-40B4-BE49-F238E27FC236}">
                <a16:creationId xmlns:a16="http://schemas.microsoft.com/office/drawing/2014/main" id="{2B612A8E-B9C0-4A33-BDF0-7B934FC0FA7B}"/>
              </a:ext>
            </a:extLst>
          </p:cNvPr>
          <p:cNvGrpSpPr/>
          <p:nvPr userDrawn="1"/>
        </p:nvGrpSpPr>
        <p:grpSpPr>
          <a:xfrm>
            <a:off x="12355040" y="33161"/>
            <a:ext cx="360000" cy="1800000"/>
            <a:chOff x="12355040" y="33161"/>
            <a:chExt cx="360000" cy="1800000"/>
          </a:xfrm>
        </p:grpSpPr>
        <p:sp>
          <p:nvSpPr>
            <p:cNvPr id="4" name="Rectangle 3">
              <a:extLst>
                <a:ext uri="{FF2B5EF4-FFF2-40B4-BE49-F238E27FC236}">
                  <a16:creationId xmlns:a16="http://schemas.microsoft.com/office/drawing/2014/main" id="{8759ABE2-EA66-4C96-A730-7AE70F160C4A}"/>
                </a:ext>
              </a:extLst>
            </p:cNvPr>
            <p:cNvSpPr/>
            <p:nvPr userDrawn="1"/>
          </p:nvSpPr>
          <p:spPr>
            <a:xfrm>
              <a:off x="12355040" y="33161"/>
              <a:ext cx="360000" cy="3600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5" name="Rectangle 4">
              <a:extLst>
                <a:ext uri="{FF2B5EF4-FFF2-40B4-BE49-F238E27FC236}">
                  <a16:creationId xmlns:a16="http://schemas.microsoft.com/office/drawing/2014/main" id="{A0575D8E-DADC-4A93-90E1-700FFEEB7476}"/>
                </a:ext>
              </a:extLst>
            </p:cNvPr>
            <p:cNvSpPr/>
            <p:nvPr userDrawn="1"/>
          </p:nvSpPr>
          <p:spPr>
            <a:xfrm>
              <a:off x="12355040" y="393161"/>
              <a:ext cx="360000" cy="360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6" name="Rectangle 5">
              <a:extLst>
                <a:ext uri="{FF2B5EF4-FFF2-40B4-BE49-F238E27FC236}">
                  <a16:creationId xmlns:a16="http://schemas.microsoft.com/office/drawing/2014/main" id="{797A0406-0F4B-4D43-9CEA-FDE61975CF1D}"/>
                </a:ext>
              </a:extLst>
            </p:cNvPr>
            <p:cNvSpPr/>
            <p:nvPr userDrawn="1"/>
          </p:nvSpPr>
          <p:spPr>
            <a:xfrm>
              <a:off x="12355040" y="753161"/>
              <a:ext cx="360000" cy="3600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7" name="Rectangle 6">
              <a:extLst>
                <a:ext uri="{FF2B5EF4-FFF2-40B4-BE49-F238E27FC236}">
                  <a16:creationId xmlns:a16="http://schemas.microsoft.com/office/drawing/2014/main" id="{D5ADBA43-C200-4485-A4EC-E3C6D0E787EB}"/>
                </a:ext>
              </a:extLst>
            </p:cNvPr>
            <p:cNvSpPr/>
            <p:nvPr userDrawn="1"/>
          </p:nvSpPr>
          <p:spPr>
            <a:xfrm>
              <a:off x="12355040" y="1113161"/>
              <a:ext cx="360000" cy="360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sp>
          <p:nvSpPr>
            <p:cNvPr id="8" name="Rectangle 7">
              <a:extLst>
                <a:ext uri="{FF2B5EF4-FFF2-40B4-BE49-F238E27FC236}">
                  <a16:creationId xmlns:a16="http://schemas.microsoft.com/office/drawing/2014/main" id="{23914078-BC81-4D4F-882A-303F25DADB61}"/>
                </a:ext>
              </a:extLst>
            </p:cNvPr>
            <p:cNvSpPr/>
            <p:nvPr userDrawn="1"/>
          </p:nvSpPr>
          <p:spPr>
            <a:xfrm>
              <a:off x="12355040" y="1473161"/>
              <a:ext cx="360000" cy="360000"/>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spcAft>
                  <a:spcPts val="300"/>
                </a:spcAft>
              </a:pPr>
              <a:endParaRPr lang="en-GB" sz="900" dirty="0"/>
            </a:p>
          </p:txBody>
        </p:sp>
      </p:grpSp>
      <p:sp>
        <p:nvSpPr>
          <p:cNvPr id="9" name="Retângulo 43">
            <a:extLst>
              <a:ext uri="{FF2B5EF4-FFF2-40B4-BE49-F238E27FC236}">
                <a16:creationId xmlns:a16="http://schemas.microsoft.com/office/drawing/2014/main" id="{773E6E25-627E-41EE-9BBC-B83F6092A07A}"/>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10" name="Text Placeholder 7">
            <a:extLst>
              <a:ext uri="{FF2B5EF4-FFF2-40B4-BE49-F238E27FC236}">
                <a16:creationId xmlns:a16="http://schemas.microsoft.com/office/drawing/2014/main" id="{9D839836-E2F7-46D8-9A56-CA3B4768B719}"/>
              </a:ext>
            </a:extLst>
          </p:cNvPr>
          <p:cNvSpPr txBox="1">
            <a:spLocks/>
          </p:cNvSpPr>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400"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dirty="0">
                <a:solidFill>
                  <a:schemeClr val="bg1">
                    <a:lumMod val="65000"/>
                  </a:schemeClr>
                </a:solidFill>
              </a:rPr>
              <a:t>Capgemini Invent 2021. All rights reserved </a:t>
            </a:r>
            <a:r>
              <a:rPr lang="en-US" dirty="0">
                <a:solidFill>
                  <a:schemeClr val="accent2"/>
                </a:solidFill>
              </a:rPr>
              <a:t>|</a:t>
            </a:r>
          </a:p>
        </p:txBody>
      </p:sp>
      <p:sp>
        <p:nvSpPr>
          <p:cNvPr id="14" name="Footer Placeholder 26">
            <a:extLst>
              <a:ext uri="{FF2B5EF4-FFF2-40B4-BE49-F238E27FC236}">
                <a16:creationId xmlns:a16="http://schemas.microsoft.com/office/drawing/2014/main" id="{7DA28DB2-2BD6-4046-8390-580C04627180}"/>
              </a:ext>
            </a:extLst>
          </p:cNvPr>
          <p:cNvSpPr txBox="1">
            <a:spLocks/>
          </p:cNvSpPr>
          <p:nvPr userDrawn="1"/>
        </p:nvSpPr>
        <p:spPr>
          <a:xfrm>
            <a:off x="550863" y="6650661"/>
            <a:ext cx="4716524" cy="123111"/>
          </a:xfrm>
          <a:prstGeom prst="rect">
            <a:avLst/>
          </a:prstGeom>
        </p:spPr>
        <p:txBody>
          <a:bodyPr wrap="none" lIns="0" tIns="0" rIns="0" bIns="0" anchor="ctr" anchorCtr="0">
            <a:noAutofit/>
          </a:bodyPr>
          <a:lstStyle>
            <a:defPPr>
              <a:defRPr lang="pt-PT"/>
            </a:defPPr>
            <a:lvl1pPr marL="0" algn="l" defTabSz="914400" rtl="0" eaLnBrk="1" latinLnBrk="0" hangingPunct="1">
              <a:defRPr lang="de-DE" sz="800" kern="1200">
                <a:solidFill>
                  <a:schemeClr val="bg1">
                    <a:lumMod val="6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rgbClr val="FFFFFF">
                    <a:lumMod val="65000"/>
                  </a:srgbClr>
                </a:solidFill>
                <a:latin typeface="Ubuntu"/>
              </a:rPr>
              <a:t>SPNI Analytics CoE | January 2021</a:t>
            </a:r>
          </a:p>
        </p:txBody>
      </p:sp>
    </p:spTree>
    <p:extLst>
      <p:ext uri="{BB962C8B-B14F-4D97-AF65-F5344CB8AC3E}">
        <p14:creationId xmlns:p14="http://schemas.microsoft.com/office/powerpoint/2010/main" val="2466495925"/>
      </p:ext>
    </p:extLst>
  </p:cSld>
  <p:clrMap bg1="lt1" tx1="dk1" bg2="lt2" tx2="dk2" accent1="accent1" accent2="accent2" accent3="accent3" accent4="accent4" accent5="accent5" accent6="accent6" hlink="hlink" folHlink="folHlink"/>
  <p:sldLayoutIdLst>
    <p:sldLayoutId id="2147483818" r:id="rId1"/>
    <p:sldLayoutId id="2147483819" r:id="rId2"/>
    <p:sldLayoutId id="2147483820" r:id="rId3"/>
    <p:sldLayoutId id="2147483821" r:id="rId4"/>
    <p:sldLayoutId id="2147483822" r:id="rId5"/>
    <p:sldLayoutId id="2147483823" r:id="rId6"/>
    <p:sldLayoutId id="2147483824" r:id="rId7"/>
    <p:sldLayoutId id="2147483826" r:id="rId8"/>
    <p:sldLayoutId id="2147483827" r:id="rId9"/>
    <p:sldLayoutId id="2147483828" r:id="rId10"/>
    <p:sldLayoutId id="2147483829" r:id="rId11"/>
    <p:sldLayoutId id="2147483830" r:id="rId12"/>
    <p:sldLayoutId id="2147483831" r:id="rId13"/>
    <p:sldLayoutId id="2147483832" r:id="rId14"/>
    <p:sldLayoutId id="2147483833" r:id="rId15"/>
    <p:sldLayoutId id="2147483834" r:id="rId16"/>
    <p:sldLayoutId id="2147483835" r:id="rId17"/>
    <p:sldLayoutId id="2147483836" r:id="rId18"/>
    <p:sldLayoutId id="2147483837" r:id="rId19"/>
    <p:sldLayoutId id="2147483838" r:id="rId20"/>
    <p:sldLayoutId id="2147483839" r:id="rId21"/>
    <p:sldLayoutId id="2147483840" r:id="rId22"/>
    <p:sldLayoutId id="2147483841" r:id="rId23"/>
    <p:sldLayoutId id="2147483842" r:id="rId24"/>
    <p:sldLayoutId id="2147483843" r:id="rId25"/>
  </p:sldLayoutIdLst>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3000"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400"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539750" indent="-179388"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j-lt"/>
          <a:ea typeface="+mn-ea"/>
          <a:cs typeface="+mn-cs"/>
        </a:defRPr>
      </a:lvl2pPr>
      <a:lvl3pPr marL="900113" indent="-179388" algn="l" defTabSz="914400"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1260475" indent="-179388" algn="l" defTabSz="914400" rtl="0" eaLnBrk="1" latinLnBrk="0" hangingPunct="1">
        <a:lnSpc>
          <a:spcPct val="90000"/>
        </a:lnSpc>
        <a:spcBef>
          <a:spcPts val="500"/>
        </a:spcBef>
        <a:buClr>
          <a:schemeClr val="accent3"/>
        </a:buClr>
        <a:buFont typeface="Arial" panose="020B0604020202020204" pitchFamily="34" charset="0"/>
        <a:buChar char="•"/>
        <a:defRPr sz="1400" kern="1200">
          <a:solidFill>
            <a:schemeClr val="tx1"/>
          </a:solidFill>
          <a:latin typeface="+mj-lt"/>
          <a:ea typeface="+mn-ea"/>
          <a:cs typeface="+mn-cs"/>
        </a:defRPr>
      </a:lvl4pPr>
      <a:lvl5pPr marL="1620838" indent="-179388" algn="l" defTabSz="914400"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pos="7506">
          <p15:clr>
            <a:srgbClr val="F26B43"/>
          </p15:clr>
        </p15:guide>
      </p15:sldGuideLst>
    </p:ext>
  </p:extLst>
</p:sldMaster>
</file>

<file path=ppt/slideMasters/slideMaster1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2"/>
            </p:custDataLst>
            <p:extLst>
              <p:ext uri="{D42A27DB-BD31-4B8C-83A1-F6EECF244321}">
                <p14:modId xmlns:p14="http://schemas.microsoft.com/office/powerpoint/2010/main" val="3421670894"/>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3" imgW="270" imgH="270" progId="TCLayout.ActiveDocument.1">
                  <p:embed/>
                </p:oleObj>
              </mc:Choice>
              <mc:Fallback>
                <p:oleObj name="think-cell Slide" r:id="rId23" imgW="270" imgH="270" progId="TCLayout.ActiveDocument.1">
                  <p:embed/>
                  <p:pic>
                    <p:nvPicPr>
                      <p:cNvPr id="21" name="Object 20" hidden="1"/>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TITLE</a:t>
            </a:r>
            <a:endParaRPr lang="en-US" dirty="0"/>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1</a:t>
              </a:r>
            </a:p>
            <a:p>
              <a:pPr algn="ctr">
                <a:lnSpc>
                  <a:spcPct val="90000"/>
                </a:lnSpc>
                <a:spcAft>
                  <a:spcPts val="0"/>
                </a:spcAft>
              </a:pPr>
              <a:r>
                <a:rPr lang="en-GB" sz="700" dirty="0">
                  <a:latin typeface="Ubuntu" panose="020B0504030602030204" pitchFamily="34" charset="0"/>
                </a:rPr>
                <a:t>112</a:t>
              </a:r>
            </a:p>
            <a:p>
              <a:pPr algn="ctr">
                <a:lnSpc>
                  <a:spcPct val="90000"/>
                </a:lnSpc>
                <a:spcAft>
                  <a:spcPts val="0"/>
                </a:spcAft>
              </a:pPr>
              <a:r>
                <a:rPr lang="en-GB" sz="700" dirty="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18</a:t>
              </a:r>
            </a:p>
            <a:p>
              <a:pPr algn="ctr">
                <a:lnSpc>
                  <a:spcPct val="90000"/>
                </a:lnSpc>
                <a:spcAft>
                  <a:spcPts val="0"/>
                </a:spcAft>
              </a:pPr>
              <a:r>
                <a:rPr lang="en-GB" sz="700" dirty="0">
                  <a:solidFill>
                    <a:schemeClr val="tx1"/>
                  </a:solidFill>
                  <a:latin typeface="Ubuntu" panose="020B0504030602030204" pitchFamily="34" charset="0"/>
                </a:rPr>
                <a:t>171</a:t>
              </a:r>
            </a:p>
            <a:p>
              <a:pPr algn="ctr">
                <a:lnSpc>
                  <a:spcPct val="90000"/>
                </a:lnSpc>
                <a:spcAft>
                  <a:spcPts val="0"/>
                </a:spcAft>
              </a:pPr>
              <a:r>
                <a:rPr lang="en-GB" sz="700" dirty="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43</a:t>
              </a:r>
            </a:p>
            <a:p>
              <a:pPr algn="ctr">
                <a:lnSpc>
                  <a:spcPct val="90000"/>
                </a:lnSpc>
                <a:spcAft>
                  <a:spcPts val="0"/>
                </a:spcAft>
              </a:pPr>
              <a:r>
                <a:rPr lang="en-GB" sz="700" dirty="0">
                  <a:latin typeface="Ubuntu" panose="020B0504030602030204" pitchFamily="34" charset="0"/>
                </a:rPr>
                <a:t>10</a:t>
              </a:r>
            </a:p>
            <a:p>
              <a:pPr algn="ctr">
                <a:lnSpc>
                  <a:spcPct val="90000"/>
                </a:lnSpc>
                <a:spcAft>
                  <a:spcPts val="0"/>
                </a:spcAft>
              </a:pPr>
              <a:r>
                <a:rPr lang="en-GB" sz="700" dirty="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39</a:t>
              </a:r>
            </a:p>
            <a:p>
              <a:pPr algn="ctr">
                <a:lnSpc>
                  <a:spcPct val="90000"/>
                </a:lnSpc>
                <a:spcAft>
                  <a:spcPts val="0"/>
                </a:spcAft>
              </a:pPr>
              <a:r>
                <a:rPr lang="en-GB" sz="700" dirty="0">
                  <a:latin typeface="Ubuntu" panose="020B0504030602030204" pitchFamily="34" charset="0"/>
                </a:rPr>
                <a:t>41</a:t>
              </a:r>
            </a:p>
            <a:p>
              <a:pPr algn="ctr">
                <a:lnSpc>
                  <a:spcPct val="90000"/>
                </a:lnSpc>
                <a:spcAft>
                  <a:spcPts val="0"/>
                </a:spcAft>
              </a:pPr>
              <a:r>
                <a:rPr lang="en-GB" sz="700" dirty="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142</a:t>
              </a:r>
            </a:p>
            <a:p>
              <a:pPr algn="ctr">
                <a:lnSpc>
                  <a:spcPct val="90000"/>
                </a:lnSpc>
                <a:spcAft>
                  <a:spcPts val="0"/>
                </a:spcAft>
              </a:pPr>
              <a:r>
                <a:rPr lang="en-US" sz="700" dirty="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156</a:t>
              </a:r>
            </a:p>
            <a:p>
              <a:pPr algn="ctr">
                <a:lnSpc>
                  <a:spcPct val="90000"/>
                </a:lnSpc>
                <a:spcAft>
                  <a:spcPts val="0"/>
                </a:spcAft>
              </a:pPr>
              <a:r>
                <a:rPr lang="en-US" sz="700" dirty="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178</a:t>
              </a:r>
            </a:p>
            <a:p>
              <a:pPr algn="ctr">
                <a:lnSpc>
                  <a:spcPct val="90000"/>
                </a:lnSpc>
                <a:spcAft>
                  <a:spcPts val="0"/>
                </a:spcAft>
              </a:pPr>
              <a:r>
                <a:rPr lang="en-US" sz="700" dirty="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208</a:t>
              </a:r>
            </a:p>
            <a:p>
              <a:pPr algn="ctr">
                <a:lnSpc>
                  <a:spcPct val="90000"/>
                </a:lnSpc>
                <a:spcAft>
                  <a:spcPts val="0"/>
                </a:spcAft>
              </a:pPr>
              <a:r>
                <a:rPr lang="en-US" sz="700" dirty="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218</a:t>
              </a:r>
            </a:p>
            <a:p>
              <a:pPr algn="ctr">
                <a:lnSpc>
                  <a:spcPct val="90000"/>
                </a:lnSpc>
                <a:spcAft>
                  <a:spcPts val="0"/>
                </a:spcAft>
              </a:pPr>
              <a:r>
                <a:rPr lang="en-US" sz="700" dirty="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66</a:t>
              </a:r>
            </a:p>
            <a:p>
              <a:pPr algn="ctr">
                <a:lnSpc>
                  <a:spcPct val="90000"/>
                </a:lnSpc>
                <a:spcAft>
                  <a:spcPts val="0"/>
                </a:spcAft>
              </a:pPr>
              <a:r>
                <a:rPr lang="en-US" sz="700" dirty="0">
                  <a:solidFill>
                    <a:schemeClr val="bg1"/>
                  </a:solidFill>
                  <a:latin typeface="Ubuntu" panose="020B0504030602030204" pitchFamily="34" charset="0"/>
                </a:rPr>
                <a:t>20</a:t>
              </a:r>
            </a:p>
            <a:p>
              <a:pPr algn="ctr">
                <a:lnSpc>
                  <a:spcPct val="90000"/>
                </a:lnSpc>
                <a:spcAft>
                  <a:spcPts val="0"/>
                </a:spcAft>
              </a:pPr>
              <a:r>
                <a:rPr lang="en-US" sz="700" dirty="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89</a:t>
              </a:r>
            </a:p>
            <a:p>
              <a:pPr algn="ctr">
                <a:lnSpc>
                  <a:spcPct val="90000"/>
                </a:lnSpc>
                <a:spcAft>
                  <a:spcPts val="0"/>
                </a:spcAft>
              </a:pPr>
              <a:r>
                <a:rPr lang="en-US" sz="700" dirty="0">
                  <a:solidFill>
                    <a:schemeClr val="bg1"/>
                  </a:solidFill>
                  <a:latin typeface="Ubuntu" panose="020B0504030602030204" pitchFamily="34" charset="0"/>
                </a:rPr>
                <a:t>10</a:t>
              </a:r>
            </a:p>
            <a:p>
              <a:pPr algn="ctr">
                <a:lnSpc>
                  <a:spcPct val="90000"/>
                </a:lnSpc>
                <a:spcAft>
                  <a:spcPts val="0"/>
                </a:spcAft>
              </a:pPr>
              <a:r>
                <a:rPr lang="en-US" sz="700" dirty="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117</a:t>
              </a:r>
            </a:p>
            <a:p>
              <a:pPr algn="ctr">
                <a:lnSpc>
                  <a:spcPct val="90000"/>
                </a:lnSpc>
                <a:spcAft>
                  <a:spcPts val="0"/>
                </a:spcAft>
              </a:pPr>
              <a:r>
                <a:rPr lang="en-US" sz="700" dirty="0">
                  <a:solidFill>
                    <a:schemeClr val="bg1"/>
                  </a:solidFill>
                  <a:latin typeface="Ubuntu" panose="020B0504030602030204" pitchFamily="34" charset="0"/>
                </a:rPr>
                <a:t>13</a:t>
              </a:r>
            </a:p>
            <a:p>
              <a:pPr algn="ctr">
                <a:lnSpc>
                  <a:spcPct val="90000"/>
                </a:lnSpc>
                <a:spcAft>
                  <a:spcPts val="0"/>
                </a:spcAft>
              </a:pPr>
              <a:r>
                <a:rPr lang="en-US" sz="700" dirty="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128</a:t>
              </a:r>
            </a:p>
            <a:p>
              <a:pPr algn="ctr">
                <a:lnSpc>
                  <a:spcPct val="90000"/>
                </a:lnSpc>
                <a:spcAft>
                  <a:spcPts val="0"/>
                </a:spcAft>
              </a:pPr>
              <a:r>
                <a:rPr lang="en-US" sz="700" dirty="0">
                  <a:solidFill>
                    <a:schemeClr val="bg1"/>
                  </a:solidFill>
                  <a:latin typeface="Ubuntu" panose="020B0504030602030204" pitchFamily="34" charset="0"/>
                </a:rPr>
                <a:t>43</a:t>
              </a:r>
            </a:p>
            <a:p>
              <a:pPr algn="ctr">
                <a:lnSpc>
                  <a:spcPct val="90000"/>
                </a:lnSpc>
                <a:spcAft>
                  <a:spcPts val="0"/>
                </a:spcAft>
              </a:pPr>
              <a:r>
                <a:rPr lang="en-US" sz="700" dirty="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158</a:t>
              </a:r>
            </a:p>
            <a:p>
              <a:pPr algn="ctr">
                <a:lnSpc>
                  <a:spcPct val="90000"/>
                </a:lnSpc>
                <a:spcAft>
                  <a:spcPts val="0"/>
                </a:spcAft>
              </a:pPr>
              <a:r>
                <a:rPr lang="en-US" sz="700" dirty="0">
                  <a:solidFill>
                    <a:schemeClr val="bg1"/>
                  </a:solidFill>
                  <a:latin typeface="Ubuntu" panose="020B0504030602030204" pitchFamily="34" charset="0"/>
                </a:rPr>
                <a:t>71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166</a:t>
              </a:r>
            </a:p>
            <a:p>
              <a:pPr algn="ctr">
                <a:lnSpc>
                  <a:spcPct val="90000"/>
                </a:lnSpc>
                <a:spcAft>
                  <a:spcPts val="0"/>
                </a:spcAft>
              </a:pPr>
              <a:r>
                <a:rPr lang="en-US" sz="700" dirty="0">
                  <a:solidFill>
                    <a:schemeClr val="bg1"/>
                  </a:solidFill>
                  <a:latin typeface="Ubuntu" panose="020B0504030602030204" pitchFamily="34" charset="0"/>
                </a:rPr>
                <a:t>0</a:t>
              </a:r>
            </a:p>
            <a:p>
              <a:pPr algn="ctr">
                <a:lnSpc>
                  <a:spcPct val="90000"/>
                </a:lnSpc>
                <a:spcAft>
                  <a:spcPts val="0"/>
                </a:spcAft>
              </a:pPr>
              <a:r>
                <a:rPr lang="en-US" sz="700" dirty="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227</a:t>
              </a:r>
            </a:p>
            <a:p>
              <a:pPr algn="ctr">
                <a:lnSpc>
                  <a:spcPct val="90000"/>
                </a:lnSpc>
                <a:spcAft>
                  <a:spcPts val="0"/>
                </a:spcAft>
              </a:pPr>
              <a:r>
                <a:rPr lang="en-US" sz="700" dirty="0">
                  <a:solidFill>
                    <a:schemeClr val="bg1"/>
                  </a:solidFill>
                  <a:latin typeface="Ubuntu" panose="020B0504030602030204" pitchFamily="34" charset="0"/>
                </a:rPr>
                <a:t>03</a:t>
              </a:r>
            </a:p>
            <a:p>
              <a:pPr algn="ctr">
                <a:lnSpc>
                  <a:spcPct val="90000"/>
                </a:lnSpc>
                <a:spcAft>
                  <a:spcPts val="0"/>
                </a:spcAft>
              </a:pPr>
              <a:r>
                <a:rPr lang="en-US" sz="700" dirty="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48</a:t>
              </a:r>
            </a:p>
            <a:p>
              <a:pPr algn="ctr">
                <a:lnSpc>
                  <a:spcPct val="90000"/>
                </a:lnSpc>
                <a:spcAft>
                  <a:spcPts val="0"/>
                </a:spcAft>
              </a:pPr>
              <a:r>
                <a:rPr lang="en-US" sz="700" dirty="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69</a:t>
              </a:r>
            </a:p>
            <a:p>
              <a:pPr algn="ctr">
                <a:lnSpc>
                  <a:spcPct val="90000"/>
                </a:lnSpc>
                <a:spcAft>
                  <a:spcPts val="0"/>
                </a:spcAft>
              </a:pPr>
              <a:r>
                <a:rPr lang="en-US" sz="700" dirty="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129</a:t>
              </a:r>
            </a:p>
            <a:p>
              <a:pPr algn="ctr">
                <a:lnSpc>
                  <a:spcPct val="90000"/>
                </a:lnSpc>
                <a:spcAft>
                  <a:spcPts val="0"/>
                </a:spcAft>
              </a:pPr>
              <a:r>
                <a:rPr lang="en-US" sz="700" dirty="0">
                  <a:solidFill>
                    <a:schemeClr val="bg1"/>
                  </a:solidFill>
                  <a:latin typeface="Ubuntu" panose="020B0504030602030204" pitchFamily="34" charset="0"/>
                </a:rPr>
                <a:t>27</a:t>
              </a:r>
            </a:p>
            <a:p>
              <a:pPr algn="ctr">
                <a:lnSpc>
                  <a:spcPct val="90000"/>
                </a:lnSpc>
                <a:spcAft>
                  <a:spcPts val="0"/>
                </a:spcAft>
              </a:pPr>
              <a:r>
                <a:rPr lang="en-US" sz="700" dirty="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161</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186</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209</a:t>
              </a:r>
            </a:p>
            <a:p>
              <a:pPr algn="ctr">
                <a:lnSpc>
                  <a:spcPct val="90000"/>
                </a:lnSpc>
                <a:spcAft>
                  <a:spcPts val="0"/>
                </a:spcAft>
              </a:pPr>
              <a:r>
                <a:rPr lang="en-US" sz="700" dirty="0">
                  <a:latin typeface="Ubuntu" panose="020B0504030602030204" pitchFamily="34" charset="0"/>
                </a:rPr>
                <a:t>58</a:t>
              </a:r>
            </a:p>
            <a:p>
              <a:pPr algn="ctr">
                <a:lnSpc>
                  <a:spcPct val="90000"/>
                </a:lnSpc>
                <a:spcAft>
                  <a:spcPts val="0"/>
                </a:spcAft>
              </a:pPr>
              <a:r>
                <a:rPr lang="en-US" sz="700" dirty="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229</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dirty="0">
                <a:latin typeface="Ubuntu" panose="020B0504030602030204" pitchFamily="34" charset="0"/>
              </a:rPr>
              <a:t>Security Classification:</a:t>
            </a:r>
          </a:p>
          <a:p>
            <a:r>
              <a:rPr lang="en-GB" sz="800" dirty="0">
                <a:latin typeface="Ubuntu" panose="020B0504030602030204" pitchFamily="34" charset="0"/>
              </a:rPr>
              <a:t>SEC0: Public</a:t>
            </a:r>
          </a:p>
          <a:p>
            <a:r>
              <a:rPr lang="en-GB" sz="800" dirty="0">
                <a:latin typeface="Ubuntu" panose="020B0504030602030204" pitchFamily="34" charset="0"/>
              </a:rPr>
              <a:t>SEC1: Company Confidential</a:t>
            </a:r>
          </a:p>
          <a:p>
            <a:r>
              <a:rPr lang="en-GB" sz="800" dirty="0">
                <a:latin typeface="Ubuntu" panose="020B0504030602030204" pitchFamily="34" charset="0"/>
              </a:rPr>
              <a:t>SEC2: Company Restricted / Customer restricted</a:t>
            </a:r>
          </a:p>
          <a:p>
            <a:r>
              <a:rPr lang="en-GB" sz="800" dirty="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67</a:t>
              </a:r>
            </a:p>
            <a:p>
              <a:pPr algn="ctr">
                <a:lnSpc>
                  <a:spcPct val="90000"/>
                </a:lnSpc>
                <a:spcAft>
                  <a:spcPts val="0"/>
                </a:spcAft>
              </a:pPr>
              <a:r>
                <a:rPr lang="en-US" sz="700" b="0" dirty="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106</a:t>
              </a:r>
            </a:p>
            <a:p>
              <a:pPr algn="ctr">
                <a:lnSpc>
                  <a:spcPct val="90000"/>
                </a:lnSpc>
                <a:spcAft>
                  <a:spcPts val="0"/>
                </a:spcAft>
              </a:pPr>
              <a:r>
                <a:rPr lang="en-US" sz="700" b="0" dirty="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135</a:t>
              </a:r>
            </a:p>
            <a:p>
              <a:pPr algn="ctr">
                <a:lnSpc>
                  <a:spcPct val="90000"/>
                </a:lnSpc>
                <a:spcAft>
                  <a:spcPts val="0"/>
                </a:spcAft>
              </a:pPr>
              <a:r>
                <a:rPr lang="en-US" sz="700" b="0" dirty="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178</a:t>
              </a:r>
            </a:p>
            <a:p>
              <a:pPr algn="ctr">
                <a:lnSpc>
                  <a:spcPct val="90000"/>
                </a:lnSpc>
                <a:spcAft>
                  <a:spcPts val="0"/>
                </a:spcAft>
              </a:pPr>
              <a:r>
                <a:rPr lang="en-US" sz="700" b="0" dirty="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244</a:t>
              </a:r>
            </a:p>
            <a:p>
              <a:pPr algn="ctr">
                <a:lnSpc>
                  <a:spcPct val="90000"/>
                </a:lnSpc>
                <a:spcAft>
                  <a:spcPts val="0"/>
                </a:spcAft>
              </a:pPr>
              <a:r>
                <a:rPr lang="en-US" sz="700" b="0" dirty="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140</a:t>
              </a:r>
            </a:p>
            <a:p>
              <a:pPr algn="ctr">
                <a:lnSpc>
                  <a:spcPct val="90000"/>
                </a:lnSpc>
                <a:spcAft>
                  <a:spcPts val="0"/>
                </a:spcAft>
              </a:pPr>
              <a:r>
                <a:rPr lang="en-US" sz="700" b="0" dirty="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46</a:t>
              </a:r>
            </a:p>
            <a:p>
              <a:pPr algn="ctr">
                <a:lnSpc>
                  <a:spcPct val="90000"/>
                </a:lnSpc>
                <a:spcAft>
                  <a:spcPts val="0"/>
                </a:spcAft>
              </a:pPr>
              <a:r>
                <a:rPr lang="en-US" sz="700" b="0" dirty="0">
                  <a:latin typeface="Ubuntu" panose="020B0504030602030204" pitchFamily="34" charset="0"/>
                </a:rPr>
                <a:t>166</a:t>
              </a:r>
            </a:p>
            <a:p>
              <a:pPr algn="ctr">
                <a:lnSpc>
                  <a:spcPct val="90000"/>
                </a:lnSpc>
                <a:spcAft>
                  <a:spcPts val="0"/>
                </a:spcAft>
              </a:pPr>
              <a:r>
                <a:rPr lang="en-US" sz="700" b="0" dirty="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51</a:t>
              </a:r>
            </a:p>
            <a:p>
              <a:pPr algn="ctr">
                <a:lnSpc>
                  <a:spcPct val="90000"/>
                </a:lnSpc>
                <a:spcAft>
                  <a:spcPts val="0"/>
                </a:spcAft>
              </a:pPr>
              <a:r>
                <a:rPr lang="en-US" sz="700" b="0" dirty="0">
                  <a:latin typeface="Ubuntu" panose="020B0504030602030204" pitchFamily="34" charset="0"/>
                </a:rPr>
                <a:t>181</a:t>
              </a:r>
            </a:p>
            <a:p>
              <a:pPr algn="ctr">
                <a:lnSpc>
                  <a:spcPct val="90000"/>
                </a:lnSpc>
                <a:spcAft>
                  <a:spcPts val="0"/>
                </a:spcAft>
              </a:pPr>
              <a:r>
                <a:rPr lang="en-US" sz="700" b="0" dirty="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dirty="0">
                <a:latin typeface="Ubuntu" panose="020B0504030602030204" pitchFamily="34" charset="0"/>
              </a:endParaRPr>
            </a:p>
            <a:p>
              <a:pPr algn="ctr">
                <a:lnSpc>
                  <a:spcPct val="90000"/>
                </a:lnSpc>
                <a:spcAft>
                  <a:spcPts val="0"/>
                </a:spcAft>
              </a:pPr>
              <a:r>
                <a:rPr lang="en-US" sz="700" b="0" dirty="0">
                  <a:latin typeface="Ubuntu" panose="020B0504030602030204" pitchFamily="34" charset="0"/>
                </a:rPr>
                <a:t>87</a:t>
              </a:r>
            </a:p>
            <a:p>
              <a:pPr algn="ctr">
                <a:lnSpc>
                  <a:spcPct val="90000"/>
                </a:lnSpc>
                <a:spcAft>
                  <a:spcPts val="0"/>
                </a:spcAft>
              </a:pPr>
              <a:r>
                <a:rPr lang="en-US" sz="700" b="0" dirty="0">
                  <a:latin typeface="Ubuntu" panose="020B0504030602030204" pitchFamily="34" charset="0"/>
                </a:rPr>
                <a:t>207</a:t>
              </a:r>
            </a:p>
            <a:p>
              <a:pPr algn="ctr">
                <a:lnSpc>
                  <a:spcPct val="90000"/>
                </a:lnSpc>
                <a:spcAft>
                  <a:spcPts val="0"/>
                </a:spcAft>
              </a:pPr>
              <a:r>
                <a:rPr lang="en-US" sz="700" b="0" dirty="0">
                  <a:latin typeface="Ubuntu" panose="020B0504030602030204" pitchFamily="34" charset="0"/>
                </a:rPr>
                <a:t>128</a:t>
              </a:r>
            </a:p>
            <a:p>
              <a:pPr algn="ctr">
                <a:lnSpc>
                  <a:spcPct val="90000"/>
                </a:lnSpc>
                <a:spcAft>
                  <a:spcPts val="0"/>
                </a:spcAft>
              </a:pPr>
              <a:endParaRPr lang="en-US" sz="700" b="0" dirty="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33</a:t>
              </a:r>
            </a:p>
            <a:p>
              <a:pPr algn="ctr">
                <a:lnSpc>
                  <a:spcPct val="90000"/>
                </a:lnSpc>
                <a:spcAft>
                  <a:spcPts val="0"/>
                </a:spcAft>
              </a:pPr>
              <a:r>
                <a:rPr lang="en-US" sz="700" b="0" dirty="0">
                  <a:solidFill>
                    <a:schemeClr val="bg1"/>
                  </a:solidFill>
                  <a:latin typeface="Ubuntu" panose="020B0504030602030204" pitchFamily="34" charset="0"/>
                </a:rPr>
                <a:t>69</a:t>
              </a:r>
            </a:p>
            <a:p>
              <a:pPr algn="ctr">
                <a:lnSpc>
                  <a:spcPct val="90000"/>
                </a:lnSpc>
                <a:spcAft>
                  <a:spcPts val="0"/>
                </a:spcAft>
              </a:pPr>
              <a:r>
                <a:rPr lang="en-US" sz="700" b="0" dirty="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20</a:t>
              </a:r>
            </a:p>
            <a:p>
              <a:pPr algn="ctr">
                <a:lnSpc>
                  <a:spcPct val="90000"/>
                </a:lnSpc>
                <a:spcAft>
                  <a:spcPts val="0"/>
                </a:spcAft>
              </a:pPr>
              <a:r>
                <a:rPr lang="en-US" sz="700" b="0" dirty="0">
                  <a:solidFill>
                    <a:schemeClr val="bg1"/>
                  </a:solidFill>
                  <a:latin typeface="Ubuntu" panose="020B0504030602030204" pitchFamily="34" charset="0"/>
                </a:rPr>
                <a:t>89</a:t>
              </a:r>
            </a:p>
            <a:p>
              <a:pPr algn="ctr">
                <a:lnSpc>
                  <a:spcPct val="90000"/>
                </a:lnSpc>
                <a:spcAft>
                  <a:spcPts val="0"/>
                </a:spcAft>
              </a:pPr>
              <a:r>
                <a:rPr lang="en-US" sz="700" b="0" dirty="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107</a:t>
              </a:r>
            </a:p>
            <a:p>
              <a:pPr algn="ctr">
                <a:lnSpc>
                  <a:spcPct val="90000"/>
                </a:lnSpc>
                <a:spcAft>
                  <a:spcPts val="0"/>
                </a:spcAft>
              </a:pPr>
              <a:r>
                <a:rPr lang="en-US" sz="700" b="0" dirty="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125</a:t>
              </a:r>
            </a:p>
            <a:p>
              <a:pPr algn="ctr">
                <a:lnSpc>
                  <a:spcPct val="90000"/>
                </a:lnSpc>
                <a:spcAft>
                  <a:spcPts val="0"/>
                </a:spcAft>
              </a:pPr>
              <a:r>
                <a:rPr lang="en-US" sz="700" b="0" dirty="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146</a:t>
              </a:r>
            </a:p>
            <a:p>
              <a:pPr algn="ctr">
                <a:lnSpc>
                  <a:spcPct val="90000"/>
                </a:lnSpc>
                <a:spcAft>
                  <a:spcPts val="0"/>
                </a:spcAft>
              </a:pPr>
              <a:r>
                <a:rPr lang="en-US" sz="700" b="0" dirty="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191</a:t>
              </a:r>
            </a:p>
            <a:p>
              <a:pPr algn="ctr">
                <a:lnSpc>
                  <a:spcPct val="90000"/>
                </a:lnSpc>
                <a:spcAft>
                  <a:spcPts val="0"/>
                </a:spcAft>
              </a:pPr>
              <a:r>
                <a:rPr lang="en-US" sz="700" b="0" dirty="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213</a:t>
              </a:r>
            </a:p>
            <a:p>
              <a:pPr algn="ctr">
                <a:lnSpc>
                  <a:spcPct val="90000"/>
                </a:lnSpc>
                <a:spcAft>
                  <a:spcPts val="0"/>
                </a:spcAft>
              </a:pPr>
              <a:r>
                <a:rPr lang="en-US" sz="700" b="0" dirty="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230</a:t>
              </a:r>
            </a:p>
            <a:p>
              <a:pPr algn="ctr">
                <a:lnSpc>
                  <a:spcPct val="90000"/>
                </a:lnSpc>
                <a:spcAft>
                  <a:spcPts val="0"/>
                </a:spcAft>
              </a:pPr>
              <a:r>
                <a:rPr lang="en-US" sz="700" b="0" dirty="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rgbClr val="A6A6A6"/>
                </a:solidFill>
                <a:latin typeface="Ubuntu" panose="020B0504030602030204" pitchFamily="34" charset="0"/>
                <a:cs typeface="Arial" panose="020B0604020202020204" pitchFamily="34" charset="0"/>
              </a:rPr>
              <a:t>Presentation Title  |  Author  |  Date</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dirty="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rgbClr val="A6A6A6"/>
                </a:solidFill>
                <a:latin typeface="Ubuntu" panose="020B0504030602030204" pitchFamily="34" charset="0"/>
                <a:cs typeface="Arial" panose="020B0604020202020204" pitchFamily="34" charset="0"/>
              </a:rPr>
              <a:t>Company Confidential © Capgemini 2021. All rights reserved  |</a:t>
            </a:r>
          </a:p>
        </p:txBody>
      </p:sp>
    </p:spTree>
    <p:extLst>
      <p:ext uri="{BB962C8B-B14F-4D97-AF65-F5344CB8AC3E}">
        <p14:creationId xmlns:p14="http://schemas.microsoft.com/office/powerpoint/2010/main" val="1367783682"/>
      </p:ext>
    </p:extLst>
  </p:cSld>
  <p:clrMap bg1="lt1" tx1="dk1" bg2="lt2" tx2="dk2" accent1="accent1" accent2="accent2" accent3="accent3" accent4="accent4" accent5="accent5" accent6="accent6" hlink="hlink" folHlink="folHlink"/>
  <p:sldLayoutIdLst>
    <p:sldLayoutId id="2147483906" r:id="rId1"/>
    <p:sldLayoutId id="2147483907" r:id="rId2"/>
    <p:sldLayoutId id="2147483908" r:id="rId3"/>
    <p:sldLayoutId id="2147483909" r:id="rId4"/>
    <p:sldLayoutId id="2147483910" r:id="rId5"/>
    <p:sldLayoutId id="2147483911" r:id="rId6"/>
    <p:sldLayoutId id="2147483912" r:id="rId7"/>
    <p:sldLayoutId id="2147483913" r:id="rId8"/>
    <p:sldLayoutId id="2147483914" r:id="rId9"/>
    <p:sldLayoutId id="2147483915" r:id="rId10"/>
    <p:sldLayoutId id="2147483916" r:id="rId11"/>
    <p:sldLayoutId id="2147483917" r:id="rId12"/>
    <p:sldLayoutId id="2147483918" r:id="rId13"/>
    <p:sldLayoutId id="2147483919" r:id="rId14"/>
    <p:sldLayoutId id="2147483920" r:id="rId15"/>
    <p:sldLayoutId id="2147483921" r:id="rId16"/>
    <p:sldLayoutId id="2147483922" r:id="rId17"/>
    <p:sldLayoutId id="2147483923" r:id="rId18"/>
    <p:sldLayoutId id="2147483924" r:id="rId19"/>
    <p:sldLayoutId id="2147483925" r:id="rId20"/>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1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0"/>
            </p:custDataLst>
          </p:nvPr>
        </p:nvGraphicFramePr>
        <p:xfrm>
          <a:off x="1588" y="1589"/>
          <a:ext cx="1587" cy="1587"/>
        </p:xfrm>
        <a:graphic>
          <a:graphicData uri="http://schemas.openxmlformats.org/presentationml/2006/ole">
            <mc:AlternateContent xmlns:mc="http://schemas.openxmlformats.org/markup-compatibility/2006">
              <mc:Choice xmlns:v="urn:schemas-microsoft-com:vml" Requires="v">
                <p:oleObj name="think-cell Slide" r:id="rId11" imgW="270" imgH="270" progId="TCLayout.ActiveDocument.1">
                  <p:embed/>
                </p:oleObj>
              </mc:Choice>
              <mc:Fallback>
                <p:oleObj name="think-cell Slide" r:id="rId11" imgW="270" imgH="270" progId="TCLayout.ActiveDocument.1">
                  <p:embed/>
                  <p:pic>
                    <p:nvPicPr>
                      <p:cNvPr id="21" name="Object 20" hidden="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588" y="1589"/>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12" name="Groupe 1">
            <a:extLst>
              <a:ext uri="{FF2B5EF4-FFF2-40B4-BE49-F238E27FC236}">
                <a16:creationId xmlns:a16="http://schemas.microsoft.com/office/drawing/2014/main" id="{023CC9CA-2C3A-4269-AAD6-7670F41E68E1}"/>
              </a:ext>
            </a:extLst>
          </p:cNvPr>
          <p:cNvGrpSpPr/>
          <p:nvPr userDrawn="1"/>
        </p:nvGrpSpPr>
        <p:grpSpPr>
          <a:xfrm>
            <a:off x="11501102" y="416171"/>
            <a:ext cx="419436" cy="388988"/>
            <a:chOff x="11501102" y="171573"/>
            <a:chExt cx="419436" cy="388988"/>
          </a:xfrm>
        </p:grpSpPr>
        <p:sp>
          <p:nvSpPr>
            <p:cNvPr id="13" name="Freeform 13">
              <a:extLst>
                <a:ext uri="{FF2B5EF4-FFF2-40B4-BE49-F238E27FC236}">
                  <a16:creationId xmlns:a16="http://schemas.microsoft.com/office/drawing/2014/main" id="{DCC55984-6468-40C5-BA70-6E0533E5E293}"/>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sz="2200" dirty="0"/>
            </a:p>
          </p:txBody>
        </p:sp>
        <p:sp>
          <p:nvSpPr>
            <p:cNvPr id="14" name="Freeform 14">
              <a:extLst>
                <a:ext uri="{FF2B5EF4-FFF2-40B4-BE49-F238E27FC236}">
                  <a16:creationId xmlns:a16="http://schemas.microsoft.com/office/drawing/2014/main" id="{2C4F9B2F-1172-421B-9F39-8D6FBA790830}"/>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sz="2200" dirty="0"/>
            </a:p>
          </p:txBody>
        </p:sp>
      </p:grpSp>
      <p:sp>
        <p:nvSpPr>
          <p:cNvPr id="15" name="Espace réservé du titre 8">
            <a:extLst>
              <a:ext uri="{FF2B5EF4-FFF2-40B4-BE49-F238E27FC236}">
                <a16:creationId xmlns:a16="http://schemas.microsoft.com/office/drawing/2014/main" id="{C17F6C66-7384-43FF-9E33-1CF2A0FDD04C}"/>
              </a:ext>
            </a:extLst>
          </p:cNvPr>
          <p:cNvSpPr>
            <a:spLocks noGrp="1"/>
          </p:cNvSpPr>
          <p:nvPr>
            <p:ph type="title"/>
          </p:nvPr>
        </p:nvSpPr>
        <p:spPr>
          <a:xfrm>
            <a:off x="419100" y="139946"/>
            <a:ext cx="11353801" cy="941438"/>
          </a:xfrm>
          <a:prstGeom prst="rect">
            <a:avLst/>
          </a:prstGeom>
        </p:spPr>
        <p:txBody>
          <a:bodyPr vert="horz" lIns="0" tIns="0" rIns="0" bIns="0" rtlCol="0" anchor="ctr">
            <a:noAutofit/>
          </a:bodyPr>
          <a:lstStyle/>
          <a:p>
            <a:pPr marL="0" marR="0" lvl="0" indent="0" algn="l" defTabSz="914126" rtl="0" eaLnBrk="1" fontAlgn="auto" latinLnBrk="0" hangingPunct="1">
              <a:lnSpc>
                <a:spcPct val="90000"/>
              </a:lnSpc>
              <a:spcBef>
                <a:spcPct val="0"/>
              </a:spcBef>
              <a:spcAft>
                <a:spcPts val="0"/>
              </a:spcAft>
              <a:buClrTx/>
              <a:buSzTx/>
              <a:buFontTx/>
              <a:buNone/>
              <a:tabLst/>
              <a:defRPr/>
            </a:pPr>
            <a:r>
              <a:rPr lang="fr-FR"/>
              <a:t>Click to insert </a:t>
            </a:r>
            <a:r>
              <a:rPr lang="fr-FR" err="1"/>
              <a:t>title</a:t>
            </a:r>
            <a:endParaRPr lang="en-US"/>
          </a:p>
        </p:txBody>
      </p:sp>
      <p:sp>
        <p:nvSpPr>
          <p:cNvPr id="16" name="Retângulo 43">
            <a:extLst>
              <a:ext uri="{FF2B5EF4-FFF2-40B4-BE49-F238E27FC236}">
                <a16:creationId xmlns:a16="http://schemas.microsoft.com/office/drawing/2014/main" id="{9F9DD4B9-F67D-4F92-A36F-229462B0DB1D}"/>
              </a:ext>
            </a:extLst>
          </p:cNvPr>
          <p:cNvSpPr/>
          <p:nvPr userDrawn="1"/>
        </p:nvSpPr>
        <p:spPr>
          <a:xfrm>
            <a:off x="11606260" y="6552737"/>
            <a:ext cx="176330" cy="123111"/>
          </a:xfrm>
          <a:prstGeom prst="rect">
            <a:avLst/>
          </a:prstGeom>
        </p:spPr>
        <p:txBody>
          <a:bodyPr wrap="none" lIns="0" tIns="0" rIns="0" bIns="0" anchor="ctr" anchorCtr="0">
            <a:spAutoFit/>
          </a:bodyPr>
          <a:lstStyle/>
          <a:p>
            <a:pPr algn="r"/>
            <a:fld id="{0502E5A9-B53C-401E-A0E0-4A359BB0A9E5}" type="slidenum">
              <a:rPr lang="en-US" sz="800" smtClean="0">
                <a:solidFill>
                  <a:schemeClr val="bg1">
                    <a:lumMod val="65000"/>
                  </a:schemeClr>
                </a:solidFill>
                <a:cs typeface="Arial" panose="020B0604020202020204" pitchFamily="34" charset="0"/>
              </a:rPr>
              <a:pPr algn="r"/>
              <a:t>‹#›</a:t>
            </a:fld>
            <a:endParaRPr lang="en-US" sz="800" dirty="0">
              <a:solidFill>
                <a:schemeClr val="bg1">
                  <a:lumMod val="65000"/>
                </a:schemeClr>
              </a:solidFill>
              <a:cs typeface="Arial" panose="020B0604020202020204" pitchFamily="34" charset="0"/>
            </a:endParaRPr>
          </a:p>
        </p:txBody>
      </p:sp>
      <p:sp>
        <p:nvSpPr>
          <p:cNvPr id="17" name="Text Placeholder 7">
            <a:extLst>
              <a:ext uri="{FF2B5EF4-FFF2-40B4-BE49-F238E27FC236}">
                <a16:creationId xmlns:a16="http://schemas.microsoft.com/office/drawing/2014/main" id="{51025B42-9800-4416-B90A-C65D4B025E1F}"/>
              </a:ext>
            </a:extLst>
          </p:cNvPr>
          <p:cNvSpPr txBox="1">
            <a:spLocks/>
          </p:cNvSpPr>
          <p:nvPr userDrawn="1"/>
        </p:nvSpPr>
        <p:spPr>
          <a:xfrm>
            <a:off x="8871814" y="6552737"/>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indent="0" algn="r" defTabSz="914126" rtl="0" eaLnBrk="1" fontAlgn="auto" latinLnBrk="0" hangingPunct="1">
              <a:lnSpc>
                <a:spcPct val="100000"/>
              </a:lnSpc>
              <a:spcBef>
                <a:spcPts val="1000"/>
              </a:spcBef>
              <a:spcAft>
                <a:spcPts val="0"/>
              </a:spcAft>
              <a:buClrTx/>
              <a:buSzTx/>
              <a:buFont typeface="Arial" panose="020B0604020202020204" pitchFamily="34" charset="0"/>
              <a:buNone/>
              <a:tabLst/>
              <a:defRPr/>
            </a:pPr>
            <a:r>
              <a:rPr lang="en-US" sz="800" dirty="0">
                <a:solidFill>
                  <a:schemeClr val="bg1">
                    <a:lumMod val="65000"/>
                  </a:schemeClr>
                </a:solidFill>
              </a:rPr>
              <a:t>©Capgemini 2020. All rights reserved  </a:t>
            </a:r>
            <a:r>
              <a:rPr lang="en-US" sz="800" dirty="0">
                <a:solidFill>
                  <a:schemeClr val="accent2"/>
                </a:solidFill>
              </a:rPr>
              <a:t>|</a:t>
            </a:r>
          </a:p>
        </p:txBody>
      </p:sp>
      <p:sp>
        <p:nvSpPr>
          <p:cNvPr id="18" name="Text Placeholder 7">
            <a:extLst>
              <a:ext uri="{FF2B5EF4-FFF2-40B4-BE49-F238E27FC236}">
                <a16:creationId xmlns:a16="http://schemas.microsoft.com/office/drawing/2014/main" id="{7AF810D1-F6B2-4CF0-B072-EB0C9B26CA89}"/>
              </a:ext>
            </a:extLst>
          </p:cNvPr>
          <p:cNvSpPr txBox="1">
            <a:spLocks/>
          </p:cNvSpPr>
          <p:nvPr userDrawn="1"/>
        </p:nvSpPr>
        <p:spPr>
          <a:xfrm>
            <a:off x="407987" y="6552737"/>
            <a:ext cx="4716524" cy="123111"/>
          </a:xfrm>
          <a:prstGeom prst="rect">
            <a:avLst/>
          </a:prstGeom>
        </p:spPr>
        <p:txBody>
          <a:bodyPr wrap="none"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l"/>
            <a:r>
              <a:rPr lang="en-IN" sz="800" dirty="0"/>
              <a:t>Capgemini Proposal to VKC Group for Digital Transformation</a:t>
            </a:r>
            <a:endParaRPr lang="en-IN" sz="800" dirty="0">
              <a:solidFill>
                <a:schemeClr val="bg1">
                  <a:lumMod val="65000"/>
                </a:schemeClr>
              </a:solidFill>
            </a:endParaRPr>
          </a:p>
        </p:txBody>
      </p:sp>
    </p:spTree>
    <p:extLst>
      <p:ext uri="{BB962C8B-B14F-4D97-AF65-F5344CB8AC3E}">
        <p14:creationId xmlns:p14="http://schemas.microsoft.com/office/powerpoint/2010/main" val="950231790"/>
      </p:ext>
    </p:extLst>
  </p:cSld>
  <p:clrMap bg1="lt1" tx1="dk1" bg2="lt2" tx2="dk2" accent1="accent1" accent2="accent2" accent3="accent3" accent4="accent4" accent5="accent5" accent6="accent6" hlink="hlink" folHlink="folHlink"/>
  <p:sldLayoutIdLst>
    <p:sldLayoutId id="2147483930" r:id="rId1"/>
    <p:sldLayoutId id="2147483931" r:id="rId2"/>
    <p:sldLayoutId id="2147483932" r:id="rId3"/>
    <p:sldLayoutId id="2147483933" r:id="rId4"/>
    <p:sldLayoutId id="2147483934" r:id="rId5"/>
    <p:sldLayoutId id="2147483935" r:id="rId6"/>
    <p:sldLayoutId id="2147483936" r:id="rId7"/>
    <p:sldLayoutId id="2147483937" r:id="rId8"/>
  </p:sldLayoutIdLst>
  <p:txStyles>
    <p:titleStyle>
      <a:lvl1pPr marL="0" marR="0" indent="0" algn="l" defTabSz="914126" rtl="0" eaLnBrk="1" fontAlgn="auto" latinLnBrk="0" hangingPunct="1">
        <a:lnSpc>
          <a:spcPct val="90000"/>
        </a:lnSpc>
        <a:spcBef>
          <a:spcPct val="0"/>
        </a:spcBef>
        <a:spcAft>
          <a:spcPts val="0"/>
        </a:spcAft>
        <a:buClrTx/>
        <a:buSzTx/>
        <a:buFontTx/>
        <a:buNone/>
        <a:tabLst/>
        <a:defRPr kumimoji="0" lang="en-US" sz="2699" b="0" i="0" u="none" strike="noStrike" kern="1200" cap="none" spc="0" normalizeH="0" baseline="0" noProof="0" dirty="0">
          <a:ln>
            <a:noFill/>
          </a:ln>
          <a:solidFill>
            <a:schemeClr val="accent1"/>
          </a:solidFill>
          <a:effectLst/>
          <a:uLnTx/>
          <a:uFillTx/>
          <a:latin typeface="+mj-lt"/>
          <a:ea typeface="+mj-ea"/>
          <a:cs typeface="+mj-cs"/>
        </a:defRPr>
      </a:lvl1pPr>
    </p:titleStyle>
    <p:bodyStyle>
      <a:lvl1pPr marL="0" indent="0" algn="l" defTabSz="914126" rtl="0" eaLnBrk="1" latinLnBrk="0" hangingPunct="1">
        <a:lnSpc>
          <a:spcPct val="90000"/>
        </a:lnSpc>
        <a:spcBef>
          <a:spcPts val="1000"/>
        </a:spcBef>
        <a:buFont typeface="Arial" panose="020B0604020202020204" pitchFamily="34" charset="0"/>
        <a:buNone/>
        <a:defRPr sz="2000" kern="1200">
          <a:solidFill>
            <a:schemeClr val="tx1"/>
          </a:solidFill>
          <a:latin typeface="+mj-lt"/>
          <a:ea typeface="+mn-ea"/>
          <a:cs typeface="+mn-cs"/>
        </a:defRPr>
      </a:lvl1pPr>
      <a:lvl2pPr marL="266620" indent="-177746" algn="l" defTabSz="914126" rtl="0" eaLnBrk="1" latinLnBrk="0" hangingPunct="1">
        <a:lnSpc>
          <a:spcPct val="90000"/>
        </a:lnSpc>
        <a:spcBef>
          <a:spcPts val="5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367" indent="-177746" algn="l" defTabSz="914126" rtl="0" eaLnBrk="1" latinLnBrk="0" hangingPunct="1">
        <a:lnSpc>
          <a:spcPct val="90000"/>
        </a:lnSpc>
        <a:spcBef>
          <a:spcPts val="5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114" indent="-177746" algn="l" defTabSz="914126" rtl="0" eaLnBrk="1" latinLnBrk="0" hangingPunct="1">
        <a:lnSpc>
          <a:spcPct val="90000"/>
        </a:lnSpc>
        <a:spcBef>
          <a:spcPts val="5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556" indent="-190443" algn="l" defTabSz="914126" rtl="0" eaLnBrk="1" latinLnBrk="0" hangingPunct="1">
        <a:lnSpc>
          <a:spcPct val="90000"/>
        </a:lnSpc>
        <a:spcBef>
          <a:spcPts val="5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3846" indent="-228531" algn="l" defTabSz="91412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0909" indent="-228531" algn="l" defTabSz="91412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7971" indent="-228531" algn="l" defTabSz="91412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5034" indent="-228531" algn="l" defTabSz="914126"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126" rtl="0" eaLnBrk="1" latinLnBrk="0" hangingPunct="1">
        <a:defRPr sz="1800" kern="1200">
          <a:solidFill>
            <a:schemeClr val="tx1"/>
          </a:solidFill>
          <a:latin typeface="+mn-lt"/>
          <a:ea typeface="+mn-ea"/>
          <a:cs typeface="+mn-cs"/>
        </a:defRPr>
      </a:lvl1pPr>
      <a:lvl2pPr marL="457063" algn="l" defTabSz="914126" rtl="0" eaLnBrk="1" latinLnBrk="0" hangingPunct="1">
        <a:defRPr sz="1800" kern="1200">
          <a:solidFill>
            <a:schemeClr val="tx1"/>
          </a:solidFill>
          <a:latin typeface="+mn-lt"/>
          <a:ea typeface="+mn-ea"/>
          <a:cs typeface="+mn-cs"/>
        </a:defRPr>
      </a:lvl2pPr>
      <a:lvl3pPr marL="914126" algn="l" defTabSz="914126" rtl="0" eaLnBrk="1" latinLnBrk="0" hangingPunct="1">
        <a:defRPr sz="1800" kern="1200">
          <a:solidFill>
            <a:schemeClr val="tx1"/>
          </a:solidFill>
          <a:latin typeface="+mn-lt"/>
          <a:ea typeface="+mn-ea"/>
          <a:cs typeface="+mn-cs"/>
        </a:defRPr>
      </a:lvl3pPr>
      <a:lvl4pPr marL="1371189" algn="l" defTabSz="914126" rtl="0" eaLnBrk="1" latinLnBrk="0" hangingPunct="1">
        <a:defRPr sz="1800" kern="1200">
          <a:solidFill>
            <a:schemeClr val="tx1"/>
          </a:solidFill>
          <a:latin typeface="+mn-lt"/>
          <a:ea typeface="+mn-ea"/>
          <a:cs typeface="+mn-cs"/>
        </a:defRPr>
      </a:lvl4pPr>
      <a:lvl5pPr marL="1828251" algn="l" defTabSz="914126" rtl="0" eaLnBrk="1" latinLnBrk="0" hangingPunct="1">
        <a:defRPr sz="1800" kern="1200">
          <a:solidFill>
            <a:schemeClr val="tx1"/>
          </a:solidFill>
          <a:latin typeface="+mn-lt"/>
          <a:ea typeface="+mn-ea"/>
          <a:cs typeface="+mn-cs"/>
        </a:defRPr>
      </a:lvl5pPr>
      <a:lvl6pPr marL="2285314" algn="l" defTabSz="914126" rtl="0" eaLnBrk="1" latinLnBrk="0" hangingPunct="1">
        <a:defRPr sz="1800" kern="1200">
          <a:solidFill>
            <a:schemeClr val="tx1"/>
          </a:solidFill>
          <a:latin typeface="+mn-lt"/>
          <a:ea typeface="+mn-ea"/>
          <a:cs typeface="+mn-cs"/>
        </a:defRPr>
      </a:lvl6pPr>
      <a:lvl7pPr marL="2742377" algn="l" defTabSz="914126" rtl="0" eaLnBrk="1" latinLnBrk="0" hangingPunct="1">
        <a:defRPr sz="1800" kern="1200">
          <a:solidFill>
            <a:schemeClr val="tx1"/>
          </a:solidFill>
          <a:latin typeface="+mn-lt"/>
          <a:ea typeface="+mn-ea"/>
          <a:cs typeface="+mn-cs"/>
        </a:defRPr>
      </a:lvl7pPr>
      <a:lvl8pPr marL="3199440" algn="l" defTabSz="914126" rtl="0" eaLnBrk="1" latinLnBrk="0" hangingPunct="1">
        <a:defRPr sz="1800" kern="1200">
          <a:solidFill>
            <a:schemeClr val="tx1"/>
          </a:solidFill>
          <a:latin typeface="+mn-lt"/>
          <a:ea typeface="+mn-ea"/>
          <a:cs typeface="+mn-cs"/>
        </a:defRPr>
      </a:lvl8pPr>
      <a:lvl9pPr marL="3656503" algn="l" defTabSz="914126"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696">
          <p15:clr>
            <a:srgbClr val="F26B43"/>
          </p15:clr>
        </p15:guide>
        <p15:guide id="2" pos="7416">
          <p15:clr>
            <a:srgbClr val="F26B43"/>
          </p15:clr>
        </p15:guide>
        <p15:guide id="3" orient="horz" pos="4088">
          <p15:clr>
            <a:srgbClr val="F26B43"/>
          </p15:clr>
        </p15:guide>
        <p15:guide id="4" pos="264">
          <p15:clr>
            <a:srgbClr val="F26B43"/>
          </p15:clr>
        </p15:guide>
        <p15:guide id="5" orient="horz" pos="744">
          <p15:clr>
            <a:srgbClr val="F26B43"/>
          </p15:clr>
        </p15:guide>
        <p15:guide id="6" pos="3840">
          <p15:clr>
            <a:srgbClr val="F26B43"/>
          </p15:clr>
        </p15:guide>
        <p15:guide id="7" pos="3816">
          <p15:clr>
            <a:srgbClr val="F26B43"/>
          </p15:clr>
        </p15:guide>
        <p15:guide id="8" pos="3864">
          <p15:clr>
            <a:srgbClr val="F26B43"/>
          </p15:clr>
        </p15:guide>
      </p15:sldGuideLst>
    </p:ext>
  </p:extLst>
</p:sldMaster>
</file>

<file path=ppt/slideMasters/slideMaster1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4"/>
            </p:custDataLst>
            <p:extLst>
              <p:ext uri="{D42A27DB-BD31-4B8C-83A1-F6EECF244321}">
                <p14:modId xmlns:p14="http://schemas.microsoft.com/office/powerpoint/2010/main" val="428373017"/>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5" imgW="270" imgH="270" progId="TCLayout.ActiveDocument.1">
                  <p:embed/>
                </p:oleObj>
              </mc:Choice>
              <mc:Fallback>
                <p:oleObj name="think-cell Slide" r:id="rId25" imgW="270" imgH="270" progId="TCLayout.ActiveDocument.1">
                  <p:embed/>
                  <p:pic>
                    <p:nvPicPr>
                      <p:cNvPr id="21" name="Object 20" hidden="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rm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TITLE</a:t>
            </a:r>
            <a:endParaRPr lang="en-US" dirty="0"/>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1</a:t>
              </a:r>
            </a:p>
            <a:p>
              <a:pPr algn="ctr">
                <a:lnSpc>
                  <a:spcPct val="90000"/>
                </a:lnSpc>
                <a:spcAft>
                  <a:spcPts val="0"/>
                </a:spcAft>
              </a:pPr>
              <a:r>
                <a:rPr lang="en-GB" sz="700" dirty="0">
                  <a:latin typeface="Ubuntu" panose="020B0504030602030204" pitchFamily="34" charset="0"/>
                </a:rPr>
                <a:t>112</a:t>
              </a:r>
            </a:p>
            <a:p>
              <a:pPr algn="ctr">
                <a:lnSpc>
                  <a:spcPct val="90000"/>
                </a:lnSpc>
                <a:spcAft>
                  <a:spcPts val="0"/>
                </a:spcAft>
              </a:pPr>
              <a:r>
                <a:rPr lang="en-GB" sz="700" dirty="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18</a:t>
              </a:r>
            </a:p>
            <a:p>
              <a:pPr algn="ctr">
                <a:lnSpc>
                  <a:spcPct val="90000"/>
                </a:lnSpc>
                <a:spcAft>
                  <a:spcPts val="0"/>
                </a:spcAft>
              </a:pPr>
              <a:r>
                <a:rPr lang="en-GB" sz="700" dirty="0">
                  <a:solidFill>
                    <a:schemeClr val="tx1"/>
                  </a:solidFill>
                  <a:latin typeface="Ubuntu" panose="020B0504030602030204" pitchFamily="34" charset="0"/>
                </a:rPr>
                <a:t>171</a:t>
              </a:r>
            </a:p>
            <a:p>
              <a:pPr algn="ctr">
                <a:lnSpc>
                  <a:spcPct val="90000"/>
                </a:lnSpc>
                <a:spcAft>
                  <a:spcPts val="0"/>
                </a:spcAft>
              </a:pPr>
              <a:r>
                <a:rPr lang="en-GB" sz="700" dirty="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43</a:t>
              </a:r>
            </a:p>
            <a:p>
              <a:pPr algn="ctr">
                <a:lnSpc>
                  <a:spcPct val="90000"/>
                </a:lnSpc>
                <a:spcAft>
                  <a:spcPts val="0"/>
                </a:spcAft>
              </a:pPr>
              <a:r>
                <a:rPr lang="en-GB" sz="700" dirty="0">
                  <a:latin typeface="Ubuntu" panose="020B0504030602030204" pitchFamily="34" charset="0"/>
                </a:rPr>
                <a:t>10</a:t>
              </a:r>
            </a:p>
            <a:p>
              <a:pPr algn="ctr">
                <a:lnSpc>
                  <a:spcPct val="90000"/>
                </a:lnSpc>
                <a:spcAft>
                  <a:spcPts val="0"/>
                </a:spcAft>
              </a:pPr>
              <a:r>
                <a:rPr lang="en-GB" sz="700" dirty="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39</a:t>
              </a:r>
            </a:p>
            <a:p>
              <a:pPr algn="ctr">
                <a:lnSpc>
                  <a:spcPct val="90000"/>
                </a:lnSpc>
                <a:spcAft>
                  <a:spcPts val="0"/>
                </a:spcAft>
              </a:pPr>
              <a:r>
                <a:rPr lang="en-GB" sz="700" dirty="0">
                  <a:latin typeface="Ubuntu" panose="020B0504030602030204" pitchFamily="34" charset="0"/>
                </a:rPr>
                <a:t>41</a:t>
              </a:r>
            </a:p>
            <a:p>
              <a:pPr algn="ctr">
                <a:lnSpc>
                  <a:spcPct val="90000"/>
                </a:lnSpc>
                <a:spcAft>
                  <a:spcPts val="0"/>
                </a:spcAft>
              </a:pPr>
              <a:r>
                <a:rPr lang="en-GB" sz="700" dirty="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142</a:t>
              </a:r>
            </a:p>
            <a:p>
              <a:pPr algn="ctr">
                <a:lnSpc>
                  <a:spcPct val="90000"/>
                </a:lnSpc>
                <a:spcAft>
                  <a:spcPts val="0"/>
                </a:spcAft>
              </a:pPr>
              <a:r>
                <a:rPr lang="en-US" sz="700" dirty="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156</a:t>
              </a:r>
            </a:p>
            <a:p>
              <a:pPr algn="ctr">
                <a:lnSpc>
                  <a:spcPct val="90000"/>
                </a:lnSpc>
                <a:spcAft>
                  <a:spcPts val="0"/>
                </a:spcAft>
              </a:pPr>
              <a:r>
                <a:rPr lang="en-US" sz="700" dirty="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178</a:t>
              </a:r>
            </a:p>
            <a:p>
              <a:pPr algn="ctr">
                <a:lnSpc>
                  <a:spcPct val="90000"/>
                </a:lnSpc>
                <a:spcAft>
                  <a:spcPts val="0"/>
                </a:spcAft>
              </a:pPr>
              <a:r>
                <a:rPr lang="en-US" sz="700" dirty="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208</a:t>
              </a:r>
            </a:p>
            <a:p>
              <a:pPr algn="ctr">
                <a:lnSpc>
                  <a:spcPct val="90000"/>
                </a:lnSpc>
                <a:spcAft>
                  <a:spcPts val="0"/>
                </a:spcAft>
              </a:pPr>
              <a:r>
                <a:rPr lang="en-US" sz="700" dirty="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218</a:t>
              </a:r>
            </a:p>
            <a:p>
              <a:pPr algn="ctr">
                <a:lnSpc>
                  <a:spcPct val="90000"/>
                </a:lnSpc>
                <a:spcAft>
                  <a:spcPts val="0"/>
                </a:spcAft>
              </a:pPr>
              <a:r>
                <a:rPr lang="en-US" sz="700" dirty="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66</a:t>
              </a:r>
            </a:p>
            <a:p>
              <a:pPr algn="ctr">
                <a:lnSpc>
                  <a:spcPct val="90000"/>
                </a:lnSpc>
                <a:spcAft>
                  <a:spcPts val="0"/>
                </a:spcAft>
              </a:pPr>
              <a:r>
                <a:rPr lang="en-US" sz="700" dirty="0">
                  <a:solidFill>
                    <a:schemeClr val="bg1"/>
                  </a:solidFill>
                  <a:latin typeface="Ubuntu" panose="020B0504030602030204" pitchFamily="34" charset="0"/>
                </a:rPr>
                <a:t>20</a:t>
              </a:r>
            </a:p>
            <a:p>
              <a:pPr algn="ctr">
                <a:lnSpc>
                  <a:spcPct val="90000"/>
                </a:lnSpc>
                <a:spcAft>
                  <a:spcPts val="0"/>
                </a:spcAft>
              </a:pPr>
              <a:r>
                <a:rPr lang="en-US" sz="700" dirty="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89</a:t>
              </a:r>
            </a:p>
            <a:p>
              <a:pPr algn="ctr">
                <a:lnSpc>
                  <a:spcPct val="90000"/>
                </a:lnSpc>
                <a:spcAft>
                  <a:spcPts val="0"/>
                </a:spcAft>
              </a:pPr>
              <a:r>
                <a:rPr lang="en-US" sz="700" dirty="0">
                  <a:solidFill>
                    <a:schemeClr val="bg1"/>
                  </a:solidFill>
                  <a:latin typeface="Ubuntu" panose="020B0504030602030204" pitchFamily="34" charset="0"/>
                </a:rPr>
                <a:t>10</a:t>
              </a:r>
            </a:p>
            <a:p>
              <a:pPr algn="ctr">
                <a:lnSpc>
                  <a:spcPct val="90000"/>
                </a:lnSpc>
                <a:spcAft>
                  <a:spcPts val="0"/>
                </a:spcAft>
              </a:pPr>
              <a:r>
                <a:rPr lang="en-US" sz="700" dirty="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117</a:t>
              </a:r>
            </a:p>
            <a:p>
              <a:pPr algn="ctr">
                <a:lnSpc>
                  <a:spcPct val="90000"/>
                </a:lnSpc>
                <a:spcAft>
                  <a:spcPts val="0"/>
                </a:spcAft>
              </a:pPr>
              <a:r>
                <a:rPr lang="en-US" sz="700" dirty="0">
                  <a:solidFill>
                    <a:schemeClr val="bg1"/>
                  </a:solidFill>
                  <a:latin typeface="Ubuntu" panose="020B0504030602030204" pitchFamily="34" charset="0"/>
                </a:rPr>
                <a:t>13</a:t>
              </a:r>
            </a:p>
            <a:p>
              <a:pPr algn="ctr">
                <a:lnSpc>
                  <a:spcPct val="90000"/>
                </a:lnSpc>
                <a:spcAft>
                  <a:spcPts val="0"/>
                </a:spcAft>
              </a:pPr>
              <a:r>
                <a:rPr lang="en-US" sz="700" dirty="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128</a:t>
              </a:r>
            </a:p>
            <a:p>
              <a:pPr algn="ctr">
                <a:lnSpc>
                  <a:spcPct val="90000"/>
                </a:lnSpc>
                <a:spcAft>
                  <a:spcPts val="0"/>
                </a:spcAft>
              </a:pPr>
              <a:r>
                <a:rPr lang="en-US" sz="700" dirty="0">
                  <a:solidFill>
                    <a:schemeClr val="bg1"/>
                  </a:solidFill>
                  <a:latin typeface="Ubuntu" panose="020B0504030602030204" pitchFamily="34" charset="0"/>
                </a:rPr>
                <a:t>43</a:t>
              </a:r>
            </a:p>
            <a:p>
              <a:pPr algn="ctr">
                <a:lnSpc>
                  <a:spcPct val="90000"/>
                </a:lnSpc>
                <a:spcAft>
                  <a:spcPts val="0"/>
                </a:spcAft>
              </a:pPr>
              <a:r>
                <a:rPr lang="en-US" sz="700" dirty="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158</a:t>
              </a:r>
            </a:p>
            <a:p>
              <a:pPr algn="ctr">
                <a:lnSpc>
                  <a:spcPct val="90000"/>
                </a:lnSpc>
                <a:spcAft>
                  <a:spcPts val="0"/>
                </a:spcAft>
              </a:pPr>
              <a:r>
                <a:rPr lang="en-US" sz="700" dirty="0">
                  <a:solidFill>
                    <a:schemeClr val="bg1"/>
                  </a:solidFill>
                  <a:latin typeface="Ubuntu" panose="020B0504030602030204" pitchFamily="34" charset="0"/>
                </a:rPr>
                <a:t>71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166</a:t>
              </a:r>
            </a:p>
            <a:p>
              <a:pPr algn="ctr">
                <a:lnSpc>
                  <a:spcPct val="90000"/>
                </a:lnSpc>
                <a:spcAft>
                  <a:spcPts val="0"/>
                </a:spcAft>
              </a:pPr>
              <a:r>
                <a:rPr lang="en-US" sz="700" dirty="0">
                  <a:solidFill>
                    <a:schemeClr val="bg1"/>
                  </a:solidFill>
                  <a:latin typeface="Ubuntu" panose="020B0504030602030204" pitchFamily="34" charset="0"/>
                </a:rPr>
                <a:t>0</a:t>
              </a:r>
            </a:p>
            <a:p>
              <a:pPr algn="ctr">
                <a:lnSpc>
                  <a:spcPct val="90000"/>
                </a:lnSpc>
                <a:spcAft>
                  <a:spcPts val="0"/>
                </a:spcAft>
              </a:pPr>
              <a:r>
                <a:rPr lang="en-US" sz="700" dirty="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227</a:t>
              </a:r>
            </a:p>
            <a:p>
              <a:pPr algn="ctr">
                <a:lnSpc>
                  <a:spcPct val="90000"/>
                </a:lnSpc>
                <a:spcAft>
                  <a:spcPts val="0"/>
                </a:spcAft>
              </a:pPr>
              <a:r>
                <a:rPr lang="en-US" sz="700" dirty="0">
                  <a:solidFill>
                    <a:schemeClr val="bg1"/>
                  </a:solidFill>
                  <a:latin typeface="Ubuntu" panose="020B0504030602030204" pitchFamily="34" charset="0"/>
                </a:rPr>
                <a:t>03</a:t>
              </a:r>
            </a:p>
            <a:p>
              <a:pPr algn="ctr">
                <a:lnSpc>
                  <a:spcPct val="90000"/>
                </a:lnSpc>
                <a:spcAft>
                  <a:spcPts val="0"/>
                </a:spcAft>
              </a:pPr>
              <a:r>
                <a:rPr lang="en-US" sz="700" dirty="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48</a:t>
              </a:r>
            </a:p>
            <a:p>
              <a:pPr algn="ctr">
                <a:lnSpc>
                  <a:spcPct val="90000"/>
                </a:lnSpc>
                <a:spcAft>
                  <a:spcPts val="0"/>
                </a:spcAft>
              </a:pPr>
              <a:r>
                <a:rPr lang="en-US" sz="700" dirty="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69</a:t>
              </a:r>
            </a:p>
            <a:p>
              <a:pPr algn="ctr">
                <a:lnSpc>
                  <a:spcPct val="90000"/>
                </a:lnSpc>
                <a:spcAft>
                  <a:spcPts val="0"/>
                </a:spcAft>
              </a:pPr>
              <a:r>
                <a:rPr lang="en-US" sz="700" dirty="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129</a:t>
              </a:r>
            </a:p>
            <a:p>
              <a:pPr algn="ctr">
                <a:lnSpc>
                  <a:spcPct val="90000"/>
                </a:lnSpc>
                <a:spcAft>
                  <a:spcPts val="0"/>
                </a:spcAft>
              </a:pPr>
              <a:r>
                <a:rPr lang="en-US" sz="700" dirty="0">
                  <a:solidFill>
                    <a:schemeClr val="bg1"/>
                  </a:solidFill>
                  <a:latin typeface="Ubuntu" panose="020B0504030602030204" pitchFamily="34" charset="0"/>
                </a:rPr>
                <a:t>27</a:t>
              </a:r>
            </a:p>
            <a:p>
              <a:pPr algn="ctr">
                <a:lnSpc>
                  <a:spcPct val="90000"/>
                </a:lnSpc>
                <a:spcAft>
                  <a:spcPts val="0"/>
                </a:spcAft>
              </a:pPr>
              <a:r>
                <a:rPr lang="en-US" sz="700" dirty="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161</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186</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209</a:t>
              </a:r>
            </a:p>
            <a:p>
              <a:pPr algn="ctr">
                <a:lnSpc>
                  <a:spcPct val="90000"/>
                </a:lnSpc>
                <a:spcAft>
                  <a:spcPts val="0"/>
                </a:spcAft>
              </a:pPr>
              <a:r>
                <a:rPr lang="en-US" sz="700" dirty="0">
                  <a:latin typeface="Ubuntu" panose="020B0504030602030204" pitchFamily="34" charset="0"/>
                </a:rPr>
                <a:t>58</a:t>
              </a:r>
            </a:p>
            <a:p>
              <a:pPr algn="ctr">
                <a:lnSpc>
                  <a:spcPct val="90000"/>
                </a:lnSpc>
                <a:spcAft>
                  <a:spcPts val="0"/>
                </a:spcAft>
              </a:pPr>
              <a:r>
                <a:rPr lang="en-US" sz="700" dirty="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229</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dirty="0">
                <a:latin typeface="Ubuntu" panose="020B0504030602030204" pitchFamily="34" charset="0"/>
              </a:rPr>
              <a:t>Security Classification:</a:t>
            </a:r>
          </a:p>
          <a:p>
            <a:r>
              <a:rPr lang="en-GB" sz="800" dirty="0">
                <a:latin typeface="Ubuntu" panose="020B0504030602030204" pitchFamily="34" charset="0"/>
              </a:rPr>
              <a:t>SEC0: Public</a:t>
            </a:r>
          </a:p>
          <a:p>
            <a:r>
              <a:rPr lang="en-GB" sz="800" dirty="0">
                <a:latin typeface="Ubuntu" panose="020B0504030602030204" pitchFamily="34" charset="0"/>
              </a:rPr>
              <a:t>SEC1: Company Confidential</a:t>
            </a:r>
          </a:p>
          <a:p>
            <a:r>
              <a:rPr lang="en-GB" sz="800" dirty="0">
                <a:latin typeface="Ubuntu" panose="020B0504030602030204" pitchFamily="34" charset="0"/>
              </a:rPr>
              <a:t>SEC2: Company Restricted / Customer restricted</a:t>
            </a:r>
          </a:p>
          <a:p>
            <a:r>
              <a:rPr lang="en-GB" sz="800" dirty="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67</a:t>
              </a:r>
            </a:p>
            <a:p>
              <a:pPr algn="ctr">
                <a:lnSpc>
                  <a:spcPct val="90000"/>
                </a:lnSpc>
                <a:spcAft>
                  <a:spcPts val="0"/>
                </a:spcAft>
              </a:pPr>
              <a:r>
                <a:rPr lang="en-US" sz="700" b="0" dirty="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106</a:t>
              </a:r>
            </a:p>
            <a:p>
              <a:pPr algn="ctr">
                <a:lnSpc>
                  <a:spcPct val="90000"/>
                </a:lnSpc>
                <a:spcAft>
                  <a:spcPts val="0"/>
                </a:spcAft>
              </a:pPr>
              <a:r>
                <a:rPr lang="en-US" sz="700" b="0" dirty="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135</a:t>
              </a:r>
            </a:p>
            <a:p>
              <a:pPr algn="ctr">
                <a:lnSpc>
                  <a:spcPct val="90000"/>
                </a:lnSpc>
                <a:spcAft>
                  <a:spcPts val="0"/>
                </a:spcAft>
              </a:pPr>
              <a:r>
                <a:rPr lang="en-US" sz="700" b="0" dirty="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178</a:t>
              </a:r>
            </a:p>
            <a:p>
              <a:pPr algn="ctr">
                <a:lnSpc>
                  <a:spcPct val="90000"/>
                </a:lnSpc>
                <a:spcAft>
                  <a:spcPts val="0"/>
                </a:spcAft>
              </a:pPr>
              <a:r>
                <a:rPr lang="en-US" sz="700" b="0" dirty="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244</a:t>
              </a:r>
            </a:p>
            <a:p>
              <a:pPr algn="ctr">
                <a:lnSpc>
                  <a:spcPct val="90000"/>
                </a:lnSpc>
                <a:spcAft>
                  <a:spcPts val="0"/>
                </a:spcAft>
              </a:pPr>
              <a:r>
                <a:rPr lang="en-US" sz="700" b="0" dirty="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140</a:t>
              </a:r>
            </a:p>
            <a:p>
              <a:pPr algn="ctr">
                <a:lnSpc>
                  <a:spcPct val="90000"/>
                </a:lnSpc>
                <a:spcAft>
                  <a:spcPts val="0"/>
                </a:spcAft>
              </a:pPr>
              <a:r>
                <a:rPr lang="en-US" sz="700" b="0" dirty="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46</a:t>
              </a:r>
            </a:p>
            <a:p>
              <a:pPr algn="ctr">
                <a:lnSpc>
                  <a:spcPct val="90000"/>
                </a:lnSpc>
                <a:spcAft>
                  <a:spcPts val="0"/>
                </a:spcAft>
              </a:pPr>
              <a:r>
                <a:rPr lang="en-US" sz="700" b="0" dirty="0">
                  <a:latin typeface="Ubuntu" panose="020B0504030602030204" pitchFamily="34" charset="0"/>
                </a:rPr>
                <a:t>166</a:t>
              </a:r>
            </a:p>
            <a:p>
              <a:pPr algn="ctr">
                <a:lnSpc>
                  <a:spcPct val="90000"/>
                </a:lnSpc>
                <a:spcAft>
                  <a:spcPts val="0"/>
                </a:spcAft>
              </a:pPr>
              <a:r>
                <a:rPr lang="en-US" sz="700" b="0" dirty="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51</a:t>
              </a:r>
            </a:p>
            <a:p>
              <a:pPr algn="ctr">
                <a:lnSpc>
                  <a:spcPct val="90000"/>
                </a:lnSpc>
                <a:spcAft>
                  <a:spcPts val="0"/>
                </a:spcAft>
              </a:pPr>
              <a:r>
                <a:rPr lang="en-US" sz="700" b="0" dirty="0">
                  <a:latin typeface="Ubuntu" panose="020B0504030602030204" pitchFamily="34" charset="0"/>
                </a:rPr>
                <a:t>181</a:t>
              </a:r>
            </a:p>
            <a:p>
              <a:pPr algn="ctr">
                <a:lnSpc>
                  <a:spcPct val="90000"/>
                </a:lnSpc>
                <a:spcAft>
                  <a:spcPts val="0"/>
                </a:spcAft>
              </a:pPr>
              <a:r>
                <a:rPr lang="en-US" sz="700" b="0" dirty="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dirty="0">
                <a:latin typeface="Ubuntu" panose="020B0504030602030204" pitchFamily="34" charset="0"/>
              </a:endParaRPr>
            </a:p>
            <a:p>
              <a:pPr algn="ctr">
                <a:lnSpc>
                  <a:spcPct val="90000"/>
                </a:lnSpc>
                <a:spcAft>
                  <a:spcPts val="0"/>
                </a:spcAft>
              </a:pPr>
              <a:r>
                <a:rPr lang="en-US" sz="700" b="0" dirty="0">
                  <a:latin typeface="Ubuntu" panose="020B0504030602030204" pitchFamily="34" charset="0"/>
                </a:rPr>
                <a:t>87</a:t>
              </a:r>
            </a:p>
            <a:p>
              <a:pPr algn="ctr">
                <a:lnSpc>
                  <a:spcPct val="90000"/>
                </a:lnSpc>
                <a:spcAft>
                  <a:spcPts val="0"/>
                </a:spcAft>
              </a:pPr>
              <a:r>
                <a:rPr lang="en-US" sz="700" b="0" dirty="0">
                  <a:latin typeface="Ubuntu" panose="020B0504030602030204" pitchFamily="34" charset="0"/>
                </a:rPr>
                <a:t>207</a:t>
              </a:r>
            </a:p>
            <a:p>
              <a:pPr algn="ctr">
                <a:lnSpc>
                  <a:spcPct val="90000"/>
                </a:lnSpc>
                <a:spcAft>
                  <a:spcPts val="0"/>
                </a:spcAft>
              </a:pPr>
              <a:r>
                <a:rPr lang="en-US" sz="700" b="0" dirty="0">
                  <a:latin typeface="Ubuntu" panose="020B0504030602030204" pitchFamily="34" charset="0"/>
                </a:rPr>
                <a:t>128</a:t>
              </a:r>
            </a:p>
            <a:p>
              <a:pPr algn="ctr">
                <a:lnSpc>
                  <a:spcPct val="90000"/>
                </a:lnSpc>
                <a:spcAft>
                  <a:spcPts val="0"/>
                </a:spcAft>
              </a:pPr>
              <a:endParaRPr lang="en-US" sz="700" b="0" dirty="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33</a:t>
              </a:r>
            </a:p>
            <a:p>
              <a:pPr algn="ctr">
                <a:lnSpc>
                  <a:spcPct val="90000"/>
                </a:lnSpc>
                <a:spcAft>
                  <a:spcPts val="0"/>
                </a:spcAft>
              </a:pPr>
              <a:r>
                <a:rPr lang="en-US" sz="700" b="0" dirty="0">
                  <a:solidFill>
                    <a:schemeClr val="bg1"/>
                  </a:solidFill>
                  <a:latin typeface="Ubuntu" panose="020B0504030602030204" pitchFamily="34" charset="0"/>
                </a:rPr>
                <a:t>69</a:t>
              </a:r>
            </a:p>
            <a:p>
              <a:pPr algn="ctr">
                <a:lnSpc>
                  <a:spcPct val="90000"/>
                </a:lnSpc>
                <a:spcAft>
                  <a:spcPts val="0"/>
                </a:spcAft>
              </a:pPr>
              <a:r>
                <a:rPr lang="en-US" sz="700" b="0" dirty="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20</a:t>
              </a:r>
            </a:p>
            <a:p>
              <a:pPr algn="ctr">
                <a:lnSpc>
                  <a:spcPct val="90000"/>
                </a:lnSpc>
                <a:spcAft>
                  <a:spcPts val="0"/>
                </a:spcAft>
              </a:pPr>
              <a:r>
                <a:rPr lang="en-US" sz="700" b="0" dirty="0">
                  <a:solidFill>
                    <a:schemeClr val="bg1"/>
                  </a:solidFill>
                  <a:latin typeface="Ubuntu" panose="020B0504030602030204" pitchFamily="34" charset="0"/>
                </a:rPr>
                <a:t>89</a:t>
              </a:r>
            </a:p>
            <a:p>
              <a:pPr algn="ctr">
                <a:lnSpc>
                  <a:spcPct val="90000"/>
                </a:lnSpc>
                <a:spcAft>
                  <a:spcPts val="0"/>
                </a:spcAft>
              </a:pPr>
              <a:r>
                <a:rPr lang="en-US" sz="700" b="0" dirty="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107</a:t>
              </a:r>
            </a:p>
            <a:p>
              <a:pPr algn="ctr">
                <a:lnSpc>
                  <a:spcPct val="90000"/>
                </a:lnSpc>
                <a:spcAft>
                  <a:spcPts val="0"/>
                </a:spcAft>
              </a:pPr>
              <a:r>
                <a:rPr lang="en-US" sz="700" b="0" dirty="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125</a:t>
              </a:r>
            </a:p>
            <a:p>
              <a:pPr algn="ctr">
                <a:lnSpc>
                  <a:spcPct val="90000"/>
                </a:lnSpc>
                <a:spcAft>
                  <a:spcPts val="0"/>
                </a:spcAft>
              </a:pPr>
              <a:r>
                <a:rPr lang="en-US" sz="700" b="0" dirty="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146</a:t>
              </a:r>
            </a:p>
            <a:p>
              <a:pPr algn="ctr">
                <a:lnSpc>
                  <a:spcPct val="90000"/>
                </a:lnSpc>
                <a:spcAft>
                  <a:spcPts val="0"/>
                </a:spcAft>
              </a:pPr>
              <a:r>
                <a:rPr lang="en-US" sz="700" b="0" dirty="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191</a:t>
              </a:r>
            </a:p>
            <a:p>
              <a:pPr algn="ctr">
                <a:lnSpc>
                  <a:spcPct val="90000"/>
                </a:lnSpc>
                <a:spcAft>
                  <a:spcPts val="0"/>
                </a:spcAft>
              </a:pPr>
              <a:r>
                <a:rPr lang="en-US" sz="700" b="0" dirty="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213</a:t>
              </a:r>
            </a:p>
            <a:p>
              <a:pPr algn="ctr">
                <a:lnSpc>
                  <a:spcPct val="90000"/>
                </a:lnSpc>
                <a:spcAft>
                  <a:spcPts val="0"/>
                </a:spcAft>
              </a:pPr>
              <a:r>
                <a:rPr lang="en-US" sz="700" b="0" dirty="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230</a:t>
              </a:r>
            </a:p>
            <a:p>
              <a:pPr algn="ctr">
                <a:lnSpc>
                  <a:spcPct val="90000"/>
                </a:lnSpc>
                <a:spcAft>
                  <a:spcPts val="0"/>
                </a:spcAft>
              </a:pPr>
              <a:r>
                <a:rPr lang="en-US" sz="700" b="0" dirty="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623790" y="6902603"/>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rgbClr val="E6E6E6"/>
                </a:solidFill>
                <a:latin typeface="Ubuntu" panose="020B0504030602030204" pitchFamily="34" charset="0"/>
                <a:cs typeface="Arial" panose="020B0604020202020204" pitchFamily="34" charset="0"/>
              </a:rPr>
              <a:t>Presentation Title  |  Author  |  Date</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dirty="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rgbClr val="A6A6A6"/>
                </a:solidFill>
                <a:latin typeface="Ubuntu" panose="020B0504030602030204" pitchFamily="34" charset="0"/>
                <a:cs typeface="Arial" panose="020B0604020202020204" pitchFamily="34" charset="0"/>
              </a:rPr>
              <a:t>© Capgemini 2021. All rights reserved  |</a:t>
            </a:r>
          </a:p>
        </p:txBody>
      </p:sp>
      <p:sp>
        <p:nvSpPr>
          <p:cNvPr id="62" name="Rectangle 27">
            <a:extLst>
              <a:ext uri="{FF2B5EF4-FFF2-40B4-BE49-F238E27FC236}">
                <a16:creationId xmlns:a16="http://schemas.microsoft.com/office/drawing/2014/main" id="{D3D04034-3EE5-4070-9779-A4CDE3ED0665}"/>
              </a:ext>
            </a:extLst>
          </p:cNvPr>
          <p:cNvSpPr/>
          <p:nvPr userDrawn="1"/>
        </p:nvSpPr>
        <p:spPr>
          <a:xfrm>
            <a:off x="7269362" y="6945513"/>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rgbClr val="E6E6E6"/>
                </a:solidFill>
                <a:latin typeface="Ubuntu" panose="020B0504030602030204" pitchFamily="34" charset="0"/>
                <a:cs typeface="Arial" panose="020B0604020202020204" pitchFamily="34" charset="0"/>
              </a:rPr>
              <a:t>Company Confidential © Capgemini 2021. All rights reserved  |</a:t>
            </a:r>
          </a:p>
        </p:txBody>
      </p:sp>
      <p:sp>
        <p:nvSpPr>
          <p:cNvPr id="64" name="Rectangle 27">
            <a:extLst>
              <a:ext uri="{FF2B5EF4-FFF2-40B4-BE49-F238E27FC236}">
                <a16:creationId xmlns:a16="http://schemas.microsoft.com/office/drawing/2014/main" id="{02A3489E-4D19-4B73-AB09-05A65DCA180C}"/>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rgbClr val="A6A6A6"/>
                </a:solidFill>
                <a:latin typeface="Ubuntu" panose="020B0504030602030204" pitchFamily="34" charset="0"/>
                <a:cs typeface="Arial" panose="020B0604020202020204" pitchFamily="34" charset="0"/>
              </a:rPr>
              <a:t>Thanthi Group</a:t>
            </a:r>
          </a:p>
        </p:txBody>
      </p:sp>
    </p:spTree>
    <p:extLst>
      <p:ext uri="{BB962C8B-B14F-4D97-AF65-F5344CB8AC3E}">
        <p14:creationId xmlns:p14="http://schemas.microsoft.com/office/powerpoint/2010/main" val="2267753079"/>
      </p:ext>
    </p:extLst>
  </p:cSld>
  <p:clrMap bg1="lt1" tx1="dk1" bg2="lt2" tx2="dk2" accent1="accent1" accent2="accent2" accent3="accent3" accent4="accent4" accent5="accent5" accent6="accent6" hlink="hlink" folHlink="folHlink"/>
  <p:sldLayoutIdLst>
    <p:sldLayoutId id="2147483947" r:id="rId1"/>
    <p:sldLayoutId id="2147483948" r:id="rId2"/>
    <p:sldLayoutId id="2147483949" r:id="rId3"/>
    <p:sldLayoutId id="2147483950" r:id="rId4"/>
    <p:sldLayoutId id="2147483951" r:id="rId5"/>
    <p:sldLayoutId id="2147483952" r:id="rId6"/>
    <p:sldLayoutId id="2147483953" r:id="rId7"/>
    <p:sldLayoutId id="2147483954" r:id="rId8"/>
    <p:sldLayoutId id="2147483955" r:id="rId9"/>
    <p:sldLayoutId id="2147483956" r:id="rId10"/>
    <p:sldLayoutId id="2147483957" r:id="rId11"/>
    <p:sldLayoutId id="2147483958" r:id="rId12"/>
    <p:sldLayoutId id="2147483959" r:id="rId13"/>
    <p:sldLayoutId id="2147483960" r:id="rId14"/>
    <p:sldLayoutId id="2147483961" r:id="rId15"/>
    <p:sldLayoutId id="2147483962" r:id="rId16"/>
    <p:sldLayoutId id="2147483963" r:id="rId17"/>
    <p:sldLayoutId id="2147483964" r:id="rId18"/>
    <p:sldLayoutId id="2147483965" r:id="rId19"/>
    <p:sldLayoutId id="2147483966" r:id="rId20"/>
    <p:sldLayoutId id="2147483967" r:id="rId21"/>
    <p:sldLayoutId id="2147483969" r:id="rId22"/>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20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8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6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4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4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Masters/slideMaster14.xml><?xml version="1.0" encoding="utf-8"?>
<p:sldMaster xmlns:a="http://schemas.openxmlformats.org/drawingml/2006/main" xmlns:r="http://schemas.openxmlformats.org/officeDocument/2006/relationships" xmlns:p="http://schemas.openxmlformats.org/presentationml/2006/main" preserve="1">
  <p:cSld>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17"/>
            </p:custData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18" imgW="270" imgH="270" progId="TCLayout.ActiveDocument.1">
                  <p:embed/>
                </p:oleObj>
              </mc:Choice>
              <mc:Fallback>
                <p:oleObj name="think-cell Slide" r:id="rId18" imgW="270" imgH="270" progId="TCLayout.ActiveDocument.1">
                  <p:embed/>
                  <p:pic>
                    <p:nvPicPr>
                      <p:cNvPr id="21" name="Object 20" hidden="1"/>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 name="Retângulo 43">
            <a:extLst>
              <a:ext uri="{FF2B5EF4-FFF2-40B4-BE49-F238E27FC236}">
                <a16:creationId xmlns:a16="http://schemas.microsoft.com/office/drawing/2014/main" id="{25FC8637-25BD-4C09-AF25-56B4243DAB3D}"/>
              </a:ext>
            </a:extLst>
          </p:cNvPr>
          <p:cNvSpPr/>
          <p:nvPr userDrawn="1"/>
        </p:nvSpPr>
        <p:spPr>
          <a:xfrm>
            <a:off x="11751670" y="6650661"/>
            <a:ext cx="176330" cy="123111"/>
          </a:xfrm>
          <a:prstGeom prst="rect">
            <a:avLst/>
          </a:prstGeom>
        </p:spPr>
        <p:txBody>
          <a:bodyPr wrap="none" lIns="0" tIns="0" rIns="0" bIns="0" anchor="ctr" anchorCtr="0">
            <a:spAutoFit/>
          </a:bodyPr>
          <a:lstStyle/>
          <a:p>
            <a:pPr algn="r"/>
            <a:fld id="{0502E5A9-B53C-401E-A0E0-4A359BB0A9E5}" type="slidenum">
              <a:rPr lang="en-US" sz="800">
                <a:solidFill>
                  <a:srgbClr val="FFFFFF">
                    <a:lumMod val="65000"/>
                  </a:srgbClr>
                </a:solidFill>
                <a:cs typeface="Arial" panose="020B0604020202020204" pitchFamily="34" charset="0"/>
              </a:rPr>
              <a:pPr algn="r"/>
              <a:t>‹#›</a:t>
            </a:fld>
            <a:endParaRPr lang="en-US" sz="800" dirty="0">
              <a:solidFill>
                <a:srgbClr val="FFFFFF">
                  <a:lumMod val="65000"/>
                </a:srgbClr>
              </a:solidFill>
              <a:cs typeface="Arial" panose="020B0604020202020204" pitchFamily="34" charset="0"/>
            </a:endParaRPr>
          </a:p>
        </p:txBody>
      </p:sp>
      <p:sp>
        <p:nvSpPr>
          <p:cNvPr id="6" name="Text Placeholder 7">
            <a:extLst>
              <a:ext uri="{FF2B5EF4-FFF2-40B4-BE49-F238E27FC236}">
                <a16:creationId xmlns:a16="http://schemas.microsoft.com/office/drawing/2014/main" id="{E824319D-02CC-441E-87B5-E9D15DE8CA35}"/>
              </a:ext>
            </a:extLst>
          </p:cNvPr>
          <p:cNvSpPr txBox="1">
            <a:spLocks/>
          </p:cNvSpPr>
          <p:nvPr userDrawn="1"/>
        </p:nvSpPr>
        <p:spPr>
          <a:xfrm>
            <a:off x="9017223" y="6650661"/>
            <a:ext cx="2664297" cy="123111"/>
          </a:xfrm>
          <a:prstGeom prst="rect">
            <a:avLst/>
          </a:prstGeom>
        </p:spPr>
        <p:txBody>
          <a:bodyPr lIns="0" tIns="0" rIns="0" bIns="0" anchor="ctr" anchorCtr="0">
            <a:noAutofit/>
          </a:bodyPr>
          <a:lstStyle>
            <a:lvl1pPr marL="0" indent="0" algn="l" defTabSz="914400" rtl="0" eaLnBrk="1" latinLnBrk="0" hangingPunct="1">
              <a:lnSpc>
                <a:spcPct val="100000"/>
              </a:lnSpc>
              <a:spcBef>
                <a:spcPts val="1000"/>
              </a:spcBef>
              <a:buFont typeface="Arial" panose="020B0604020202020204" pitchFamily="34" charset="0"/>
              <a:buNone/>
              <a:defRPr sz="800" kern="1200">
                <a:solidFill>
                  <a:srgbClr val="7F7F7F"/>
                </a:solidFill>
                <a:latin typeface="+mn-lt"/>
                <a:ea typeface="+mn-ea"/>
                <a:cs typeface="+mn-cs"/>
              </a:defRPr>
            </a:lvl1pPr>
            <a:lvl2pPr marL="6858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2pPr>
            <a:lvl3pPr marL="11430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3pPr>
            <a:lvl4pPr marL="16002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4pPr>
            <a:lvl5pPr marL="2057400" indent="-228600" algn="l" defTabSz="914400" rtl="0" eaLnBrk="1" latinLnBrk="0" hangingPunct="1">
              <a:lnSpc>
                <a:spcPct val="10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lgn="r">
              <a:defRPr/>
            </a:pPr>
            <a:r>
              <a:rPr lang="en-US" dirty="0">
                <a:solidFill>
                  <a:srgbClr val="FFFFFF">
                    <a:lumMod val="65000"/>
                  </a:srgbClr>
                </a:solidFill>
              </a:rPr>
              <a:t>Capgemini 2020. All rights reserved </a:t>
            </a:r>
            <a:r>
              <a:rPr lang="en-US" dirty="0">
                <a:solidFill>
                  <a:srgbClr val="12ABDB"/>
                </a:solidFill>
              </a:rPr>
              <a:t>|</a:t>
            </a:r>
          </a:p>
        </p:txBody>
      </p:sp>
      <p:sp>
        <p:nvSpPr>
          <p:cNvPr id="4" name="Espace réservé du texte 3"/>
          <p:cNvSpPr>
            <a:spLocks noGrp="1"/>
          </p:cNvSpPr>
          <p:nvPr userDrawn="1">
            <p:ph type="body" idx="1"/>
          </p:nvPr>
        </p:nvSpPr>
        <p:spPr>
          <a:xfrm>
            <a:off x="227348" y="1815352"/>
            <a:ext cx="11700000" cy="4466201"/>
          </a:xfrm>
          <a:prstGeom prst="rect">
            <a:avLst/>
          </a:prstGeom>
        </p:spPr>
        <p:txBody>
          <a:bodyPr vert="horz" lIns="0" tIns="0" rIns="0" bIns="0" rtlCol="0">
            <a:normAutofit/>
          </a:bodyPr>
          <a:lstStyle/>
          <a:p>
            <a:pPr lvl="0"/>
            <a:r>
              <a:rPr lang="fr-FR" dirty="0"/>
              <a:t>Modifiez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Espace réservé du titre 8"/>
          <p:cNvSpPr>
            <a:spLocks noGrp="1"/>
          </p:cNvSpPr>
          <p:nvPr>
            <p:ph type="title"/>
          </p:nvPr>
        </p:nvSpPr>
        <p:spPr>
          <a:xfrm>
            <a:off x="550200" y="0"/>
            <a:ext cx="11091600" cy="1104900"/>
          </a:xfrm>
          <a:prstGeom prst="rect">
            <a:avLst/>
          </a:prstGeom>
        </p:spPr>
        <p:txBody>
          <a:bodyPr vert="horz" lIns="0" tIns="216000" rIns="0" bIns="0" rtlCol="0" anchor="t">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a:t>
            </a:r>
            <a:r>
              <a:rPr lang="fr-FR" dirty="0" err="1"/>
              <a:t>title</a:t>
            </a:r>
            <a:endParaRPr lang="en-US" dirty="0"/>
          </a:p>
        </p:txBody>
      </p:sp>
    </p:spTree>
    <p:extLst>
      <p:ext uri="{BB962C8B-B14F-4D97-AF65-F5344CB8AC3E}">
        <p14:creationId xmlns:p14="http://schemas.microsoft.com/office/powerpoint/2010/main" val="1997646199"/>
      </p:ext>
    </p:extLst>
  </p:cSld>
  <p:clrMap bg1="lt1" tx1="dk1" bg2="lt2" tx2="dk2" accent1="accent1" accent2="accent2" accent3="accent3" accent4="accent4" accent5="accent5" accent6="accent6" hlink="hlink" folHlink="folHlink"/>
  <p:sldLayoutIdLst>
    <p:sldLayoutId id="2147483972" r:id="rId1"/>
    <p:sldLayoutId id="2147483973" r:id="rId2"/>
    <p:sldLayoutId id="2147483974" r:id="rId3"/>
    <p:sldLayoutId id="2147483975" r:id="rId4"/>
    <p:sldLayoutId id="2147483976" r:id="rId5"/>
    <p:sldLayoutId id="2147483977" r:id="rId6"/>
    <p:sldLayoutId id="2147483978" r:id="rId7"/>
    <p:sldLayoutId id="2147483979" r:id="rId8"/>
    <p:sldLayoutId id="2147483980" r:id="rId9"/>
    <p:sldLayoutId id="2147483981" r:id="rId10"/>
    <p:sldLayoutId id="2147483983" r:id="rId11"/>
    <p:sldLayoutId id="2147483984" r:id="rId12"/>
    <p:sldLayoutId id="2147483985" r:id="rId13"/>
    <p:sldLayoutId id="2147483986" r:id="rId14"/>
    <p:sldLayoutId id="2147483987" r:id="rId15"/>
  </p:sldLayoutIdLst>
  <p:txStyles>
    <p:titleStyle>
      <a:lvl1pPr marL="0" marR="0" indent="0" algn="l" defTabSz="914400" rtl="0" eaLnBrk="1" fontAlgn="auto" latinLnBrk="0" hangingPunct="1">
        <a:lnSpc>
          <a:spcPct val="100000"/>
        </a:lnSpc>
        <a:spcBef>
          <a:spcPct val="0"/>
        </a:spcBef>
        <a:spcAft>
          <a:spcPts val="0"/>
        </a:spcAft>
        <a:buClrTx/>
        <a:buSzTx/>
        <a:buFontTx/>
        <a:buNone/>
        <a:tabLst/>
        <a:defRPr kumimoji="0" lang="en-US" sz="3000" b="0" i="0" u="none" strike="noStrike" kern="1200" cap="none" spc="200" normalizeH="0" baseline="0" noProof="0" dirty="0">
          <a:ln>
            <a:noFill/>
          </a:ln>
          <a:solidFill>
            <a:schemeClr val="tx2"/>
          </a:solidFill>
          <a:effectLst/>
          <a:uLnTx/>
          <a:uFillTx/>
          <a:latin typeface="+mj-lt"/>
          <a:ea typeface="+mj-ea"/>
          <a:cs typeface="+mj-cs"/>
        </a:defRPr>
      </a:lvl1pPr>
    </p:titleStyle>
    <p:bodyStyle>
      <a:lvl1pPr marL="0" indent="0" algn="l" defTabSz="914400" rtl="0" eaLnBrk="1" latinLnBrk="0" hangingPunct="1">
        <a:lnSpc>
          <a:spcPct val="100000"/>
        </a:lnSpc>
        <a:spcBef>
          <a:spcPts val="600"/>
        </a:spcBef>
        <a:buFont typeface="Arial" panose="020B0604020202020204" pitchFamily="34" charset="0"/>
        <a:buNone/>
        <a:defRPr sz="2000" kern="1200">
          <a:solidFill>
            <a:schemeClr val="tx1"/>
          </a:solidFill>
          <a:latin typeface="+mj-lt"/>
          <a:ea typeface="+mn-ea"/>
          <a:cs typeface="+mn-cs"/>
        </a:defRPr>
      </a:lvl1pPr>
      <a:lvl2pPr marL="266700" indent="-177800" algn="l" defTabSz="914400" rtl="0" eaLnBrk="1" latinLnBrk="0" hangingPunct="1">
        <a:lnSpc>
          <a:spcPct val="100000"/>
        </a:lnSpc>
        <a:spcBef>
          <a:spcPts val="600"/>
        </a:spcBef>
        <a:buClr>
          <a:schemeClr val="accent1"/>
        </a:buClr>
        <a:buFont typeface="Wingdings" panose="05000000000000000000" pitchFamily="2" charset="2"/>
        <a:buChar char="§"/>
        <a:defRPr sz="1800" kern="1200">
          <a:solidFill>
            <a:schemeClr val="tx1"/>
          </a:solidFill>
          <a:latin typeface="+mj-lt"/>
          <a:ea typeface="+mn-ea"/>
          <a:cs typeface="+mn-cs"/>
        </a:defRPr>
      </a:lvl2pPr>
      <a:lvl3pPr marL="444500" indent="-17780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j-lt"/>
          <a:ea typeface="+mn-ea"/>
          <a:cs typeface="+mn-cs"/>
        </a:defRPr>
      </a:lvl3pPr>
      <a:lvl4pPr marL="622300" indent="-177800" algn="l" defTabSz="914400" rtl="0" eaLnBrk="1" latinLnBrk="0" hangingPunct="1">
        <a:lnSpc>
          <a:spcPct val="100000"/>
        </a:lnSpc>
        <a:spcBef>
          <a:spcPts val="600"/>
        </a:spcBef>
        <a:buClr>
          <a:schemeClr val="accent3"/>
        </a:buClr>
        <a:buFont typeface="Verdana" panose="020B0604030504040204" pitchFamily="34" charset="0"/>
        <a:buChar char="‒"/>
        <a:defRPr sz="1400" kern="1200">
          <a:solidFill>
            <a:schemeClr val="tx1"/>
          </a:solidFill>
          <a:latin typeface="+mj-lt"/>
          <a:ea typeface="+mn-ea"/>
          <a:cs typeface="+mn-cs"/>
        </a:defRPr>
      </a:lvl4pPr>
      <a:lvl5pPr marL="812800" indent="-190500" algn="l" defTabSz="914400" rtl="0" eaLnBrk="1" latinLnBrk="0" hangingPunct="1">
        <a:lnSpc>
          <a:spcPct val="100000"/>
        </a:lnSpc>
        <a:spcBef>
          <a:spcPts val="600"/>
        </a:spcBef>
        <a:buClr>
          <a:schemeClr val="accent5"/>
        </a:buClr>
        <a:buFont typeface="Arial" panose="020B0604020202020204" pitchFamily="34" charset="0"/>
        <a:buChar char="•"/>
        <a:defRPr sz="1400" kern="1200">
          <a:solidFill>
            <a:schemeClr val="tx1"/>
          </a:solidFill>
          <a:latin typeface="+mj-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506">
          <p15:clr>
            <a:srgbClr val="F26B43"/>
          </p15:clr>
        </p15:guide>
        <p15:guide id="3" orient="horz" pos="4088">
          <p15:clr>
            <a:srgbClr val="F26B43"/>
          </p15:clr>
        </p15:guide>
        <p15:guide id="4" pos="143">
          <p15:clr>
            <a:srgbClr val="F26B43"/>
          </p15:clr>
        </p15:guide>
        <p15:guide id="5" orient="horz" pos="1139">
          <p15:clr>
            <a:srgbClr val="F26B43"/>
          </p15:clr>
        </p15:guide>
      </p15:sldGuideLst>
    </p:ext>
  </p:extLst>
</p:sldMaster>
</file>

<file path=ppt/slideMasters/slideMaster1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21" name="Object 20" hidden="1"/>
          <p:cNvGraphicFramePr>
            <a:graphicFrameLocks noChangeAspect="1"/>
          </p:cNvGraphicFramePr>
          <p:nvPr>
            <p:custDataLst>
              <p:tags r:id="rId27"/>
            </p:custDataLst>
            <p:extLst>
              <p:ext uri="{D42A27DB-BD31-4B8C-83A1-F6EECF244321}">
                <p14:modId xmlns:p14="http://schemas.microsoft.com/office/powerpoint/2010/main" val="2914692986"/>
              </p:ext>
            </p:extLst>
          </p:nvPr>
        </p:nvGraphicFramePr>
        <p:xfrm>
          <a:off x="1587" y="1588"/>
          <a:ext cx="1587" cy="1587"/>
        </p:xfrm>
        <a:graphic>
          <a:graphicData uri="http://schemas.openxmlformats.org/presentationml/2006/ole">
            <mc:AlternateContent xmlns:mc="http://schemas.openxmlformats.org/markup-compatibility/2006">
              <mc:Choice xmlns:v="urn:schemas-microsoft-com:vml" Requires="v">
                <p:oleObj name="think-cell Slide" r:id="rId28" imgW="270" imgH="270" progId="TCLayout.ActiveDocument.1">
                  <p:embed/>
                </p:oleObj>
              </mc:Choice>
              <mc:Fallback>
                <p:oleObj name="think-cell Slide" r:id="rId28" imgW="270" imgH="270" progId="TCLayout.ActiveDocument.1">
                  <p:embed/>
                  <p:pic>
                    <p:nvPicPr>
                      <p:cNvPr id="21" name="Object 20" hidden="1"/>
                      <p:cNvPicPr>
                        <a:picLocks noChangeAspect="1" noChangeArrowheads="1"/>
                      </p:cNvPicPr>
                      <p:nvPr/>
                    </p:nvPicPr>
                    <p:blipFill>
                      <a:blip r:embed="rId29">
                        <a:extLst>
                          <a:ext uri="{28A0092B-C50C-407E-A947-70E740481C1C}">
                            <a14:useLocalDpi xmlns:a14="http://schemas.microsoft.com/office/drawing/2010/main" val="0"/>
                          </a:ext>
                        </a:extLst>
                      </a:blip>
                      <a:srcRect/>
                      <a:stretch>
                        <a:fillRect/>
                      </a:stretch>
                    </p:blipFill>
                    <p:spPr bwMode="auto">
                      <a:xfrm>
                        <a:off x="1587" y="1588"/>
                        <a:ext cx="1587" cy="1587"/>
                      </a:xfrm>
                      <a:prstGeom prst="rect">
                        <a:avLst/>
                      </a:prstGeom>
                      <a:noFill/>
                    </p:spPr>
                  </p:pic>
                </p:oleObj>
              </mc:Fallback>
            </mc:AlternateContent>
          </a:graphicData>
        </a:graphic>
      </p:graphicFrame>
      <p:sp>
        <p:nvSpPr>
          <p:cNvPr id="4" name="Text Placeholder 1"/>
          <p:cNvSpPr>
            <a:spLocks noGrp="1"/>
          </p:cNvSpPr>
          <p:nvPr>
            <p:ph type="body" idx="1"/>
          </p:nvPr>
        </p:nvSpPr>
        <p:spPr>
          <a:xfrm>
            <a:off x="404813" y="1327150"/>
            <a:ext cx="11376880" cy="5135563"/>
          </a:xfrm>
          <a:prstGeom prst="rect">
            <a:avLst/>
          </a:prstGeom>
        </p:spPr>
        <p:txBody>
          <a:bodyPr vert="horz" lIns="0" tIns="0" rIns="0" bIns="0" rtlCol="0">
            <a:noAutofit/>
          </a:bodyPr>
          <a:lstStyle/>
          <a:p>
            <a:pPr lvl="0"/>
            <a:r>
              <a:rPr lang="fr-FR" dirty="0"/>
              <a:t>Cliquez pour modifier les styles du texte du masque</a:t>
            </a:r>
          </a:p>
          <a:p>
            <a:pPr lvl="1"/>
            <a:r>
              <a:rPr lang="fr-FR" dirty="0"/>
              <a:t>Deuxième niveau</a:t>
            </a:r>
          </a:p>
          <a:p>
            <a:pPr lvl="2"/>
            <a:r>
              <a:rPr lang="fr-FR" dirty="0"/>
              <a:t>Troisième niveau</a:t>
            </a:r>
          </a:p>
          <a:p>
            <a:pPr lvl="3"/>
            <a:r>
              <a:rPr lang="fr-FR" dirty="0"/>
              <a:t>Quatrième niveau</a:t>
            </a:r>
          </a:p>
          <a:p>
            <a:pPr lvl="4"/>
            <a:r>
              <a:rPr lang="fr-FR" dirty="0"/>
              <a:t>Cinquième niveau</a:t>
            </a:r>
            <a:endParaRPr lang="en-US" dirty="0"/>
          </a:p>
        </p:txBody>
      </p:sp>
      <p:sp>
        <p:nvSpPr>
          <p:cNvPr id="9" name="Title Placeholder 1"/>
          <p:cNvSpPr>
            <a:spLocks noGrp="1"/>
          </p:cNvSpPr>
          <p:nvPr>
            <p:ph type="title"/>
          </p:nvPr>
        </p:nvSpPr>
        <p:spPr>
          <a:xfrm>
            <a:off x="404813" y="388188"/>
            <a:ext cx="10947772" cy="716711"/>
          </a:xfrm>
          <a:prstGeom prst="rect">
            <a:avLst/>
          </a:prstGeom>
        </p:spPr>
        <p:txBody>
          <a:bodyPr vert="horz" lIns="0" tIns="0" rIns="0" bIns="0" rtlCol="0" anchor="b">
            <a:noAutofit/>
          </a:bodyPr>
          <a:lstStyle/>
          <a:p>
            <a:pPr marL="0" marR="0" lvl="0" indent="0" algn="l" defTabSz="914400" rtl="0" eaLnBrk="1" fontAlgn="auto" latinLnBrk="0" hangingPunct="1">
              <a:lnSpc>
                <a:spcPct val="90000"/>
              </a:lnSpc>
              <a:spcBef>
                <a:spcPct val="0"/>
              </a:spcBef>
              <a:spcAft>
                <a:spcPts val="0"/>
              </a:spcAft>
              <a:buClrTx/>
              <a:buSzTx/>
              <a:buFontTx/>
              <a:buNone/>
              <a:tabLst/>
              <a:defRPr/>
            </a:pPr>
            <a:r>
              <a:rPr lang="fr-FR" dirty="0"/>
              <a:t>CLICK TO INSERT TITLE</a:t>
            </a:r>
            <a:endParaRPr lang="en-US" dirty="0"/>
          </a:p>
        </p:txBody>
      </p:sp>
      <p:grpSp>
        <p:nvGrpSpPr>
          <p:cNvPr id="3" name="Group 2">
            <a:extLst>
              <a:ext uri="{FF2B5EF4-FFF2-40B4-BE49-F238E27FC236}">
                <a16:creationId xmlns:a16="http://schemas.microsoft.com/office/drawing/2014/main" id="{7D254FA0-1CD0-4186-9223-F354145FAE6C}"/>
              </a:ext>
            </a:extLst>
          </p:cNvPr>
          <p:cNvGrpSpPr/>
          <p:nvPr userDrawn="1"/>
        </p:nvGrpSpPr>
        <p:grpSpPr>
          <a:xfrm>
            <a:off x="12295891" y="1659"/>
            <a:ext cx="360000" cy="2069166"/>
            <a:chOff x="12498114" y="115959"/>
            <a:chExt cx="360000" cy="2069166"/>
          </a:xfrm>
        </p:grpSpPr>
        <p:sp>
          <p:nvSpPr>
            <p:cNvPr id="11" name="Rectangle 10">
              <a:extLst>
                <a:ext uri="{FF2B5EF4-FFF2-40B4-BE49-F238E27FC236}">
                  <a16:creationId xmlns:a16="http://schemas.microsoft.com/office/drawing/2014/main" id="{EF1244FD-1856-4971-9A73-AD6DF3F42A90}"/>
                </a:ext>
              </a:extLst>
            </p:cNvPr>
            <p:cNvSpPr/>
            <p:nvPr/>
          </p:nvSpPr>
          <p:spPr>
            <a:xfrm>
              <a:off x="12498114" y="115959"/>
              <a:ext cx="360000" cy="406800"/>
            </a:xfrm>
            <a:prstGeom prst="rect">
              <a:avLst/>
            </a:prstGeom>
            <a:solidFill>
              <a:srgbClr val="0070A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1</a:t>
              </a:r>
            </a:p>
            <a:p>
              <a:pPr algn="ctr">
                <a:lnSpc>
                  <a:spcPct val="90000"/>
                </a:lnSpc>
                <a:spcAft>
                  <a:spcPts val="0"/>
                </a:spcAft>
              </a:pPr>
              <a:r>
                <a:rPr lang="en-GB" sz="700" dirty="0">
                  <a:latin typeface="Ubuntu" panose="020B0504030602030204" pitchFamily="34" charset="0"/>
                </a:rPr>
                <a:t>112</a:t>
              </a:r>
            </a:p>
            <a:p>
              <a:pPr algn="ctr">
                <a:lnSpc>
                  <a:spcPct val="90000"/>
                </a:lnSpc>
                <a:spcAft>
                  <a:spcPts val="0"/>
                </a:spcAft>
              </a:pPr>
              <a:r>
                <a:rPr lang="en-GB" sz="700" dirty="0">
                  <a:latin typeface="Ubuntu" panose="020B0504030602030204" pitchFamily="34" charset="0"/>
                </a:rPr>
                <a:t>173</a:t>
              </a:r>
            </a:p>
          </p:txBody>
        </p:sp>
        <p:sp>
          <p:nvSpPr>
            <p:cNvPr id="12" name="Rectangle 11">
              <a:extLst>
                <a:ext uri="{FF2B5EF4-FFF2-40B4-BE49-F238E27FC236}">
                  <a16:creationId xmlns:a16="http://schemas.microsoft.com/office/drawing/2014/main" id="{22B40C78-6F20-4C95-AB26-B29FEC0FF747}"/>
                </a:ext>
              </a:extLst>
            </p:cNvPr>
            <p:cNvSpPr/>
            <p:nvPr/>
          </p:nvSpPr>
          <p:spPr>
            <a:xfrm>
              <a:off x="12498114" y="533371"/>
              <a:ext cx="360000" cy="4068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18</a:t>
              </a:r>
            </a:p>
            <a:p>
              <a:pPr algn="ctr">
                <a:lnSpc>
                  <a:spcPct val="90000"/>
                </a:lnSpc>
                <a:spcAft>
                  <a:spcPts val="0"/>
                </a:spcAft>
              </a:pPr>
              <a:r>
                <a:rPr lang="en-GB" sz="700" dirty="0">
                  <a:solidFill>
                    <a:schemeClr val="tx1"/>
                  </a:solidFill>
                  <a:latin typeface="Ubuntu" panose="020B0504030602030204" pitchFamily="34" charset="0"/>
                </a:rPr>
                <a:t>171</a:t>
              </a:r>
            </a:p>
            <a:p>
              <a:pPr algn="ctr">
                <a:lnSpc>
                  <a:spcPct val="90000"/>
                </a:lnSpc>
                <a:spcAft>
                  <a:spcPts val="0"/>
                </a:spcAft>
              </a:pPr>
              <a:r>
                <a:rPr lang="en-GB" sz="700" dirty="0">
                  <a:solidFill>
                    <a:schemeClr val="tx1"/>
                  </a:solidFill>
                  <a:latin typeface="Ubuntu" panose="020B0504030602030204" pitchFamily="34" charset="0"/>
                </a:rPr>
                <a:t>219</a:t>
              </a:r>
            </a:p>
          </p:txBody>
        </p:sp>
        <p:sp>
          <p:nvSpPr>
            <p:cNvPr id="13" name="Rectangle 12">
              <a:extLst>
                <a:ext uri="{FF2B5EF4-FFF2-40B4-BE49-F238E27FC236}">
                  <a16:creationId xmlns:a16="http://schemas.microsoft.com/office/drawing/2014/main" id="{1AED4E7D-39CE-49AE-9D4C-16EA940CBE5F}"/>
                </a:ext>
              </a:extLst>
            </p:cNvPr>
            <p:cNvSpPr/>
            <p:nvPr/>
          </p:nvSpPr>
          <p:spPr>
            <a:xfrm>
              <a:off x="12498114" y="950783"/>
              <a:ext cx="360000" cy="406800"/>
            </a:xfrm>
            <a:prstGeom prst="rect">
              <a:avLst/>
            </a:prstGeom>
            <a:solidFill>
              <a:srgbClr val="2B0A3D"/>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43</a:t>
              </a:r>
            </a:p>
            <a:p>
              <a:pPr algn="ctr">
                <a:lnSpc>
                  <a:spcPct val="90000"/>
                </a:lnSpc>
                <a:spcAft>
                  <a:spcPts val="0"/>
                </a:spcAft>
              </a:pPr>
              <a:r>
                <a:rPr lang="en-GB" sz="700" dirty="0">
                  <a:latin typeface="Ubuntu" panose="020B0504030602030204" pitchFamily="34" charset="0"/>
                </a:rPr>
                <a:t>10</a:t>
              </a:r>
            </a:p>
            <a:p>
              <a:pPr algn="ctr">
                <a:lnSpc>
                  <a:spcPct val="90000"/>
                </a:lnSpc>
                <a:spcAft>
                  <a:spcPts val="0"/>
                </a:spcAft>
              </a:pPr>
              <a:r>
                <a:rPr lang="en-GB" sz="700" dirty="0">
                  <a:latin typeface="Ubuntu" panose="020B0504030602030204" pitchFamily="34" charset="0"/>
                </a:rPr>
                <a:t>61</a:t>
              </a:r>
            </a:p>
          </p:txBody>
        </p:sp>
        <p:sp>
          <p:nvSpPr>
            <p:cNvPr id="14" name="Rectangle 13">
              <a:extLst>
                <a:ext uri="{FF2B5EF4-FFF2-40B4-BE49-F238E27FC236}">
                  <a16:creationId xmlns:a16="http://schemas.microsoft.com/office/drawing/2014/main" id="{392DC803-B0F7-4D0E-81CA-9DDCB14FA42C}"/>
                </a:ext>
              </a:extLst>
            </p:cNvPr>
            <p:cNvSpPr/>
            <p:nvPr/>
          </p:nvSpPr>
          <p:spPr>
            <a:xfrm>
              <a:off x="12498114" y="1364202"/>
              <a:ext cx="360000" cy="4068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latin typeface="Ubuntu" panose="020B0504030602030204" pitchFamily="34" charset="0"/>
                </a:rPr>
                <a:t>39</a:t>
              </a:r>
            </a:p>
            <a:p>
              <a:pPr algn="ctr">
                <a:lnSpc>
                  <a:spcPct val="90000"/>
                </a:lnSpc>
                <a:spcAft>
                  <a:spcPts val="0"/>
                </a:spcAft>
              </a:pPr>
              <a:r>
                <a:rPr lang="en-GB" sz="700" dirty="0">
                  <a:latin typeface="Ubuntu" panose="020B0504030602030204" pitchFamily="34" charset="0"/>
                </a:rPr>
                <a:t>41</a:t>
              </a:r>
            </a:p>
            <a:p>
              <a:pPr algn="ctr">
                <a:lnSpc>
                  <a:spcPct val="90000"/>
                </a:lnSpc>
                <a:spcAft>
                  <a:spcPts val="0"/>
                </a:spcAft>
              </a:pPr>
              <a:r>
                <a:rPr lang="en-GB" sz="700" dirty="0">
                  <a:latin typeface="Ubuntu" panose="020B0504030602030204" pitchFamily="34" charset="0"/>
                </a:rPr>
                <a:t>54</a:t>
              </a:r>
            </a:p>
          </p:txBody>
        </p:sp>
        <p:sp>
          <p:nvSpPr>
            <p:cNvPr id="63" name="Rectangle 62">
              <a:extLst>
                <a:ext uri="{FF2B5EF4-FFF2-40B4-BE49-F238E27FC236}">
                  <a16:creationId xmlns:a16="http://schemas.microsoft.com/office/drawing/2014/main" id="{B60470E2-9B98-4C49-AC1B-A56CD2EB54B9}"/>
                </a:ext>
              </a:extLst>
            </p:cNvPr>
            <p:cNvSpPr/>
            <p:nvPr/>
          </p:nvSpPr>
          <p:spPr>
            <a:xfrm>
              <a:off x="12498114" y="1778325"/>
              <a:ext cx="360000" cy="406800"/>
            </a:xfrm>
            <a:prstGeom prst="rect">
              <a:avLst/>
            </a:prstGeom>
            <a:solidFill>
              <a:schemeClr val="bg2"/>
            </a:solidFill>
            <a:ln w="3175">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wrap="square" lIns="0" tIns="0" rIns="0" bIns="0" rtlCol="0" anchor="ctr"/>
            <a:lstStyle/>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a:p>
              <a:pPr algn="ctr">
                <a:lnSpc>
                  <a:spcPct val="90000"/>
                </a:lnSpc>
                <a:spcAft>
                  <a:spcPts val="0"/>
                </a:spcAft>
              </a:pPr>
              <a:r>
                <a:rPr lang="en-GB" sz="700" dirty="0">
                  <a:solidFill>
                    <a:schemeClr val="tx1"/>
                  </a:solidFill>
                  <a:latin typeface="Ubuntu" panose="020B0504030602030204" pitchFamily="34" charset="0"/>
                </a:rPr>
                <a:t>236</a:t>
              </a:r>
            </a:p>
          </p:txBody>
        </p:sp>
      </p:grpSp>
      <p:grpSp>
        <p:nvGrpSpPr>
          <p:cNvPr id="4096" name="Groupe 4095">
            <a:extLst>
              <a:ext uri="{FF2B5EF4-FFF2-40B4-BE49-F238E27FC236}">
                <a16:creationId xmlns:a16="http://schemas.microsoft.com/office/drawing/2014/main" id="{4ADC82C4-641D-4930-B946-DC8978F5F98C}"/>
              </a:ext>
            </a:extLst>
          </p:cNvPr>
          <p:cNvGrpSpPr/>
          <p:nvPr/>
        </p:nvGrpSpPr>
        <p:grpSpPr>
          <a:xfrm>
            <a:off x="12295891" y="4289244"/>
            <a:ext cx="1462993" cy="2058800"/>
            <a:chOff x="12432704" y="1992581"/>
            <a:chExt cx="1462993" cy="2058800"/>
          </a:xfrm>
        </p:grpSpPr>
        <p:sp>
          <p:nvSpPr>
            <p:cNvPr id="41" name="Forme libre : forme 40">
              <a:extLst>
                <a:ext uri="{FF2B5EF4-FFF2-40B4-BE49-F238E27FC236}">
                  <a16:creationId xmlns:a16="http://schemas.microsoft.com/office/drawing/2014/main" id="{EC826880-5A3C-4E1C-81B2-A1CB9E331DC3}"/>
                </a:ext>
              </a:extLst>
            </p:cNvPr>
            <p:cNvSpPr/>
            <p:nvPr/>
          </p:nvSpPr>
          <p:spPr>
            <a:xfrm>
              <a:off x="12800391"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8E12"/>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142</a:t>
              </a:r>
            </a:p>
            <a:p>
              <a:pPr algn="ctr">
                <a:lnSpc>
                  <a:spcPct val="90000"/>
                </a:lnSpc>
                <a:spcAft>
                  <a:spcPts val="0"/>
                </a:spcAft>
              </a:pPr>
              <a:r>
                <a:rPr lang="en-US" sz="700" dirty="0">
                  <a:latin typeface="Ubuntu" panose="020B0504030602030204" pitchFamily="34" charset="0"/>
                </a:rPr>
                <a:t>18</a:t>
              </a:r>
            </a:p>
          </p:txBody>
        </p:sp>
        <p:sp>
          <p:nvSpPr>
            <p:cNvPr id="42" name="Forme libre : forme 41">
              <a:extLst>
                <a:ext uri="{FF2B5EF4-FFF2-40B4-BE49-F238E27FC236}">
                  <a16:creationId xmlns:a16="http://schemas.microsoft.com/office/drawing/2014/main" id="{44796AC3-FBF9-498C-9326-20ACFCF63EE6}"/>
                </a:ext>
              </a:extLst>
            </p:cNvPr>
            <p:cNvSpPr/>
            <p:nvPr/>
          </p:nvSpPr>
          <p:spPr>
            <a:xfrm>
              <a:off x="12800391"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9C29"/>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156</a:t>
              </a:r>
            </a:p>
            <a:p>
              <a:pPr algn="ctr">
                <a:lnSpc>
                  <a:spcPct val="90000"/>
                </a:lnSpc>
                <a:spcAft>
                  <a:spcPts val="0"/>
                </a:spcAft>
              </a:pPr>
              <a:r>
                <a:rPr lang="en-US" sz="700" dirty="0">
                  <a:latin typeface="Ubuntu" panose="020B0504030602030204" pitchFamily="34" charset="0"/>
                </a:rPr>
                <a:t>41</a:t>
              </a:r>
            </a:p>
          </p:txBody>
        </p:sp>
        <p:sp>
          <p:nvSpPr>
            <p:cNvPr id="43" name="Forme libre : forme 42">
              <a:extLst>
                <a:ext uri="{FF2B5EF4-FFF2-40B4-BE49-F238E27FC236}">
                  <a16:creationId xmlns:a16="http://schemas.microsoft.com/office/drawing/2014/main" id="{2D1DB5D7-2017-4A8F-80D6-C8641C9CE84C}"/>
                </a:ext>
              </a:extLst>
            </p:cNvPr>
            <p:cNvSpPr/>
            <p:nvPr/>
          </p:nvSpPr>
          <p:spPr>
            <a:xfrm>
              <a:off x="12800391"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B24A"/>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178</a:t>
              </a:r>
            </a:p>
            <a:p>
              <a:pPr algn="ctr">
                <a:lnSpc>
                  <a:spcPct val="90000"/>
                </a:lnSpc>
                <a:spcAft>
                  <a:spcPts val="0"/>
                </a:spcAft>
              </a:pPr>
              <a:r>
                <a:rPr lang="en-US" sz="700" dirty="0">
                  <a:latin typeface="Ubuntu" panose="020B0504030602030204" pitchFamily="34" charset="0"/>
                </a:rPr>
                <a:t>74</a:t>
              </a:r>
            </a:p>
          </p:txBody>
        </p:sp>
        <p:sp>
          <p:nvSpPr>
            <p:cNvPr id="44" name="Forme libre : forme 43">
              <a:extLst>
                <a:ext uri="{FF2B5EF4-FFF2-40B4-BE49-F238E27FC236}">
                  <a16:creationId xmlns:a16="http://schemas.microsoft.com/office/drawing/2014/main" id="{92191BDF-6BAB-45F9-9FA1-89C34179FD61}"/>
                </a:ext>
              </a:extLst>
            </p:cNvPr>
            <p:cNvSpPr/>
            <p:nvPr/>
          </p:nvSpPr>
          <p:spPr>
            <a:xfrm>
              <a:off x="12800391"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068"/>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208</a:t>
              </a:r>
            </a:p>
            <a:p>
              <a:pPr algn="ctr">
                <a:lnSpc>
                  <a:spcPct val="90000"/>
                </a:lnSpc>
                <a:spcAft>
                  <a:spcPts val="0"/>
                </a:spcAft>
              </a:pPr>
              <a:r>
                <a:rPr lang="en-US" sz="700" dirty="0">
                  <a:latin typeface="Ubuntu" panose="020B0504030602030204" pitchFamily="34" charset="0"/>
                </a:rPr>
                <a:t>104</a:t>
              </a:r>
            </a:p>
          </p:txBody>
        </p:sp>
        <p:sp>
          <p:nvSpPr>
            <p:cNvPr id="45" name="Forme libre : forme 44">
              <a:extLst>
                <a:ext uri="{FF2B5EF4-FFF2-40B4-BE49-F238E27FC236}">
                  <a16:creationId xmlns:a16="http://schemas.microsoft.com/office/drawing/2014/main" id="{EF971F25-4035-43BA-BC8C-22E9B837A713}"/>
                </a:ext>
              </a:extLst>
            </p:cNvPr>
            <p:cNvSpPr/>
            <p:nvPr/>
          </p:nvSpPr>
          <p:spPr>
            <a:xfrm>
              <a:off x="12800391"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DA8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218</a:t>
              </a:r>
            </a:p>
            <a:p>
              <a:pPr algn="ctr">
                <a:lnSpc>
                  <a:spcPct val="90000"/>
                </a:lnSpc>
                <a:spcAft>
                  <a:spcPts val="0"/>
                </a:spcAft>
              </a:pPr>
              <a:r>
                <a:rPr lang="en-US" sz="700" dirty="0">
                  <a:latin typeface="Ubuntu" panose="020B0504030602030204" pitchFamily="34" charset="0"/>
                </a:rPr>
                <a:t>128</a:t>
              </a:r>
            </a:p>
          </p:txBody>
        </p:sp>
        <p:sp>
          <p:nvSpPr>
            <p:cNvPr id="46" name="Forme libre : forme 45">
              <a:extLst>
                <a:ext uri="{FF2B5EF4-FFF2-40B4-BE49-F238E27FC236}">
                  <a16:creationId xmlns:a16="http://schemas.microsoft.com/office/drawing/2014/main" id="{F5691FCB-A410-4C6B-963D-15CCFA8EB678}"/>
                </a:ext>
              </a:extLst>
            </p:cNvPr>
            <p:cNvSpPr/>
            <p:nvPr/>
          </p:nvSpPr>
          <p:spPr>
            <a:xfrm>
              <a:off x="13168875"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42142E"/>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66</a:t>
              </a:r>
            </a:p>
            <a:p>
              <a:pPr algn="ctr">
                <a:lnSpc>
                  <a:spcPct val="90000"/>
                </a:lnSpc>
                <a:spcAft>
                  <a:spcPts val="0"/>
                </a:spcAft>
              </a:pPr>
              <a:r>
                <a:rPr lang="en-US" sz="700" dirty="0">
                  <a:solidFill>
                    <a:schemeClr val="bg1"/>
                  </a:solidFill>
                  <a:latin typeface="Ubuntu" panose="020B0504030602030204" pitchFamily="34" charset="0"/>
                </a:rPr>
                <a:t>20</a:t>
              </a:r>
            </a:p>
            <a:p>
              <a:pPr algn="ctr">
                <a:lnSpc>
                  <a:spcPct val="90000"/>
                </a:lnSpc>
                <a:spcAft>
                  <a:spcPts val="0"/>
                </a:spcAft>
              </a:pPr>
              <a:r>
                <a:rPr lang="en-US" sz="700" dirty="0">
                  <a:solidFill>
                    <a:schemeClr val="bg1"/>
                  </a:solidFill>
                  <a:latin typeface="Ubuntu" panose="020B0504030602030204" pitchFamily="34" charset="0"/>
                </a:rPr>
                <a:t>46</a:t>
              </a:r>
            </a:p>
          </p:txBody>
        </p:sp>
        <p:sp>
          <p:nvSpPr>
            <p:cNvPr id="47" name="Forme libre : forme 46">
              <a:extLst>
                <a:ext uri="{FF2B5EF4-FFF2-40B4-BE49-F238E27FC236}">
                  <a16:creationId xmlns:a16="http://schemas.microsoft.com/office/drawing/2014/main" id="{D0F79893-1FFE-4F7F-B020-867CE988C67E}"/>
                </a:ext>
              </a:extLst>
            </p:cNvPr>
            <p:cNvSpPr/>
            <p:nvPr/>
          </p:nvSpPr>
          <p:spPr>
            <a:xfrm>
              <a:off x="13168875"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90A42"/>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89</a:t>
              </a:r>
            </a:p>
            <a:p>
              <a:pPr algn="ctr">
                <a:lnSpc>
                  <a:spcPct val="90000"/>
                </a:lnSpc>
                <a:spcAft>
                  <a:spcPts val="0"/>
                </a:spcAft>
              </a:pPr>
              <a:r>
                <a:rPr lang="en-US" sz="700" dirty="0">
                  <a:solidFill>
                    <a:schemeClr val="bg1"/>
                  </a:solidFill>
                  <a:latin typeface="Ubuntu" panose="020B0504030602030204" pitchFamily="34" charset="0"/>
                </a:rPr>
                <a:t>10</a:t>
              </a:r>
            </a:p>
            <a:p>
              <a:pPr algn="ctr">
                <a:lnSpc>
                  <a:spcPct val="90000"/>
                </a:lnSpc>
                <a:spcAft>
                  <a:spcPts val="0"/>
                </a:spcAft>
              </a:pPr>
              <a:r>
                <a:rPr lang="en-US" sz="700" dirty="0">
                  <a:solidFill>
                    <a:schemeClr val="bg1"/>
                  </a:solidFill>
                  <a:latin typeface="Ubuntu" panose="020B0504030602030204" pitchFamily="34" charset="0"/>
                </a:rPr>
                <a:t>66</a:t>
              </a:r>
            </a:p>
          </p:txBody>
        </p:sp>
        <p:sp>
          <p:nvSpPr>
            <p:cNvPr id="48" name="Forme libre : forme 47">
              <a:extLst>
                <a:ext uri="{FF2B5EF4-FFF2-40B4-BE49-F238E27FC236}">
                  <a16:creationId xmlns:a16="http://schemas.microsoft.com/office/drawing/2014/main" id="{4BC28B06-4332-436B-9E8F-27299D73CB0F}"/>
                </a:ext>
              </a:extLst>
            </p:cNvPr>
            <p:cNvSpPr/>
            <p:nvPr/>
          </p:nvSpPr>
          <p:spPr>
            <a:xfrm>
              <a:off x="13168875"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750D5C"/>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117</a:t>
              </a:r>
            </a:p>
            <a:p>
              <a:pPr algn="ctr">
                <a:lnSpc>
                  <a:spcPct val="90000"/>
                </a:lnSpc>
                <a:spcAft>
                  <a:spcPts val="0"/>
                </a:spcAft>
              </a:pPr>
              <a:r>
                <a:rPr lang="en-US" sz="700" dirty="0">
                  <a:solidFill>
                    <a:schemeClr val="bg1"/>
                  </a:solidFill>
                  <a:latin typeface="Ubuntu" panose="020B0504030602030204" pitchFamily="34" charset="0"/>
                </a:rPr>
                <a:t>13</a:t>
              </a:r>
            </a:p>
            <a:p>
              <a:pPr algn="ctr">
                <a:lnSpc>
                  <a:spcPct val="90000"/>
                </a:lnSpc>
                <a:spcAft>
                  <a:spcPts val="0"/>
                </a:spcAft>
              </a:pPr>
              <a:r>
                <a:rPr lang="en-US" sz="700" dirty="0">
                  <a:solidFill>
                    <a:schemeClr val="bg1"/>
                  </a:solidFill>
                  <a:latin typeface="Ubuntu" panose="020B0504030602030204" pitchFamily="34" charset="0"/>
                </a:rPr>
                <a:t>92</a:t>
              </a:r>
            </a:p>
          </p:txBody>
        </p:sp>
        <p:sp>
          <p:nvSpPr>
            <p:cNvPr id="49" name="Forme libre : forme 48">
              <a:extLst>
                <a:ext uri="{FF2B5EF4-FFF2-40B4-BE49-F238E27FC236}">
                  <a16:creationId xmlns:a16="http://schemas.microsoft.com/office/drawing/2014/main" id="{90419B70-8C46-4DE8-9DD4-F2A6106ED6F5}"/>
                </a:ext>
              </a:extLst>
            </p:cNvPr>
            <p:cNvSpPr/>
            <p:nvPr/>
          </p:nvSpPr>
          <p:spPr>
            <a:xfrm>
              <a:off x="13168875"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02B73"/>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128</a:t>
              </a:r>
            </a:p>
            <a:p>
              <a:pPr algn="ctr">
                <a:lnSpc>
                  <a:spcPct val="90000"/>
                </a:lnSpc>
                <a:spcAft>
                  <a:spcPts val="0"/>
                </a:spcAft>
              </a:pPr>
              <a:r>
                <a:rPr lang="en-US" sz="700" dirty="0">
                  <a:solidFill>
                    <a:schemeClr val="bg1"/>
                  </a:solidFill>
                  <a:latin typeface="Ubuntu" panose="020B0504030602030204" pitchFamily="34" charset="0"/>
                </a:rPr>
                <a:t>43</a:t>
              </a:r>
            </a:p>
            <a:p>
              <a:pPr algn="ctr">
                <a:lnSpc>
                  <a:spcPct val="90000"/>
                </a:lnSpc>
                <a:spcAft>
                  <a:spcPts val="0"/>
                </a:spcAft>
              </a:pPr>
              <a:r>
                <a:rPr lang="en-US" sz="700" dirty="0">
                  <a:solidFill>
                    <a:schemeClr val="bg1"/>
                  </a:solidFill>
                  <a:latin typeface="Ubuntu" panose="020B0504030602030204" pitchFamily="34" charset="0"/>
                </a:rPr>
                <a:t>115</a:t>
              </a:r>
            </a:p>
          </p:txBody>
        </p:sp>
        <p:sp>
          <p:nvSpPr>
            <p:cNvPr id="50" name="Forme libre : forme 49">
              <a:extLst>
                <a:ext uri="{FF2B5EF4-FFF2-40B4-BE49-F238E27FC236}">
                  <a16:creationId xmlns:a16="http://schemas.microsoft.com/office/drawing/2014/main" id="{0A0CFFBA-E8FE-434D-9D74-BB9F352B4723}"/>
                </a:ext>
              </a:extLst>
            </p:cNvPr>
            <p:cNvSpPr/>
            <p:nvPr/>
          </p:nvSpPr>
          <p:spPr>
            <a:xfrm>
              <a:off x="13168875"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9E47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158</a:t>
              </a:r>
            </a:p>
            <a:p>
              <a:pPr algn="ctr">
                <a:lnSpc>
                  <a:spcPct val="90000"/>
                </a:lnSpc>
                <a:spcAft>
                  <a:spcPts val="0"/>
                </a:spcAft>
              </a:pPr>
              <a:r>
                <a:rPr lang="en-US" sz="700" dirty="0">
                  <a:solidFill>
                    <a:schemeClr val="bg1"/>
                  </a:solidFill>
                  <a:latin typeface="Ubuntu" panose="020B0504030602030204" pitchFamily="34" charset="0"/>
                </a:rPr>
                <a:t>71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1" name="Forme libre : forme 50">
              <a:extLst>
                <a:ext uri="{FF2B5EF4-FFF2-40B4-BE49-F238E27FC236}">
                  <a16:creationId xmlns:a16="http://schemas.microsoft.com/office/drawing/2014/main" id="{D041A42A-2FF1-4516-85CE-87051937629F}"/>
                </a:ext>
              </a:extLst>
            </p:cNvPr>
            <p:cNvSpPr/>
            <p:nvPr/>
          </p:nvSpPr>
          <p:spPr>
            <a:xfrm>
              <a:off x="13535697"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6001A"/>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166</a:t>
              </a:r>
            </a:p>
            <a:p>
              <a:pPr algn="ctr">
                <a:lnSpc>
                  <a:spcPct val="90000"/>
                </a:lnSpc>
                <a:spcAft>
                  <a:spcPts val="0"/>
                </a:spcAft>
              </a:pPr>
              <a:r>
                <a:rPr lang="en-US" sz="700" dirty="0">
                  <a:solidFill>
                    <a:schemeClr val="bg1"/>
                  </a:solidFill>
                  <a:latin typeface="Ubuntu" panose="020B0504030602030204" pitchFamily="34" charset="0"/>
                </a:rPr>
                <a:t>0</a:t>
              </a:r>
            </a:p>
            <a:p>
              <a:pPr algn="ctr">
                <a:lnSpc>
                  <a:spcPct val="90000"/>
                </a:lnSpc>
                <a:spcAft>
                  <a:spcPts val="0"/>
                </a:spcAft>
              </a:pPr>
              <a:r>
                <a:rPr lang="en-US" sz="700" dirty="0">
                  <a:solidFill>
                    <a:schemeClr val="bg1"/>
                  </a:solidFill>
                  <a:latin typeface="Ubuntu" panose="020B0504030602030204" pitchFamily="34" charset="0"/>
                </a:rPr>
                <a:t>26</a:t>
              </a:r>
            </a:p>
          </p:txBody>
        </p:sp>
        <p:sp>
          <p:nvSpPr>
            <p:cNvPr id="52" name="Forme libre : forme 51">
              <a:extLst>
                <a:ext uri="{FF2B5EF4-FFF2-40B4-BE49-F238E27FC236}">
                  <a16:creationId xmlns:a16="http://schemas.microsoft.com/office/drawing/2014/main" id="{02084D3E-01E3-4506-9076-881D83455262}"/>
                </a:ext>
              </a:extLst>
            </p:cNvPr>
            <p:cNvSpPr/>
            <p:nvPr/>
          </p:nvSpPr>
          <p:spPr>
            <a:xfrm>
              <a:off x="13535697"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30021"/>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227</a:t>
              </a:r>
            </a:p>
            <a:p>
              <a:pPr algn="ctr">
                <a:lnSpc>
                  <a:spcPct val="90000"/>
                </a:lnSpc>
                <a:spcAft>
                  <a:spcPts val="0"/>
                </a:spcAft>
              </a:pPr>
              <a:r>
                <a:rPr lang="en-US" sz="700" dirty="0">
                  <a:solidFill>
                    <a:schemeClr val="bg1"/>
                  </a:solidFill>
                  <a:latin typeface="Ubuntu" panose="020B0504030602030204" pitchFamily="34" charset="0"/>
                </a:rPr>
                <a:t>03</a:t>
              </a:r>
            </a:p>
            <a:p>
              <a:pPr algn="ctr">
                <a:lnSpc>
                  <a:spcPct val="90000"/>
                </a:lnSpc>
                <a:spcAft>
                  <a:spcPts val="0"/>
                </a:spcAft>
              </a:pPr>
              <a:r>
                <a:rPr lang="en-US" sz="700" dirty="0">
                  <a:solidFill>
                    <a:schemeClr val="bg1"/>
                  </a:solidFill>
                  <a:latin typeface="Ubuntu" panose="020B0504030602030204" pitchFamily="34" charset="0"/>
                </a:rPr>
                <a:t>33</a:t>
              </a:r>
            </a:p>
          </p:txBody>
        </p:sp>
        <p:sp>
          <p:nvSpPr>
            <p:cNvPr id="53" name="Forme libre : forme 52">
              <a:extLst>
                <a:ext uri="{FF2B5EF4-FFF2-40B4-BE49-F238E27FC236}">
                  <a16:creationId xmlns:a16="http://schemas.microsoft.com/office/drawing/2014/main" id="{96939CDC-56D5-42B9-843A-231E1C541E5D}"/>
                </a:ext>
              </a:extLst>
            </p:cNvPr>
            <p:cNvSpPr/>
            <p:nvPr/>
          </p:nvSpPr>
          <p:spPr>
            <a:xfrm>
              <a:off x="13535697"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FF304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48</a:t>
              </a:r>
            </a:p>
            <a:p>
              <a:pPr algn="ctr">
                <a:lnSpc>
                  <a:spcPct val="90000"/>
                </a:lnSpc>
                <a:spcAft>
                  <a:spcPts val="0"/>
                </a:spcAft>
              </a:pPr>
              <a:r>
                <a:rPr lang="en-US" sz="700" dirty="0">
                  <a:latin typeface="Ubuntu" panose="020B0504030602030204" pitchFamily="34" charset="0"/>
                </a:rPr>
                <a:t>77</a:t>
              </a:r>
            </a:p>
          </p:txBody>
        </p:sp>
        <p:sp>
          <p:nvSpPr>
            <p:cNvPr id="54" name="Forme libre : forme 53">
              <a:extLst>
                <a:ext uri="{FF2B5EF4-FFF2-40B4-BE49-F238E27FC236}">
                  <a16:creationId xmlns:a16="http://schemas.microsoft.com/office/drawing/2014/main" id="{66B49780-B844-4D04-8283-E12AAC6933AF}"/>
                </a:ext>
              </a:extLst>
            </p:cNvPr>
            <p:cNvSpPr/>
            <p:nvPr/>
          </p:nvSpPr>
          <p:spPr>
            <a:xfrm>
              <a:off x="13535697"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455E"/>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69</a:t>
              </a:r>
            </a:p>
            <a:p>
              <a:pPr algn="ctr">
                <a:lnSpc>
                  <a:spcPct val="90000"/>
                </a:lnSpc>
                <a:spcAft>
                  <a:spcPts val="0"/>
                </a:spcAft>
              </a:pPr>
              <a:r>
                <a:rPr lang="en-US" sz="700" dirty="0">
                  <a:latin typeface="Ubuntu" panose="020B0504030602030204" pitchFamily="34" charset="0"/>
                </a:rPr>
                <a:t>94</a:t>
              </a:r>
            </a:p>
          </p:txBody>
        </p:sp>
        <p:sp>
          <p:nvSpPr>
            <p:cNvPr id="55" name="Forme libre : forme 54">
              <a:extLst>
                <a:ext uri="{FF2B5EF4-FFF2-40B4-BE49-F238E27FC236}">
                  <a16:creationId xmlns:a16="http://schemas.microsoft.com/office/drawing/2014/main" id="{FF82BEF1-5FD1-4558-9313-1606ABF3D69C}"/>
                </a:ext>
              </a:extLst>
            </p:cNvPr>
            <p:cNvSpPr/>
            <p:nvPr/>
          </p:nvSpPr>
          <p:spPr>
            <a:xfrm>
              <a:off x="13535697" y="1992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FF5770"/>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255</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112</a:t>
              </a:r>
            </a:p>
          </p:txBody>
        </p:sp>
        <p:sp>
          <p:nvSpPr>
            <p:cNvPr id="56" name="Forme libre : forme 55">
              <a:extLst>
                <a:ext uri="{FF2B5EF4-FFF2-40B4-BE49-F238E27FC236}">
                  <a16:creationId xmlns:a16="http://schemas.microsoft.com/office/drawing/2014/main" id="{86AAEC8D-AC95-4215-80AB-61B5B47B8691}"/>
                </a:ext>
              </a:extLst>
            </p:cNvPr>
            <p:cNvSpPr/>
            <p:nvPr/>
          </p:nvSpPr>
          <p:spPr>
            <a:xfrm>
              <a:off x="12432704" y="3644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811B6F"/>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129</a:t>
              </a:r>
            </a:p>
            <a:p>
              <a:pPr algn="ctr">
                <a:lnSpc>
                  <a:spcPct val="90000"/>
                </a:lnSpc>
                <a:spcAft>
                  <a:spcPts val="0"/>
                </a:spcAft>
              </a:pPr>
              <a:r>
                <a:rPr lang="en-US" sz="700" dirty="0">
                  <a:solidFill>
                    <a:schemeClr val="bg1"/>
                  </a:solidFill>
                  <a:latin typeface="Ubuntu" panose="020B0504030602030204" pitchFamily="34" charset="0"/>
                </a:rPr>
                <a:t>27</a:t>
              </a:r>
            </a:p>
            <a:p>
              <a:pPr algn="ctr">
                <a:lnSpc>
                  <a:spcPct val="90000"/>
                </a:lnSpc>
                <a:spcAft>
                  <a:spcPts val="0"/>
                </a:spcAft>
              </a:pPr>
              <a:r>
                <a:rPr lang="en-US" sz="700" dirty="0">
                  <a:solidFill>
                    <a:schemeClr val="bg1"/>
                  </a:solidFill>
                  <a:latin typeface="Ubuntu" panose="020B0504030602030204" pitchFamily="34" charset="0"/>
                </a:rPr>
                <a:t>111</a:t>
              </a:r>
            </a:p>
          </p:txBody>
        </p:sp>
        <p:sp>
          <p:nvSpPr>
            <p:cNvPr id="57" name="Forme libre : forme 56">
              <a:extLst>
                <a:ext uri="{FF2B5EF4-FFF2-40B4-BE49-F238E27FC236}">
                  <a16:creationId xmlns:a16="http://schemas.microsoft.com/office/drawing/2014/main" id="{345AA905-3BBB-4015-9537-2162DD20DA02}"/>
                </a:ext>
              </a:extLst>
            </p:cNvPr>
            <p:cNvSpPr/>
            <p:nvPr/>
          </p:nvSpPr>
          <p:spPr>
            <a:xfrm>
              <a:off x="12432704" y="3231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A1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161</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8" name="Forme libre : forme 57">
              <a:extLst>
                <a:ext uri="{FF2B5EF4-FFF2-40B4-BE49-F238E27FC236}">
                  <a16:creationId xmlns:a16="http://schemas.microsoft.com/office/drawing/2014/main" id="{8E50898F-084D-45EC-9EDA-C64E62F50B6F}"/>
                </a:ext>
              </a:extLst>
            </p:cNvPr>
            <p:cNvSpPr/>
            <p:nvPr/>
          </p:nvSpPr>
          <p:spPr>
            <a:xfrm>
              <a:off x="12432704" y="2818581"/>
              <a:ext cx="360000"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BA2980"/>
            </a:solidFill>
            <a:ln w="6695" cap="flat">
              <a:noFill/>
              <a:prstDash val="solid"/>
              <a:miter/>
            </a:ln>
          </p:spPr>
          <p:txBody>
            <a:bodyPr rtlCol="0" anchor="ctr"/>
            <a:lstStyle/>
            <a:p>
              <a:pPr algn="ctr">
                <a:lnSpc>
                  <a:spcPct val="90000"/>
                </a:lnSpc>
                <a:spcAft>
                  <a:spcPts val="0"/>
                </a:spcAft>
              </a:pPr>
              <a:r>
                <a:rPr lang="en-US" sz="700" dirty="0">
                  <a:solidFill>
                    <a:schemeClr val="bg1"/>
                  </a:solidFill>
                  <a:latin typeface="Ubuntu" panose="020B0504030602030204" pitchFamily="34" charset="0"/>
                </a:rPr>
                <a:t>186</a:t>
              </a:r>
            </a:p>
            <a:p>
              <a:pPr algn="ctr">
                <a:lnSpc>
                  <a:spcPct val="90000"/>
                </a:lnSpc>
                <a:spcAft>
                  <a:spcPts val="0"/>
                </a:spcAft>
              </a:pPr>
              <a:r>
                <a:rPr lang="en-US" sz="700" dirty="0">
                  <a:solidFill>
                    <a:schemeClr val="bg1"/>
                  </a:solidFill>
                  <a:latin typeface="Ubuntu" panose="020B0504030602030204" pitchFamily="34" charset="0"/>
                </a:rPr>
                <a:t>41</a:t>
              </a:r>
            </a:p>
            <a:p>
              <a:pPr algn="ctr">
                <a:lnSpc>
                  <a:spcPct val="90000"/>
                </a:lnSpc>
                <a:spcAft>
                  <a:spcPts val="0"/>
                </a:spcAft>
              </a:pPr>
              <a:r>
                <a:rPr lang="en-US" sz="700" dirty="0">
                  <a:solidFill>
                    <a:schemeClr val="bg1"/>
                  </a:solidFill>
                  <a:latin typeface="Ubuntu" panose="020B0504030602030204" pitchFamily="34" charset="0"/>
                </a:rPr>
                <a:t>128</a:t>
              </a:r>
            </a:p>
          </p:txBody>
        </p:sp>
        <p:sp>
          <p:nvSpPr>
            <p:cNvPr id="59" name="Forme libre : forme 58">
              <a:extLst>
                <a:ext uri="{FF2B5EF4-FFF2-40B4-BE49-F238E27FC236}">
                  <a16:creationId xmlns:a16="http://schemas.microsoft.com/office/drawing/2014/main" id="{850EF37B-321C-4CAE-A8B1-66C0053A83E3}"/>
                </a:ext>
              </a:extLst>
            </p:cNvPr>
            <p:cNvSpPr/>
            <p:nvPr/>
          </p:nvSpPr>
          <p:spPr>
            <a:xfrm>
              <a:off x="12432704" y="2405581"/>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D13A8C"/>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209</a:t>
              </a:r>
            </a:p>
            <a:p>
              <a:pPr algn="ctr">
                <a:lnSpc>
                  <a:spcPct val="90000"/>
                </a:lnSpc>
                <a:spcAft>
                  <a:spcPts val="0"/>
                </a:spcAft>
              </a:pPr>
              <a:r>
                <a:rPr lang="en-US" sz="700" dirty="0">
                  <a:latin typeface="Ubuntu" panose="020B0504030602030204" pitchFamily="34" charset="0"/>
                </a:rPr>
                <a:t>58</a:t>
              </a:r>
            </a:p>
            <a:p>
              <a:pPr algn="ctr">
                <a:lnSpc>
                  <a:spcPct val="90000"/>
                </a:lnSpc>
                <a:spcAft>
                  <a:spcPts val="0"/>
                </a:spcAft>
              </a:pPr>
              <a:r>
                <a:rPr lang="en-US" sz="700" dirty="0">
                  <a:latin typeface="Ubuntu" panose="020B0504030602030204" pitchFamily="34" charset="0"/>
                </a:rPr>
                <a:t>140</a:t>
              </a:r>
            </a:p>
          </p:txBody>
        </p:sp>
        <p:sp>
          <p:nvSpPr>
            <p:cNvPr id="60" name="Forme libre : forme 59">
              <a:extLst>
                <a:ext uri="{FF2B5EF4-FFF2-40B4-BE49-F238E27FC236}">
                  <a16:creationId xmlns:a16="http://schemas.microsoft.com/office/drawing/2014/main" id="{49EEAAAC-C871-41A3-9B9B-6381B2FD4E28}"/>
                </a:ext>
              </a:extLst>
            </p:cNvPr>
            <p:cNvSpPr/>
            <p:nvPr/>
          </p:nvSpPr>
          <p:spPr>
            <a:xfrm>
              <a:off x="12432704" y="1993636"/>
              <a:ext cx="360000"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E557AD"/>
            </a:solidFill>
            <a:ln w="6695" cap="flat">
              <a:noFill/>
              <a:prstDash val="solid"/>
              <a:miter/>
            </a:ln>
          </p:spPr>
          <p:txBody>
            <a:bodyPr rtlCol="0" anchor="ctr"/>
            <a:lstStyle/>
            <a:p>
              <a:pPr algn="ctr">
                <a:lnSpc>
                  <a:spcPct val="90000"/>
                </a:lnSpc>
                <a:spcAft>
                  <a:spcPts val="0"/>
                </a:spcAft>
              </a:pPr>
              <a:r>
                <a:rPr lang="en-US" sz="700" dirty="0">
                  <a:latin typeface="Ubuntu" panose="020B0504030602030204" pitchFamily="34" charset="0"/>
                </a:rPr>
                <a:t>229</a:t>
              </a:r>
            </a:p>
            <a:p>
              <a:pPr algn="ctr">
                <a:lnSpc>
                  <a:spcPct val="90000"/>
                </a:lnSpc>
                <a:spcAft>
                  <a:spcPts val="0"/>
                </a:spcAft>
              </a:pPr>
              <a:r>
                <a:rPr lang="en-US" sz="700" dirty="0">
                  <a:latin typeface="Ubuntu" panose="020B0504030602030204" pitchFamily="34" charset="0"/>
                </a:rPr>
                <a:t>87</a:t>
              </a:r>
            </a:p>
            <a:p>
              <a:pPr algn="ctr">
                <a:lnSpc>
                  <a:spcPct val="90000"/>
                </a:lnSpc>
                <a:spcAft>
                  <a:spcPts val="0"/>
                </a:spcAft>
              </a:pPr>
              <a:r>
                <a:rPr lang="en-US" sz="700" dirty="0">
                  <a:latin typeface="Ubuntu" panose="020B0504030602030204" pitchFamily="34" charset="0"/>
                </a:rPr>
                <a:t>173</a:t>
              </a:r>
            </a:p>
          </p:txBody>
        </p:sp>
      </p:grpSp>
      <p:sp>
        <p:nvSpPr>
          <p:cNvPr id="61" name="Rectangle 60">
            <a:extLst>
              <a:ext uri="{FF2B5EF4-FFF2-40B4-BE49-F238E27FC236}">
                <a16:creationId xmlns:a16="http://schemas.microsoft.com/office/drawing/2014/main" id="{9D36E5FD-F409-4495-819A-440FA57D9E19}"/>
              </a:ext>
            </a:extLst>
          </p:cNvPr>
          <p:cNvSpPr/>
          <p:nvPr/>
        </p:nvSpPr>
        <p:spPr>
          <a:xfrm>
            <a:off x="12295891" y="6412526"/>
            <a:ext cx="2545089" cy="615553"/>
          </a:xfrm>
          <a:prstGeom prst="rect">
            <a:avLst/>
          </a:prstGeom>
        </p:spPr>
        <p:txBody>
          <a:bodyPr wrap="square" lIns="0" tIns="0" rIns="0" bIns="0">
            <a:spAutoFit/>
          </a:bodyPr>
          <a:lstStyle/>
          <a:p>
            <a:r>
              <a:rPr lang="en-GB" sz="800" dirty="0">
                <a:latin typeface="Ubuntu" panose="020B0504030602030204" pitchFamily="34" charset="0"/>
              </a:rPr>
              <a:t>Security Classification:</a:t>
            </a:r>
          </a:p>
          <a:p>
            <a:r>
              <a:rPr lang="en-GB" sz="800" dirty="0">
                <a:latin typeface="Ubuntu" panose="020B0504030602030204" pitchFamily="34" charset="0"/>
              </a:rPr>
              <a:t>SEC0: Public</a:t>
            </a:r>
          </a:p>
          <a:p>
            <a:r>
              <a:rPr lang="en-GB" sz="800" dirty="0">
                <a:latin typeface="Ubuntu" panose="020B0504030602030204" pitchFamily="34" charset="0"/>
              </a:rPr>
              <a:t>SEC1: Company Confidential</a:t>
            </a:r>
          </a:p>
          <a:p>
            <a:r>
              <a:rPr lang="en-GB" sz="800" dirty="0">
                <a:latin typeface="Ubuntu" panose="020B0504030602030204" pitchFamily="34" charset="0"/>
              </a:rPr>
              <a:t>SEC2: Company Restricted / Customer restricted</a:t>
            </a:r>
          </a:p>
          <a:p>
            <a:r>
              <a:rPr lang="en-GB" sz="800" dirty="0">
                <a:latin typeface="Ubuntu" panose="020B0504030602030204" pitchFamily="34" charset="0"/>
              </a:rPr>
              <a:t>SEC3: Company Sensitive</a:t>
            </a:r>
          </a:p>
        </p:txBody>
      </p:sp>
      <p:grpSp>
        <p:nvGrpSpPr>
          <p:cNvPr id="4097" name="Groupe 4096">
            <a:extLst>
              <a:ext uri="{FF2B5EF4-FFF2-40B4-BE49-F238E27FC236}">
                <a16:creationId xmlns:a16="http://schemas.microsoft.com/office/drawing/2014/main" id="{14207897-E387-4B97-A694-8751D86BCF12}"/>
              </a:ext>
            </a:extLst>
          </p:cNvPr>
          <p:cNvGrpSpPr/>
          <p:nvPr/>
        </p:nvGrpSpPr>
        <p:grpSpPr>
          <a:xfrm>
            <a:off x="12295891" y="2164677"/>
            <a:ext cx="1465123" cy="2058800"/>
            <a:chOff x="14041053" y="1992581"/>
            <a:chExt cx="1465123" cy="2058800"/>
          </a:xfrm>
        </p:grpSpPr>
        <p:sp>
          <p:nvSpPr>
            <p:cNvPr id="66" name="Forme libre : forme 65">
              <a:extLst>
                <a:ext uri="{FF2B5EF4-FFF2-40B4-BE49-F238E27FC236}">
                  <a16:creationId xmlns:a16="http://schemas.microsoft.com/office/drawing/2014/main" id="{94847038-3CB7-4111-AB03-FA1A594002AA}"/>
                </a:ext>
              </a:extLst>
            </p:cNvPr>
            <p:cNvSpPr/>
            <p:nvPr/>
          </p:nvSpPr>
          <p:spPr>
            <a:xfrm>
              <a:off x="14777224"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434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67</a:t>
              </a:r>
            </a:p>
            <a:p>
              <a:pPr algn="ctr">
                <a:lnSpc>
                  <a:spcPct val="90000"/>
                </a:lnSpc>
                <a:spcAft>
                  <a:spcPts val="0"/>
                </a:spcAft>
              </a:pPr>
              <a:r>
                <a:rPr lang="en-US" sz="700" b="0" dirty="0">
                  <a:solidFill>
                    <a:schemeClr val="bg1"/>
                  </a:solidFill>
                  <a:latin typeface="Ubuntu" panose="020B0504030602030204" pitchFamily="34" charset="0"/>
                </a:rPr>
                <a:t>74</a:t>
              </a:r>
            </a:p>
          </p:txBody>
        </p:sp>
        <p:sp>
          <p:nvSpPr>
            <p:cNvPr id="67" name="Forme libre : forme 66">
              <a:extLst>
                <a:ext uri="{FF2B5EF4-FFF2-40B4-BE49-F238E27FC236}">
                  <a16:creationId xmlns:a16="http://schemas.microsoft.com/office/drawing/2014/main" id="{1B50522B-BA67-4790-8697-3AC343D4ACB8}"/>
                </a:ext>
              </a:extLst>
            </p:cNvPr>
            <p:cNvSpPr/>
            <p:nvPr/>
          </p:nvSpPr>
          <p:spPr>
            <a:xfrm>
              <a:off x="14777224"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F6A73"/>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106</a:t>
              </a:r>
            </a:p>
            <a:p>
              <a:pPr algn="ctr">
                <a:lnSpc>
                  <a:spcPct val="90000"/>
                </a:lnSpc>
                <a:spcAft>
                  <a:spcPts val="0"/>
                </a:spcAft>
              </a:pPr>
              <a:r>
                <a:rPr lang="en-US" sz="700" b="0" dirty="0">
                  <a:solidFill>
                    <a:schemeClr val="bg1"/>
                  </a:solidFill>
                  <a:latin typeface="Ubuntu" panose="020B0504030602030204" pitchFamily="34" charset="0"/>
                </a:rPr>
                <a:t>115</a:t>
              </a:r>
            </a:p>
          </p:txBody>
        </p:sp>
        <p:sp>
          <p:nvSpPr>
            <p:cNvPr id="68" name="Forme libre : forme 67">
              <a:extLst>
                <a:ext uri="{FF2B5EF4-FFF2-40B4-BE49-F238E27FC236}">
                  <a16:creationId xmlns:a16="http://schemas.microsoft.com/office/drawing/2014/main" id="{B90AA6F9-B8A6-4490-A465-CBEFAEA6DFCA}"/>
                </a:ext>
              </a:extLst>
            </p:cNvPr>
            <p:cNvSpPr/>
            <p:nvPr/>
          </p:nvSpPr>
          <p:spPr>
            <a:xfrm>
              <a:off x="14777224"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F878A"/>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15</a:t>
              </a:r>
            </a:p>
            <a:p>
              <a:pPr algn="ctr">
                <a:lnSpc>
                  <a:spcPct val="90000"/>
                </a:lnSpc>
                <a:spcAft>
                  <a:spcPts val="0"/>
                </a:spcAft>
              </a:pPr>
              <a:r>
                <a:rPr lang="en-US" sz="700" b="0" dirty="0">
                  <a:solidFill>
                    <a:schemeClr val="bg1"/>
                  </a:solidFill>
                  <a:latin typeface="Ubuntu" panose="020B0504030602030204" pitchFamily="34" charset="0"/>
                </a:rPr>
                <a:t>135</a:t>
              </a:r>
            </a:p>
            <a:p>
              <a:pPr algn="ctr">
                <a:lnSpc>
                  <a:spcPct val="90000"/>
                </a:lnSpc>
                <a:spcAft>
                  <a:spcPts val="0"/>
                </a:spcAft>
              </a:pPr>
              <a:r>
                <a:rPr lang="en-US" sz="700" b="0" dirty="0">
                  <a:solidFill>
                    <a:schemeClr val="bg1"/>
                  </a:solidFill>
                  <a:latin typeface="Ubuntu" panose="020B0504030602030204" pitchFamily="34" charset="0"/>
                </a:rPr>
                <a:t>138</a:t>
              </a:r>
            </a:p>
          </p:txBody>
        </p:sp>
        <p:sp>
          <p:nvSpPr>
            <p:cNvPr id="69" name="Forme libre : forme 68">
              <a:extLst>
                <a:ext uri="{FF2B5EF4-FFF2-40B4-BE49-F238E27FC236}">
                  <a16:creationId xmlns:a16="http://schemas.microsoft.com/office/drawing/2014/main" id="{AEDB31E0-288F-492F-BC3E-94F3C3363294}"/>
                </a:ext>
              </a:extLst>
            </p:cNvPr>
            <p:cNvSpPr/>
            <p:nvPr/>
          </p:nvSpPr>
          <p:spPr>
            <a:xfrm>
              <a:off x="14777224"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B2A2"/>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178</a:t>
              </a:r>
            </a:p>
            <a:p>
              <a:pPr algn="ctr">
                <a:lnSpc>
                  <a:spcPct val="90000"/>
                </a:lnSpc>
                <a:spcAft>
                  <a:spcPts val="0"/>
                </a:spcAft>
              </a:pPr>
              <a:r>
                <a:rPr lang="en-US" sz="700" b="0" dirty="0">
                  <a:latin typeface="Ubuntu" panose="020B0504030602030204" pitchFamily="34" charset="0"/>
                </a:rPr>
                <a:t>162</a:t>
              </a:r>
            </a:p>
          </p:txBody>
        </p:sp>
        <p:sp>
          <p:nvSpPr>
            <p:cNvPr id="70" name="Forme libre : forme 69">
              <a:extLst>
                <a:ext uri="{FF2B5EF4-FFF2-40B4-BE49-F238E27FC236}">
                  <a16:creationId xmlns:a16="http://schemas.microsoft.com/office/drawing/2014/main" id="{8F775A35-2F34-403A-95F8-4058F1A09A02}"/>
                </a:ext>
              </a:extLst>
            </p:cNvPr>
            <p:cNvSpPr/>
            <p:nvPr/>
          </p:nvSpPr>
          <p:spPr>
            <a:xfrm>
              <a:off x="14777224"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0CB"/>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244</a:t>
              </a:r>
            </a:p>
            <a:p>
              <a:pPr algn="ctr">
                <a:lnSpc>
                  <a:spcPct val="90000"/>
                </a:lnSpc>
                <a:spcAft>
                  <a:spcPts val="0"/>
                </a:spcAft>
              </a:pPr>
              <a:r>
                <a:rPr lang="en-US" sz="700" b="0" dirty="0">
                  <a:latin typeface="Ubuntu" panose="020B0504030602030204" pitchFamily="34" charset="0"/>
                </a:rPr>
                <a:t>203</a:t>
              </a:r>
            </a:p>
          </p:txBody>
        </p:sp>
        <p:sp>
          <p:nvSpPr>
            <p:cNvPr id="71" name="Forme libre : forme 70">
              <a:extLst>
                <a:ext uri="{FF2B5EF4-FFF2-40B4-BE49-F238E27FC236}">
                  <a16:creationId xmlns:a16="http://schemas.microsoft.com/office/drawing/2014/main" id="{59DA3B5B-D788-45A0-A698-ABE05A9025B0}"/>
                </a:ext>
              </a:extLst>
            </p:cNvPr>
            <p:cNvSpPr/>
            <p:nvPr/>
          </p:nvSpPr>
          <p:spPr>
            <a:xfrm>
              <a:off x="14041053"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036"/>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54</a:t>
              </a:r>
            </a:p>
          </p:txBody>
        </p:sp>
        <p:sp>
          <p:nvSpPr>
            <p:cNvPr id="72" name="Forme libre : forme 71">
              <a:extLst>
                <a:ext uri="{FF2B5EF4-FFF2-40B4-BE49-F238E27FC236}">
                  <a16:creationId xmlns:a16="http://schemas.microsoft.com/office/drawing/2014/main" id="{B988192C-3701-4200-ADA5-936C0610D953}"/>
                </a:ext>
              </a:extLst>
            </p:cNvPr>
            <p:cNvSpPr/>
            <p:nvPr/>
          </p:nvSpPr>
          <p:spPr>
            <a:xfrm>
              <a:off x="14041053"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8C3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140</a:t>
              </a:r>
            </a:p>
            <a:p>
              <a:pPr algn="ctr">
                <a:lnSpc>
                  <a:spcPct val="90000"/>
                </a:lnSpc>
                <a:spcAft>
                  <a:spcPts val="0"/>
                </a:spcAft>
              </a:pPr>
              <a:r>
                <a:rPr lang="en-US" sz="700" b="0" dirty="0">
                  <a:solidFill>
                    <a:schemeClr val="bg1"/>
                  </a:solidFill>
                  <a:latin typeface="Ubuntu" panose="020B0504030602030204" pitchFamily="34" charset="0"/>
                </a:rPr>
                <a:t>61</a:t>
              </a:r>
            </a:p>
          </p:txBody>
        </p:sp>
        <p:sp>
          <p:nvSpPr>
            <p:cNvPr id="73" name="Forme libre : forme 72">
              <a:extLst>
                <a:ext uri="{FF2B5EF4-FFF2-40B4-BE49-F238E27FC236}">
                  <a16:creationId xmlns:a16="http://schemas.microsoft.com/office/drawing/2014/main" id="{FDFAC846-10F6-421E-8B39-673C784E01DE}"/>
                </a:ext>
              </a:extLst>
            </p:cNvPr>
            <p:cNvSpPr/>
            <p:nvPr/>
          </p:nvSpPr>
          <p:spPr>
            <a:xfrm>
              <a:off x="14041053"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2EA657"/>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46</a:t>
              </a:r>
            </a:p>
            <a:p>
              <a:pPr algn="ctr">
                <a:lnSpc>
                  <a:spcPct val="90000"/>
                </a:lnSpc>
                <a:spcAft>
                  <a:spcPts val="0"/>
                </a:spcAft>
              </a:pPr>
              <a:r>
                <a:rPr lang="en-US" sz="700" b="0" dirty="0">
                  <a:latin typeface="Ubuntu" panose="020B0504030602030204" pitchFamily="34" charset="0"/>
                </a:rPr>
                <a:t>166</a:t>
              </a:r>
            </a:p>
            <a:p>
              <a:pPr algn="ctr">
                <a:lnSpc>
                  <a:spcPct val="90000"/>
                </a:lnSpc>
                <a:spcAft>
                  <a:spcPts val="0"/>
                </a:spcAft>
              </a:pPr>
              <a:r>
                <a:rPr lang="en-US" sz="700" b="0" dirty="0">
                  <a:latin typeface="Ubuntu" panose="020B0504030602030204" pitchFamily="34" charset="0"/>
                </a:rPr>
                <a:t>87</a:t>
              </a:r>
            </a:p>
          </p:txBody>
        </p:sp>
        <p:sp>
          <p:nvSpPr>
            <p:cNvPr id="74" name="Forme libre : forme 73">
              <a:extLst>
                <a:ext uri="{FF2B5EF4-FFF2-40B4-BE49-F238E27FC236}">
                  <a16:creationId xmlns:a16="http://schemas.microsoft.com/office/drawing/2014/main" id="{353643F0-22F7-4B48-AE39-5FC8C334472F}"/>
                </a:ext>
              </a:extLst>
            </p:cNvPr>
            <p:cNvSpPr/>
            <p:nvPr/>
          </p:nvSpPr>
          <p:spPr>
            <a:xfrm>
              <a:off x="14041053"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B569"/>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51</a:t>
              </a:r>
            </a:p>
            <a:p>
              <a:pPr algn="ctr">
                <a:lnSpc>
                  <a:spcPct val="90000"/>
                </a:lnSpc>
                <a:spcAft>
                  <a:spcPts val="0"/>
                </a:spcAft>
              </a:pPr>
              <a:r>
                <a:rPr lang="en-US" sz="700" b="0" dirty="0">
                  <a:latin typeface="Ubuntu" panose="020B0504030602030204" pitchFamily="34" charset="0"/>
                </a:rPr>
                <a:t>181</a:t>
              </a:r>
            </a:p>
            <a:p>
              <a:pPr algn="ctr">
                <a:lnSpc>
                  <a:spcPct val="90000"/>
                </a:lnSpc>
                <a:spcAft>
                  <a:spcPts val="0"/>
                </a:spcAft>
              </a:pPr>
              <a:r>
                <a:rPr lang="en-US" sz="700" b="0" dirty="0">
                  <a:latin typeface="Ubuntu" panose="020B0504030602030204" pitchFamily="34" charset="0"/>
                </a:rPr>
                <a:t>105</a:t>
              </a:r>
            </a:p>
          </p:txBody>
        </p:sp>
        <p:sp>
          <p:nvSpPr>
            <p:cNvPr id="75" name="Forme libre : forme 74">
              <a:extLst>
                <a:ext uri="{FF2B5EF4-FFF2-40B4-BE49-F238E27FC236}">
                  <a16:creationId xmlns:a16="http://schemas.microsoft.com/office/drawing/2014/main" id="{33F41D49-321E-46F2-BE66-44E85399808F}"/>
                </a:ext>
              </a:extLst>
            </p:cNvPr>
            <p:cNvSpPr/>
            <p:nvPr/>
          </p:nvSpPr>
          <p:spPr>
            <a:xfrm>
              <a:off x="14041053"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57CF80"/>
            </a:solidFill>
            <a:ln w="6695" cap="flat">
              <a:noFill/>
              <a:prstDash val="solid"/>
              <a:miter/>
            </a:ln>
          </p:spPr>
          <p:txBody>
            <a:bodyPr rtlCol="0" anchor="ctr"/>
            <a:lstStyle/>
            <a:p>
              <a:pPr algn="ctr">
                <a:lnSpc>
                  <a:spcPct val="90000"/>
                </a:lnSpc>
                <a:spcAft>
                  <a:spcPts val="0"/>
                </a:spcAft>
              </a:pPr>
              <a:endParaRPr lang="en-US" sz="700" b="0" dirty="0">
                <a:latin typeface="Ubuntu" panose="020B0504030602030204" pitchFamily="34" charset="0"/>
              </a:endParaRPr>
            </a:p>
            <a:p>
              <a:pPr algn="ctr">
                <a:lnSpc>
                  <a:spcPct val="90000"/>
                </a:lnSpc>
                <a:spcAft>
                  <a:spcPts val="0"/>
                </a:spcAft>
              </a:pPr>
              <a:r>
                <a:rPr lang="en-US" sz="700" b="0" dirty="0">
                  <a:latin typeface="Ubuntu" panose="020B0504030602030204" pitchFamily="34" charset="0"/>
                </a:rPr>
                <a:t>87</a:t>
              </a:r>
            </a:p>
            <a:p>
              <a:pPr algn="ctr">
                <a:lnSpc>
                  <a:spcPct val="90000"/>
                </a:lnSpc>
                <a:spcAft>
                  <a:spcPts val="0"/>
                </a:spcAft>
              </a:pPr>
              <a:r>
                <a:rPr lang="en-US" sz="700" b="0" dirty="0">
                  <a:latin typeface="Ubuntu" panose="020B0504030602030204" pitchFamily="34" charset="0"/>
                </a:rPr>
                <a:t>207</a:t>
              </a:r>
            </a:p>
            <a:p>
              <a:pPr algn="ctr">
                <a:lnSpc>
                  <a:spcPct val="90000"/>
                </a:lnSpc>
                <a:spcAft>
                  <a:spcPts val="0"/>
                </a:spcAft>
              </a:pPr>
              <a:r>
                <a:rPr lang="en-US" sz="700" b="0" dirty="0">
                  <a:latin typeface="Ubuntu" panose="020B0504030602030204" pitchFamily="34" charset="0"/>
                </a:rPr>
                <a:t>128</a:t>
              </a:r>
            </a:p>
            <a:p>
              <a:pPr algn="ctr">
                <a:lnSpc>
                  <a:spcPct val="90000"/>
                </a:lnSpc>
                <a:spcAft>
                  <a:spcPts val="0"/>
                </a:spcAft>
              </a:pPr>
              <a:endParaRPr lang="en-US" sz="700" b="0" dirty="0">
                <a:latin typeface="Ubuntu" panose="020B0504030602030204" pitchFamily="34" charset="0"/>
              </a:endParaRPr>
            </a:p>
          </p:txBody>
        </p:sp>
        <p:sp>
          <p:nvSpPr>
            <p:cNvPr id="76" name="Forme libre : forme 75">
              <a:extLst>
                <a:ext uri="{FF2B5EF4-FFF2-40B4-BE49-F238E27FC236}">
                  <a16:creationId xmlns:a16="http://schemas.microsoft.com/office/drawing/2014/main" id="{99A866AE-65FA-4F9E-98D0-E71681C14AC2}"/>
                </a:ext>
              </a:extLst>
            </p:cNvPr>
            <p:cNvSpPr/>
            <p:nvPr/>
          </p:nvSpPr>
          <p:spPr>
            <a:xfrm>
              <a:off x="15145311"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173340"/>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23</a:t>
              </a:r>
            </a:p>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64</a:t>
              </a:r>
            </a:p>
          </p:txBody>
        </p:sp>
        <p:sp>
          <p:nvSpPr>
            <p:cNvPr id="77" name="Forme libre : forme 76">
              <a:extLst>
                <a:ext uri="{FF2B5EF4-FFF2-40B4-BE49-F238E27FC236}">
                  <a16:creationId xmlns:a16="http://schemas.microsoft.com/office/drawing/2014/main" id="{FF63074E-4AF4-4930-9679-FD2D7A0F2A11}"/>
                </a:ext>
              </a:extLst>
            </p:cNvPr>
            <p:cNvSpPr/>
            <p:nvPr/>
          </p:nvSpPr>
          <p:spPr>
            <a:xfrm>
              <a:off x="15145311"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21455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33</a:t>
              </a:r>
            </a:p>
            <a:p>
              <a:pPr algn="ctr">
                <a:lnSpc>
                  <a:spcPct val="90000"/>
                </a:lnSpc>
                <a:spcAft>
                  <a:spcPts val="0"/>
                </a:spcAft>
              </a:pPr>
              <a:r>
                <a:rPr lang="en-US" sz="700" b="0" dirty="0">
                  <a:solidFill>
                    <a:schemeClr val="bg1"/>
                  </a:solidFill>
                  <a:latin typeface="Ubuntu" panose="020B0504030602030204" pitchFamily="34" charset="0"/>
                </a:rPr>
                <a:t>69</a:t>
              </a:r>
            </a:p>
            <a:p>
              <a:pPr algn="ctr">
                <a:lnSpc>
                  <a:spcPct val="90000"/>
                </a:lnSpc>
                <a:spcAft>
                  <a:spcPts val="0"/>
                </a:spcAft>
              </a:pPr>
              <a:r>
                <a:rPr lang="en-US" sz="700" b="0" dirty="0">
                  <a:solidFill>
                    <a:schemeClr val="bg1"/>
                  </a:solidFill>
                  <a:latin typeface="Ubuntu" panose="020B0504030602030204" pitchFamily="34" charset="0"/>
                </a:rPr>
                <a:t>84</a:t>
              </a:r>
            </a:p>
          </p:txBody>
        </p:sp>
        <p:sp>
          <p:nvSpPr>
            <p:cNvPr id="78" name="Forme libre : forme 77">
              <a:extLst>
                <a:ext uri="{FF2B5EF4-FFF2-40B4-BE49-F238E27FC236}">
                  <a16:creationId xmlns:a16="http://schemas.microsoft.com/office/drawing/2014/main" id="{56DB4C49-7593-476E-9314-2444B469873A}"/>
                </a:ext>
              </a:extLst>
            </p:cNvPr>
            <p:cNvSpPr/>
            <p:nvPr/>
          </p:nvSpPr>
          <p:spPr>
            <a:xfrm>
              <a:off x="15145311"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14596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20</a:t>
              </a:r>
            </a:p>
            <a:p>
              <a:pPr algn="ctr">
                <a:lnSpc>
                  <a:spcPct val="90000"/>
                </a:lnSpc>
                <a:spcAft>
                  <a:spcPts val="0"/>
                </a:spcAft>
              </a:pPr>
              <a:r>
                <a:rPr lang="en-US" sz="700" b="0" dirty="0">
                  <a:solidFill>
                    <a:schemeClr val="bg1"/>
                  </a:solidFill>
                  <a:latin typeface="Ubuntu" panose="020B0504030602030204" pitchFamily="34" charset="0"/>
                </a:rPr>
                <a:t>89</a:t>
              </a:r>
            </a:p>
            <a:p>
              <a:pPr algn="ctr">
                <a:lnSpc>
                  <a:spcPct val="90000"/>
                </a:lnSpc>
                <a:spcAft>
                  <a:spcPts val="0"/>
                </a:spcAft>
              </a:pPr>
              <a:r>
                <a:rPr lang="en-US" sz="700" b="0" dirty="0">
                  <a:solidFill>
                    <a:schemeClr val="bg1"/>
                  </a:solidFill>
                  <a:latin typeface="Ubuntu" panose="020B0504030602030204" pitchFamily="34" charset="0"/>
                </a:rPr>
                <a:t>107</a:t>
              </a:r>
            </a:p>
          </p:txBody>
        </p:sp>
        <p:sp>
          <p:nvSpPr>
            <p:cNvPr id="79" name="Forme libre : forme 78">
              <a:extLst>
                <a:ext uri="{FF2B5EF4-FFF2-40B4-BE49-F238E27FC236}">
                  <a16:creationId xmlns:a16="http://schemas.microsoft.com/office/drawing/2014/main" id="{82B57E86-9AA1-49BE-93E7-6C1DB4AFDDF9}"/>
                </a:ext>
              </a:extLst>
            </p:cNvPr>
            <p:cNvSpPr/>
            <p:nvPr/>
          </p:nvSpPr>
          <p:spPr>
            <a:xfrm>
              <a:off x="15145311"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6B7D"/>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107</a:t>
              </a:r>
            </a:p>
            <a:p>
              <a:pPr algn="ctr">
                <a:lnSpc>
                  <a:spcPct val="90000"/>
                </a:lnSpc>
                <a:spcAft>
                  <a:spcPts val="0"/>
                </a:spcAft>
              </a:pPr>
              <a:r>
                <a:rPr lang="en-US" sz="700" b="0" dirty="0">
                  <a:solidFill>
                    <a:schemeClr val="bg1"/>
                  </a:solidFill>
                  <a:latin typeface="Ubuntu" panose="020B0504030602030204" pitchFamily="34" charset="0"/>
                </a:rPr>
                <a:t>25</a:t>
              </a:r>
            </a:p>
          </p:txBody>
        </p:sp>
        <p:sp>
          <p:nvSpPr>
            <p:cNvPr id="80" name="Forme libre : forme 79">
              <a:extLst>
                <a:ext uri="{FF2B5EF4-FFF2-40B4-BE49-F238E27FC236}">
                  <a16:creationId xmlns:a16="http://schemas.microsoft.com/office/drawing/2014/main" id="{F58D84FF-3235-47A7-A015-65B66A7E9528}"/>
                </a:ext>
              </a:extLst>
            </p:cNvPr>
            <p:cNvSpPr/>
            <p:nvPr/>
          </p:nvSpPr>
          <p:spPr>
            <a:xfrm>
              <a:off x="15145311"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338091"/>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51</a:t>
              </a:r>
            </a:p>
            <a:p>
              <a:pPr algn="ctr">
                <a:lnSpc>
                  <a:spcPct val="90000"/>
                </a:lnSpc>
                <a:spcAft>
                  <a:spcPts val="0"/>
                </a:spcAft>
              </a:pPr>
              <a:r>
                <a:rPr lang="en-US" sz="700" b="0" dirty="0">
                  <a:solidFill>
                    <a:schemeClr val="bg1"/>
                  </a:solidFill>
                  <a:latin typeface="Ubuntu" panose="020B0504030602030204" pitchFamily="34" charset="0"/>
                </a:rPr>
                <a:t>128</a:t>
              </a:r>
            </a:p>
            <a:p>
              <a:pPr algn="ctr">
                <a:lnSpc>
                  <a:spcPct val="90000"/>
                </a:lnSpc>
                <a:spcAft>
                  <a:spcPts val="0"/>
                </a:spcAft>
              </a:pPr>
              <a:r>
                <a:rPr lang="en-US" sz="700" b="0" dirty="0">
                  <a:solidFill>
                    <a:schemeClr val="bg1"/>
                  </a:solidFill>
                  <a:latin typeface="Ubuntu" panose="020B0504030602030204" pitchFamily="34" charset="0"/>
                </a:rPr>
                <a:t>145</a:t>
              </a:r>
            </a:p>
          </p:txBody>
        </p:sp>
        <p:sp>
          <p:nvSpPr>
            <p:cNvPr id="81" name="Forme libre : forme 80">
              <a:extLst>
                <a:ext uri="{FF2B5EF4-FFF2-40B4-BE49-F238E27FC236}">
                  <a16:creationId xmlns:a16="http://schemas.microsoft.com/office/drawing/2014/main" id="{0C2FDFFD-39D1-4054-899F-2527AF6109D7}"/>
                </a:ext>
              </a:extLst>
            </p:cNvPr>
            <p:cNvSpPr/>
            <p:nvPr/>
          </p:nvSpPr>
          <p:spPr>
            <a:xfrm>
              <a:off x="14408740" y="3644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7D74"/>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125</a:t>
              </a:r>
            </a:p>
            <a:p>
              <a:pPr algn="ctr">
                <a:lnSpc>
                  <a:spcPct val="90000"/>
                </a:lnSpc>
                <a:spcAft>
                  <a:spcPts val="0"/>
                </a:spcAft>
              </a:pPr>
              <a:r>
                <a:rPr lang="en-US" sz="700" b="0" dirty="0">
                  <a:solidFill>
                    <a:schemeClr val="bg1"/>
                  </a:solidFill>
                  <a:latin typeface="Ubuntu" panose="020B0504030602030204" pitchFamily="34" charset="0"/>
                </a:rPr>
                <a:t>116</a:t>
              </a:r>
            </a:p>
          </p:txBody>
        </p:sp>
        <p:sp>
          <p:nvSpPr>
            <p:cNvPr id="82" name="Forme libre : forme 81">
              <a:extLst>
                <a:ext uri="{FF2B5EF4-FFF2-40B4-BE49-F238E27FC236}">
                  <a16:creationId xmlns:a16="http://schemas.microsoft.com/office/drawing/2014/main" id="{3B4493E8-9680-4EA3-9A68-6174B5ADF266}"/>
                </a:ext>
              </a:extLst>
            </p:cNvPr>
            <p:cNvSpPr/>
            <p:nvPr/>
          </p:nvSpPr>
          <p:spPr>
            <a:xfrm>
              <a:off x="14408740" y="3231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929B"/>
            </a:solidFill>
            <a:ln w="6695" cap="flat">
              <a:noFill/>
              <a:prstDash val="solid"/>
              <a:miter/>
            </a:ln>
          </p:spPr>
          <p:txBody>
            <a:bodyPr rtlCol="0" anchor="ctr"/>
            <a:lstStyle/>
            <a:p>
              <a:pPr algn="ctr">
                <a:lnSpc>
                  <a:spcPct val="90000"/>
                </a:lnSpc>
                <a:spcAft>
                  <a:spcPts val="0"/>
                </a:spcAft>
              </a:pPr>
              <a:r>
                <a:rPr lang="en-US" sz="700" b="0" dirty="0">
                  <a:solidFill>
                    <a:schemeClr val="bg1"/>
                  </a:solidFill>
                  <a:latin typeface="Ubuntu" panose="020B0504030602030204" pitchFamily="34" charset="0"/>
                </a:rPr>
                <a:t>0</a:t>
              </a:r>
            </a:p>
            <a:p>
              <a:pPr algn="ctr">
                <a:lnSpc>
                  <a:spcPct val="90000"/>
                </a:lnSpc>
                <a:spcAft>
                  <a:spcPts val="0"/>
                </a:spcAft>
              </a:pPr>
              <a:r>
                <a:rPr lang="en-US" sz="700" b="0" dirty="0">
                  <a:solidFill>
                    <a:schemeClr val="bg1"/>
                  </a:solidFill>
                  <a:latin typeface="Ubuntu" panose="020B0504030602030204" pitchFamily="34" charset="0"/>
                </a:rPr>
                <a:t>146</a:t>
              </a:r>
            </a:p>
            <a:p>
              <a:pPr algn="ctr">
                <a:lnSpc>
                  <a:spcPct val="90000"/>
                </a:lnSpc>
                <a:spcAft>
                  <a:spcPts val="0"/>
                </a:spcAft>
              </a:pPr>
              <a:r>
                <a:rPr lang="en-US" sz="700" b="0" dirty="0">
                  <a:solidFill>
                    <a:schemeClr val="bg1"/>
                  </a:solidFill>
                  <a:latin typeface="Ubuntu" panose="020B0504030602030204" pitchFamily="34" charset="0"/>
                </a:rPr>
                <a:t>155</a:t>
              </a:r>
            </a:p>
          </p:txBody>
        </p:sp>
        <p:sp>
          <p:nvSpPr>
            <p:cNvPr id="83" name="Forme libre : forme 82">
              <a:extLst>
                <a:ext uri="{FF2B5EF4-FFF2-40B4-BE49-F238E27FC236}">
                  <a16:creationId xmlns:a16="http://schemas.microsoft.com/office/drawing/2014/main" id="{B4B6B943-D34B-48B2-95E0-76C5F8BA25FA}"/>
                </a:ext>
              </a:extLst>
            </p:cNvPr>
            <p:cNvSpPr/>
            <p:nvPr/>
          </p:nvSpPr>
          <p:spPr>
            <a:xfrm>
              <a:off x="14408740" y="2818581"/>
              <a:ext cx="360865" cy="406800"/>
            </a:xfrm>
            <a:custGeom>
              <a:avLst/>
              <a:gdLst>
                <a:gd name="connsiteX0" fmla="*/ 0 w 1111406"/>
                <a:gd name="connsiteY0" fmla="*/ 0 h 1111407"/>
                <a:gd name="connsiteX1" fmla="*/ 1111407 w 1111406"/>
                <a:gd name="connsiteY1" fmla="*/ 0 h 1111407"/>
                <a:gd name="connsiteX2" fmla="*/ 1111407 w 1111406"/>
                <a:gd name="connsiteY2" fmla="*/ 1111407 h 1111407"/>
                <a:gd name="connsiteX3" fmla="*/ 0 w 1111406"/>
                <a:gd name="connsiteY3" fmla="*/ 1111407 h 1111407"/>
              </a:gdLst>
              <a:ahLst/>
              <a:cxnLst>
                <a:cxn ang="0">
                  <a:pos x="connsiteX0" y="connsiteY0"/>
                </a:cxn>
                <a:cxn ang="0">
                  <a:pos x="connsiteX1" y="connsiteY1"/>
                </a:cxn>
                <a:cxn ang="0">
                  <a:pos x="connsiteX2" y="connsiteY2"/>
                </a:cxn>
                <a:cxn ang="0">
                  <a:pos x="connsiteX3" y="connsiteY3"/>
                </a:cxn>
              </a:cxnLst>
              <a:rect l="l" t="t" r="r" b="b"/>
              <a:pathLst>
                <a:path w="1111406" h="1111407">
                  <a:moveTo>
                    <a:pt x="0" y="0"/>
                  </a:moveTo>
                  <a:lnTo>
                    <a:pt x="1111407" y="0"/>
                  </a:lnTo>
                  <a:lnTo>
                    <a:pt x="1111407" y="1111407"/>
                  </a:lnTo>
                  <a:lnTo>
                    <a:pt x="0" y="1111407"/>
                  </a:lnTo>
                  <a:close/>
                </a:path>
              </a:pathLst>
            </a:custGeom>
            <a:solidFill>
              <a:srgbClr val="00BFBF"/>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191</a:t>
              </a:r>
            </a:p>
            <a:p>
              <a:pPr algn="ctr">
                <a:lnSpc>
                  <a:spcPct val="90000"/>
                </a:lnSpc>
                <a:spcAft>
                  <a:spcPts val="0"/>
                </a:spcAft>
              </a:pPr>
              <a:r>
                <a:rPr lang="en-US" sz="700" b="0" dirty="0">
                  <a:latin typeface="Ubuntu" panose="020B0504030602030204" pitchFamily="34" charset="0"/>
                </a:rPr>
                <a:t>191</a:t>
              </a:r>
            </a:p>
          </p:txBody>
        </p:sp>
        <p:sp>
          <p:nvSpPr>
            <p:cNvPr id="84" name="Forme libre : forme 83">
              <a:extLst>
                <a:ext uri="{FF2B5EF4-FFF2-40B4-BE49-F238E27FC236}">
                  <a16:creationId xmlns:a16="http://schemas.microsoft.com/office/drawing/2014/main" id="{B434FFE6-E50A-4EA9-83D4-F9F4917BBCB8}"/>
                </a:ext>
              </a:extLst>
            </p:cNvPr>
            <p:cNvSpPr/>
            <p:nvPr/>
          </p:nvSpPr>
          <p:spPr>
            <a:xfrm>
              <a:off x="14408740" y="2405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D5D0"/>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213</a:t>
              </a:r>
            </a:p>
            <a:p>
              <a:pPr algn="ctr">
                <a:lnSpc>
                  <a:spcPct val="90000"/>
                </a:lnSpc>
                <a:spcAft>
                  <a:spcPts val="0"/>
                </a:spcAft>
              </a:pPr>
              <a:r>
                <a:rPr lang="en-US" sz="700" b="0" dirty="0">
                  <a:latin typeface="Ubuntu" panose="020B0504030602030204" pitchFamily="34" charset="0"/>
                </a:rPr>
                <a:t>208</a:t>
              </a:r>
            </a:p>
          </p:txBody>
        </p:sp>
        <p:sp>
          <p:nvSpPr>
            <p:cNvPr id="85" name="Forme libre : forme 84">
              <a:extLst>
                <a:ext uri="{FF2B5EF4-FFF2-40B4-BE49-F238E27FC236}">
                  <a16:creationId xmlns:a16="http://schemas.microsoft.com/office/drawing/2014/main" id="{E0BE1B97-A7F2-4E15-8D45-CD3F50622B5F}"/>
                </a:ext>
              </a:extLst>
            </p:cNvPr>
            <p:cNvSpPr/>
            <p:nvPr/>
          </p:nvSpPr>
          <p:spPr>
            <a:xfrm>
              <a:off x="14408740" y="1992581"/>
              <a:ext cx="360865" cy="406800"/>
            </a:xfrm>
            <a:custGeom>
              <a:avLst/>
              <a:gdLst>
                <a:gd name="connsiteX0" fmla="*/ 0 w 1111406"/>
                <a:gd name="connsiteY0" fmla="*/ 0 h 776645"/>
                <a:gd name="connsiteX1" fmla="*/ 1111407 w 1111406"/>
                <a:gd name="connsiteY1" fmla="*/ 0 h 776645"/>
                <a:gd name="connsiteX2" fmla="*/ 1111407 w 1111406"/>
                <a:gd name="connsiteY2" fmla="*/ 776646 h 776645"/>
                <a:gd name="connsiteX3" fmla="*/ 0 w 1111406"/>
                <a:gd name="connsiteY3" fmla="*/ 776646 h 776645"/>
              </a:gdLst>
              <a:ahLst/>
              <a:cxnLst>
                <a:cxn ang="0">
                  <a:pos x="connsiteX0" y="connsiteY0"/>
                </a:cxn>
                <a:cxn ang="0">
                  <a:pos x="connsiteX1" y="connsiteY1"/>
                </a:cxn>
                <a:cxn ang="0">
                  <a:pos x="connsiteX2" y="connsiteY2"/>
                </a:cxn>
                <a:cxn ang="0">
                  <a:pos x="connsiteX3" y="connsiteY3"/>
                </a:cxn>
              </a:cxnLst>
              <a:rect l="l" t="t" r="r" b="b"/>
              <a:pathLst>
                <a:path w="1111406" h="776645">
                  <a:moveTo>
                    <a:pt x="0" y="0"/>
                  </a:moveTo>
                  <a:lnTo>
                    <a:pt x="1111407" y="0"/>
                  </a:lnTo>
                  <a:lnTo>
                    <a:pt x="1111407" y="776646"/>
                  </a:lnTo>
                  <a:lnTo>
                    <a:pt x="0" y="776646"/>
                  </a:lnTo>
                  <a:close/>
                </a:path>
              </a:pathLst>
            </a:custGeom>
            <a:solidFill>
              <a:srgbClr val="00E6E3"/>
            </a:solidFill>
            <a:ln w="6695" cap="flat">
              <a:noFill/>
              <a:prstDash val="solid"/>
              <a:miter/>
            </a:ln>
          </p:spPr>
          <p:txBody>
            <a:bodyPr rtlCol="0" anchor="ctr"/>
            <a:lstStyle/>
            <a:p>
              <a:pPr algn="ctr">
                <a:lnSpc>
                  <a:spcPct val="90000"/>
                </a:lnSpc>
                <a:spcAft>
                  <a:spcPts val="0"/>
                </a:spcAft>
              </a:pPr>
              <a:r>
                <a:rPr lang="en-US" sz="700" b="0" dirty="0">
                  <a:latin typeface="Ubuntu" panose="020B0504030602030204" pitchFamily="34" charset="0"/>
                </a:rPr>
                <a:t>0</a:t>
              </a:r>
            </a:p>
            <a:p>
              <a:pPr algn="ctr">
                <a:lnSpc>
                  <a:spcPct val="90000"/>
                </a:lnSpc>
                <a:spcAft>
                  <a:spcPts val="0"/>
                </a:spcAft>
              </a:pPr>
              <a:r>
                <a:rPr lang="en-US" sz="700" b="0" dirty="0">
                  <a:latin typeface="Ubuntu" panose="020B0504030602030204" pitchFamily="34" charset="0"/>
                </a:rPr>
                <a:t>230</a:t>
              </a:r>
            </a:p>
            <a:p>
              <a:pPr algn="ctr">
                <a:lnSpc>
                  <a:spcPct val="90000"/>
                </a:lnSpc>
                <a:spcAft>
                  <a:spcPts val="0"/>
                </a:spcAft>
              </a:pPr>
              <a:r>
                <a:rPr lang="en-US" sz="700" b="0" dirty="0">
                  <a:latin typeface="Ubuntu" panose="020B0504030602030204" pitchFamily="34" charset="0"/>
                </a:rPr>
                <a:t>227</a:t>
              </a:r>
            </a:p>
          </p:txBody>
        </p:sp>
      </p:grpSp>
      <p:grpSp>
        <p:nvGrpSpPr>
          <p:cNvPr id="94" name="Groupe 1">
            <a:extLst>
              <a:ext uri="{FF2B5EF4-FFF2-40B4-BE49-F238E27FC236}">
                <a16:creationId xmlns:a16="http://schemas.microsoft.com/office/drawing/2014/main" id="{11A3E882-4152-49CC-A658-0BA2BD4CCF4E}"/>
              </a:ext>
            </a:extLst>
          </p:cNvPr>
          <p:cNvGrpSpPr>
            <a:grpSpLocks noChangeAspect="1"/>
          </p:cNvGrpSpPr>
          <p:nvPr userDrawn="1"/>
        </p:nvGrpSpPr>
        <p:grpSpPr>
          <a:xfrm>
            <a:off x="11562163" y="205059"/>
            <a:ext cx="419436" cy="388988"/>
            <a:chOff x="11501102" y="171573"/>
            <a:chExt cx="419436" cy="388988"/>
          </a:xfrm>
        </p:grpSpPr>
        <p:sp>
          <p:nvSpPr>
            <p:cNvPr id="95"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96"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65" name="Rectangle 27">
            <a:extLst>
              <a:ext uri="{FF2B5EF4-FFF2-40B4-BE49-F238E27FC236}">
                <a16:creationId xmlns:a16="http://schemas.microsoft.com/office/drawing/2014/main" id="{5B538C81-213B-41EC-BB81-FEF313C9D880}"/>
              </a:ext>
            </a:extLst>
          </p:cNvPr>
          <p:cNvSpPr/>
          <p:nvPr userDrawn="1"/>
        </p:nvSpPr>
        <p:spPr>
          <a:xfrm>
            <a:off x="404813" y="6517871"/>
            <a:ext cx="3410847" cy="219456"/>
          </a:xfrm>
          <a:prstGeom prst="rect">
            <a:avLst/>
          </a:prstGeom>
        </p:spPr>
        <p:txBody>
          <a:bodyPr wrap="square" lIns="0" tIns="0" rIns="0" bIns="0" anchor="ctr" anchorCtr="0">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700" kern="0" dirty="0">
                <a:solidFill>
                  <a:srgbClr val="A6A6A6"/>
                </a:solidFill>
                <a:latin typeface="Ubuntu" panose="020B0504030602030204" pitchFamily="34" charset="0"/>
                <a:cs typeface="Arial" panose="020B0604020202020204" pitchFamily="34" charset="0"/>
              </a:rPr>
              <a:t>Daily </a:t>
            </a:r>
            <a:r>
              <a:rPr lang="en-US" sz="700" kern="0" dirty="0" err="1">
                <a:solidFill>
                  <a:srgbClr val="A6A6A6"/>
                </a:solidFill>
                <a:latin typeface="Ubuntu" panose="020B0504030602030204" pitchFamily="34" charset="0"/>
                <a:cs typeface="Arial" panose="020B0604020202020204" pitchFamily="34" charset="0"/>
              </a:rPr>
              <a:t>Thanthi</a:t>
            </a:r>
            <a:r>
              <a:rPr lang="en-US" sz="700" kern="0" baseline="0" dirty="0">
                <a:solidFill>
                  <a:srgbClr val="A6A6A6"/>
                </a:solidFill>
                <a:latin typeface="Ubuntu" panose="020B0504030602030204" pitchFamily="34" charset="0"/>
                <a:cs typeface="Arial" panose="020B0604020202020204" pitchFamily="34" charset="0"/>
              </a:rPr>
              <a:t> – </a:t>
            </a:r>
            <a:r>
              <a:rPr lang="en-US" sz="700" kern="0" dirty="0">
                <a:solidFill>
                  <a:srgbClr val="A6A6A6"/>
                </a:solidFill>
                <a:latin typeface="Ubuntu" panose="020B0504030602030204" pitchFamily="34" charset="0"/>
                <a:cs typeface="Arial" panose="020B0604020202020204" pitchFamily="34" charset="0"/>
              </a:rPr>
              <a:t>New Product Strategy | 06</a:t>
            </a:r>
            <a:r>
              <a:rPr lang="en-US" sz="700" kern="0" baseline="30000" dirty="0">
                <a:solidFill>
                  <a:srgbClr val="A6A6A6"/>
                </a:solidFill>
                <a:latin typeface="Ubuntu" panose="020B0504030602030204" pitchFamily="34" charset="0"/>
                <a:cs typeface="Arial" panose="020B0604020202020204" pitchFamily="34" charset="0"/>
              </a:rPr>
              <a:t>th</a:t>
            </a:r>
            <a:r>
              <a:rPr lang="en-US" sz="700" kern="0" dirty="0">
                <a:solidFill>
                  <a:srgbClr val="A6A6A6"/>
                </a:solidFill>
                <a:latin typeface="Ubuntu" panose="020B0504030602030204" pitchFamily="34" charset="0"/>
                <a:cs typeface="Arial" panose="020B0604020202020204" pitchFamily="34" charset="0"/>
              </a:rPr>
              <a:t> Dec 2021</a:t>
            </a:r>
          </a:p>
        </p:txBody>
      </p:sp>
      <p:sp>
        <p:nvSpPr>
          <p:cNvPr id="86" name="Retângulo 43">
            <a:extLst>
              <a:ext uri="{FF2B5EF4-FFF2-40B4-BE49-F238E27FC236}">
                <a16:creationId xmlns:a16="http://schemas.microsoft.com/office/drawing/2014/main" id="{5539996C-DD2A-49D6-AFB0-763FCB2EE440}"/>
              </a:ext>
            </a:extLst>
          </p:cNvPr>
          <p:cNvSpPr/>
          <p:nvPr userDrawn="1"/>
        </p:nvSpPr>
        <p:spPr>
          <a:xfrm>
            <a:off x="11744128" y="6517658"/>
            <a:ext cx="229263" cy="215444"/>
          </a:xfrm>
          <a:prstGeom prst="rect">
            <a:avLst/>
          </a:prstGeom>
        </p:spPr>
        <p:txBody>
          <a:bodyPr wrap="square" lIns="0" rIns="0">
            <a:spAutoFit/>
          </a:bodyPr>
          <a:lstStyle/>
          <a:p>
            <a:pPr algn="r"/>
            <a:fld id="{0502E5A9-B53C-401E-A0E0-4A359BB0A9E5}" type="slidenum">
              <a:rPr lang="en-US" sz="800" smtClean="0">
                <a:solidFill>
                  <a:srgbClr val="A6A6A6"/>
                </a:solidFill>
                <a:latin typeface="Ubuntu" panose="020B0504030602030204" pitchFamily="34" charset="0"/>
                <a:cs typeface="Arial" panose="020B0604020202020204" pitchFamily="34" charset="0"/>
              </a:rPr>
              <a:pPr algn="r"/>
              <a:t>‹#›</a:t>
            </a:fld>
            <a:endParaRPr lang="en-US" sz="800" dirty="0">
              <a:solidFill>
                <a:srgbClr val="A6A6A6"/>
              </a:solidFill>
              <a:latin typeface="Ubuntu" panose="020B0504030602030204" pitchFamily="34" charset="0"/>
              <a:cs typeface="Arial" panose="020B0604020202020204" pitchFamily="34" charset="0"/>
            </a:endParaRPr>
          </a:p>
        </p:txBody>
      </p:sp>
      <p:sp>
        <p:nvSpPr>
          <p:cNvPr id="89" name="Rectangle 27">
            <a:extLst>
              <a:ext uri="{FF2B5EF4-FFF2-40B4-BE49-F238E27FC236}">
                <a16:creationId xmlns:a16="http://schemas.microsoft.com/office/drawing/2014/main" id="{01D50803-B26A-4936-A06C-6E086A6DD719}"/>
              </a:ext>
            </a:extLst>
          </p:cNvPr>
          <p:cNvSpPr/>
          <p:nvPr userDrawn="1"/>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rgbClr val="A6A6A6"/>
                </a:solidFill>
                <a:latin typeface="Ubuntu" panose="020B0504030602030204" pitchFamily="34" charset="0"/>
                <a:cs typeface="Arial" panose="020B0604020202020204" pitchFamily="34" charset="0"/>
              </a:rPr>
              <a:t>Company Confidential © Capgemini Invent 2021. All rights reserved  |</a:t>
            </a:r>
          </a:p>
        </p:txBody>
      </p:sp>
    </p:spTree>
    <p:extLst>
      <p:ext uri="{BB962C8B-B14F-4D97-AF65-F5344CB8AC3E}">
        <p14:creationId xmlns:p14="http://schemas.microsoft.com/office/powerpoint/2010/main" val="56336336"/>
      </p:ext>
    </p:extLst>
  </p:cSld>
  <p:clrMap bg1="lt1" tx1="dk1" bg2="lt2" tx2="dk2" accent1="accent1" accent2="accent2" accent3="accent3" accent4="accent4" accent5="accent5" accent6="accent6" hlink="hlink" folHlink="folHlink"/>
  <p:sldLayoutIdLst>
    <p:sldLayoutId id="2147483991" r:id="rId1"/>
    <p:sldLayoutId id="2147483992" r:id="rId2"/>
    <p:sldLayoutId id="2147483993" r:id="rId3"/>
    <p:sldLayoutId id="2147483994" r:id="rId4"/>
    <p:sldLayoutId id="2147483995" r:id="rId5"/>
    <p:sldLayoutId id="2147483996" r:id="rId6"/>
    <p:sldLayoutId id="2147483997" r:id="rId7"/>
    <p:sldLayoutId id="2147483998" r:id="rId8"/>
    <p:sldLayoutId id="2147483999" r:id="rId9"/>
    <p:sldLayoutId id="2147484000" r:id="rId10"/>
    <p:sldLayoutId id="2147484001" r:id="rId11"/>
    <p:sldLayoutId id="2147484002" r:id="rId12"/>
    <p:sldLayoutId id="2147484003" r:id="rId13"/>
    <p:sldLayoutId id="2147484004" r:id="rId14"/>
    <p:sldLayoutId id="2147484005" r:id="rId15"/>
    <p:sldLayoutId id="2147484006" r:id="rId16"/>
    <p:sldLayoutId id="2147484007" r:id="rId17"/>
    <p:sldLayoutId id="2147484008" r:id="rId18"/>
    <p:sldLayoutId id="2147484009" r:id="rId19"/>
    <p:sldLayoutId id="2147484010" r:id="rId20"/>
    <p:sldLayoutId id="2147484011" r:id="rId21"/>
    <p:sldLayoutId id="2147484012" r:id="rId22"/>
    <p:sldLayoutId id="2147484013" r:id="rId23"/>
    <p:sldLayoutId id="2147484014" r:id="rId24"/>
    <p:sldLayoutId id="2147484015" r:id="rId25"/>
  </p:sldLayoutIdLst>
  <p:hf hdr="0"/>
  <p:txStyles>
    <p:titleStyle>
      <a:lvl1pPr marL="0" marR="0" indent="0" algn="l" defTabSz="914400" rtl="0" eaLnBrk="1" fontAlgn="auto" latinLnBrk="0" hangingPunct="1">
        <a:lnSpc>
          <a:spcPct val="90000"/>
        </a:lnSpc>
        <a:spcBef>
          <a:spcPct val="0"/>
        </a:spcBef>
        <a:spcAft>
          <a:spcPts val="0"/>
        </a:spcAft>
        <a:buClrTx/>
        <a:buSzTx/>
        <a:buFontTx/>
        <a:buNone/>
        <a:tabLst/>
        <a:defRPr kumimoji="0" lang="en-US" sz="2600" b="0" i="0" u="none" strike="noStrike" kern="1200" cap="all" spc="0" normalizeH="0" baseline="0" noProof="0" dirty="0">
          <a:ln>
            <a:noFill/>
          </a:ln>
          <a:solidFill>
            <a:schemeClr val="accent4"/>
          </a:solidFill>
          <a:effectLst/>
          <a:uLnTx/>
          <a:uFillTx/>
          <a:latin typeface="+mj-lt"/>
          <a:ea typeface="+mj-ea"/>
          <a:cs typeface="+mj-cs"/>
        </a:defRPr>
      </a:lvl1pPr>
    </p:titleStyle>
    <p:bodyStyle>
      <a:lvl1pPr marL="0" indent="0" algn="l" defTabSz="914400" rtl="0" eaLnBrk="1" latinLnBrk="0" hangingPunct="1">
        <a:lnSpc>
          <a:spcPct val="100000"/>
        </a:lnSpc>
        <a:spcBef>
          <a:spcPts val="0"/>
        </a:spcBef>
        <a:spcAft>
          <a:spcPts val="600"/>
        </a:spcAft>
        <a:buFont typeface="Arial" panose="020B0604020202020204" pitchFamily="34" charset="0"/>
        <a:buNone/>
        <a:defRPr sz="1200" kern="1200" baseline="0">
          <a:solidFill>
            <a:schemeClr val="tx1"/>
          </a:solidFill>
          <a:latin typeface="Ubuntu" panose="020B0504030602030204" pitchFamily="34" charset="0"/>
          <a:ea typeface="+mn-ea"/>
          <a:cs typeface="+mn-cs"/>
        </a:defRPr>
      </a:lvl1pPr>
      <a:lvl2pPr marL="177800" indent="-177800" algn="l" defTabSz="914400" rtl="0" eaLnBrk="1" latinLnBrk="0" hangingPunct="1">
        <a:lnSpc>
          <a:spcPct val="100000"/>
        </a:lnSpc>
        <a:spcBef>
          <a:spcPts val="0"/>
        </a:spcBef>
        <a:spcAft>
          <a:spcPts val="600"/>
        </a:spcAft>
        <a:buClr>
          <a:schemeClr val="accent1"/>
        </a:buClr>
        <a:buFont typeface="Wingdings" panose="05000000000000000000" pitchFamily="2" charset="2"/>
        <a:buChar char="§"/>
        <a:defRPr sz="1200" kern="1200" baseline="0">
          <a:solidFill>
            <a:schemeClr val="tx1"/>
          </a:solidFill>
          <a:latin typeface="Ubuntu" panose="020B0504030602030204" pitchFamily="34" charset="0"/>
          <a:ea typeface="+mn-ea"/>
          <a:cs typeface="+mn-cs"/>
        </a:defRPr>
      </a:lvl2pPr>
      <a:lvl3pPr marL="361950" indent="-184150" algn="l" defTabSz="914400" rtl="0" eaLnBrk="1" latinLnBrk="0" hangingPunct="1">
        <a:lnSpc>
          <a:spcPct val="100000"/>
        </a:lnSpc>
        <a:spcBef>
          <a:spcPts val="0"/>
        </a:spcBef>
        <a:spcAft>
          <a:spcPts val="600"/>
        </a:spcAft>
        <a:buClr>
          <a:schemeClr val="accent2"/>
        </a:buClr>
        <a:buFont typeface="Arial" panose="020B0604020202020204" pitchFamily="34" charset="0"/>
        <a:buChar char="•"/>
        <a:defRPr sz="1200" kern="1200" baseline="0">
          <a:solidFill>
            <a:schemeClr val="tx1"/>
          </a:solidFill>
          <a:latin typeface="Ubuntu" panose="020B0504030602030204" pitchFamily="34" charset="0"/>
          <a:ea typeface="+mn-ea"/>
          <a:cs typeface="+mn-cs"/>
        </a:defRPr>
      </a:lvl3pPr>
      <a:lvl4pPr marL="539750" indent="-177800" algn="l" defTabSz="914400" rtl="0" eaLnBrk="1" latinLnBrk="0" hangingPunct="1">
        <a:lnSpc>
          <a:spcPct val="100000"/>
        </a:lnSpc>
        <a:spcBef>
          <a:spcPts val="0"/>
        </a:spcBef>
        <a:spcAft>
          <a:spcPts val="600"/>
        </a:spcAft>
        <a:buClr>
          <a:schemeClr val="tx1"/>
        </a:buClr>
        <a:buFont typeface="Ubuntu" panose="020B0504030602030204" pitchFamily="34" charset="0"/>
        <a:buChar char="–"/>
        <a:defRPr sz="1200" kern="1200" baseline="0">
          <a:solidFill>
            <a:schemeClr val="tx1"/>
          </a:solidFill>
          <a:latin typeface="Ubuntu" panose="020B0504030602030204" pitchFamily="34" charset="0"/>
          <a:ea typeface="+mn-ea"/>
          <a:cs typeface="+mn-cs"/>
        </a:defRPr>
      </a:lvl4pPr>
      <a:lvl5pPr marL="717550" indent="-177800" algn="l" defTabSz="914400" rtl="0" eaLnBrk="1" latinLnBrk="0" hangingPunct="1">
        <a:lnSpc>
          <a:spcPct val="100000"/>
        </a:lnSpc>
        <a:spcBef>
          <a:spcPts val="0"/>
        </a:spcBef>
        <a:spcAft>
          <a:spcPts val="600"/>
        </a:spcAft>
        <a:buClr>
          <a:schemeClr val="accent3"/>
        </a:buClr>
        <a:buFont typeface="Arial" panose="020B0604020202020204" pitchFamily="34" charset="0"/>
        <a:buChar char="•"/>
        <a:defRPr sz="1200" kern="1200" baseline="0">
          <a:solidFill>
            <a:schemeClr val="tx1"/>
          </a:solidFill>
          <a:latin typeface="Ubuntu" panose="020B050403060203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pt-PT"/>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709">
          <p15:clr>
            <a:srgbClr val="F26B43"/>
          </p15:clr>
        </p15:guide>
        <p15:guide id="2" pos="7423">
          <p15:clr>
            <a:srgbClr val="F26B43"/>
          </p15:clr>
        </p15:guide>
        <p15:guide id="3" orient="horz" pos="4071">
          <p15:clr>
            <a:srgbClr val="F26B43"/>
          </p15:clr>
        </p15:guide>
        <p15:guide id="4" pos="255">
          <p15:clr>
            <a:srgbClr val="F26B43"/>
          </p15:clr>
        </p15:guide>
        <p15:guide id="5" orient="horz" pos="836">
          <p15:clr>
            <a:srgbClr val="F26B43"/>
          </p15:clr>
        </p15:guide>
        <p15:guide id="6" orient="horz" pos="245">
          <p15:clr>
            <a:srgbClr val="F26B43"/>
          </p15:clr>
        </p15:guide>
        <p15:guide id="7" pos="3840">
          <p15:clr>
            <a:srgbClr val="F26B43"/>
          </p15:clr>
        </p15:guide>
        <p15:guide id="8" pos="3899">
          <p15:clr>
            <a:srgbClr val="F26B43"/>
          </p15:clr>
        </p15:guide>
        <p15:guide id="9" pos="3783">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66.jpeg"/><Relationship Id="rId1" Type="http://schemas.openxmlformats.org/officeDocument/2006/relationships/slideLayout" Target="../slideLayouts/slideLayout45.xml"/></Relationships>
</file>

<file path=ppt/slides/_rels/slide2.xml.rels><?xml version="1.0" encoding="UTF-8" standalone="yes"?>
<Relationships xmlns="http://schemas.openxmlformats.org/package/2006/relationships"><Relationship Id="rId2" Type="http://schemas.openxmlformats.org/officeDocument/2006/relationships/image" Target="../media/image67.jpeg"/><Relationship Id="rId1"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51.xml"/><Relationship Id="rId1" Type="http://schemas.openxmlformats.org/officeDocument/2006/relationships/tags" Target="../tags/tag123.xml"/><Relationship Id="rId5" Type="http://schemas.openxmlformats.org/officeDocument/2006/relationships/image" Target="../media/image68.jpeg"/><Relationship Id="rId4" Type="http://schemas.openxmlformats.org/officeDocument/2006/relationships/image" Target="../media/image45.emf"/></Relationships>
</file>

<file path=ppt/slides/_rels/slide4.xml.rels><?xml version="1.0" encoding="UTF-8" standalone="yes"?>
<Relationships xmlns="http://schemas.openxmlformats.org/package/2006/relationships"><Relationship Id="rId8" Type="http://schemas.openxmlformats.org/officeDocument/2006/relationships/image" Target="../media/image74.png"/><Relationship Id="rId3" Type="http://schemas.openxmlformats.org/officeDocument/2006/relationships/image" Target="../media/image69.jpg"/><Relationship Id="rId7" Type="http://schemas.openxmlformats.org/officeDocument/2006/relationships/image" Target="../media/image73.png"/><Relationship Id="rId2" Type="http://schemas.openxmlformats.org/officeDocument/2006/relationships/notesSlide" Target="../notesSlides/notesSlide1.xml"/><Relationship Id="rId1" Type="http://schemas.openxmlformats.org/officeDocument/2006/relationships/slideLayout" Target="../slideLayouts/slideLayout59.xml"/><Relationship Id="rId6" Type="http://schemas.openxmlformats.org/officeDocument/2006/relationships/image" Target="../media/image72.png"/><Relationship Id="rId5" Type="http://schemas.openxmlformats.org/officeDocument/2006/relationships/image" Target="../media/image71.png"/><Relationship Id="rId4" Type="http://schemas.openxmlformats.org/officeDocument/2006/relationships/image" Target="../media/image70.png"/><Relationship Id="rId9" Type="http://schemas.openxmlformats.org/officeDocument/2006/relationships/image" Target="../media/image7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9.xml"/></Relationships>
</file>

<file path=ppt/slides/_rels/slide6.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51.xml"/><Relationship Id="rId1" Type="http://schemas.openxmlformats.org/officeDocument/2006/relationships/tags" Target="../tags/tag124.xml"/><Relationship Id="rId5" Type="http://schemas.openxmlformats.org/officeDocument/2006/relationships/image" Target="../media/image68.jpeg"/><Relationship Id="rId4" Type="http://schemas.openxmlformats.org/officeDocument/2006/relationships/image" Target="../media/image45.e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51.xml"/><Relationship Id="rId1" Type="http://schemas.openxmlformats.org/officeDocument/2006/relationships/tags" Target="../tags/tag125.xml"/><Relationship Id="rId5" Type="http://schemas.openxmlformats.org/officeDocument/2006/relationships/image" Target="../media/image68.jpeg"/><Relationship Id="rId4" Type="http://schemas.openxmlformats.org/officeDocument/2006/relationships/image" Target="../media/image45.emf"/></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61.xml"/></Relationships>
</file>

<file path=ppt/slides/_rels/slide9.xml.rels><?xml version="1.0" encoding="UTF-8" standalone="yes"?>
<Relationships xmlns="http://schemas.openxmlformats.org/package/2006/relationships"><Relationship Id="rId8" Type="http://schemas.openxmlformats.org/officeDocument/2006/relationships/slideLayout" Target="../slideLayouts/slideLayout242.xml"/><Relationship Id="rId3" Type="http://schemas.openxmlformats.org/officeDocument/2006/relationships/tags" Target="../tags/tag128.xml"/><Relationship Id="rId7" Type="http://schemas.openxmlformats.org/officeDocument/2006/relationships/tags" Target="../tags/tag132.xml"/><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tags" Target="../tags/tag129.xml"/></Relationships>
</file>

<file path=ppt/slides/_rels/slide10.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76.jpeg"/><Relationship Id="rId1" Type="http://schemas.openxmlformats.org/officeDocument/2006/relationships/slideLayout" Target="../slideLayouts/slideLayout46.xml"/></Relationships>
</file>

<file path=ppt/slides/_rels/slide11.xml.rels><?xml version="1.0" encoding="UTF-8" standalone="yes"?>
<Relationships xmlns="http://schemas.openxmlformats.org/package/2006/relationships"><Relationship Id="rId3" Type="http://schemas.openxmlformats.org/officeDocument/2006/relationships/image" Target="../media/image79.png"/><Relationship Id="rId2" Type="http://schemas.openxmlformats.org/officeDocument/2006/relationships/image" Target="../media/image78.png"/><Relationship Id="rId1" Type="http://schemas.openxmlformats.org/officeDocument/2006/relationships/slideLayout" Target="../slideLayouts/slideLayout62.xml"/><Relationship Id="rId4" Type="http://schemas.openxmlformats.org/officeDocument/2006/relationships/image" Target="../media/image80.png"/></Relationships>
</file>

<file path=ppt/slides/_rels/slide12.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image" Target="../media/image81.jpeg"/><Relationship Id="rId1" Type="http://schemas.openxmlformats.org/officeDocument/2006/relationships/slideLayout" Target="../slideLayouts/slideLayout46.xml"/></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51.xml"/><Relationship Id="rId1" Type="http://schemas.openxmlformats.org/officeDocument/2006/relationships/tags" Target="../tags/tag133.xml"/><Relationship Id="rId5" Type="http://schemas.openxmlformats.org/officeDocument/2006/relationships/image" Target="../media/image68.jpeg"/><Relationship Id="rId4" Type="http://schemas.openxmlformats.org/officeDocument/2006/relationships/image" Target="../media/image45.em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58.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58.xml"/><Relationship Id="rId2" Type="http://schemas.openxmlformats.org/officeDocument/2006/relationships/tags" Target="../tags/tag135.xml"/><Relationship Id="rId1" Type="http://schemas.openxmlformats.org/officeDocument/2006/relationships/tags" Target="../tags/tag134.xml"/><Relationship Id="rId6" Type="http://schemas.openxmlformats.org/officeDocument/2006/relationships/image" Target="../media/image63.emf"/><Relationship Id="rId5" Type="http://schemas.openxmlformats.org/officeDocument/2006/relationships/oleObject" Target="../embeddings/oleObject29.bin"/><Relationship Id="rId4" Type="http://schemas.openxmlformats.org/officeDocument/2006/relationships/notesSlide" Target="../notesSlides/notesSlide3.xml"/></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51.xml"/><Relationship Id="rId1" Type="http://schemas.openxmlformats.org/officeDocument/2006/relationships/tags" Target="../tags/tag136.xml"/><Relationship Id="rId5" Type="http://schemas.openxmlformats.org/officeDocument/2006/relationships/image" Target="../media/image68.jpeg"/><Relationship Id="rId4" Type="http://schemas.openxmlformats.org/officeDocument/2006/relationships/image" Target="../media/image45.emf"/></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6.xml"/></Relationships>
</file>

<file path=ppt/slides/_rels/slide18.xml.rels><?xml version="1.0" encoding="UTF-8" standalone="yes"?>
<Relationships xmlns="http://schemas.openxmlformats.org/package/2006/relationships"><Relationship Id="rId8" Type="http://schemas.openxmlformats.org/officeDocument/2006/relationships/image" Target="../media/image87.png"/><Relationship Id="rId3" Type="http://schemas.openxmlformats.org/officeDocument/2006/relationships/image" Target="../media/image82.png"/><Relationship Id="rId7" Type="http://schemas.openxmlformats.org/officeDocument/2006/relationships/image" Target="../media/image86.svg"/><Relationship Id="rId2" Type="http://schemas.openxmlformats.org/officeDocument/2006/relationships/notesSlide" Target="../notesSlides/notesSlide5.xml"/><Relationship Id="rId1" Type="http://schemas.openxmlformats.org/officeDocument/2006/relationships/slideLayout" Target="../slideLayouts/slideLayout79.xml"/><Relationship Id="rId6" Type="http://schemas.openxmlformats.org/officeDocument/2006/relationships/image" Target="../media/image85.png"/><Relationship Id="rId5" Type="http://schemas.openxmlformats.org/officeDocument/2006/relationships/image" Target="../media/image84.png"/><Relationship Id="rId4" Type="http://schemas.openxmlformats.org/officeDocument/2006/relationships/image" Target="../media/image83.png"/><Relationship Id="rId9" Type="http://schemas.openxmlformats.org/officeDocument/2006/relationships/image" Target="../media/image88.png"/></Relationships>
</file>

<file path=ppt/slides/_rels/slide19.xml.rels><?xml version="1.0" encoding="UTF-8" standalone="yes"?>
<Relationships xmlns="http://schemas.openxmlformats.org/package/2006/relationships"><Relationship Id="rId8" Type="http://schemas.openxmlformats.org/officeDocument/2006/relationships/image" Target="../media/image92.png"/><Relationship Id="rId3" Type="http://schemas.openxmlformats.org/officeDocument/2006/relationships/image" Target="../media/image89.png"/><Relationship Id="rId7" Type="http://schemas.microsoft.com/office/2007/relationships/hdphoto" Target="../media/hdphoto2.wdp"/><Relationship Id="rId2" Type="http://schemas.openxmlformats.org/officeDocument/2006/relationships/notesSlide" Target="../notesSlides/notesSlide6.xml"/><Relationship Id="rId1" Type="http://schemas.openxmlformats.org/officeDocument/2006/relationships/slideLayout" Target="../slideLayouts/slideLayout65.xml"/><Relationship Id="rId6" Type="http://schemas.openxmlformats.org/officeDocument/2006/relationships/image" Target="../media/image91.png"/><Relationship Id="rId11" Type="http://schemas.microsoft.com/office/2007/relationships/hdphoto" Target="../media/hdphoto4.wdp"/><Relationship Id="rId5" Type="http://schemas.openxmlformats.org/officeDocument/2006/relationships/image" Target="../media/image90.png"/><Relationship Id="rId10" Type="http://schemas.openxmlformats.org/officeDocument/2006/relationships/image" Target="../media/image93.png"/><Relationship Id="rId4" Type="http://schemas.microsoft.com/office/2007/relationships/hdphoto" Target="../media/hdphoto1.wdp"/><Relationship Id="rId9" Type="http://schemas.microsoft.com/office/2007/relationships/hdphoto" Target="../media/hdphoto3.wdp"/></Relationships>
</file>

<file path=ppt/slides/_rels/slide20.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124.xml"/></Relationships>
</file>

<file path=ppt/slides/_rels/slide21.xml.rels><?xml version="1.0" encoding="UTF-8" standalone="yes"?>
<Relationships xmlns="http://schemas.openxmlformats.org/package/2006/relationships"><Relationship Id="rId2" Type="http://schemas.openxmlformats.org/officeDocument/2006/relationships/image" Target="../media/image95.png"/><Relationship Id="rId1" Type="http://schemas.openxmlformats.org/officeDocument/2006/relationships/slideLayout" Target="../slideLayouts/slideLayout60.xml"/></Relationships>
</file>

<file path=ppt/slides/_rels/slide22.xml.rels><?xml version="1.0" encoding="UTF-8" standalone="yes"?>
<Relationships xmlns="http://schemas.openxmlformats.org/package/2006/relationships"><Relationship Id="rId2" Type="http://schemas.openxmlformats.org/officeDocument/2006/relationships/image" Target="../media/image96.png"/><Relationship Id="rId1" Type="http://schemas.openxmlformats.org/officeDocument/2006/relationships/slideLayout" Target="../slideLayouts/slideLayout60.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28.bin"/><Relationship Id="rId2" Type="http://schemas.openxmlformats.org/officeDocument/2006/relationships/slideLayout" Target="../slideLayouts/slideLayout51.xml"/><Relationship Id="rId1" Type="http://schemas.openxmlformats.org/officeDocument/2006/relationships/tags" Target="../tags/tag137.xml"/><Relationship Id="rId5" Type="http://schemas.openxmlformats.org/officeDocument/2006/relationships/image" Target="../media/image68.jpeg"/><Relationship Id="rId4" Type="http://schemas.openxmlformats.org/officeDocument/2006/relationships/image" Target="../media/image45.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30.bin"/><Relationship Id="rId7" Type="http://schemas.openxmlformats.org/officeDocument/2006/relationships/image" Target="../media/image99.png"/><Relationship Id="rId2" Type="http://schemas.openxmlformats.org/officeDocument/2006/relationships/slideLayout" Target="../slideLayouts/slideLayout56.xml"/><Relationship Id="rId1" Type="http://schemas.openxmlformats.org/officeDocument/2006/relationships/tags" Target="../tags/tag138.xml"/><Relationship Id="rId6" Type="http://schemas.openxmlformats.org/officeDocument/2006/relationships/image" Target="../media/image98.png"/><Relationship Id="rId5" Type="http://schemas.openxmlformats.org/officeDocument/2006/relationships/image" Target="../media/image97.png"/><Relationship Id="rId4" Type="http://schemas.openxmlformats.org/officeDocument/2006/relationships/image" Target="../media/image36.emf"/></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2" name="Picture 11" descr="A picture containing text&#10;&#10;Description automatically generated">
            <a:extLst>
              <a:ext uri="{FF2B5EF4-FFF2-40B4-BE49-F238E27FC236}">
                <a16:creationId xmlns:a16="http://schemas.microsoft.com/office/drawing/2014/main" id="{792D078F-15AB-48F0-A454-24315F96736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869407" y="0"/>
            <a:ext cx="10276723" cy="6858000"/>
          </a:xfrm>
          <a:prstGeom prst="rect">
            <a:avLst/>
          </a:prstGeom>
        </p:spPr>
      </p:pic>
      <p:sp>
        <p:nvSpPr>
          <p:cNvPr id="14" name="Rectangle 13">
            <a:extLst>
              <a:ext uri="{FF2B5EF4-FFF2-40B4-BE49-F238E27FC236}">
                <a16:creationId xmlns:a16="http://schemas.microsoft.com/office/drawing/2014/main" id="{12C24955-88DB-4B7E-9D7D-FFC2BCD6E7AE}"/>
              </a:ext>
            </a:extLst>
          </p:cNvPr>
          <p:cNvSpPr/>
          <p:nvPr/>
        </p:nvSpPr>
        <p:spPr>
          <a:xfrm>
            <a:off x="-2" y="0"/>
            <a:ext cx="7086597" cy="6858000"/>
          </a:xfrm>
          <a:prstGeom prst="rect">
            <a:avLst/>
          </a:prstGeom>
          <a:gradFill flip="none" rotWithShape="1">
            <a:gsLst>
              <a:gs pos="61000">
                <a:schemeClr val="bg1"/>
              </a:gs>
              <a:gs pos="0">
                <a:schemeClr val="bg1">
                  <a:alpha val="0"/>
                </a:schemeClr>
              </a:gs>
            </a:gsLst>
            <a:lin ang="108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a:p>
        </p:txBody>
      </p:sp>
      <p:sp>
        <p:nvSpPr>
          <p:cNvPr id="4" name="Graphic 13">
            <a:extLst>
              <a:ext uri="{FF2B5EF4-FFF2-40B4-BE49-F238E27FC236}">
                <a16:creationId xmlns:a16="http://schemas.microsoft.com/office/drawing/2014/main" id="{E5A027EB-147C-4683-A53B-690FF9AAAD55}"/>
              </a:ext>
            </a:extLst>
          </p:cNvPr>
          <p:cNvSpPr>
            <a:spLocks noChangeAspect="1"/>
          </p:cNvSpPr>
          <p:nvPr/>
        </p:nvSpPr>
        <p:spPr>
          <a:xfrm>
            <a:off x="1638681" y="1478005"/>
            <a:ext cx="9261648" cy="5623403"/>
          </a:xfrm>
          <a:custGeom>
            <a:avLst/>
            <a:gdLst>
              <a:gd name="connsiteX0" fmla="*/ 36195 w 8117205"/>
              <a:gd name="connsiteY0" fmla="*/ 4710199 h 4710198"/>
              <a:gd name="connsiteX1" fmla="*/ 0 w 8117205"/>
              <a:gd name="connsiteY1" fmla="*/ 4697817 h 4710198"/>
              <a:gd name="connsiteX2" fmla="*/ 538163 w 8117205"/>
              <a:gd name="connsiteY2" fmla="*/ 3739602 h 4710198"/>
              <a:gd name="connsiteX3" fmla="*/ 1340168 w 8117205"/>
              <a:gd name="connsiteY3" fmla="*/ 2915689 h 4710198"/>
              <a:gd name="connsiteX4" fmla="*/ 2613660 w 8117205"/>
              <a:gd name="connsiteY4" fmla="*/ 2190837 h 4710198"/>
              <a:gd name="connsiteX5" fmla="*/ 2621280 w 8117205"/>
              <a:gd name="connsiteY5" fmla="*/ 2187979 h 4710198"/>
              <a:gd name="connsiteX6" fmla="*/ 2628900 w 8117205"/>
              <a:gd name="connsiteY6" fmla="*/ 2191789 h 4710198"/>
              <a:gd name="connsiteX7" fmla="*/ 4513898 w 8117205"/>
              <a:gd name="connsiteY7" fmla="*/ 2830917 h 4710198"/>
              <a:gd name="connsiteX8" fmla="*/ 5841683 w 8117205"/>
              <a:gd name="connsiteY8" fmla="*/ 2599459 h 4710198"/>
              <a:gd name="connsiteX9" fmla="*/ 6102668 w 8117205"/>
              <a:gd name="connsiteY9" fmla="*/ 1288819 h 4710198"/>
              <a:gd name="connsiteX10" fmla="*/ 6256020 w 8117205"/>
              <a:gd name="connsiteY10" fmla="*/ 204874 h 4710198"/>
              <a:gd name="connsiteX11" fmla="*/ 7391400 w 8117205"/>
              <a:gd name="connsiteY11" fmla="*/ 43901 h 4710198"/>
              <a:gd name="connsiteX12" fmla="*/ 8117205 w 8117205"/>
              <a:gd name="connsiteY12" fmla="*/ 242021 h 4710198"/>
              <a:gd name="connsiteX13" fmla="*/ 8102918 w 8117205"/>
              <a:gd name="connsiteY13" fmla="*/ 277264 h 4710198"/>
              <a:gd name="connsiteX14" fmla="*/ 7384733 w 8117205"/>
              <a:gd name="connsiteY14" fmla="*/ 82001 h 4710198"/>
              <a:gd name="connsiteX15" fmla="*/ 6281738 w 8117205"/>
              <a:gd name="connsiteY15" fmla="*/ 233449 h 4710198"/>
              <a:gd name="connsiteX16" fmla="*/ 6139815 w 8117205"/>
              <a:gd name="connsiteY16" fmla="*/ 1279294 h 4710198"/>
              <a:gd name="connsiteX17" fmla="*/ 6187440 w 8117205"/>
              <a:gd name="connsiteY17" fmla="*/ 2101302 h 4710198"/>
              <a:gd name="connsiteX18" fmla="*/ 5866448 w 8117205"/>
              <a:gd name="connsiteY18" fmla="*/ 2629939 h 4710198"/>
              <a:gd name="connsiteX19" fmla="*/ 4510088 w 8117205"/>
              <a:gd name="connsiteY19" fmla="*/ 2869969 h 4710198"/>
              <a:gd name="connsiteX20" fmla="*/ 2620328 w 8117205"/>
              <a:gd name="connsiteY20" fmla="*/ 2230842 h 4710198"/>
              <a:gd name="connsiteX21" fmla="*/ 568643 w 8117205"/>
              <a:gd name="connsiteY21" fmla="*/ 3763414 h 4710198"/>
              <a:gd name="connsiteX22" fmla="*/ 36195 w 8117205"/>
              <a:gd name="connsiteY22" fmla="*/ 4710199 h 4710198"/>
              <a:gd name="connsiteX0" fmla="*/ 36195 w 8117205"/>
              <a:gd name="connsiteY0" fmla="*/ 4710199 h 4710199"/>
              <a:gd name="connsiteX1" fmla="*/ 0 w 8117205"/>
              <a:gd name="connsiteY1" fmla="*/ 4697817 h 4710199"/>
              <a:gd name="connsiteX2" fmla="*/ 538163 w 8117205"/>
              <a:gd name="connsiteY2" fmla="*/ 3739602 h 4710199"/>
              <a:gd name="connsiteX3" fmla="*/ 1340168 w 8117205"/>
              <a:gd name="connsiteY3" fmla="*/ 2915689 h 4710199"/>
              <a:gd name="connsiteX4" fmla="*/ 2613660 w 8117205"/>
              <a:gd name="connsiteY4" fmla="*/ 2190837 h 4710199"/>
              <a:gd name="connsiteX5" fmla="*/ 2621280 w 8117205"/>
              <a:gd name="connsiteY5" fmla="*/ 2187979 h 4710199"/>
              <a:gd name="connsiteX6" fmla="*/ 2628900 w 8117205"/>
              <a:gd name="connsiteY6" fmla="*/ 2191789 h 4710199"/>
              <a:gd name="connsiteX7" fmla="*/ 4513898 w 8117205"/>
              <a:gd name="connsiteY7" fmla="*/ 2830917 h 4710199"/>
              <a:gd name="connsiteX8" fmla="*/ 5841683 w 8117205"/>
              <a:gd name="connsiteY8" fmla="*/ 2599459 h 4710199"/>
              <a:gd name="connsiteX9" fmla="*/ 6102668 w 8117205"/>
              <a:gd name="connsiteY9" fmla="*/ 1288819 h 4710199"/>
              <a:gd name="connsiteX10" fmla="*/ 6256020 w 8117205"/>
              <a:gd name="connsiteY10" fmla="*/ 204874 h 4710199"/>
              <a:gd name="connsiteX11" fmla="*/ 7391400 w 8117205"/>
              <a:gd name="connsiteY11" fmla="*/ 43901 h 4710199"/>
              <a:gd name="connsiteX12" fmla="*/ 8117205 w 8117205"/>
              <a:gd name="connsiteY12" fmla="*/ 242021 h 4710199"/>
              <a:gd name="connsiteX13" fmla="*/ 7384733 w 8117205"/>
              <a:gd name="connsiteY13" fmla="*/ 82001 h 4710199"/>
              <a:gd name="connsiteX14" fmla="*/ 6281738 w 8117205"/>
              <a:gd name="connsiteY14" fmla="*/ 233449 h 4710199"/>
              <a:gd name="connsiteX15" fmla="*/ 6139815 w 8117205"/>
              <a:gd name="connsiteY15" fmla="*/ 1279294 h 4710199"/>
              <a:gd name="connsiteX16" fmla="*/ 6187440 w 8117205"/>
              <a:gd name="connsiteY16" fmla="*/ 2101302 h 4710199"/>
              <a:gd name="connsiteX17" fmla="*/ 5866448 w 8117205"/>
              <a:gd name="connsiteY17" fmla="*/ 2629939 h 4710199"/>
              <a:gd name="connsiteX18" fmla="*/ 4510088 w 8117205"/>
              <a:gd name="connsiteY18" fmla="*/ 2869969 h 4710199"/>
              <a:gd name="connsiteX19" fmla="*/ 2620328 w 8117205"/>
              <a:gd name="connsiteY19" fmla="*/ 2230842 h 4710199"/>
              <a:gd name="connsiteX20" fmla="*/ 568643 w 8117205"/>
              <a:gd name="connsiteY20" fmla="*/ 3763414 h 4710199"/>
              <a:gd name="connsiteX21" fmla="*/ 36195 w 8117205"/>
              <a:gd name="connsiteY21" fmla="*/ 4710199 h 4710199"/>
              <a:gd name="connsiteX0" fmla="*/ 36195 w 7528033"/>
              <a:gd name="connsiteY0" fmla="*/ 4673434 h 4673434"/>
              <a:gd name="connsiteX1" fmla="*/ 0 w 7528033"/>
              <a:gd name="connsiteY1" fmla="*/ 4661052 h 4673434"/>
              <a:gd name="connsiteX2" fmla="*/ 538163 w 7528033"/>
              <a:gd name="connsiteY2" fmla="*/ 3702837 h 4673434"/>
              <a:gd name="connsiteX3" fmla="*/ 1340168 w 7528033"/>
              <a:gd name="connsiteY3" fmla="*/ 2878924 h 4673434"/>
              <a:gd name="connsiteX4" fmla="*/ 2613660 w 7528033"/>
              <a:gd name="connsiteY4" fmla="*/ 2154072 h 4673434"/>
              <a:gd name="connsiteX5" fmla="*/ 2621280 w 7528033"/>
              <a:gd name="connsiteY5" fmla="*/ 2151214 h 4673434"/>
              <a:gd name="connsiteX6" fmla="*/ 2628900 w 7528033"/>
              <a:gd name="connsiteY6" fmla="*/ 2155024 h 4673434"/>
              <a:gd name="connsiteX7" fmla="*/ 4513898 w 7528033"/>
              <a:gd name="connsiteY7" fmla="*/ 2794152 h 4673434"/>
              <a:gd name="connsiteX8" fmla="*/ 5841683 w 7528033"/>
              <a:gd name="connsiteY8" fmla="*/ 2562694 h 4673434"/>
              <a:gd name="connsiteX9" fmla="*/ 6102668 w 7528033"/>
              <a:gd name="connsiteY9" fmla="*/ 1252054 h 4673434"/>
              <a:gd name="connsiteX10" fmla="*/ 6256020 w 7528033"/>
              <a:gd name="connsiteY10" fmla="*/ 168109 h 4673434"/>
              <a:gd name="connsiteX11" fmla="*/ 7391400 w 7528033"/>
              <a:gd name="connsiteY11" fmla="*/ 7136 h 4673434"/>
              <a:gd name="connsiteX12" fmla="*/ 7384733 w 7528033"/>
              <a:gd name="connsiteY12" fmla="*/ 45236 h 4673434"/>
              <a:gd name="connsiteX13" fmla="*/ 6281738 w 7528033"/>
              <a:gd name="connsiteY13" fmla="*/ 196684 h 4673434"/>
              <a:gd name="connsiteX14" fmla="*/ 6139815 w 7528033"/>
              <a:gd name="connsiteY14" fmla="*/ 1242529 h 4673434"/>
              <a:gd name="connsiteX15" fmla="*/ 6187440 w 7528033"/>
              <a:gd name="connsiteY15" fmla="*/ 2064537 h 4673434"/>
              <a:gd name="connsiteX16" fmla="*/ 5866448 w 7528033"/>
              <a:gd name="connsiteY16" fmla="*/ 2593174 h 4673434"/>
              <a:gd name="connsiteX17" fmla="*/ 4510088 w 7528033"/>
              <a:gd name="connsiteY17" fmla="*/ 2833204 h 4673434"/>
              <a:gd name="connsiteX18" fmla="*/ 2620328 w 7528033"/>
              <a:gd name="connsiteY18" fmla="*/ 2194077 h 4673434"/>
              <a:gd name="connsiteX19" fmla="*/ 568643 w 7528033"/>
              <a:gd name="connsiteY19" fmla="*/ 3726649 h 4673434"/>
              <a:gd name="connsiteX20" fmla="*/ 36195 w 7528033"/>
              <a:gd name="connsiteY20" fmla="*/ 4673434 h 46734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28033" h="4673434">
                <a:moveTo>
                  <a:pt x="36195" y="4673434"/>
                </a:moveTo>
                <a:lnTo>
                  <a:pt x="0" y="4661052"/>
                </a:lnTo>
                <a:cubicBezTo>
                  <a:pt x="953" y="4656289"/>
                  <a:pt x="145733" y="4224807"/>
                  <a:pt x="538163" y="3702837"/>
                </a:cubicBezTo>
                <a:cubicBezTo>
                  <a:pt x="768668" y="3396132"/>
                  <a:pt x="1038225" y="3118954"/>
                  <a:pt x="1340168" y="2878924"/>
                </a:cubicBezTo>
                <a:cubicBezTo>
                  <a:pt x="1717358" y="2577934"/>
                  <a:pt x="2145983" y="2334094"/>
                  <a:pt x="2613660" y="2154072"/>
                </a:cubicBezTo>
                <a:lnTo>
                  <a:pt x="2621280" y="2151214"/>
                </a:lnTo>
                <a:lnTo>
                  <a:pt x="2628900" y="2155024"/>
                </a:lnTo>
                <a:cubicBezTo>
                  <a:pt x="3289935" y="2497924"/>
                  <a:pt x="3941445" y="2718904"/>
                  <a:pt x="4513898" y="2794152"/>
                </a:cubicBezTo>
                <a:cubicBezTo>
                  <a:pt x="5095875" y="2871304"/>
                  <a:pt x="5554980" y="2790341"/>
                  <a:pt x="5841683" y="2562694"/>
                </a:cubicBezTo>
                <a:cubicBezTo>
                  <a:pt x="6168390" y="2302662"/>
                  <a:pt x="6257925" y="1849271"/>
                  <a:pt x="6102668" y="1252054"/>
                </a:cubicBezTo>
                <a:cubicBezTo>
                  <a:pt x="5969318" y="741514"/>
                  <a:pt x="6020753" y="376706"/>
                  <a:pt x="6256020" y="168109"/>
                </a:cubicBezTo>
                <a:cubicBezTo>
                  <a:pt x="6480810" y="-31916"/>
                  <a:pt x="7203281" y="27615"/>
                  <a:pt x="7391400" y="7136"/>
                </a:cubicBezTo>
                <a:cubicBezTo>
                  <a:pt x="7579519" y="-13343"/>
                  <a:pt x="7569677" y="13645"/>
                  <a:pt x="7384733" y="45236"/>
                </a:cubicBezTo>
                <a:cubicBezTo>
                  <a:pt x="7199789" y="76827"/>
                  <a:pt x="6550343" y="-41441"/>
                  <a:pt x="6281738" y="196684"/>
                </a:cubicBezTo>
                <a:cubicBezTo>
                  <a:pt x="6058853" y="394804"/>
                  <a:pt x="6011228" y="747229"/>
                  <a:pt x="6139815" y="1242529"/>
                </a:cubicBezTo>
                <a:cubicBezTo>
                  <a:pt x="6221730" y="1557806"/>
                  <a:pt x="6237923" y="1834031"/>
                  <a:pt x="6187440" y="2064537"/>
                </a:cubicBezTo>
                <a:cubicBezTo>
                  <a:pt x="6138863" y="2283612"/>
                  <a:pt x="6031230" y="2460777"/>
                  <a:pt x="5866448" y="2593174"/>
                </a:cubicBezTo>
                <a:cubicBezTo>
                  <a:pt x="5572125" y="2828441"/>
                  <a:pt x="5102543" y="2911309"/>
                  <a:pt x="4510088" y="2833204"/>
                </a:cubicBezTo>
                <a:cubicBezTo>
                  <a:pt x="3935730" y="2757004"/>
                  <a:pt x="3282315" y="2536024"/>
                  <a:pt x="2620328" y="2194077"/>
                </a:cubicBezTo>
                <a:cubicBezTo>
                  <a:pt x="1574483" y="2598889"/>
                  <a:pt x="927735" y="3251352"/>
                  <a:pt x="568643" y="3726649"/>
                </a:cubicBezTo>
                <a:cubicBezTo>
                  <a:pt x="180023" y="4242904"/>
                  <a:pt x="37148" y="4668672"/>
                  <a:pt x="36195" y="4673434"/>
                </a:cubicBezTo>
                <a:close/>
              </a:path>
            </a:pathLst>
          </a:custGeom>
          <a:gradFill>
            <a:gsLst>
              <a:gs pos="99000">
                <a:schemeClr val="accent2">
                  <a:alpha val="0"/>
                </a:schemeClr>
              </a:gs>
              <a:gs pos="32000">
                <a:srgbClr val="12ABDB">
                  <a:alpha val="17000"/>
                </a:srgbClr>
              </a:gs>
              <a:gs pos="17000">
                <a:schemeClr val="accent2">
                  <a:alpha val="0"/>
                </a:schemeClr>
              </a:gs>
              <a:gs pos="49000">
                <a:srgbClr val="12ABDB"/>
              </a:gs>
              <a:gs pos="70000">
                <a:schemeClr val="accent2"/>
              </a:gs>
            </a:gsLst>
            <a:lin ang="16200000" scaled="0"/>
          </a:gradFill>
          <a:ln w="9525" cap="flat">
            <a:noFill/>
            <a:prstDash val="solid"/>
            <a:miter/>
          </a:ln>
        </p:spPr>
        <p:txBody>
          <a:bodyPr rtlCol="0" anchor="ctr"/>
          <a:lstStyle/>
          <a:p>
            <a:endParaRPr lang="de-DE" dirty="0"/>
          </a:p>
        </p:txBody>
      </p:sp>
      <p:sp>
        <p:nvSpPr>
          <p:cNvPr id="6" name="Title">
            <a:extLst>
              <a:ext uri="{FF2B5EF4-FFF2-40B4-BE49-F238E27FC236}">
                <a16:creationId xmlns:a16="http://schemas.microsoft.com/office/drawing/2014/main" id="{419E837B-C129-4706-85E6-676BF40CD9A1}"/>
              </a:ext>
            </a:extLst>
          </p:cNvPr>
          <p:cNvSpPr txBox="1">
            <a:spLocks/>
          </p:cNvSpPr>
          <p:nvPr/>
        </p:nvSpPr>
        <p:spPr>
          <a:xfrm>
            <a:off x="404813" y="1592815"/>
            <a:ext cx="6084572" cy="2215991"/>
          </a:xfrm>
          <a:prstGeom prst="rect">
            <a:avLst/>
          </a:prstGeom>
        </p:spPr>
        <p:txBody>
          <a:bodyPr vert="horz" wrap="square" lIns="36000" tIns="0" rIns="36000" bIns="0" rtlCol="0" anchor="b" anchorCtr="0">
            <a:spAutoFit/>
          </a:bodyPr>
          <a:lstStyle>
            <a:lvl1pPr marL="0" marR="0" indent="0" algn="l" defTabSz="914400" rtl="0" eaLnBrk="1" fontAlgn="auto" latinLnBrk="0" hangingPunct="1">
              <a:lnSpc>
                <a:spcPct val="100000"/>
              </a:lnSpc>
              <a:spcBef>
                <a:spcPct val="0"/>
              </a:spcBef>
              <a:spcAft>
                <a:spcPts val="0"/>
              </a:spcAft>
              <a:buClrTx/>
              <a:buSzTx/>
              <a:buFontTx/>
              <a:buNone/>
              <a:tabLst/>
              <a:defRPr kumimoji="0" lang="en-US" sz="6600" b="1" i="0" u="none" strike="noStrike" kern="1200" cap="all" spc="0" normalizeH="0" baseline="0" noProof="0">
                <a:ln>
                  <a:noFill/>
                </a:ln>
                <a:solidFill>
                  <a:schemeClr val="bg1"/>
                </a:solidFill>
                <a:effectLst/>
                <a:uLnTx/>
                <a:uFillTx/>
                <a:latin typeface="Ubuntu" panose="020B0504030602030204" pitchFamily="34" charset="0"/>
                <a:ea typeface="+mj-ea"/>
                <a:cs typeface="+mj-cs"/>
              </a:defRPr>
            </a:lvl1pPr>
          </a:lstStyle>
          <a:p>
            <a:endParaRPr lang="en-US" sz="4800" dirty="0">
              <a:solidFill>
                <a:schemeClr val="tx2"/>
              </a:solidFill>
            </a:endParaRPr>
          </a:p>
          <a:p>
            <a:r>
              <a:rPr lang="en-US" sz="4800" dirty="0">
                <a:solidFill>
                  <a:schemeClr val="tx2"/>
                </a:solidFill>
              </a:rPr>
              <a:t>Product Strategy</a:t>
            </a:r>
          </a:p>
        </p:txBody>
      </p:sp>
      <p:pic>
        <p:nvPicPr>
          <p:cNvPr id="7" name="Image 5" descr="Une image contenant texte&#10;&#10;Description générée automatiquement">
            <a:extLst>
              <a:ext uri="{FF2B5EF4-FFF2-40B4-BE49-F238E27FC236}">
                <a16:creationId xmlns:a16="http://schemas.microsoft.com/office/drawing/2014/main" id="{F2ED1A31-955E-449E-B13A-00C8DEBC1070}"/>
              </a:ext>
            </a:extLst>
          </p:cNvPr>
          <p:cNvPicPr>
            <a:picLocks noChangeAspect="1"/>
          </p:cNvPicPr>
          <p:nvPr/>
        </p:nvPicPr>
        <p:blipFill rotWithShape="1">
          <a:blip r:embed="rId3">
            <a:extLst>
              <a:ext uri="{28A0092B-C50C-407E-A947-70E740481C1C}">
                <a14:useLocalDpi xmlns:a14="http://schemas.microsoft.com/office/drawing/2010/main" val="0"/>
              </a:ext>
            </a:extLst>
          </a:blip>
          <a:srcRect t="20476" r="7155" b="19464"/>
          <a:stretch/>
        </p:blipFill>
        <p:spPr>
          <a:xfrm>
            <a:off x="7860362" y="401502"/>
            <a:ext cx="2807636" cy="736441"/>
          </a:xfrm>
          <a:prstGeom prst="rect">
            <a:avLst/>
          </a:prstGeom>
        </p:spPr>
      </p:pic>
      <p:cxnSp>
        <p:nvCxnSpPr>
          <p:cNvPr id="13" name="Straight Connector 12">
            <a:extLst>
              <a:ext uri="{FF2B5EF4-FFF2-40B4-BE49-F238E27FC236}">
                <a16:creationId xmlns:a16="http://schemas.microsoft.com/office/drawing/2014/main" id="{9BA2248B-B7E2-4589-80D3-7FCD9A321710}"/>
              </a:ext>
            </a:extLst>
          </p:cNvPr>
          <p:cNvCxnSpPr/>
          <p:nvPr/>
        </p:nvCxnSpPr>
        <p:spPr>
          <a:xfrm>
            <a:off x="10744200" y="401502"/>
            <a:ext cx="0" cy="724036"/>
          </a:xfrm>
          <a:prstGeom prst="line">
            <a:avLst/>
          </a:prstGeom>
          <a:ln>
            <a:solidFill>
              <a:schemeClr val="bg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630732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7" name="Picture Placeholder 16">
            <a:extLst>
              <a:ext uri="{FF2B5EF4-FFF2-40B4-BE49-F238E27FC236}">
                <a16:creationId xmlns:a16="http://schemas.microsoft.com/office/drawing/2014/main" id="{C374D7BB-5E42-4F47-8479-75CA4EEB0EC4}"/>
              </a:ext>
              <a:ext uri="{C183D7F6-B498-43B3-948B-1728B52AA6E4}">
                <adec:decorative xmlns:adec="http://schemas.microsoft.com/office/drawing/2017/decorative" val="1"/>
              </a:ext>
            </a:extLst>
          </p:cNvPr>
          <p:cNvPicPr>
            <a:picLocks noGrp="1" noChangeAspect="1"/>
          </p:cNvPicPr>
          <p:nvPr>
            <p:ph type="pic" sz="quarter" idx="10"/>
          </p:nvPr>
        </p:nvPicPr>
        <p:blipFill>
          <a:blip r:embed="rId2">
            <a:extLst>
              <a:ext uri="{28A0092B-C50C-407E-A947-70E740481C1C}">
                <a14:useLocalDpi xmlns:a14="http://schemas.microsoft.com/office/drawing/2010/main" val="0"/>
              </a:ext>
            </a:extLst>
          </a:blip>
          <a:srcRect l="15621" r="15621"/>
          <a:stretch>
            <a:fillRect/>
          </a:stretch>
        </p:blipFill>
        <p:spPr/>
      </p:pic>
      <p:sp>
        <p:nvSpPr>
          <p:cNvPr id="2" name="Title 1">
            <a:extLst>
              <a:ext uri="{FF2B5EF4-FFF2-40B4-BE49-F238E27FC236}">
                <a16:creationId xmlns:a16="http://schemas.microsoft.com/office/drawing/2014/main" id="{23BB51A4-47E3-45E5-A825-0E483FD06C7A}"/>
              </a:ext>
            </a:extLst>
          </p:cNvPr>
          <p:cNvSpPr>
            <a:spLocks noGrp="1"/>
          </p:cNvSpPr>
          <p:nvPr>
            <p:ph type="title"/>
          </p:nvPr>
        </p:nvSpPr>
        <p:spPr>
          <a:xfrm>
            <a:off x="404813" y="497490"/>
            <a:ext cx="4562476" cy="936104"/>
          </a:xfrm>
        </p:spPr>
        <p:txBody>
          <a:bodyPr/>
          <a:lstStyle/>
          <a:p>
            <a:r>
              <a:rPr lang="en-US" dirty="0"/>
              <a:t>AGENDA</a:t>
            </a:r>
          </a:p>
        </p:txBody>
      </p:sp>
      <p:sp>
        <p:nvSpPr>
          <p:cNvPr id="4" name="Text Placeholder 3">
            <a:extLst>
              <a:ext uri="{FF2B5EF4-FFF2-40B4-BE49-F238E27FC236}">
                <a16:creationId xmlns:a16="http://schemas.microsoft.com/office/drawing/2014/main" id="{A01B00ED-8843-4A11-8FCC-1D428729BDB5}"/>
              </a:ext>
            </a:extLst>
          </p:cNvPr>
          <p:cNvSpPr>
            <a:spLocks noGrp="1"/>
          </p:cNvSpPr>
          <p:nvPr>
            <p:ph type="body" sz="quarter" idx="12"/>
          </p:nvPr>
        </p:nvSpPr>
        <p:spPr>
          <a:xfrm>
            <a:off x="643095" y="1881019"/>
            <a:ext cx="4324194" cy="4201282"/>
          </a:xfrm>
        </p:spPr>
        <p:txBody>
          <a:bodyPr/>
          <a:lstStyle/>
          <a:p>
            <a:pPr marL="341313" indent="-341313">
              <a:lnSpc>
                <a:spcPct val="150000"/>
              </a:lnSpc>
              <a:buFont typeface="+mj-lt"/>
              <a:buAutoNum type="arabicPeriod"/>
            </a:pPr>
            <a:r>
              <a:rPr lang="en-US" sz="1800" dirty="0"/>
              <a:t>Our Understanding </a:t>
            </a:r>
          </a:p>
          <a:p>
            <a:pPr marL="341313" indent="-341313">
              <a:lnSpc>
                <a:spcPct val="150000"/>
              </a:lnSpc>
              <a:buFont typeface="+mj-lt"/>
              <a:buAutoNum type="arabicPeriod"/>
            </a:pPr>
            <a:r>
              <a:rPr lang="en-US" sz="1800" dirty="0"/>
              <a:t>Scope Outline</a:t>
            </a:r>
          </a:p>
          <a:p>
            <a:pPr marL="341313" indent="-341313">
              <a:lnSpc>
                <a:spcPct val="150000"/>
              </a:lnSpc>
              <a:buFont typeface="+mj-lt"/>
              <a:buAutoNum type="arabicPeriod"/>
            </a:pPr>
            <a:r>
              <a:rPr lang="en-US" sz="1800" dirty="0"/>
              <a:t>Proposed Approach </a:t>
            </a:r>
          </a:p>
          <a:p>
            <a:pPr marL="341313" indent="-341313">
              <a:lnSpc>
                <a:spcPct val="150000"/>
              </a:lnSpc>
              <a:buFont typeface="+mj-lt"/>
              <a:buAutoNum type="arabicPeriod"/>
            </a:pPr>
            <a:r>
              <a:rPr lang="en-US" sz="1800" dirty="0"/>
              <a:t>Team Structure</a:t>
            </a:r>
          </a:p>
          <a:p>
            <a:pPr marL="341313" indent="-341313">
              <a:lnSpc>
                <a:spcPct val="150000"/>
              </a:lnSpc>
              <a:buFont typeface="+mj-lt"/>
              <a:buAutoNum type="arabicPeriod"/>
            </a:pPr>
            <a:r>
              <a:rPr lang="en-US" sz="1800" dirty="0"/>
              <a:t>Key Assumptions and Risks</a:t>
            </a:r>
          </a:p>
          <a:p>
            <a:pPr marL="341313" indent="-341313">
              <a:lnSpc>
                <a:spcPct val="150000"/>
              </a:lnSpc>
              <a:buFont typeface="+mj-lt"/>
              <a:buAutoNum type="arabicPeriod"/>
            </a:pPr>
            <a:r>
              <a:rPr lang="en-US" sz="1800" dirty="0"/>
              <a:t>Why Capgemini</a:t>
            </a:r>
          </a:p>
          <a:p>
            <a:pPr marL="341313" indent="-341313">
              <a:lnSpc>
                <a:spcPct val="150000"/>
              </a:lnSpc>
              <a:buFont typeface="+mj-lt"/>
              <a:buAutoNum type="arabicPeriod"/>
            </a:pPr>
            <a:r>
              <a:rPr lang="en-US" sz="1800" dirty="0"/>
              <a:t>Commercials</a:t>
            </a:r>
          </a:p>
          <a:p>
            <a:pPr marL="341313" indent="-341313">
              <a:lnSpc>
                <a:spcPct val="150000"/>
              </a:lnSpc>
              <a:buFont typeface="+mj-lt"/>
              <a:buAutoNum type="arabicPeriod"/>
            </a:pPr>
            <a:r>
              <a:rPr lang="en-US" sz="1800" dirty="0"/>
              <a:t>About Capgemini</a:t>
            </a:r>
          </a:p>
        </p:txBody>
      </p:sp>
    </p:spTree>
    <p:extLst>
      <p:ext uri="{BB962C8B-B14F-4D97-AF65-F5344CB8AC3E}">
        <p14:creationId xmlns:p14="http://schemas.microsoft.com/office/powerpoint/2010/main" val="9495553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A8FB6EE-6286-4395-AB55-DF63AF19E91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5" name="Object 4" hidden="1">
                        <a:extLst>
                          <a:ext uri="{FF2B5EF4-FFF2-40B4-BE49-F238E27FC236}">
                            <a16:creationId xmlns:a16="http://schemas.microsoft.com/office/drawing/2014/main" id="{9A8FB6EE-6286-4395-AB55-DF63AF19E91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Placeholder 4">
            <a:extLst>
              <a:ext uri="{FF2B5EF4-FFF2-40B4-BE49-F238E27FC236}">
                <a16:creationId xmlns:a16="http://schemas.microsoft.com/office/drawing/2014/main" id="{6DF15A65-A3F1-4FA2-83DD-D4A4CDA71627}"/>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1" y="3"/>
            <a:ext cx="8231744" cy="6858000"/>
          </a:xfrm>
          <a:prstGeom prst="rect">
            <a:avLst/>
          </a:prstGeom>
        </p:spPr>
      </p:pic>
      <p:sp>
        <p:nvSpPr>
          <p:cNvPr id="7" name="Rectangle 6">
            <a:extLst>
              <a:ext uri="{FF2B5EF4-FFF2-40B4-BE49-F238E27FC236}">
                <a16:creationId xmlns:a16="http://schemas.microsoft.com/office/drawing/2014/main" id="{A8CA76A9-4D96-47CF-AF05-9E79B860C5C7}"/>
              </a:ext>
            </a:extLst>
          </p:cNvPr>
          <p:cNvSpPr/>
          <p:nvPr/>
        </p:nvSpPr>
        <p:spPr>
          <a:xfrm>
            <a:off x="7040500" y="991119"/>
            <a:ext cx="3728836" cy="48757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dirty="0">
              <a:ln>
                <a:noFill/>
              </a:ln>
              <a:solidFill>
                <a:srgbClr val="FFFFFF"/>
              </a:solidFill>
              <a:effectLst/>
              <a:uLnTx/>
              <a:uFillTx/>
              <a:latin typeface="Verdana"/>
              <a:ea typeface="+mn-ea"/>
              <a:cs typeface="+mn-cs"/>
            </a:endParaRPr>
          </a:p>
        </p:txBody>
      </p:sp>
      <p:grpSp>
        <p:nvGrpSpPr>
          <p:cNvPr id="8" name="Group 7">
            <a:extLst>
              <a:ext uri="{FF2B5EF4-FFF2-40B4-BE49-F238E27FC236}">
                <a16:creationId xmlns:a16="http://schemas.microsoft.com/office/drawing/2014/main" id="{FC0CB7E8-294B-4B0D-B3A9-2C71FACD68A6}"/>
              </a:ext>
            </a:extLst>
          </p:cNvPr>
          <p:cNvGrpSpPr/>
          <p:nvPr/>
        </p:nvGrpSpPr>
        <p:grpSpPr>
          <a:xfrm>
            <a:off x="7375937" y="1997491"/>
            <a:ext cx="3057963" cy="1615597"/>
            <a:chOff x="1554971" y="7375090"/>
            <a:chExt cx="4586945" cy="2423393"/>
          </a:xfrm>
        </p:grpSpPr>
        <p:sp>
          <p:nvSpPr>
            <p:cNvPr id="9" name="TextBox 8">
              <a:extLst>
                <a:ext uri="{FF2B5EF4-FFF2-40B4-BE49-F238E27FC236}">
                  <a16:creationId xmlns:a16="http://schemas.microsoft.com/office/drawing/2014/main" id="{3BAC70AA-7009-4754-99EA-D972E6CB200A}"/>
                </a:ext>
              </a:extLst>
            </p:cNvPr>
            <p:cNvSpPr txBox="1"/>
            <p:nvPr/>
          </p:nvSpPr>
          <p:spPr>
            <a:xfrm>
              <a:off x="1554971" y="9198319"/>
              <a:ext cx="4586945" cy="6001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solidFill>
                    <a:srgbClr val="FFFFFF"/>
                  </a:solidFill>
                  <a:latin typeface="Montserrat Semi" charset="0"/>
                  <a:ea typeface="Montserrat Semi" charset="0"/>
                  <a:cs typeface="Montserrat Semi" charset="0"/>
                </a:rPr>
                <a:t>OUR UNDERSTANDING </a:t>
              </a:r>
              <a:endParaRPr kumimoji="0" lang="en-US" sz="2000" b="1" i="0" u="none" strike="noStrike" kern="1200" cap="none" spc="0" normalizeH="0" baseline="0" noProof="0" dirty="0">
                <a:ln>
                  <a:noFill/>
                </a:ln>
                <a:solidFill>
                  <a:srgbClr val="FFFFFF"/>
                </a:solidFill>
                <a:effectLst/>
                <a:uLnTx/>
                <a:uFillTx/>
                <a:latin typeface="Montserrat Semi" charset="0"/>
                <a:ea typeface="Montserrat Semi" charset="0"/>
                <a:cs typeface="Montserrat Semi" charset="0"/>
              </a:endParaRPr>
            </a:p>
          </p:txBody>
        </p:sp>
        <p:sp>
          <p:nvSpPr>
            <p:cNvPr id="10" name="Text Placeholder 33">
              <a:extLst>
                <a:ext uri="{FF2B5EF4-FFF2-40B4-BE49-F238E27FC236}">
                  <a16:creationId xmlns:a16="http://schemas.microsoft.com/office/drawing/2014/main" id="{00BE7F72-FB4A-4264-B914-AD0A0AE019AE}"/>
                </a:ext>
              </a:extLst>
            </p:cNvPr>
            <p:cNvSpPr txBox="1">
              <a:spLocks/>
            </p:cNvSpPr>
            <p:nvPr/>
          </p:nvSpPr>
          <p:spPr>
            <a:xfrm>
              <a:off x="3199460" y="7375090"/>
              <a:ext cx="1817555" cy="926390"/>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AU" sz="6600" b="0" i="0" u="none" strike="noStrike" kern="1200" cap="none" spc="0" normalizeH="0" baseline="0" noProof="0" dirty="0">
                  <a:ln>
                    <a:noFill/>
                  </a:ln>
                  <a:solidFill>
                    <a:srgbClr val="FFFFFF"/>
                  </a:solidFill>
                  <a:effectLst/>
                  <a:uLnTx/>
                  <a:uFillTx/>
                  <a:latin typeface="Lato Light"/>
                  <a:ea typeface="+mn-ea"/>
                  <a:cs typeface="Lato Light"/>
                </a:rPr>
                <a:t>01</a:t>
              </a:r>
            </a:p>
          </p:txBody>
        </p:sp>
      </p:grpSp>
    </p:spTree>
    <p:extLst>
      <p:ext uri="{BB962C8B-B14F-4D97-AF65-F5344CB8AC3E}">
        <p14:creationId xmlns:p14="http://schemas.microsoft.com/office/powerpoint/2010/main" val="85578443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road with yellow flowers on either side of it&#10;&#10;Description automatically generated with medium confidence">
            <a:extLst>
              <a:ext uri="{FF2B5EF4-FFF2-40B4-BE49-F238E27FC236}">
                <a16:creationId xmlns:a16="http://schemas.microsoft.com/office/drawing/2014/main" id="{FF7F50A8-8AB3-4553-B8D4-E20A807FC0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4456409"/>
          </a:xfrm>
          <a:prstGeom prst="rect">
            <a:avLst/>
          </a:prstGeom>
        </p:spPr>
      </p:pic>
      <p:sp>
        <p:nvSpPr>
          <p:cNvPr id="6" name="TextBox 5">
            <a:extLst>
              <a:ext uri="{FF2B5EF4-FFF2-40B4-BE49-F238E27FC236}">
                <a16:creationId xmlns:a16="http://schemas.microsoft.com/office/drawing/2014/main" id="{5653678A-2065-4670-8A98-B03AC412C16F}"/>
              </a:ext>
            </a:extLst>
          </p:cNvPr>
          <p:cNvSpPr txBox="1"/>
          <p:nvPr/>
        </p:nvSpPr>
        <p:spPr>
          <a:xfrm>
            <a:off x="154113" y="30823"/>
            <a:ext cx="1890445" cy="523220"/>
          </a:xfrm>
          <a:prstGeom prst="rect">
            <a:avLst/>
          </a:prstGeom>
          <a:noFill/>
        </p:spPr>
        <p:txBody>
          <a:bodyPr wrap="square" rtlCol="0">
            <a:spAutoFit/>
          </a:bodyPr>
          <a:lstStyle/>
          <a:p>
            <a:r>
              <a:rPr lang="en-IN" sz="2800" b="1" dirty="0">
                <a:solidFill>
                  <a:schemeClr val="bg1"/>
                </a:solidFill>
              </a:rPr>
              <a:t>Vision</a:t>
            </a:r>
          </a:p>
        </p:txBody>
      </p:sp>
      <p:cxnSp>
        <p:nvCxnSpPr>
          <p:cNvPr id="8" name="Straight Connector 7">
            <a:extLst>
              <a:ext uri="{FF2B5EF4-FFF2-40B4-BE49-F238E27FC236}">
                <a16:creationId xmlns:a16="http://schemas.microsoft.com/office/drawing/2014/main" id="{3A3F3A18-A5DD-4197-A51F-36253F81C03D}"/>
              </a:ext>
            </a:extLst>
          </p:cNvPr>
          <p:cNvCxnSpPr/>
          <p:nvPr/>
        </p:nvCxnSpPr>
        <p:spPr>
          <a:xfrm>
            <a:off x="154113" y="554043"/>
            <a:ext cx="4171307"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1DF6658B-660C-4A5E-945B-FABFF5C342E1}"/>
              </a:ext>
            </a:extLst>
          </p:cNvPr>
          <p:cNvCxnSpPr/>
          <p:nvPr/>
        </p:nvCxnSpPr>
        <p:spPr>
          <a:xfrm>
            <a:off x="154113" y="647275"/>
            <a:ext cx="2681554" cy="0"/>
          </a:xfrm>
          <a:prstGeom prst="line">
            <a:avLst/>
          </a:prstGeom>
          <a:ln w="76200">
            <a:solidFill>
              <a:schemeClr val="bg1"/>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7E6CF803-EA6A-4ABA-9248-DCDF0D68AEDE}"/>
              </a:ext>
            </a:extLst>
          </p:cNvPr>
          <p:cNvSpPr txBox="1"/>
          <p:nvPr/>
        </p:nvSpPr>
        <p:spPr>
          <a:xfrm>
            <a:off x="780836" y="5254659"/>
            <a:ext cx="2527443" cy="523220"/>
          </a:xfrm>
          <a:prstGeom prst="rect">
            <a:avLst/>
          </a:prstGeom>
          <a:noFill/>
        </p:spPr>
        <p:txBody>
          <a:bodyPr wrap="square" rtlCol="0">
            <a:spAutoFit/>
          </a:bodyPr>
          <a:lstStyle/>
          <a:p>
            <a:r>
              <a:rPr lang="en-IN" sz="1400" dirty="0"/>
              <a:t>Transform into new age Media-Tech company</a:t>
            </a:r>
          </a:p>
        </p:txBody>
      </p:sp>
      <p:sp>
        <p:nvSpPr>
          <p:cNvPr id="14" name="TextBox 13">
            <a:extLst>
              <a:ext uri="{FF2B5EF4-FFF2-40B4-BE49-F238E27FC236}">
                <a16:creationId xmlns:a16="http://schemas.microsoft.com/office/drawing/2014/main" id="{8046D3A6-A8D5-4E3F-92FF-3303F7437620}"/>
              </a:ext>
            </a:extLst>
          </p:cNvPr>
          <p:cNvSpPr txBox="1"/>
          <p:nvPr/>
        </p:nvSpPr>
        <p:spPr>
          <a:xfrm>
            <a:off x="3597240" y="5271284"/>
            <a:ext cx="2527443" cy="523220"/>
          </a:xfrm>
          <a:prstGeom prst="rect">
            <a:avLst/>
          </a:prstGeom>
          <a:noFill/>
        </p:spPr>
        <p:txBody>
          <a:bodyPr wrap="square" rtlCol="0">
            <a:spAutoFit/>
          </a:bodyPr>
          <a:lstStyle/>
          <a:p>
            <a:r>
              <a:rPr lang="en-IN" sz="1400" dirty="0"/>
              <a:t>Reach out to the Local &amp; Global Tamil Diaspora</a:t>
            </a:r>
          </a:p>
        </p:txBody>
      </p:sp>
      <p:sp>
        <p:nvSpPr>
          <p:cNvPr id="16" name="TextBox 15">
            <a:extLst>
              <a:ext uri="{FF2B5EF4-FFF2-40B4-BE49-F238E27FC236}">
                <a16:creationId xmlns:a16="http://schemas.microsoft.com/office/drawing/2014/main" id="{9A9B7A90-B36B-4691-B4E6-F3CB2385C490}"/>
              </a:ext>
            </a:extLst>
          </p:cNvPr>
          <p:cNvSpPr txBox="1"/>
          <p:nvPr/>
        </p:nvSpPr>
        <p:spPr>
          <a:xfrm>
            <a:off x="6382823" y="5271284"/>
            <a:ext cx="2237196" cy="1169551"/>
          </a:xfrm>
          <a:prstGeom prst="rect">
            <a:avLst/>
          </a:prstGeom>
          <a:noFill/>
        </p:spPr>
        <p:txBody>
          <a:bodyPr wrap="square" rtlCol="0">
            <a:spAutoFit/>
          </a:bodyPr>
          <a:lstStyle/>
          <a:p>
            <a:r>
              <a:rPr lang="en-IN" sz="1400" dirty="0"/>
              <a:t>Strengthen existing and develop new Digital Products to generate new revenues</a:t>
            </a:r>
          </a:p>
        </p:txBody>
      </p:sp>
      <p:sp>
        <p:nvSpPr>
          <p:cNvPr id="18" name="TextBox 17">
            <a:extLst>
              <a:ext uri="{FF2B5EF4-FFF2-40B4-BE49-F238E27FC236}">
                <a16:creationId xmlns:a16="http://schemas.microsoft.com/office/drawing/2014/main" id="{CA51E195-E987-4BC7-B3C1-21AEA5CD8966}"/>
              </a:ext>
            </a:extLst>
          </p:cNvPr>
          <p:cNvSpPr txBox="1"/>
          <p:nvPr/>
        </p:nvSpPr>
        <p:spPr>
          <a:xfrm>
            <a:off x="9023718" y="5271284"/>
            <a:ext cx="2527443" cy="738664"/>
          </a:xfrm>
          <a:prstGeom prst="rect">
            <a:avLst/>
          </a:prstGeom>
          <a:noFill/>
        </p:spPr>
        <p:txBody>
          <a:bodyPr wrap="square" rtlCol="0">
            <a:spAutoFit/>
          </a:bodyPr>
          <a:lstStyle/>
          <a:p>
            <a:r>
              <a:rPr lang="en-IN" sz="1400" dirty="0"/>
              <a:t>Enable community building by offering user-friendly digital services</a:t>
            </a:r>
          </a:p>
        </p:txBody>
      </p:sp>
      <p:grpSp>
        <p:nvGrpSpPr>
          <p:cNvPr id="46" name="Group 45">
            <a:extLst>
              <a:ext uri="{FF2B5EF4-FFF2-40B4-BE49-F238E27FC236}">
                <a16:creationId xmlns:a16="http://schemas.microsoft.com/office/drawing/2014/main" id="{C9026551-6C03-4368-BD45-616A3E74AC59}"/>
              </a:ext>
            </a:extLst>
          </p:cNvPr>
          <p:cNvGrpSpPr/>
          <p:nvPr/>
        </p:nvGrpSpPr>
        <p:grpSpPr>
          <a:xfrm>
            <a:off x="6805348" y="4174968"/>
            <a:ext cx="1448656" cy="1059804"/>
            <a:chOff x="6919646" y="4165295"/>
            <a:chExt cx="1448656" cy="1059804"/>
          </a:xfrm>
        </p:grpSpPr>
        <p:sp>
          <p:nvSpPr>
            <p:cNvPr id="15" name="Rectangle: Rounded Corners 14">
              <a:extLst>
                <a:ext uri="{FF2B5EF4-FFF2-40B4-BE49-F238E27FC236}">
                  <a16:creationId xmlns:a16="http://schemas.microsoft.com/office/drawing/2014/main" id="{45FBF8F4-52F7-4469-802C-051A0773D41A}"/>
                </a:ext>
              </a:extLst>
            </p:cNvPr>
            <p:cNvSpPr/>
            <p:nvPr/>
          </p:nvSpPr>
          <p:spPr>
            <a:xfrm>
              <a:off x="6919646" y="4165295"/>
              <a:ext cx="1448656" cy="1027379"/>
            </a:xfrm>
            <a:prstGeom prst="roundRect">
              <a:avLst/>
            </a:prstGeom>
            <a:solidFill>
              <a:schemeClr val="bg1"/>
            </a:solidFill>
            <a:ln w="28575"/>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dirty="0"/>
            </a:p>
          </p:txBody>
        </p:sp>
        <p:pic>
          <p:nvPicPr>
            <p:cNvPr id="26" name="Picture 25" descr="Shape&#10;&#10;Description automatically generated with low confidence">
              <a:extLst>
                <a:ext uri="{FF2B5EF4-FFF2-40B4-BE49-F238E27FC236}">
                  <a16:creationId xmlns:a16="http://schemas.microsoft.com/office/drawing/2014/main" id="{E770B522-27A3-4001-9E69-50652066E611}"/>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140542" y="4189362"/>
              <a:ext cx="1035737" cy="1035737"/>
            </a:xfrm>
            <a:prstGeom prst="rect">
              <a:avLst/>
            </a:prstGeom>
          </p:spPr>
        </p:pic>
      </p:grpSp>
      <p:grpSp>
        <p:nvGrpSpPr>
          <p:cNvPr id="45" name="Group 44">
            <a:extLst>
              <a:ext uri="{FF2B5EF4-FFF2-40B4-BE49-F238E27FC236}">
                <a16:creationId xmlns:a16="http://schemas.microsoft.com/office/drawing/2014/main" id="{5B817D9F-54AE-4DAC-9941-D7E4DD46B16F}"/>
              </a:ext>
            </a:extLst>
          </p:cNvPr>
          <p:cNvGrpSpPr/>
          <p:nvPr/>
        </p:nvGrpSpPr>
        <p:grpSpPr>
          <a:xfrm>
            <a:off x="4031449" y="4192941"/>
            <a:ext cx="1448656" cy="1027379"/>
            <a:chOff x="4152902" y="4165295"/>
            <a:chExt cx="1448656" cy="1027379"/>
          </a:xfrm>
        </p:grpSpPr>
        <p:sp>
          <p:nvSpPr>
            <p:cNvPr id="13" name="Rectangle: Rounded Corners 12">
              <a:extLst>
                <a:ext uri="{FF2B5EF4-FFF2-40B4-BE49-F238E27FC236}">
                  <a16:creationId xmlns:a16="http://schemas.microsoft.com/office/drawing/2014/main" id="{46B1B1D7-F56D-443B-A837-07F2CDF9E08E}"/>
                </a:ext>
              </a:extLst>
            </p:cNvPr>
            <p:cNvSpPr/>
            <p:nvPr/>
          </p:nvSpPr>
          <p:spPr>
            <a:xfrm>
              <a:off x="4152902" y="4165295"/>
              <a:ext cx="1448656" cy="1027379"/>
            </a:xfrm>
            <a:prstGeom prst="roundRect">
              <a:avLst/>
            </a:prstGeom>
            <a:solidFill>
              <a:schemeClr val="bg1"/>
            </a:solidFill>
            <a:ln w="28575"/>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dirty="0"/>
            </a:p>
          </p:txBody>
        </p:sp>
        <p:pic>
          <p:nvPicPr>
            <p:cNvPr id="22" name="Picture 21" descr="Icon&#10;&#10;Description automatically generated">
              <a:extLst>
                <a:ext uri="{FF2B5EF4-FFF2-40B4-BE49-F238E27FC236}">
                  <a16:creationId xmlns:a16="http://schemas.microsoft.com/office/drawing/2014/main" id="{56EEEF8F-8FA3-4565-9BAA-0E5F71916FFD}"/>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381880" y="4202739"/>
              <a:ext cx="952490" cy="952490"/>
            </a:xfrm>
            <a:prstGeom prst="rect">
              <a:avLst/>
            </a:prstGeom>
          </p:spPr>
        </p:pic>
      </p:grpSp>
      <p:grpSp>
        <p:nvGrpSpPr>
          <p:cNvPr id="44" name="Group 43">
            <a:extLst>
              <a:ext uri="{FF2B5EF4-FFF2-40B4-BE49-F238E27FC236}">
                <a16:creationId xmlns:a16="http://schemas.microsoft.com/office/drawing/2014/main" id="{A6629D50-CBEF-4F97-997C-9711E540560E}"/>
              </a:ext>
            </a:extLst>
          </p:cNvPr>
          <p:cNvGrpSpPr/>
          <p:nvPr/>
        </p:nvGrpSpPr>
        <p:grpSpPr>
          <a:xfrm>
            <a:off x="9563113" y="4151988"/>
            <a:ext cx="1448656" cy="1027380"/>
            <a:chOff x="9555823" y="4143093"/>
            <a:chExt cx="1448656" cy="1027380"/>
          </a:xfrm>
        </p:grpSpPr>
        <p:sp>
          <p:nvSpPr>
            <p:cNvPr id="17" name="Rectangle: Rounded Corners 16">
              <a:extLst>
                <a:ext uri="{FF2B5EF4-FFF2-40B4-BE49-F238E27FC236}">
                  <a16:creationId xmlns:a16="http://schemas.microsoft.com/office/drawing/2014/main" id="{AF5494B7-69C6-4DC8-BF4B-10F914AED74A}"/>
                </a:ext>
              </a:extLst>
            </p:cNvPr>
            <p:cNvSpPr/>
            <p:nvPr/>
          </p:nvSpPr>
          <p:spPr>
            <a:xfrm>
              <a:off x="9555823" y="4143093"/>
              <a:ext cx="1448656" cy="1027379"/>
            </a:xfrm>
            <a:prstGeom prst="roundRect">
              <a:avLst/>
            </a:prstGeom>
            <a:solidFill>
              <a:schemeClr val="bg1"/>
            </a:solidFill>
            <a:ln w="28575"/>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dirty="0"/>
            </a:p>
          </p:txBody>
        </p:sp>
        <p:pic>
          <p:nvPicPr>
            <p:cNvPr id="38" name="Picture 37" descr="Icon&#10;&#10;Description automatically generated">
              <a:extLst>
                <a:ext uri="{FF2B5EF4-FFF2-40B4-BE49-F238E27FC236}">
                  <a16:creationId xmlns:a16="http://schemas.microsoft.com/office/drawing/2014/main" id="{48D82380-A491-44F6-9E6C-9815E995C10C}"/>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766461" y="4165295"/>
              <a:ext cx="1027379" cy="1005178"/>
            </a:xfrm>
            <a:prstGeom prst="rect">
              <a:avLst/>
            </a:prstGeom>
          </p:spPr>
        </p:pic>
      </p:grpSp>
      <p:grpSp>
        <p:nvGrpSpPr>
          <p:cNvPr id="43" name="Group 42">
            <a:extLst>
              <a:ext uri="{FF2B5EF4-FFF2-40B4-BE49-F238E27FC236}">
                <a16:creationId xmlns:a16="http://schemas.microsoft.com/office/drawing/2014/main" id="{34C5F08E-8755-4558-A757-E3AB3587AFB9}"/>
              </a:ext>
            </a:extLst>
          </p:cNvPr>
          <p:cNvGrpSpPr/>
          <p:nvPr/>
        </p:nvGrpSpPr>
        <p:grpSpPr>
          <a:xfrm>
            <a:off x="1279007" y="4182810"/>
            <a:ext cx="1448656" cy="1027379"/>
            <a:chOff x="1705510" y="4171307"/>
            <a:chExt cx="1448656" cy="1027379"/>
          </a:xfrm>
        </p:grpSpPr>
        <p:sp>
          <p:nvSpPr>
            <p:cNvPr id="11" name="Rectangle: Rounded Corners 10">
              <a:extLst>
                <a:ext uri="{FF2B5EF4-FFF2-40B4-BE49-F238E27FC236}">
                  <a16:creationId xmlns:a16="http://schemas.microsoft.com/office/drawing/2014/main" id="{54FCC81E-D53F-4AAE-A70F-F15ECCA0B0B7}"/>
                </a:ext>
              </a:extLst>
            </p:cNvPr>
            <p:cNvSpPr/>
            <p:nvPr/>
          </p:nvSpPr>
          <p:spPr>
            <a:xfrm>
              <a:off x="1705510" y="4171307"/>
              <a:ext cx="1448656" cy="1027379"/>
            </a:xfrm>
            <a:prstGeom prst="roundRect">
              <a:avLst/>
            </a:prstGeom>
            <a:solidFill>
              <a:schemeClr val="bg1"/>
            </a:solidFill>
            <a:ln w="28575"/>
          </p:spPr>
          <p:style>
            <a:lnRef idx="1">
              <a:schemeClr val="accent2"/>
            </a:lnRef>
            <a:fillRef idx="2">
              <a:schemeClr val="accent2"/>
            </a:fillRef>
            <a:effectRef idx="1">
              <a:schemeClr val="accent2"/>
            </a:effectRef>
            <a:fontRef idx="minor">
              <a:schemeClr val="dk1"/>
            </a:fontRef>
          </p:style>
          <p:txBody>
            <a:bodyPr rtlCol="0" anchor="ctr"/>
            <a:lstStyle/>
            <a:p>
              <a:pPr algn="ctr"/>
              <a:endParaRPr lang="en-IN" dirty="0"/>
            </a:p>
          </p:txBody>
        </p:sp>
        <p:pic>
          <p:nvPicPr>
            <p:cNvPr id="20" name="Picture 19" descr="Icon&#10;&#10;Description automatically generated">
              <a:extLst>
                <a:ext uri="{FF2B5EF4-FFF2-40B4-BE49-F238E27FC236}">
                  <a16:creationId xmlns:a16="http://schemas.microsoft.com/office/drawing/2014/main" id="{08BFB46E-C88F-489B-A47E-D803F734B05C}"/>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1839074" y="4254265"/>
              <a:ext cx="1131179" cy="905933"/>
            </a:xfrm>
            <a:prstGeom prst="rect">
              <a:avLst/>
            </a:prstGeom>
          </p:spPr>
        </p:pic>
        <p:pic>
          <p:nvPicPr>
            <p:cNvPr id="40" name="Picture 39" descr="Icon&#10;&#10;Description automatically generated">
              <a:extLst>
                <a:ext uri="{FF2B5EF4-FFF2-40B4-BE49-F238E27FC236}">
                  <a16:creationId xmlns:a16="http://schemas.microsoft.com/office/drawing/2014/main" id="{F72CC0E7-C51E-4E6C-A594-39AAAF7322A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771885" y="4363484"/>
              <a:ext cx="1336356" cy="791745"/>
            </a:xfrm>
            <a:prstGeom prst="rect">
              <a:avLst/>
            </a:prstGeom>
          </p:spPr>
        </p:pic>
      </p:grpSp>
      <p:pic>
        <p:nvPicPr>
          <p:cNvPr id="50" name="Picture 49">
            <a:extLst>
              <a:ext uri="{FF2B5EF4-FFF2-40B4-BE49-F238E27FC236}">
                <a16:creationId xmlns:a16="http://schemas.microsoft.com/office/drawing/2014/main" id="{20E1F843-1EEE-4CD6-B736-1AA8D5DD960C}"/>
              </a:ext>
            </a:extLst>
          </p:cNvPr>
          <p:cNvPicPr>
            <a:picLocks noChangeAspect="1"/>
          </p:cNvPicPr>
          <p:nvPr/>
        </p:nvPicPr>
        <p:blipFill>
          <a:blip r:embed="rId9"/>
          <a:stretch>
            <a:fillRect/>
          </a:stretch>
        </p:blipFill>
        <p:spPr>
          <a:xfrm>
            <a:off x="11494962" y="106368"/>
            <a:ext cx="542925" cy="447675"/>
          </a:xfrm>
          <a:prstGeom prst="rect">
            <a:avLst/>
          </a:prstGeom>
        </p:spPr>
      </p:pic>
    </p:spTree>
    <p:extLst>
      <p:ext uri="{BB962C8B-B14F-4D97-AF65-F5344CB8AC3E}">
        <p14:creationId xmlns:p14="http://schemas.microsoft.com/office/powerpoint/2010/main" val="29631224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ound Diagonal Corner Rectangle 30">
            <a:extLst>
              <a:ext uri="{FF2B5EF4-FFF2-40B4-BE49-F238E27FC236}">
                <a16:creationId xmlns:a16="http://schemas.microsoft.com/office/drawing/2014/main" id="{DCDA96F7-EF52-43E1-A152-485F0024CDBB}"/>
              </a:ext>
            </a:extLst>
          </p:cNvPr>
          <p:cNvSpPr/>
          <p:nvPr/>
        </p:nvSpPr>
        <p:spPr>
          <a:xfrm>
            <a:off x="555625" y="1198726"/>
            <a:ext cx="11084991" cy="983174"/>
          </a:xfrm>
          <a:prstGeom prst="round2DiagRect">
            <a:avLst/>
          </a:prstGeom>
          <a:solidFill>
            <a:schemeClr val="accent2">
              <a:lumMod val="5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sz="1600" dirty="0">
              <a:solidFill>
                <a:schemeClr val="bg1"/>
              </a:solidFill>
            </a:endParaRPr>
          </a:p>
        </p:txBody>
      </p:sp>
      <p:sp>
        <p:nvSpPr>
          <p:cNvPr id="3" name="Title 1">
            <a:extLst>
              <a:ext uri="{FF2B5EF4-FFF2-40B4-BE49-F238E27FC236}">
                <a16:creationId xmlns:a16="http://schemas.microsoft.com/office/drawing/2014/main" id="{0F9FF360-CA1F-4E2E-87B0-5839590B4861}"/>
              </a:ext>
            </a:extLst>
          </p:cNvPr>
          <p:cNvSpPr txBox="1">
            <a:spLocks/>
          </p:cNvSpPr>
          <p:nvPr/>
        </p:nvSpPr>
        <p:spPr>
          <a:xfrm>
            <a:off x="551384" y="8744"/>
            <a:ext cx="10872000" cy="1116000"/>
          </a:xfrm>
          <a:prstGeom prst="rect">
            <a:avLst/>
          </a:prstGeom>
        </p:spPr>
        <p:txBody>
          <a:bodyPr vert="horz" lIns="0" tIns="0" rIns="0" bIns="0" rtlCol="0" anchor="ctr">
            <a:noAutofit/>
          </a:bodyPr>
          <a:lstStyle>
            <a:lvl1pPr marR="0" indent="0" fontAlgn="auto">
              <a:lnSpc>
                <a:spcPct val="90000"/>
              </a:lnSpc>
              <a:spcBef>
                <a:spcPct val="0"/>
              </a:spcBef>
              <a:spcAft>
                <a:spcPts val="0"/>
              </a:spcAft>
              <a:buClrTx/>
              <a:buSzTx/>
              <a:buFontTx/>
              <a:buNone/>
              <a:tabLst/>
              <a:defRPr kumimoji="0" lang="en-US" sz="3000" b="0" i="0" u="none" strike="noStrike" cap="none" spc="0" normalizeH="0" baseline="0" noProof="0" dirty="0">
                <a:ln>
                  <a:noFill/>
                </a:ln>
                <a:solidFill>
                  <a:schemeClr val="accent1"/>
                </a:solidFill>
                <a:effectLst/>
                <a:uLnTx/>
                <a:uFillTx/>
                <a:latin typeface="+mj-lt"/>
                <a:ea typeface="+mj-ea"/>
                <a:cs typeface="+mj-cs"/>
              </a:defRPr>
            </a:lvl1pPr>
          </a:lstStyle>
          <a:p>
            <a:r>
              <a:rPr lang="en-US" sz="2800" dirty="0"/>
              <a:t>Our understanding of Daily Thanthi’s Objectives </a:t>
            </a:r>
          </a:p>
        </p:txBody>
      </p:sp>
      <p:sp>
        <p:nvSpPr>
          <p:cNvPr id="5" name="Round Diagonal Corner Rectangle 6">
            <a:extLst>
              <a:ext uri="{FF2B5EF4-FFF2-40B4-BE49-F238E27FC236}">
                <a16:creationId xmlns:a16="http://schemas.microsoft.com/office/drawing/2014/main" id="{0DD6C530-218A-4103-8182-7A25A84CF4A4}"/>
              </a:ext>
            </a:extLst>
          </p:cNvPr>
          <p:cNvSpPr/>
          <p:nvPr/>
        </p:nvSpPr>
        <p:spPr>
          <a:xfrm>
            <a:off x="630621" y="1124744"/>
            <a:ext cx="11009995" cy="983174"/>
          </a:xfrm>
          <a:prstGeom prst="round2DiagRect">
            <a:avLst/>
          </a:prstGeom>
          <a:solidFill>
            <a:srgbClr val="12ABDB">
              <a:lumMod val="75000"/>
            </a:srgbClr>
          </a:solidFill>
          <a:ln w="9525"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lang="en-IN" sz="1600" kern="0" dirty="0">
                <a:solidFill>
                  <a:srgbClr val="FFFFFF"/>
                </a:solidFill>
                <a:latin typeface="Ubuntu"/>
              </a:rPr>
              <a:t>Daily Thanthi would like to review the existing digital ecosystem and be advised on building digital assets with cutting edge technologies  with the desire to be know as media tech company.  With Strategic and integrated transformation approach DT to drive efficiency and incremental returns in the short and long term </a:t>
            </a:r>
            <a:endParaRPr kumimoji="0" lang="en-IN" sz="1600" b="0" i="0" u="none" strike="noStrike" kern="0" cap="none" spc="0" normalizeH="0" baseline="0" noProof="0" dirty="0">
              <a:ln>
                <a:noFill/>
              </a:ln>
              <a:solidFill>
                <a:srgbClr val="FFFFFF"/>
              </a:solidFill>
              <a:effectLst/>
              <a:uLnTx/>
              <a:uFillTx/>
              <a:latin typeface="Ubuntu"/>
              <a:ea typeface="+mn-ea"/>
              <a:cs typeface="+mn-cs"/>
            </a:endParaRPr>
          </a:p>
        </p:txBody>
      </p:sp>
      <p:cxnSp>
        <p:nvCxnSpPr>
          <p:cNvPr id="7" name="Straight Connector 6">
            <a:extLst>
              <a:ext uri="{FF2B5EF4-FFF2-40B4-BE49-F238E27FC236}">
                <a16:creationId xmlns:a16="http://schemas.microsoft.com/office/drawing/2014/main" id="{F0991FA3-1297-4060-8E9D-06D05220F385}"/>
              </a:ext>
            </a:extLst>
          </p:cNvPr>
          <p:cNvCxnSpPr>
            <a:cxnSpLocks/>
            <a:stCxn id="9" idx="6"/>
          </p:cNvCxnSpPr>
          <p:nvPr/>
        </p:nvCxnSpPr>
        <p:spPr>
          <a:xfrm>
            <a:off x="936555" y="2768420"/>
            <a:ext cx="2581795"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B9C650CD-6CB1-443B-9CB5-3F9295399D8B}"/>
              </a:ext>
            </a:extLst>
          </p:cNvPr>
          <p:cNvCxnSpPr>
            <a:cxnSpLocks/>
          </p:cNvCxnSpPr>
          <p:nvPr/>
        </p:nvCxnSpPr>
        <p:spPr>
          <a:xfrm flipV="1">
            <a:off x="3507282" y="2779364"/>
            <a:ext cx="0" cy="4061052"/>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9" name="Oval 8">
            <a:extLst>
              <a:ext uri="{FF2B5EF4-FFF2-40B4-BE49-F238E27FC236}">
                <a16:creationId xmlns:a16="http://schemas.microsoft.com/office/drawing/2014/main" id="{F83F2E29-6AE9-4EB7-8AC8-709752AE8FDE}"/>
              </a:ext>
            </a:extLst>
          </p:cNvPr>
          <p:cNvSpPr/>
          <p:nvPr/>
        </p:nvSpPr>
        <p:spPr>
          <a:xfrm>
            <a:off x="483079" y="2541682"/>
            <a:ext cx="453476" cy="453476"/>
          </a:xfrm>
          <a:prstGeom prst="ellipse">
            <a:avLst/>
          </a:prstGeom>
          <a:solidFill>
            <a:schemeClr val="accent2"/>
          </a:solidFill>
          <a:ln w="190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Ubuntu" panose="020B0504030602030204" pitchFamily="34" charset="0"/>
              <a:ea typeface="+mn-ea"/>
              <a:cs typeface="+mn-cs"/>
              <a:sym typeface="Helvetica Light"/>
            </a:endParaRPr>
          </a:p>
        </p:txBody>
      </p:sp>
      <p:cxnSp>
        <p:nvCxnSpPr>
          <p:cNvPr id="10" name="Straight Connector 9">
            <a:extLst>
              <a:ext uri="{FF2B5EF4-FFF2-40B4-BE49-F238E27FC236}">
                <a16:creationId xmlns:a16="http://schemas.microsoft.com/office/drawing/2014/main" id="{23CEBC99-F061-4E9E-85BD-C580C33AB1C6}"/>
              </a:ext>
            </a:extLst>
          </p:cNvPr>
          <p:cNvCxnSpPr>
            <a:cxnSpLocks/>
            <a:endCxn id="11" idx="4"/>
          </p:cNvCxnSpPr>
          <p:nvPr/>
        </p:nvCxnSpPr>
        <p:spPr>
          <a:xfrm flipV="1">
            <a:off x="6642496" y="3558813"/>
            <a:ext cx="0" cy="3281604"/>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1" name="Oval 10">
            <a:extLst>
              <a:ext uri="{FF2B5EF4-FFF2-40B4-BE49-F238E27FC236}">
                <a16:creationId xmlns:a16="http://schemas.microsoft.com/office/drawing/2014/main" id="{2AE117C4-66E2-4A24-A7EE-6C5B2E44D0C6}"/>
              </a:ext>
            </a:extLst>
          </p:cNvPr>
          <p:cNvSpPr/>
          <p:nvPr/>
        </p:nvSpPr>
        <p:spPr>
          <a:xfrm>
            <a:off x="6422172" y="3105337"/>
            <a:ext cx="453476" cy="453476"/>
          </a:xfrm>
          <a:prstGeom prst="ellipse">
            <a:avLst/>
          </a:prstGeom>
          <a:solidFill>
            <a:schemeClr val="accent2"/>
          </a:solidFill>
          <a:ln w="190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Ubuntu" panose="020B0504030602030204" pitchFamily="34" charset="0"/>
              <a:ea typeface="+mn-ea"/>
              <a:cs typeface="+mn-cs"/>
              <a:sym typeface="Helvetica Light"/>
            </a:endParaRPr>
          </a:p>
        </p:txBody>
      </p:sp>
      <p:cxnSp>
        <p:nvCxnSpPr>
          <p:cNvPr id="12" name="Straight Connector 11">
            <a:extLst>
              <a:ext uri="{FF2B5EF4-FFF2-40B4-BE49-F238E27FC236}">
                <a16:creationId xmlns:a16="http://schemas.microsoft.com/office/drawing/2014/main" id="{41562F99-0B0A-4A7E-800D-4FECAB5AA454}"/>
              </a:ext>
            </a:extLst>
          </p:cNvPr>
          <p:cNvCxnSpPr>
            <a:cxnSpLocks/>
            <a:endCxn id="14" idx="0"/>
          </p:cNvCxnSpPr>
          <p:nvPr/>
        </p:nvCxnSpPr>
        <p:spPr>
          <a:xfrm>
            <a:off x="8821360" y="2674590"/>
            <a:ext cx="0" cy="1162673"/>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BA1BAA9F-C7A3-4CD9-BADB-A6585A391591}"/>
              </a:ext>
            </a:extLst>
          </p:cNvPr>
          <p:cNvCxnSpPr>
            <a:cxnSpLocks/>
          </p:cNvCxnSpPr>
          <p:nvPr/>
        </p:nvCxnSpPr>
        <p:spPr>
          <a:xfrm flipH="1">
            <a:off x="8821360" y="2675219"/>
            <a:ext cx="3361692"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4" name="Oval 13">
            <a:extLst>
              <a:ext uri="{FF2B5EF4-FFF2-40B4-BE49-F238E27FC236}">
                <a16:creationId xmlns:a16="http://schemas.microsoft.com/office/drawing/2014/main" id="{4AFEDCCA-768A-4FFF-8A9F-BEBAB2B0A72F}"/>
              </a:ext>
            </a:extLst>
          </p:cNvPr>
          <p:cNvSpPr/>
          <p:nvPr/>
        </p:nvSpPr>
        <p:spPr>
          <a:xfrm>
            <a:off x="8594622" y="3837263"/>
            <a:ext cx="453476" cy="453476"/>
          </a:xfrm>
          <a:prstGeom prst="ellipse">
            <a:avLst/>
          </a:prstGeom>
          <a:solidFill>
            <a:schemeClr val="accent2"/>
          </a:solidFill>
          <a:ln w="190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Ubuntu" panose="020B0504030602030204" pitchFamily="34" charset="0"/>
              <a:ea typeface="+mn-ea"/>
              <a:cs typeface="+mn-cs"/>
              <a:sym typeface="Helvetica Light"/>
            </a:endParaRPr>
          </a:p>
        </p:txBody>
      </p:sp>
      <p:cxnSp>
        <p:nvCxnSpPr>
          <p:cNvPr id="15" name="Straight Connector 14">
            <a:extLst>
              <a:ext uri="{FF2B5EF4-FFF2-40B4-BE49-F238E27FC236}">
                <a16:creationId xmlns:a16="http://schemas.microsoft.com/office/drawing/2014/main" id="{99B400A9-C027-4B37-A338-E4C5B10EA4B2}"/>
              </a:ext>
            </a:extLst>
          </p:cNvPr>
          <p:cNvCxnSpPr>
            <a:cxnSpLocks/>
            <a:endCxn id="16" idx="4"/>
          </p:cNvCxnSpPr>
          <p:nvPr/>
        </p:nvCxnSpPr>
        <p:spPr>
          <a:xfrm flipH="1" flipV="1">
            <a:off x="10433609" y="4688339"/>
            <a:ext cx="1772699"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6" name="Oval 15">
            <a:extLst>
              <a:ext uri="{FF2B5EF4-FFF2-40B4-BE49-F238E27FC236}">
                <a16:creationId xmlns:a16="http://schemas.microsoft.com/office/drawing/2014/main" id="{D5C1822A-4551-432A-ADC7-9241B73F774E}"/>
              </a:ext>
            </a:extLst>
          </p:cNvPr>
          <p:cNvSpPr/>
          <p:nvPr/>
        </p:nvSpPr>
        <p:spPr>
          <a:xfrm rot="16200000">
            <a:off x="9980133" y="4461601"/>
            <a:ext cx="453476" cy="453476"/>
          </a:xfrm>
          <a:prstGeom prst="ellipse">
            <a:avLst/>
          </a:prstGeom>
          <a:solidFill>
            <a:schemeClr val="accent2"/>
          </a:solidFill>
          <a:ln w="1905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Ubuntu" panose="020B0504030602030204" pitchFamily="34" charset="0"/>
              <a:ea typeface="+mn-ea"/>
              <a:cs typeface="+mn-cs"/>
              <a:sym typeface="Helvetica Light"/>
            </a:endParaRPr>
          </a:p>
        </p:txBody>
      </p:sp>
      <p:sp>
        <p:nvSpPr>
          <p:cNvPr id="21" name="Rectangle 20">
            <a:extLst>
              <a:ext uri="{FF2B5EF4-FFF2-40B4-BE49-F238E27FC236}">
                <a16:creationId xmlns:a16="http://schemas.microsoft.com/office/drawing/2014/main" id="{DA13F2DF-3362-4DAF-9497-0672102A2777}"/>
              </a:ext>
            </a:extLst>
          </p:cNvPr>
          <p:cNvSpPr/>
          <p:nvPr/>
        </p:nvSpPr>
        <p:spPr>
          <a:xfrm>
            <a:off x="880790" y="3082243"/>
            <a:ext cx="2399754" cy="20116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noAutofit/>
          </a:bodyPr>
          <a:lstStyle/>
          <a:p>
            <a:pPr>
              <a:spcAft>
                <a:spcPts val="600"/>
              </a:spcAft>
            </a:pPr>
            <a:r>
              <a:rPr lang="en-US" sz="1400" dirty="0">
                <a:solidFill>
                  <a:sysClr val="windowText" lastClr="000000"/>
                </a:solidFill>
              </a:rPr>
              <a:t>Looking for an </a:t>
            </a:r>
          </a:p>
          <a:p>
            <a:pPr>
              <a:spcAft>
                <a:spcPts val="1200"/>
              </a:spcAft>
            </a:pPr>
            <a:r>
              <a:rPr lang="en-US" b="1" dirty="0">
                <a:solidFill>
                  <a:sysClr val="windowText" lastClr="000000"/>
                </a:solidFill>
              </a:rPr>
              <a:t>Advisory Partner</a:t>
            </a:r>
            <a:endParaRPr lang="en-US" sz="1200" b="1" dirty="0">
              <a:solidFill>
                <a:sysClr val="windowText" lastClr="000000"/>
              </a:solidFill>
            </a:endParaRPr>
          </a:p>
          <a:p>
            <a:pPr>
              <a:spcAft>
                <a:spcPts val="600"/>
              </a:spcAft>
            </a:pPr>
            <a:r>
              <a:rPr lang="en-US" sz="1400" dirty="0">
                <a:solidFill>
                  <a:sysClr val="windowText" lastClr="000000"/>
                </a:solidFill>
              </a:rPr>
              <a:t>to study DT’s Business model and advise on new opportunities and  transforming digitally for future growth </a:t>
            </a:r>
          </a:p>
        </p:txBody>
      </p:sp>
      <p:sp>
        <p:nvSpPr>
          <p:cNvPr id="22" name="Rectangle 21">
            <a:extLst>
              <a:ext uri="{FF2B5EF4-FFF2-40B4-BE49-F238E27FC236}">
                <a16:creationId xmlns:a16="http://schemas.microsoft.com/office/drawing/2014/main" id="{8092E24C-C32E-483B-A6B3-435434CBC609}"/>
              </a:ext>
            </a:extLst>
          </p:cNvPr>
          <p:cNvSpPr/>
          <p:nvPr/>
        </p:nvSpPr>
        <p:spPr>
          <a:xfrm>
            <a:off x="3759914" y="3630411"/>
            <a:ext cx="2743200" cy="20116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noAutofit/>
          </a:bodyPr>
          <a:lstStyle/>
          <a:p>
            <a:pPr>
              <a:spcAft>
                <a:spcPts val="600"/>
              </a:spcAft>
            </a:pPr>
            <a:r>
              <a:rPr lang="en-US" sz="1400" dirty="0">
                <a:solidFill>
                  <a:sysClr val="windowText" lastClr="000000"/>
                </a:solidFill>
              </a:rPr>
              <a:t>Partner with Business team to </a:t>
            </a:r>
            <a:r>
              <a:rPr lang="en-US" b="1" dirty="0">
                <a:solidFill>
                  <a:sysClr val="windowText" lastClr="000000"/>
                </a:solidFill>
              </a:rPr>
              <a:t>Assess Existing Digital Products </a:t>
            </a:r>
            <a:r>
              <a:rPr lang="en-US" sz="1400" dirty="0">
                <a:solidFill>
                  <a:sysClr val="windowText" lastClr="000000"/>
                </a:solidFill>
              </a:rPr>
              <a:t>and</a:t>
            </a:r>
            <a:r>
              <a:rPr lang="en-US" b="1" dirty="0">
                <a:solidFill>
                  <a:sysClr val="windowText" lastClr="000000"/>
                </a:solidFill>
              </a:rPr>
              <a:t> </a:t>
            </a:r>
            <a:r>
              <a:rPr lang="en-US" sz="1400" dirty="0">
                <a:solidFill>
                  <a:sysClr val="windowText" lastClr="000000"/>
                </a:solidFill>
              </a:rPr>
              <a:t>Identify and develop </a:t>
            </a:r>
            <a:r>
              <a:rPr lang="en-US" b="1" dirty="0">
                <a:solidFill>
                  <a:sysClr val="windowText" lastClr="000000"/>
                </a:solidFill>
              </a:rPr>
              <a:t>new Services/ Product</a:t>
            </a:r>
          </a:p>
        </p:txBody>
      </p:sp>
      <p:sp>
        <p:nvSpPr>
          <p:cNvPr id="23" name="Rectangle 22">
            <a:extLst>
              <a:ext uri="{FF2B5EF4-FFF2-40B4-BE49-F238E27FC236}">
                <a16:creationId xmlns:a16="http://schemas.microsoft.com/office/drawing/2014/main" id="{63E989D3-7C94-4974-A21E-EDAC6CC64821}"/>
              </a:ext>
            </a:extLst>
          </p:cNvPr>
          <p:cNvSpPr/>
          <p:nvPr/>
        </p:nvSpPr>
        <p:spPr>
          <a:xfrm>
            <a:off x="6771791" y="4357183"/>
            <a:ext cx="2743200" cy="201168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noAutofit/>
          </a:bodyPr>
          <a:lstStyle/>
          <a:p>
            <a:pPr>
              <a:spcAft>
                <a:spcPts val="600"/>
              </a:spcAft>
            </a:pPr>
            <a:r>
              <a:rPr lang="en-US" sz="1400" dirty="0">
                <a:solidFill>
                  <a:sysClr val="windowText" lastClr="000000"/>
                </a:solidFill>
              </a:rPr>
              <a:t>Provide </a:t>
            </a:r>
          </a:p>
          <a:p>
            <a:pPr>
              <a:spcAft>
                <a:spcPts val="1200"/>
              </a:spcAft>
            </a:pPr>
            <a:r>
              <a:rPr lang="en-US" b="1" dirty="0">
                <a:solidFill>
                  <a:sysClr val="windowText" lastClr="000000"/>
                </a:solidFill>
              </a:rPr>
              <a:t>GTM strategy</a:t>
            </a:r>
          </a:p>
          <a:p>
            <a:pPr>
              <a:spcAft>
                <a:spcPts val="600"/>
              </a:spcAft>
            </a:pPr>
            <a:r>
              <a:rPr lang="en-US" sz="1400" dirty="0">
                <a:solidFill>
                  <a:sysClr val="windowText" lastClr="000000"/>
                </a:solidFill>
              </a:rPr>
              <a:t>for the new product to widen the customer base and increase DT revenues</a:t>
            </a:r>
          </a:p>
        </p:txBody>
      </p:sp>
      <p:sp>
        <p:nvSpPr>
          <p:cNvPr id="24" name="Rectangle 23">
            <a:extLst>
              <a:ext uri="{FF2B5EF4-FFF2-40B4-BE49-F238E27FC236}">
                <a16:creationId xmlns:a16="http://schemas.microsoft.com/office/drawing/2014/main" id="{00CAD902-FB38-4B0F-9F46-A0290C6F5E11}"/>
              </a:ext>
            </a:extLst>
          </p:cNvPr>
          <p:cNvSpPr/>
          <p:nvPr/>
        </p:nvSpPr>
        <p:spPr>
          <a:xfrm>
            <a:off x="9200639" y="2782459"/>
            <a:ext cx="3062004" cy="164592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noAutofit/>
          </a:bodyPr>
          <a:lstStyle/>
          <a:p>
            <a:pPr>
              <a:spcAft>
                <a:spcPts val="600"/>
              </a:spcAft>
            </a:pPr>
            <a:r>
              <a:rPr lang="en-US" sz="1400" dirty="0">
                <a:solidFill>
                  <a:sysClr val="windowText" lastClr="000000"/>
                </a:solidFill>
              </a:rPr>
              <a:t>Provide</a:t>
            </a:r>
          </a:p>
          <a:p>
            <a:pPr>
              <a:spcAft>
                <a:spcPts val="1200"/>
              </a:spcAft>
            </a:pPr>
            <a:r>
              <a:rPr lang="en-US" b="1" dirty="0">
                <a:solidFill>
                  <a:sysClr val="windowText" lastClr="000000"/>
                </a:solidFill>
              </a:rPr>
              <a:t>Strategic Roadmap </a:t>
            </a:r>
          </a:p>
          <a:p>
            <a:pPr>
              <a:spcAft>
                <a:spcPts val="600"/>
              </a:spcAft>
            </a:pPr>
            <a:r>
              <a:rPr lang="en-US" sz="1400" dirty="0">
                <a:solidFill>
                  <a:sysClr val="windowText" lastClr="000000"/>
                </a:solidFill>
              </a:rPr>
              <a:t>for improving existing products and new product launch and growth</a:t>
            </a:r>
          </a:p>
        </p:txBody>
      </p:sp>
    </p:spTree>
    <p:extLst>
      <p:ext uri="{BB962C8B-B14F-4D97-AF65-F5344CB8AC3E}">
        <p14:creationId xmlns:p14="http://schemas.microsoft.com/office/powerpoint/2010/main" val="141281198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A8FB6EE-6286-4395-AB55-DF63AF19E91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5" name="Object 4" hidden="1">
                        <a:extLst>
                          <a:ext uri="{FF2B5EF4-FFF2-40B4-BE49-F238E27FC236}">
                            <a16:creationId xmlns:a16="http://schemas.microsoft.com/office/drawing/2014/main" id="{9A8FB6EE-6286-4395-AB55-DF63AF19E91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Placeholder 4">
            <a:extLst>
              <a:ext uri="{FF2B5EF4-FFF2-40B4-BE49-F238E27FC236}">
                <a16:creationId xmlns:a16="http://schemas.microsoft.com/office/drawing/2014/main" id="{6DF15A65-A3F1-4FA2-83DD-D4A4CDA71627}"/>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1" y="3"/>
            <a:ext cx="8231744" cy="6858000"/>
          </a:xfrm>
          <a:prstGeom prst="rect">
            <a:avLst/>
          </a:prstGeom>
        </p:spPr>
      </p:pic>
      <p:sp>
        <p:nvSpPr>
          <p:cNvPr id="7" name="Rectangle 6">
            <a:extLst>
              <a:ext uri="{FF2B5EF4-FFF2-40B4-BE49-F238E27FC236}">
                <a16:creationId xmlns:a16="http://schemas.microsoft.com/office/drawing/2014/main" id="{A8CA76A9-4D96-47CF-AF05-9E79B860C5C7}"/>
              </a:ext>
            </a:extLst>
          </p:cNvPr>
          <p:cNvSpPr/>
          <p:nvPr/>
        </p:nvSpPr>
        <p:spPr>
          <a:xfrm>
            <a:off x="7040501" y="991122"/>
            <a:ext cx="3728836" cy="48757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dirty="0">
              <a:ln>
                <a:noFill/>
              </a:ln>
              <a:solidFill>
                <a:srgbClr val="FFFFFF"/>
              </a:solidFill>
              <a:effectLst/>
              <a:uLnTx/>
              <a:uFillTx/>
              <a:latin typeface="Verdana"/>
              <a:ea typeface="+mn-ea"/>
              <a:cs typeface="+mn-cs"/>
            </a:endParaRPr>
          </a:p>
        </p:txBody>
      </p:sp>
      <p:grpSp>
        <p:nvGrpSpPr>
          <p:cNvPr id="8" name="Group 7">
            <a:extLst>
              <a:ext uri="{FF2B5EF4-FFF2-40B4-BE49-F238E27FC236}">
                <a16:creationId xmlns:a16="http://schemas.microsoft.com/office/drawing/2014/main" id="{FC0CB7E8-294B-4B0D-B3A9-2C71FACD68A6}"/>
              </a:ext>
            </a:extLst>
          </p:cNvPr>
          <p:cNvGrpSpPr/>
          <p:nvPr/>
        </p:nvGrpSpPr>
        <p:grpSpPr>
          <a:xfrm>
            <a:off x="7375937" y="1997491"/>
            <a:ext cx="3057963" cy="1615597"/>
            <a:chOff x="1554971" y="7375090"/>
            <a:chExt cx="4586945" cy="2423393"/>
          </a:xfrm>
        </p:grpSpPr>
        <p:sp>
          <p:nvSpPr>
            <p:cNvPr id="9" name="TextBox 8">
              <a:extLst>
                <a:ext uri="{FF2B5EF4-FFF2-40B4-BE49-F238E27FC236}">
                  <a16:creationId xmlns:a16="http://schemas.microsoft.com/office/drawing/2014/main" id="{3BAC70AA-7009-4754-99EA-D972E6CB200A}"/>
                </a:ext>
              </a:extLst>
            </p:cNvPr>
            <p:cNvSpPr txBox="1"/>
            <p:nvPr/>
          </p:nvSpPr>
          <p:spPr>
            <a:xfrm>
              <a:off x="1554971" y="9198319"/>
              <a:ext cx="4586945" cy="6001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Montserrat Semi" charset="0"/>
                  <a:ea typeface="Montserrat Semi" charset="0"/>
                  <a:cs typeface="Montserrat Semi" charset="0"/>
                </a:rPr>
                <a:t>SCOPE OUTLINE </a:t>
              </a:r>
            </a:p>
          </p:txBody>
        </p:sp>
        <p:sp>
          <p:nvSpPr>
            <p:cNvPr id="10" name="Text Placeholder 33">
              <a:extLst>
                <a:ext uri="{FF2B5EF4-FFF2-40B4-BE49-F238E27FC236}">
                  <a16:creationId xmlns:a16="http://schemas.microsoft.com/office/drawing/2014/main" id="{00BE7F72-FB4A-4264-B914-AD0A0AE019AE}"/>
                </a:ext>
              </a:extLst>
            </p:cNvPr>
            <p:cNvSpPr txBox="1">
              <a:spLocks/>
            </p:cNvSpPr>
            <p:nvPr/>
          </p:nvSpPr>
          <p:spPr>
            <a:xfrm>
              <a:off x="3199460" y="7375090"/>
              <a:ext cx="1817555" cy="926390"/>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AU" sz="6600" b="0" i="0" u="none" strike="noStrike" kern="1200" cap="none" spc="0" normalizeH="0" baseline="0" noProof="0" dirty="0">
                  <a:ln>
                    <a:noFill/>
                  </a:ln>
                  <a:solidFill>
                    <a:srgbClr val="FFFFFF"/>
                  </a:solidFill>
                  <a:effectLst/>
                  <a:uLnTx/>
                  <a:uFillTx/>
                  <a:latin typeface="Lato Light"/>
                  <a:ea typeface="+mn-ea"/>
                  <a:cs typeface="Lato Light"/>
                </a:rPr>
                <a:t>02</a:t>
              </a:r>
            </a:p>
          </p:txBody>
        </p:sp>
      </p:grpSp>
    </p:spTree>
    <p:extLst>
      <p:ext uri="{BB962C8B-B14F-4D97-AF65-F5344CB8AC3E}">
        <p14:creationId xmlns:p14="http://schemas.microsoft.com/office/powerpoint/2010/main" val="414949533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A8FB6EE-6286-4395-AB55-DF63AF19E91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5" name="Object 4" hidden="1">
                        <a:extLst>
                          <a:ext uri="{FF2B5EF4-FFF2-40B4-BE49-F238E27FC236}">
                            <a16:creationId xmlns:a16="http://schemas.microsoft.com/office/drawing/2014/main" id="{9A8FB6EE-6286-4395-AB55-DF63AF19E91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Placeholder 4">
            <a:extLst>
              <a:ext uri="{FF2B5EF4-FFF2-40B4-BE49-F238E27FC236}">
                <a16:creationId xmlns:a16="http://schemas.microsoft.com/office/drawing/2014/main" id="{6DF15A65-A3F1-4FA2-83DD-D4A4CDA71627}"/>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1" y="3"/>
            <a:ext cx="8231744" cy="6858000"/>
          </a:xfrm>
          <a:prstGeom prst="rect">
            <a:avLst/>
          </a:prstGeom>
        </p:spPr>
      </p:pic>
      <p:sp>
        <p:nvSpPr>
          <p:cNvPr id="7" name="Rectangle 6">
            <a:extLst>
              <a:ext uri="{FF2B5EF4-FFF2-40B4-BE49-F238E27FC236}">
                <a16:creationId xmlns:a16="http://schemas.microsoft.com/office/drawing/2014/main" id="{A8CA76A9-4D96-47CF-AF05-9E79B860C5C7}"/>
              </a:ext>
            </a:extLst>
          </p:cNvPr>
          <p:cNvSpPr/>
          <p:nvPr/>
        </p:nvSpPr>
        <p:spPr>
          <a:xfrm>
            <a:off x="7040501" y="991122"/>
            <a:ext cx="3728836" cy="48757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dirty="0">
              <a:ln>
                <a:noFill/>
              </a:ln>
              <a:solidFill>
                <a:srgbClr val="FFFFFF"/>
              </a:solidFill>
              <a:effectLst/>
              <a:uLnTx/>
              <a:uFillTx/>
              <a:latin typeface="Verdana"/>
              <a:ea typeface="+mn-ea"/>
              <a:cs typeface="+mn-cs"/>
            </a:endParaRPr>
          </a:p>
        </p:txBody>
      </p:sp>
      <p:grpSp>
        <p:nvGrpSpPr>
          <p:cNvPr id="8" name="Group 7">
            <a:extLst>
              <a:ext uri="{FF2B5EF4-FFF2-40B4-BE49-F238E27FC236}">
                <a16:creationId xmlns:a16="http://schemas.microsoft.com/office/drawing/2014/main" id="{FC0CB7E8-294B-4B0D-B3A9-2C71FACD68A6}"/>
              </a:ext>
            </a:extLst>
          </p:cNvPr>
          <p:cNvGrpSpPr/>
          <p:nvPr/>
        </p:nvGrpSpPr>
        <p:grpSpPr>
          <a:xfrm>
            <a:off x="7375937" y="1997491"/>
            <a:ext cx="3057963" cy="1615597"/>
            <a:chOff x="1554971" y="7375090"/>
            <a:chExt cx="4586945" cy="2423393"/>
          </a:xfrm>
        </p:grpSpPr>
        <p:sp>
          <p:nvSpPr>
            <p:cNvPr id="9" name="TextBox 8">
              <a:extLst>
                <a:ext uri="{FF2B5EF4-FFF2-40B4-BE49-F238E27FC236}">
                  <a16:creationId xmlns:a16="http://schemas.microsoft.com/office/drawing/2014/main" id="{3BAC70AA-7009-4754-99EA-D972E6CB200A}"/>
                </a:ext>
              </a:extLst>
            </p:cNvPr>
            <p:cNvSpPr txBox="1"/>
            <p:nvPr/>
          </p:nvSpPr>
          <p:spPr>
            <a:xfrm>
              <a:off x="1554971" y="9198319"/>
              <a:ext cx="4586945" cy="6001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Montserrat Semi" charset="0"/>
                  <a:ea typeface="Montserrat Semi" charset="0"/>
                  <a:cs typeface="Montserrat Semi" charset="0"/>
                </a:rPr>
                <a:t>PROPOSED </a:t>
              </a:r>
              <a:r>
                <a:rPr lang="en-US" sz="2000" b="1" dirty="0">
                  <a:solidFill>
                    <a:srgbClr val="FFFFFF"/>
                  </a:solidFill>
                  <a:latin typeface="Montserrat Semi" charset="0"/>
                  <a:ea typeface="Montserrat Semi" charset="0"/>
                  <a:cs typeface="Montserrat Semi" charset="0"/>
                </a:rPr>
                <a:t>APPROACH </a:t>
              </a:r>
              <a:endParaRPr kumimoji="0" lang="en-US" sz="2000" b="1" i="0" u="none" strike="noStrike" kern="1200" cap="none" spc="0" normalizeH="0" baseline="0" noProof="0" dirty="0">
                <a:ln>
                  <a:noFill/>
                </a:ln>
                <a:solidFill>
                  <a:srgbClr val="FFFFFF"/>
                </a:solidFill>
                <a:effectLst/>
                <a:uLnTx/>
                <a:uFillTx/>
                <a:latin typeface="Montserrat Semi" charset="0"/>
                <a:ea typeface="Montserrat Semi" charset="0"/>
                <a:cs typeface="Montserrat Semi" charset="0"/>
              </a:endParaRPr>
            </a:p>
          </p:txBody>
        </p:sp>
        <p:sp>
          <p:nvSpPr>
            <p:cNvPr id="10" name="Text Placeholder 33">
              <a:extLst>
                <a:ext uri="{FF2B5EF4-FFF2-40B4-BE49-F238E27FC236}">
                  <a16:creationId xmlns:a16="http://schemas.microsoft.com/office/drawing/2014/main" id="{00BE7F72-FB4A-4264-B914-AD0A0AE019AE}"/>
                </a:ext>
              </a:extLst>
            </p:cNvPr>
            <p:cNvSpPr txBox="1">
              <a:spLocks/>
            </p:cNvSpPr>
            <p:nvPr/>
          </p:nvSpPr>
          <p:spPr>
            <a:xfrm>
              <a:off x="3199460" y="7375090"/>
              <a:ext cx="1817555" cy="926390"/>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AU" sz="6600" b="0" i="0" u="none" strike="noStrike" kern="1200" cap="none" spc="0" normalizeH="0" baseline="0" noProof="0" dirty="0">
                  <a:ln>
                    <a:noFill/>
                  </a:ln>
                  <a:solidFill>
                    <a:srgbClr val="FFFFFF"/>
                  </a:solidFill>
                  <a:effectLst/>
                  <a:uLnTx/>
                  <a:uFillTx/>
                  <a:latin typeface="Lato Light"/>
                  <a:ea typeface="+mn-ea"/>
                  <a:cs typeface="Lato Light"/>
                </a:rPr>
                <a:t>03</a:t>
              </a:r>
            </a:p>
          </p:txBody>
        </p:sp>
      </p:grpSp>
    </p:spTree>
    <p:extLst>
      <p:ext uri="{BB962C8B-B14F-4D97-AF65-F5344CB8AC3E}">
        <p14:creationId xmlns:p14="http://schemas.microsoft.com/office/powerpoint/2010/main" val="404392933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 name="Rectangle 63">
            <a:extLst>
              <a:ext uri="{FF2B5EF4-FFF2-40B4-BE49-F238E27FC236}">
                <a16:creationId xmlns:a16="http://schemas.microsoft.com/office/drawing/2014/main" id="{95AF7565-E4F9-47C7-8843-108FEA9D68EF}"/>
              </a:ext>
            </a:extLst>
          </p:cNvPr>
          <p:cNvSpPr/>
          <p:nvPr/>
        </p:nvSpPr>
        <p:spPr>
          <a:xfrm>
            <a:off x="7952302" y="1591276"/>
            <a:ext cx="3551274" cy="4932814"/>
          </a:xfrm>
          <a:prstGeom prst="rect">
            <a:avLst/>
          </a:prstGeom>
          <a:solidFill>
            <a:schemeClr val="bg2"/>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3" name="Rectangle 62">
            <a:extLst>
              <a:ext uri="{FF2B5EF4-FFF2-40B4-BE49-F238E27FC236}">
                <a16:creationId xmlns:a16="http://schemas.microsoft.com/office/drawing/2014/main" id="{F6229A73-6938-42CF-9239-A180364043AD}"/>
              </a:ext>
            </a:extLst>
          </p:cNvPr>
          <p:cNvSpPr/>
          <p:nvPr/>
        </p:nvSpPr>
        <p:spPr>
          <a:xfrm>
            <a:off x="4241965" y="1591276"/>
            <a:ext cx="3551274" cy="4932813"/>
          </a:xfrm>
          <a:prstGeom prst="rect">
            <a:avLst/>
          </a:prstGeom>
          <a:solidFill>
            <a:schemeClr val="bg2"/>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7635916E-433B-499E-9E4A-EB34186FCF54}"/>
              </a:ext>
            </a:extLst>
          </p:cNvPr>
          <p:cNvSpPr/>
          <p:nvPr/>
        </p:nvSpPr>
        <p:spPr>
          <a:xfrm>
            <a:off x="531628" y="1591277"/>
            <a:ext cx="3551274" cy="4932813"/>
          </a:xfrm>
          <a:prstGeom prst="rect">
            <a:avLst/>
          </a:prstGeom>
          <a:solidFill>
            <a:schemeClr val="bg2"/>
          </a:solidFill>
          <a:ln>
            <a:no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cxnSp>
        <p:nvCxnSpPr>
          <p:cNvPr id="10" name="Straight Arrow Connector 9">
            <a:extLst>
              <a:ext uri="{FF2B5EF4-FFF2-40B4-BE49-F238E27FC236}">
                <a16:creationId xmlns:a16="http://schemas.microsoft.com/office/drawing/2014/main" id="{A7CB0A7F-4E5C-42A4-AE16-C5A7F9AAE35F}"/>
              </a:ext>
            </a:extLst>
          </p:cNvPr>
          <p:cNvCxnSpPr>
            <a:cxnSpLocks/>
          </p:cNvCxnSpPr>
          <p:nvPr/>
        </p:nvCxnSpPr>
        <p:spPr>
          <a:xfrm>
            <a:off x="616719" y="1327159"/>
            <a:ext cx="3466183"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50331000-5E52-4204-8F9E-E79F91CB1370}"/>
              </a:ext>
            </a:extLst>
          </p:cNvPr>
          <p:cNvSpPr txBox="1"/>
          <p:nvPr/>
        </p:nvSpPr>
        <p:spPr>
          <a:xfrm>
            <a:off x="1712715" y="1190668"/>
            <a:ext cx="1274189"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200" dirty="0"/>
              <a:t>Week 1 to 6</a:t>
            </a:r>
          </a:p>
        </p:txBody>
      </p:sp>
      <p:sp>
        <p:nvSpPr>
          <p:cNvPr id="7" name="Title 6"/>
          <p:cNvSpPr>
            <a:spLocks noGrp="1"/>
          </p:cNvSpPr>
          <p:nvPr>
            <p:ph type="title"/>
          </p:nvPr>
        </p:nvSpPr>
        <p:spPr>
          <a:xfrm>
            <a:off x="1588" y="-2178"/>
            <a:ext cx="8549640" cy="864191"/>
          </a:xfrm>
        </p:spPr>
        <p:txBody>
          <a:bodyPr/>
          <a:lstStyle/>
          <a:p>
            <a:r>
              <a:rPr lang="en-US" sz="2400" dirty="0">
                <a:solidFill>
                  <a:srgbClr val="0070AD"/>
                </a:solidFill>
                <a:latin typeface="+mn-lt"/>
                <a:ea typeface="+mn-ea"/>
                <a:cs typeface="+mn-cs"/>
              </a:rPr>
              <a:t>Proposed Approach – PHASE 1</a:t>
            </a:r>
            <a:endParaRPr lang="en-IN" sz="2400" dirty="0">
              <a:solidFill>
                <a:srgbClr val="0070AD"/>
              </a:solidFill>
              <a:latin typeface="+mn-lt"/>
              <a:ea typeface="+mn-ea"/>
              <a:cs typeface="+mn-cs"/>
            </a:endParaRPr>
          </a:p>
        </p:txBody>
      </p:sp>
      <p:sp>
        <p:nvSpPr>
          <p:cNvPr id="33" name="Round Same Side Corner Rectangle 32"/>
          <p:cNvSpPr/>
          <p:nvPr/>
        </p:nvSpPr>
        <p:spPr>
          <a:xfrm>
            <a:off x="8111751" y="1792095"/>
            <a:ext cx="3205268" cy="547340"/>
          </a:xfrm>
          <a:prstGeom prst="round2SameRect">
            <a:avLst/>
          </a:prstGeom>
          <a:solidFill>
            <a:schemeClr val="accent1"/>
          </a:solidFill>
          <a:ln w="9525"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91440" tIns="91440" rIns="91440" bIns="91440" numCol="1" spcCol="1270" anchor="t" anchorCtr="0">
            <a:noAutofit/>
          </a:bodyPr>
          <a:lstStyle/>
          <a:p>
            <a:pPr algn="ctr"/>
            <a:r>
              <a:rPr lang="en-US" sz="1200" b="1" dirty="0">
                <a:solidFill>
                  <a:schemeClr val="bg1"/>
                </a:solidFill>
                <a:latin typeface="+mj-lt"/>
              </a:rPr>
              <a:t>MVP Design and Roadmap</a:t>
            </a:r>
          </a:p>
        </p:txBody>
      </p:sp>
      <p:sp>
        <p:nvSpPr>
          <p:cNvPr id="41" name="Rectangle 40"/>
          <p:cNvSpPr/>
          <p:nvPr/>
        </p:nvSpPr>
        <p:spPr>
          <a:xfrm>
            <a:off x="8111751" y="2354701"/>
            <a:ext cx="3205268" cy="1699569"/>
          </a:xfrm>
          <a:prstGeom prst="rect">
            <a:avLst/>
          </a:prstGeom>
          <a:solidFill>
            <a:sysClr val="window" lastClr="FFFFFF">
              <a:alpha val="90000"/>
              <a:hueOff val="0"/>
              <a:satOff val="0"/>
              <a:lumOff val="0"/>
              <a:alphaOff val="0"/>
            </a:sysClr>
          </a:solidFill>
          <a:ln w="9525" cap="flat" cmpd="sng" algn="ctr">
            <a:solidFill>
              <a:schemeClr val="accent1"/>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91440" tIns="91440" rIns="91440" bIns="91440" numCol="1" spcCol="1270" anchor="ctr" anchorCtr="0">
            <a:noAutofit/>
          </a:bodyPr>
          <a:lstStyle/>
          <a:p>
            <a:pPr marL="182880" lvl="1" indent="-182880" defTabSz="770274">
              <a:spcBef>
                <a:spcPts val="200"/>
              </a:spcBef>
              <a:spcAft>
                <a:spcPts val="200"/>
              </a:spcAft>
              <a:buFont typeface="Wingdings" pitchFamily="2" charset="2"/>
              <a:buChar char="§"/>
            </a:pPr>
            <a:r>
              <a:rPr lang="en-US" sz="1200" dirty="0"/>
              <a:t>Define product and develop high-level product design</a:t>
            </a:r>
          </a:p>
          <a:p>
            <a:pPr marL="182880" lvl="1" indent="-182880" defTabSz="770274">
              <a:spcBef>
                <a:spcPts val="200"/>
              </a:spcBef>
              <a:spcAft>
                <a:spcPts val="200"/>
              </a:spcAft>
              <a:buFont typeface="Wingdings" pitchFamily="2" charset="2"/>
              <a:buChar char="§"/>
            </a:pPr>
            <a:endParaRPr lang="en-US" sz="1200" dirty="0"/>
          </a:p>
        </p:txBody>
      </p:sp>
      <p:sp>
        <p:nvSpPr>
          <p:cNvPr id="53" name="Round Same Side Corner Rectangle 52"/>
          <p:cNvSpPr/>
          <p:nvPr/>
        </p:nvSpPr>
        <p:spPr>
          <a:xfrm>
            <a:off x="4501908" y="1817057"/>
            <a:ext cx="3030294" cy="547340"/>
          </a:xfrm>
          <a:prstGeom prst="round2SameRect">
            <a:avLst/>
          </a:prstGeom>
          <a:solidFill>
            <a:schemeClr val="accent1"/>
          </a:solidFill>
          <a:ln w="9525"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91440" tIns="91440" rIns="91440" bIns="91440" numCol="1" spcCol="1270" anchor="t" anchorCtr="0">
            <a:noAutofit/>
          </a:bodyPr>
          <a:lstStyle/>
          <a:p>
            <a:pPr algn="ctr"/>
            <a:r>
              <a:rPr lang="en-US" sz="1200" b="1" dirty="0">
                <a:solidFill>
                  <a:schemeClr val="bg1"/>
                </a:solidFill>
                <a:latin typeface="+mj-lt"/>
              </a:rPr>
              <a:t>New Product Detailing &amp; GTM Strategy</a:t>
            </a:r>
          </a:p>
        </p:txBody>
      </p:sp>
      <p:sp>
        <p:nvSpPr>
          <p:cNvPr id="54" name="Rectangle 53"/>
          <p:cNvSpPr/>
          <p:nvPr/>
        </p:nvSpPr>
        <p:spPr>
          <a:xfrm>
            <a:off x="4501908" y="2372724"/>
            <a:ext cx="3031387" cy="1657054"/>
          </a:xfrm>
          <a:prstGeom prst="rect">
            <a:avLst/>
          </a:prstGeom>
          <a:solidFill>
            <a:sysClr val="window" lastClr="FFFFFF">
              <a:alpha val="90000"/>
              <a:hueOff val="0"/>
              <a:satOff val="0"/>
              <a:lumOff val="0"/>
              <a:alphaOff val="0"/>
            </a:sysClr>
          </a:solidFill>
          <a:ln w="9525" cap="flat" cmpd="sng" algn="ctr">
            <a:solidFill>
              <a:schemeClr val="accent1"/>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91440" tIns="91440" rIns="91440" bIns="91440" numCol="1" spcCol="1270" anchor="ctr" anchorCtr="0">
            <a:noAutofit/>
          </a:bodyPr>
          <a:lstStyle/>
          <a:p>
            <a:pPr marL="182880" lvl="1" indent="-182880" defTabSz="770274">
              <a:spcBef>
                <a:spcPts val="200"/>
              </a:spcBef>
              <a:spcAft>
                <a:spcPts val="200"/>
              </a:spcAft>
              <a:buFont typeface="Wingdings" pitchFamily="2" charset="2"/>
              <a:buChar char="§"/>
            </a:pPr>
            <a:r>
              <a:rPr lang="en-US" sz="1200" dirty="0"/>
              <a:t>Detail Product Definition and Go-To-Market (GTM) strategy</a:t>
            </a:r>
          </a:p>
        </p:txBody>
      </p:sp>
      <p:sp>
        <p:nvSpPr>
          <p:cNvPr id="55" name="Round Same Side Corner Rectangle 54"/>
          <p:cNvSpPr/>
          <p:nvPr/>
        </p:nvSpPr>
        <p:spPr>
          <a:xfrm>
            <a:off x="680518" y="3054739"/>
            <a:ext cx="3232480" cy="447869"/>
          </a:xfrm>
          <a:prstGeom prst="round2SameRect">
            <a:avLst/>
          </a:prstGeom>
          <a:solidFill>
            <a:schemeClr val="accent1"/>
          </a:solidFill>
          <a:ln w="9525"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91440" tIns="91440" rIns="91440" bIns="91440" numCol="1" spcCol="1270" anchor="t" anchorCtr="0">
            <a:noAutofit/>
          </a:bodyPr>
          <a:lstStyle/>
          <a:p>
            <a:pPr algn="ctr"/>
            <a:r>
              <a:rPr lang="en-US" sz="1200" b="1" dirty="0">
                <a:solidFill>
                  <a:schemeClr val="bg1"/>
                </a:solidFill>
                <a:latin typeface="+mj-lt"/>
              </a:rPr>
              <a:t>New Product Definition</a:t>
            </a:r>
          </a:p>
        </p:txBody>
      </p:sp>
      <p:sp>
        <p:nvSpPr>
          <p:cNvPr id="56" name="Rectangle 55"/>
          <p:cNvSpPr/>
          <p:nvPr/>
        </p:nvSpPr>
        <p:spPr>
          <a:xfrm>
            <a:off x="680515" y="3442040"/>
            <a:ext cx="3232480" cy="530771"/>
          </a:xfrm>
          <a:prstGeom prst="rect">
            <a:avLst/>
          </a:prstGeom>
          <a:solidFill>
            <a:sysClr val="window" lastClr="FFFFFF">
              <a:alpha val="90000"/>
              <a:hueOff val="0"/>
              <a:satOff val="0"/>
              <a:lumOff val="0"/>
              <a:alphaOff val="0"/>
            </a:sysClr>
          </a:solidFill>
          <a:ln w="9525" cap="flat" cmpd="sng" algn="ctr">
            <a:solidFill>
              <a:schemeClr val="accent1"/>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91440" tIns="91440" rIns="91440" bIns="91440" numCol="1" spcCol="1270" anchor="t" anchorCtr="0">
            <a:noAutofit/>
          </a:bodyPr>
          <a:lstStyle/>
          <a:p>
            <a:pPr marL="171450" lvl="1" indent="-171450" defTabSz="770274">
              <a:spcBef>
                <a:spcPts val="200"/>
              </a:spcBef>
              <a:spcAft>
                <a:spcPts val="200"/>
              </a:spcAft>
              <a:buFont typeface="Wingdings" panose="05000000000000000000" pitchFamily="2" charset="2"/>
              <a:buChar char="§"/>
            </a:pPr>
            <a:r>
              <a:rPr lang="en-US" sz="1200" dirty="0"/>
              <a:t>Evaluate different Ideas / Initial set of Product Offerings</a:t>
            </a:r>
          </a:p>
          <a:p>
            <a:pPr marL="0" lvl="1" defTabSz="770274">
              <a:spcBef>
                <a:spcPts val="200"/>
              </a:spcBef>
              <a:spcAft>
                <a:spcPts val="200"/>
              </a:spcAft>
              <a:buClr>
                <a:schemeClr val="accent5"/>
              </a:buClr>
            </a:pPr>
            <a:endParaRPr lang="en-US" sz="1200" dirty="0">
              <a:solidFill>
                <a:schemeClr val="bg2">
                  <a:lumMod val="50000"/>
                </a:schemeClr>
              </a:solidFill>
              <a:latin typeface="+mj-lt"/>
              <a:ea typeface="MS PGothic" pitchFamily="34" charset="-128"/>
            </a:endParaRPr>
          </a:p>
        </p:txBody>
      </p:sp>
      <p:cxnSp>
        <p:nvCxnSpPr>
          <p:cNvPr id="47" name="Straight Arrow Connector 46">
            <a:extLst>
              <a:ext uri="{FF2B5EF4-FFF2-40B4-BE49-F238E27FC236}">
                <a16:creationId xmlns:a16="http://schemas.microsoft.com/office/drawing/2014/main" id="{E2A1F3E0-6E4F-46B1-A538-4117AB32D908}"/>
              </a:ext>
            </a:extLst>
          </p:cNvPr>
          <p:cNvCxnSpPr>
            <a:cxnSpLocks/>
          </p:cNvCxnSpPr>
          <p:nvPr/>
        </p:nvCxnSpPr>
        <p:spPr>
          <a:xfrm>
            <a:off x="4082902" y="1327159"/>
            <a:ext cx="371033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8" name="Straight Arrow Connector 47">
            <a:extLst>
              <a:ext uri="{FF2B5EF4-FFF2-40B4-BE49-F238E27FC236}">
                <a16:creationId xmlns:a16="http://schemas.microsoft.com/office/drawing/2014/main" id="{6F296BD2-48A9-4082-BCD5-604B72C58018}"/>
              </a:ext>
            </a:extLst>
          </p:cNvPr>
          <p:cNvCxnSpPr>
            <a:cxnSpLocks/>
          </p:cNvCxnSpPr>
          <p:nvPr/>
        </p:nvCxnSpPr>
        <p:spPr>
          <a:xfrm>
            <a:off x="7793239" y="1327518"/>
            <a:ext cx="3710337"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sp>
        <p:nvSpPr>
          <p:cNvPr id="49" name="TextBox 48">
            <a:extLst>
              <a:ext uri="{FF2B5EF4-FFF2-40B4-BE49-F238E27FC236}">
                <a16:creationId xmlns:a16="http://schemas.microsoft.com/office/drawing/2014/main" id="{EEA078BB-3A99-4CBF-B369-8FE5B8971A17}"/>
              </a:ext>
            </a:extLst>
          </p:cNvPr>
          <p:cNvSpPr txBox="1"/>
          <p:nvPr/>
        </p:nvSpPr>
        <p:spPr>
          <a:xfrm>
            <a:off x="8989305" y="1213188"/>
            <a:ext cx="1318204"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200" dirty="0"/>
              <a:t>Week 13 to 17</a:t>
            </a:r>
          </a:p>
        </p:txBody>
      </p:sp>
      <p:sp>
        <p:nvSpPr>
          <p:cNvPr id="50" name="TextBox 49">
            <a:extLst>
              <a:ext uri="{FF2B5EF4-FFF2-40B4-BE49-F238E27FC236}">
                <a16:creationId xmlns:a16="http://schemas.microsoft.com/office/drawing/2014/main" id="{841B8AA8-C389-456A-861F-3611900624C6}"/>
              </a:ext>
            </a:extLst>
          </p:cNvPr>
          <p:cNvSpPr txBox="1"/>
          <p:nvPr/>
        </p:nvSpPr>
        <p:spPr>
          <a:xfrm>
            <a:off x="5176511" y="1213187"/>
            <a:ext cx="1274189" cy="276999"/>
          </a:xfrm>
          <a:prstGeom prst="rect">
            <a:avLst/>
          </a:prstGeom>
        </p:spPr>
        <p:style>
          <a:lnRef idx="2">
            <a:schemeClr val="accent2"/>
          </a:lnRef>
          <a:fillRef idx="1">
            <a:schemeClr val="lt1"/>
          </a:fillRef>
          <a:effectRef idx="0">
            <a:schemeClr val="accent2"/>
          </a:effectRef>
          <a:fontRef idx="minor">
            <a:schemeClr val="dk1"/>
          </a:fontRef>
        </p:style>
        <p:txBody>
          <a:bodyPr wrap="square" rtlCol="0">
            <a:spAutoFit/>
          </a:bodyPr>
          <a:lstStyle/>
          <a:p>
            <a:r>
              <a:rPr lang="en-IN" sz="1200" dirty="0"/>
              <a:t>Week 7 to 15</a:t>
            </a:r>
          </a:p>
        </p:txBody>
      </p:sp>
      <p:sp>
        <p:nvSpPr>
          <p:cNvPr id="58" name="Oval 57">
            <a:extLst>
              <a:ext uri="{FF2B5EF4-FFF2-40B4-BE49-F238E27FC236}">
                <a16:creationId xmlns:a16="http://schemas.microsoft.com/office/drawing/2014/main" id="{E45F2BCE-D7D3-4A74-8624-8BFB37277C0D}"/>
              </a:ext>
            </a:extLst>
          </p:cNvPr>
          <p:cNvSpPr/>
          <p:nvPr/>
        </p:nvSpPr>
        <p:spPr>
          <a:xfrm>
            <a:off x="602033" y="2929683"/>
            <a:ext cx="375684" cy="35701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1</a:t>
            </a:r>
          </a:p>
        </p:txBody>
      </p:sp>
      <p:sp>
        <p:nvSpPr>
          <p:cNvPr id="59" name="Oval 58">
            <a:extLst>
              <a:ext uri="{FF2B5EF4-FFF2-40B4-BE49-F238E27FC236}">
                <a16:creationId xmlns:a16="http://schemas.microsoft.com/office/drawing/2014/main" id="{A8F2BD77-DB68-45B8-923D-50A59A5C2E20}"/>
              </a:ext>
            </a:extLst>
          </p:cNvPr>
          <p:cNvSpPr/>
          <p:nvPr/>
        </p:nvSpPr>
        <p:spPr>
          <a:xfrm>
            <a:off x="8053182" y="1717832"/>
            <a:ext cx="375684" cy="35701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3</a:t>
            </a:r>
          </a:p>
        </p:txBody>
      </p:sp>
      <p:sp>
        <p:nvSpPr>
          <p:cNvPr id="60" name="Oval 59">
            <a:extLst>
              <a:ext uri="{FF2B5EF4-FFF2-40B4-BE49-F238E27FC236}">
                <a16:creationId xmlns:a16="http://schemas.microsoft.com/office/drawing/2014/main" id="{89FC4947-4263-4C9C-B859-23ED7054BDA4}"/>
              </a:ext>
            </a:extLst>
          </p:cNvPr>
          <p:cNvSpPr/>
          <p:nvPr/>
        </p:nvSpPr>
        <p:spPr>
          <a:xfrm>
            <a:off x="4414421" y="1733708"/>
            <a:ext cx="375684" cy="35701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2</a:t>
            </a:r>
          </a:p>
        </p:txBody>
      </p:sp>
      <p:sp>
        <p:nvSpPr>
          <p:cNvPr id="35" name="Rectangle 34">
            <a:extLst>
              <a:ext uri="{FF2B5EF4-FFF2-40B4-BE49-F238E27FC236}">
                <a16:creationId xmlns:a16="http://schemas.microsoft.com/office/drawing/2014/main" id="{A610F2EF-1232-4716-A768-2DE057F20945}"/>
              </a:ext>
            </a:extLst>
          </p:cNvPr>
          <p:cNvSpPr/>
          <p:nvPr/>
        </p:nvSpPr>
        <p:spPr>
          <a:xfrm>
            <a:off x="691025" y="2331719"/>
            <a:ext cx="3232479" cy="512357"/>
          </a:xfrm>
          <a:prstGeom prst="rect">
            <a:avLst/>
          </a:prstGeom>
          <a:solidFill>
            <a:sysClr val="window" lastClr="FFFFFF">
              <a:alpha val="90000"/>
              <a:hueOff val="0"/>
              <a:satOff val="0"/>
              <a:lumOff val="0"/>
              <a:alphaOff val="0"/>
            </a:sysClr>
          </a:solidFill>
          <a:ln w="9525" cap="flat" cmpd="sng" algn="ctr">
            <a:solidFill>
              <a:schemeClr val="accent1"/>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91440" tIns="91440" rIns="91440" bIns="91440" numCol="1" spcCol="1270" anchor="t" anchorCtr="0">
            <a:noAutofit/>
          </a:bodyPr>
          <a:lstStyle/>
          <a:p>
            <a:pPr marL="285750" indent="-285750">
              <a:buFont typeface="Wingdings" panose="05000000000000000000" pitchFamily="2" charset="2"/>
              <a:buChar char="§"/>
            </a:pPr>
            <a:r>
              <a:rPr lang="en-IN" sz="1200" dirty="0"/>
              <a:t>Study existing portfolio and do C</a:t>
            </a:r>
            <a:r>
              <a:rPr lang="en-IN" sz="1200" dirty="0">
                <a:latin typeface="+mn-lt"/>
              </a:rPr>
              <a:t>ompetitive analysis to assess gaps</a:t>
            </a:r>
          </a:p>
          <a:p>
            <a:pPr marL="0" lvl="1" defTabSz="770274">
              <a:spcBef>
                <a:spcPts val="200"/>
              </a:spcBef>
              <a:spcAft>
                <a:spcPts val="200"/>
              </a:spcAft>
              <a:buClr>
                <a:schemeClr val="accent5"/>
              </a:buClr>
            </a:pPr>
            <a:endParaRPr lang="en-US" sz="1200" dirty="0">
              <a:solidFill>
                <a:schemeClr val="bg2">
                  <a:lumMod val="50000"/>
                </a:schemeClr>
              </a:solidFill>
              <a:latin typeface="+mj-lt"/>
              <a:ea typeface="MS PGothic" pitchFamily="34" charset="-128"/>
            </a:endParaRPr>
          </a:p>
        </p:txBody>
      </p:sp>
      <p:sp>
        <p:nvSpPr>
          <p:cNvPr id="37" name="Round Same Side Corner Rectangle 54">
            <a:extLst>
              <a:ext uri="{FF2B5EF4-FFF2-40B4-BE49-F238E27FC236}">
                <a16:creationId xmlns:a16="http://schemas.microsoft.com/office/drawing/2014/main" id="{4627BE34-443A-4626-A281-55A92E5BD2F5}"/>
              </a:ext>
            </a:extLst>
          </p:cNvPr>
          <p:cNvSpPr/>
          <p:nvPr/>
        </p:nvSpPr>
        <p:spPr>
          <a:xfrm>
            <a:off x="691026" y="1830012"/>
            <a:ext cx="3232478" cy="501707"/>
          </a:xfrm>
          <a:prstGeom prst="round2SameRect">
            <a:avLst/>
          </a:prstGeom>
          <a:solidFill>
            <a:schemeClr val="accent1"/>
          </a:solidFill>
          <a:ln w="9525" cap="flat" cmpd="sng" algn="ctr">
            <a:solidFill>
              <a:schemeClr val="accent1"/>
            </a:solidFill>
            <a:prstDash val="solid"/>
          </a:ln>
          <a:effectLst/>
        </p:spPr>
        <p:style>
          <a:lnRef idx="2">
            <a:scrgbClr r="0" g="0" b="0"/>
          </a:lnRef>
          <a:fillRef idx="1">
            <a:scrgbClr r="0" g="0" b="0"/>
          </a:fillRef>
          <a:effectRef idx="0">
            <a:scrgbClr r="0" g="0" b="0"/>
          </a:effectRef>
          <a:fontRef idx="minor">
            <a:schemeClr val="lt1"/>
          </a:fontRef>
        </p:style>
        <p:txBody>
          <a:bodyPr spcFirstLastPara="0" vert="horz" wrap="square" lIns="91440" tIns="91440" rIns="91440" bIns="91440" numCol="1" spcCol="1270" anchor="t" anchorCtr="0">
            <a:noAutofit/>
          </a:bodyPr>
          <a:lstStyle/>
          <a:p>
            <a:pPr algn="ctr" defTabSz="651770">
              <a:lnSpc>
                <a:spcPct val="90000"/>
              </a:lnSpc>
              <a:spcBef>
                <a:spcPct val="0"/>
              </a:spcBef>
              <a:spcAft>
                <a:spcPct val="35000"/>
              </a:spcAft>
            </a:pPr>
            <a:r>
              <a:rPr lang="en-US" sz="1200" b="1" dirty="0">
                <a:solidFill>
                  <a:schemeClr val="bg1"/>
                </a:solidFill>
                <a:latin typeface="+mj-lt"/>
              </a:rPr>
              <a:t>Existing Product Portfolio Assessment</a:t>
            </a:r>
          </a:p>
        </p:txBody>
      </p:sp>
      <p:sp>
        <p:nvSpPr>
          <p:cNvPr id="62" name="Oval 61">
            <a:extLst>
              <a:ext uri="{FF2B5EF4-FFF2-40B4-BE49-F238E27FC236}">
                <a16:creationId xmlns:a16="http://schemas.microsoft.com/office/drawing/2014/main" id="{7C005F48-2F5D-4D85-8DE5-F8744F334D9B}"/>
              </a:ext>
            </a:extLst>
          </p:cNvPr>
          <p:cNvSpPr/>
          <p:nvPr/>
        </p:nvSpPr>
        <p:spPr>
          <a:xfrm>
            <a:off x="602033" y="1749978"/>
            <a:ext cx="375684" cy="357019"/>
          </a:xfrm>
          <a:prstGeom prst="ellipse">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dirty="0">
                <a:solidFill>
                  <a:schemeClr val="tx1"/>
                </a:solidFill>
              </a:rPr>
              <a:t>0</a:t>
            </a:r>
          </a:p>
        </p:txBody>
      </p:sp>
      <p:sp>
        <p:nvSpPr>
          <p:cNvPr id="65" name="Rectangle 64">
            <a:extLst>
              <a:ext uri="{FF2B5EF4-FFF2-40B4-BE49-F238E27FC236}">
                <a16:creationId xmlns:a16="http://schemas.microsoft.com/office/drawing/2014/main" id="{50292AA4-34EF-4338-B9D6-F53769FA5FD8}"/>
              </a:ext>
            </a:extLst>
          </p:cNvPr>
          <p:cNvSpPr/>
          <p:nvPr/>
        </p:nvSpPr>
        <p:spPr>
          <a:xfrm>
            <a:off x="688424" y="4587647"/>
            <a:ext cx="3205268" cy="1822989"/>
          </a:xfrm>
          <a:prstGeom prst="rect">
            <a:avLst/>
          </a:prstGeom>
          <a:solidFill>
            <a:schemeClr val="bg1">
              <a:alpha val="90000"/>
            </a:schemeClr>
          </a:solidFill>
          <a:ln w="9525" cap="flat" cmpd="sng" algn="ctr">
            <a:solidFill>
              <a:schemeClr val="accent1"/>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91440" tIns="91440" rIns="91440" bIns="91440" numCol="1" spcCol="1270" anchor="t" anchorCtr="0">
            <a:noAutofit/>
          </a:bodyPr>
          <a:lstStyle/>
          <a:p>
            <a:pPr marL="228600" lvl="1" indent="-228600" defTabSz="770274">
              <a:spcAft>
                <a:spcPts val="900"/>
              </a:spcAft>
              <a:buClr>
                <a:schemeClr val="tx1"/>
              </a:buClr>
              <a:buFont typeface="+mj-lt"/>
              <a:buAutoNum type="arabicPeriod"/>
            </a:pPr>
            <a:r>
              <a:rPr lang="en-IN" sz="1200" dirty="0">
                <a:solidFill>
                  <a:schemeClr val="tx1"/>
                </a:solidFill>
              </a:rPr>
              <a:t>Assessment of existing DT products (heuristic evaluation)</a:t>
            </a:r>
          </a:p>
          <a:p>
            <a:pPr marL="228600" lvl="1" indent="-228600" defTabSz="770274">
              <a:spcAft>
                <a:spcPts val="900"/>
              </a:spcAft>
              <a:buClr>
                <a:schemeClr val="tx1"/>
              </a:buClr>
              <a:buFont typeface="+mj-lt"/>
              <a:buAutoNum type="arabicPeriod"/>
            </a:pPr>
            <a:r>
              <a:rPr lang="en-IN" sz="1200" dirty="0">
                <a:solidFill>
                  <a:schemeClr val="tx1"/>
                </a:solidFill>
              </a:rPr>
              <a:t>Opportunity/ Service Offerings (Analysis of 10-12 new services)</a:t>
            </a:r>
          </a:p>
          <a:p>
            <a:pPr marL="228600" lvl="1" indent="-228600" defTabSz="770274">
              <a:spcAft>
                <a:spcPts val="900"/>
              </a:spcAft>
              <a:buClr>
                <a:schemeClr val="tx1"/>
              </a:buClr>
              <a:buFont typeface="+mj-lt"/>
              <a:buAutoNum type="arabicPeriod"/>
            </a:pPr>
            <a:r>
              <a:rPr lang="en-IN" sz="1200" dirty="0">
                <a:solidFill>
                  <a:schemeClr val="tx1"/>
                </a:solidFill>
              </a:rPr>
              <a:t>Concept MVP</a:t>
            </a:r>
          </a:p>
        </p:txBody>
      </p:sp>
      <p:sp>
        <p:nvSpPr>
          <p:cNvPr id="66" name="Rectangle 65">
            <a:extLst>
              <a:ext uri="{FF2B5EF4-FFF2-40B4-BE49-F238E27FC236}">
                <a16:creationId xmlns:a16="http://schemas.microsoft.com/office/drawing/2014/main" id="{992551D4-4A3F-4C09-B184-884BE1C89195}"/>
              </a:ext>
            </a:extLst>
          </p:cNvPr>
          <p:cNvSpPr/>
          <p:nvPr/>
        </p:nvSpPr>
        <p:spPr>
          <a:xfrm>
            <a:off x="4414421" y="4587270"/>
            <a:ext cx="3205268" cy="1823442"/>
          </a:xfrm>
          <a:prstGeom prst="rect">
            <a:avLst/>
          </a:prstGeom>
          <a:solidFill>
            <a:sysClr val="window" lastClr="FFFFFF">
              <a:alpha val="90000"/>
              <a:hueOff val="0"/>
              <a:satOff val="0"/>
              <a:lumOff val="0"/>
              <a:alphaOff val="0"/>
            </a:sysClr>
          </a:solidFill>
          <a:ln w="9525" cap="flat" cmpd="sng" algn="ctr">
            <a:solidFill>
              <a:schemeClr val="accent1"/>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91440" tIns="91440" rIns="91440" bIns="91440" numCol="1" spcCol="1270" anchor="t" anchorCtr="0">
            <a:noAutofit/>
          </a:bodyPr>
          <a:lstStyle/>
          <a:p>
            <a:pPr marL="228600" lvl="1" indent="-228600" defTabSz="770274">
              <a:spcAft>
                <a:spcPts val="900"/>
              </a:spcAft>
              <a:buClr>
                <a:schemeClr val="tx1"/>
              </a:buClr>
              <a:buFont typeface="+mj-lt"/>
              <a:buAutoNum type="arabicPeriod"/>
            </a:pPr>
            <a:r>
              <a:rPr lang="en-IN" sz="1200" dirty="0">
                <a:solidFill>
                  <a:schemeClr val="tx1"/>
                </a:solidFill>
              </a:rPr>
              <a:t>Target audience definition (demographic/ psychographic assessment; mind map of customer journey)</a:t>
            </a:r>
          </a:p>
          <a:p>
            <a:pPr marL="228600" lvl="1" indent="-228600" defTabSz="770274">
              <a:spcAft>
                <a:spcPts val="900"/>
              </a:spcAft>
              <a:buClr>
                <a:schemeClr val="tx1"/>
              </a:buClr>
              <a:buFont typeface="+mj-lt"/>
              <a:buAutoNum type="arabicPeriod"/>
            </a:pPr>
            <a:r>
              <a:rPr lang="en-IN" sz="1200" dirty="0">
                <a:solidFill>
                  <a:schemeClr val="tx1"/>
                </a:solidFill>
              </a:rPr>
              <a:t>Pricing &amp; Promotion strategy</a:t>
            </a:r>
          </a:p>
          <a:p>
            <a:pPr marL="228600" lvl="1" indent="-228600" defTabSz="770274">
              <a:spcAft>
                <a:spcPts val="900"/>
              </a:spcAft>
              <a:buClr>
                <a:schemeClr val="tx1"/>
              </a:buClr>
              <a:buFont typeface="+mj-lt"/>
              <a:buAutoNum type="arabicPeriod"/>
            </a:pPr>
            <a:r>
              <a:rPr lang="en-IN" sz="1200" dirty="0">
                <a:solidFill>
                  <a:schemeClr val="tx1"/>
                </a:solidFill>
              </a:rPr>
              <a:t>Detailed product definition</a:t>
            </a:r>
          </a:p>
        </p:txBody>
      </p:sp>
      <p:sp>
        <p:nvSpPr>
          <p:cNvPr id="67" name="Rectangle 66">
            <a:extLst>
              <a:ext uri="{FF2B5EF4-FFF2-40B4-BE49-F238E27FC236}">
                <a16:creationId xmlns:a16="http://schemas.microsoft.com/office/drawing/2014/main" id="{09E1803B-DFE3-40FB-B261-68995A645C5D}"/>
              </a:ext>
            </a:extLst>
          </p:cNvPr>
          <p:cNvSpPr/>
          <p:nvPr/>
        </p:nvSpPr>
        <p:spPr>
          <a:xfrm>
            <a:off x="8125305" y="4587742"/>
            <a:ext cx="3205268" cy="1813058"/>
          </a:xfrm>
          <a:prstGeom prst="rect">
            <a:avLst/>
          </a:prstGeom>
          <a:solidFill>
            <a:sysClr val="window" lastClr="FFFFFF">
              <a:alpha val="90000"/>
              <a:hueOff val="0"/>
              <a:satOff val="0"/>
              <a:lumOff val="0"/>
              <a:alphaOff val="0"/>
            </a:sysClr>
          </a:solidFill>
          <a:ln w="9525" cap="flat" cmpd="sng" algn="ctr">
            <a:solidFill>
              <a:schemeClr val="accent1"/>
            </a:solidFill>
            <a:prstDash val="solid"/>
          </a:ln>
          <a:effectLst/>
        </p:spPr>
        <p:style>
          <a:lnRef idx="2">
            <a:scrgbClr r="0" g="0" b="0"/>
          </a:lnRef>
          <a:fillRef idx="1">
            <a:scrgbClr r="0" g="0" b="0"/>
          </a:fillRef>
          <a:effectRef idx="0">
            <a:scrgbClr r="0" g="0" b="0"/>
          </a:effectRef>
          <a:fontRef idx="minor">
            <a:schemeClr val="dk1">
              <a:hueOff val="0"/>
              <a:satOff val="0"/>
              <a:lumOff val="0"/>
              <a:alphaOff val="0"/>
            </a:schemeClr>
          </a:fontRef>
        </p:style>
        <p:txBody>
          <a:bodyPr spcFirstLastPara="0" vert="horz" wrap="square" lIns="91440" tIns="91440" rIns="91440" bIns="91440" numCol="1" spcCol="1270" anchor="t" anchorCtr="0">
            <a:noAutofit/>
          </a:bodyPr>
          <a:lstStyle/>
          <a:p>
            <a:pPr marL="228600" lvl="1" indent="-228600" defTabSz="770274">
              <a:lnSpc>
                <a:spcPts val="1200"/>
              </a:lnSpc>
              <a:spcAft>
                <a:spcPts val="300"/>
              </a:spcAft>
              <a:buClr>
                <a:schemeClr val="tx1"/>
              </a:buClr>
              <a:buFont typeface="+mj-lt"/>
              <a:buAutoNum type="arabicPeriod"/>
            </a:pPr>
            <a:r>
              <a:rPr lang="en-IN" sz="1200" dirty="0">
                <a:solidFill>
                  <a:schemeClr val="tx1"/>
                </a:solidFill>
              </a:rPr>
              <a:t>MVP Design (</a:t>
            </a:r>
            <a:r>
              <a:rPr lang="en-IN" sz="1200" dirty="0" err="1">
                <a:solidFill>
                  <a:schemeClr val="tx1"/>
                </a:solidFill>
              </a:rPr>
              <a:t>Thanthi</a:t>
            </a:r>
            <a:r>
              <a:rPr lang="en-IN" sz="1200" dirty="0">
                <a:solidFill>
                  <a:schemeClr val="tx1"/>
                </a:solidFill>
              </a:rPr>
              <a:t> Whistle plus the new product)</a:t>
            </a:r>
          </a:p>
          <a:p>
            <a:pPr marL="401638" lvl="2" indent="-171450" defTabSz="770274">
              <a:lnSpc>
                <a:spcPts val="1200"/>
              </a:lnSpc>
              <a:spcAft>
                <a:spcPts val="300"/>
              </a:spcAft>
              <a:buClr>
                <a:schemeClr val="tx1"/>
              </a:buClr>
              <a:buFont typeface="Wingdings" panose="05000000000000000000" pitchFamily="2" charset="2"/>
              <a:buChar char="§"/>
            </a:pPr>
            <a:r>
              <a:rPr lang="en-IN" sz="1200" dirty="0">
                <a:solidFill>
                  <a:schemeClr val="tx1"/>
                </a:solidFill>
              </a:rPr>
              <a:t>Wireframes (low-fidelity; up to 20 screens)</a:t>
            </a:r>
          </a:p>
          <a:p>
            <a:pPr marL="401638" lvl="2" indent="-171450" defTabSz="770274">
              <a:lnSpc>
                <a:spcPts val="1200"/>
              </a:lnSpc>
              <a:spcAft>
                <a:spcPts val="900"/>
              </a:spcAft>
              <a:buClr>
                <a:schemeClr val="tx1"/>
              </a:buClr>
              <a:buFont typeface="Wingdings" panose="05000000000000000000" pitchFamily="2" charset="2"/>
              <a:buChar char="§"/>
            </a:pPr>
            <a:r>
              <a:rPr lang="en-IN" sz="1200" dirty="0">
                <a:solidFill>
                  <a:schemeClr val="tx1"/>
                </a:solidFill>
              </a:rPr>
              <a:t>Development-ready designs (high-fidelity; up to 20 screens)</a:t>
            </a:r>
          </a:p>
          <a:p>
            <a:pPr marL="228600" lvl="1" indent="-228600" defTabSz="770274">
              <a:lnSpc>
                <a:spcPts val="1200"/>
              </a:lnSpc>
              <a:spcAft>
                <a:spcPts val="900"/>
              </a:spcAft>
              <a:buClr>
                <a:schemeClr val="tx1"/>
              </a:buClr>
              <a:buFont typeface="+mj-lt"/>
              <a:buAutoNum type="arabicPeriod"/>
            </a:pPr>
            <a:r>
              <a:rPr lang="en-IN" sz="1200" dirty="0">
                <a:solidFill>
                  <a:schemeClr val="tx1"/>
                </a:solidFill>
              </a:rPr>
              <a:t>Product Roadmaps (new product)</a:t>
            </a:r>
          </a:p>
          <a:p>
            <a:pPr marL="228600" lvl="1" indent="-228600" defTabSz="770274">
              <a:lnSpc>
                <a:spcPts val="1200"/>
              </a:lnSpc>
              <a:spcAft>
                <a:spcPts val="900"/>
              </a:spcAft>
              <a:buClr>
                <a:schemeClr val="tx1"/>
              </a:buClr>
              <a:buFont typeface="+mj-lt"/>
              <a:buAutoNum type="arabicPeriod"/>
            </a:pPr>
            <a:r>
              <a:rPr lang="en-IN" sz="1200" dirty="0">
                <a:solidFill>
                  <a:schemeClr val="tx1"/>
                </a:solidFill>
              </a:rPr>
              <a:t>Improvement plan for existing DT products</a:t>
            </a:r>
          </a:p>
        </p:txBody>
      </p:sp>
      <p:sp>
        <p:nvSpPr>
          <p:cNvPr id="31" name="Rectangle 30">
            <a:extLst>
              <a:ext uri="{FF2B5EF4-FFF2-40B4-BE49-F238E27FC236}">
                <a16:creationId xmlns:a16="http://schemas.microsoft.com/office/drawing/2014/main" id="{051AB706-9A08-4875-916E-4455554ED53F}"/>
              </a:ext>
            </a:extLst>
          </p:cNvPr>
          <p:cNvSpPr/>
          <p:nvPr/>
        </p:nvSpPr>
        <p:spPr>
          <a:xfrm>
            <a:off x="680515" y="4135550"/>
            <a:ext cx="10636504" cy="348627"/>
          </a:xfrm>
          <a:prstGeom prst="rect">
            <a:avLst/>
          </a:prstGeom>
          <a:solidFill>
            <a:schemeClr val="bg1">
              <a:lumMod val="8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IN" sz="1400" b="1" dirty="0">
                <a:solidFill>
                  <a:schemeClr val="accent1"/>
                </a:solidFill>
              </a:rPr>
              <a:t>Deliverables</a:t>
            </a:r>
          </a:p>
        </p:txBody>
      </p:sp>
      <p:sp>
        <p:nvSpPr>
          <p:cNvPr id="71" name="Arrow: Right 70">
            <a:extLst>
              <a:ext uri="{FF2B5EF4-FFF2-40B4-BE49-F238E27FC236}">
                <a16:creationId xmlns:a16="http://schemas.microsoft.com/office/drawing/2014/main" id="{DC6D3AB7-80F1-4506-B020-FE6EE4F06690}"/>
              </a:ext>
            </a:extLst>
          </p:cNvPr>
          <p:cNvSpPr/>
          <p:nvPr/>
        </p:nvSpPr>
        <p:spPr>
          <a:xfrm>
            <a:off x="531628" y="681241"/>
            <a:ext cx="10971948" cy="612740"/>
          </a:xfrm>
          <a:prstGeom prst="rightArrow">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800" dirty="0">
                <a:solidFill>
                  <a:schemeClr val="bg1"/>
                </a:solidFill>
                <a:latin typeface="+mn-lt"/>
                <a:ea typeface="+mn-ea"/>
                <a:cs typeface="+mn-cs"/>
              </a:rPr>
              <a:t>PHASE 1: Product definition &amp; GTM strategy</a:t>
            </a:r>
            <a:endParaRPr lang="en-IN" dirty="0">
              <a:solidFill>
                <a:schemeClr val="bg1"/>
              </a:solidFill>
            </a:endParaRPr>
          </a:p>
        </p:txBody>
      </p:sp>
      <p:sp>
        <p:nvSpPr>
          <p:cNvPr id="32" name="Isosceles Triangle 31">
            <a:extLst>
              <a:ext uri="{FF2B5EF4-FFF2-40B4-BE49-F238E27FC236}">
                <a16:creationId xmlns:a16="http://schemas.microsoft.com/office/drawing/2014/main" id="{2B6FDC80-7DB5-41FE-BF94-131350ACD8F7}"/>
              </a:ext>
            </a:extLst>
          </p:cNvPr>
          <p:cNvSpPr/>
          <p:nvPr/>
        </p:nvSpPr>
        <p:spPr>
          <a:xfrm rot="10800000">
            <a:off x="3982073" y="1679358"/>
            <a:ext cx="283464" cy="219456"/>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u="none" strike="noStrike" kern="1200" cap="none" spc="0" normalizeH="0" baseline="0" noProof="0" dirty="0">
              <a:ln>
                <a:noFill/>
              </a:ln>
              <a:solidFill>
                <a:srgbClr val="FFFFFF"/>
              </a:solidFill>
              <a:effectLst/>
              <a:uLnTx/>
              <a:uFillTx/>
              <a:ea typeface="+mn-ea"/>
              <a:cs typeface="+mn-cs"/>
            </a:endParaRPr>
          </a:p>
        </p:txBody>
      </p:sp>
      <p:sp>
        <p:nvSpPr>
          <p:cNvPr id="34" name="Rectangle 33">
            <a:extLst>
              <a:ext uri="{FF2B5EF4-FFF2-40B4-BE49-F238E27FC236}">
                <a16:creationId xmlns:a16="http://schemas.microsoft.com/office/drawing/2014/main" id="{17F85364-5944-443C-8781-26A19B69448D}"/>
              </a:ext>
            </a:extLst>
          </p:cNvPr>
          <p:cNvSpPr/>
          <p:nvPr/>
        </p:nvSpPr>
        <p:spPr>
          <a:xfrm>
            <a:off x="3469528" y="1421504"/>
            <a:ext cx="1432390" cy="237757"/>
          </a:xfrm>
          <a:prstGeom prst="rect">
            <a:avLst/>
          </a:prstGeom>
        </p:spPr>
        <p:txBody>
          <a:bodyPr wrap="square">
            <a:spAutoFit/>
          </a:bodyPr>
          <a:lstStyle/>
          <a:p>
            <a:pPr marL="0" marR="0" lvl="3" indent="0" algn="ctr" defTabSz="914400" rtl="0" eaLnBrk="1" fontAlgn="auto" latinLnBrk="0" hangingPunct="1">
              <a:lnSpc>
                <a:spcPct val="90000"/>
              </a:lnSpc>
              <a:spcBef>
                <a:spcPts val="600"/>
              </a:spcBef>
              <a:spcAft>
                <a:spcPts val="0"/>
              </a:spcAft>
              <a:buClr>
                <a:srgbClr val="0070AD">
                  <a:lumMod val="60000"/>
                  <a:lumOff val="40000"/>
                </a:srgbClr>
              </a:buClr>
              <a:buSzTx/>
              <a:buFontTx/>
              <a:buNone/>
              <a:tabLst/>
              <a:defRPr/>
            </a:pPr>
            <a:r>
              <a:rPr kumimoji="0" lang="en-GB" sz="1000" b="1" u="none" strike="noStrike" kern="0" cap="none" spc="0" normalizeH="0" baseline="0" noProof="0" dirty="0">
                <a:ln>
                  <a:noFill/>
                </a:ln>
                <a:solidFill>
                  <a:srgbClr val="C00000"/>
                </a:solidFill>
                <a:effectLst/>
                <a:uLnTx/>
                <a:uFillTx/>
                <a:ea typeface="+mn-ea"/>
                <a:cs typeface="+mn-cs"/>
              </a:rPr>
              <a:t>ASE 1</a:t>
            </a:r>
          </a:p>
        </p:txBody>
      </p:sp>
      <p:sp>
        <p:nvSpPr>
          <p:cNvPr id="39" name="Isosceles Triangle 38">
            <a:extLst>
              <a:ext uri="{FF2B5EF4-FFF2-40B4-BE49-F238E27FC236}">
                <a16:creationId xmlns:a16="http://schemas.microsoft.com/office/drawing/2014/main" id="{100E5E7A-98EB-414C-9AF2-F799B090E3A5}"/>
              </a:ext>
            </a:extLst>
          </p:cNvPr>
          <p:cNvSpPr/>
          <p:nvPr/>
        </p:nvSpPr>
        <p:spPr>
          <a:xfrm rot="10800000">
            <a:off x="7668838" y="1671139"/>
            <a:ext cx="283464" cy="219456"/>
          </a:xfrm>
          <a:prstGeom prst="triangle">
            <a:avLst/>
          </a:prstGeom>
          <a:solidFill>
            <a:srgbClr val="C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GB" sz="1800" b="0" u="none" strike="noStrike" kern="1200" cap="none" spc="0" normalizeH="0" baseline="0" noProof="0" dirty="0">
              <a:ln>
                <a:noFill/>
              </a:ln>
              <a:solidFill>
                <a:srgbClr val="FFFFFF"/>
              </a:solidFill>
              <a:effectLst/>
              <a:uLnTx/>
              <a:uFillTx/>
              <a:ea typeface="+mn-ea"/>
              <a:cs typeface="+mn-cs"/>
            </a:endParaRPr>
          </a:p>
        </p:txBody>
      </p:sp>
      <p:sp>
        <p:nvSpPr>
          <p:cNvPr id="40" name="Rectangle 39">
            <a:extLst>
              <a:ext uri="{FF2B5EF4-FFF2-40B4-BE49-F238E27FC236}">
                <a16:creationId xmlns:a16="http://schemas.microsoft.com/office/drawing/2014/main" id="{98D3BE7C-5C40-4CE0-B59C-FCA8B04DCD6A}"/>
              </a:ext>
            </a:extLst>
          </p:cNvPr>
          <p:cNvSpPr/>
          <p:nvPr/>
        </p:nvSpPr>
        <p:spPr>
          <a:xfrm>
            <a:off x="7096005" y="1421504"/>
            <a:ext cx="1432390" cy="237757"/>
          </a:xfrm>
          <a:prstGeom prst="rect">
            <a:avLst/>
          </a:prstGeom>
        </p:spPr>
        <p:txBody>
          <a:bodyPr wrap="square">
            <a:spAutoFit/>
          </a:bodyPr>
          <a:lstStyle/>
          <a:p>
            <a:pPr marL="0" marR="0" lvl="3" indent="0" algn="ctr" defTabSz="914400" rtl="0" eaLnBrk="1" fontAlgn="auto" latinLnBrk="0" hangingPunct="1">
              <a:lnSpc>
                <a:spcPct val="90000"/>
              </a:lnSpc>
              <a:spcBef>
                <a:spcPts val="600"/>
              </a:spcBef>
              <a:spcAft>
                <a:spcPts val="0"/>
              </a:spcAft>
              <a:buClr>
                <a:srgbClr val="0070AD">
                  <a:lumMod val="60000"/>
                  <a:lumOff val="40000"/>
                </a:srgbClr>
              </a:buClr>
              <a:buSzTx/>
              <a:buFontTx/>
              <a:buNone/>
              <a:tabLst/>
              <a:defRPr/>
            </a:pPr>
            <a:r>
              <a:rPr kumimoji="0" lang="en-GB" sz="1000" b="1" u="none" strike="noStrike" kern="0" cap="none" spc="0" normalizeH="0" baseline="0" noProof="0" dirty="0">
                <a:ln>
                  <a:noFill/>
                </a:ln>
                <a:solidFill>
                  <a:srgbClr val="C00000"/>
                </a:solidFill>
                <a:effectLst/>
                <a:uLnTx/>
                <a:uFillTx/>
                <a:ea typeface="+mn-ea"/>
                <a:cs typeface="+mn-cs"/>
              </a:rPr>
              <a:t>ASE 2</a:t>
            </a:r>
          </a:p>
        </p:txBody>
      </p:sp>
    </p:spTree>
    <p:extLst>
      <p:ext uri="{BB962C8B-B14F-4D97-AF65-F5344CB8AC3E}">
        <p14:creationId xmlns:p14="http://schemas.microsoft.com/office/powerpoint/2010/main" val="39116049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lIns="0" tIns="0" rIns="0" bIns="0" rtlCol="0" anchor="t" anchorCtr="0">
            <a:noAutofit/>
          </a:bodyPr>
          <a:lstStyle/>
          <a:p>
            <a:r>
              <a:rPr lang="en-US" sz="2400" cap="none" dirty="0">
                <a:solidFill>
                  <a:schemeClr val="accent1"/>
                </a:solidFill>
              </a:rPr>
              <a:t>Step 1: New Business Ideas – Opportunity briefs preparation</a:t>
            </a:r>
          </a:p>
        </p:txBody>
      </p:sp>
      <p:sp>
        <p:nvSpPr>
          <p:cNvPr id="3" name="TextBox 2">
            <a:extLst>
              <a:ext uri="{FF2B5EF4-FFF2-40B4-BE49-F238E27FC236}">
                <a16:creationId xmlns:a16="http://schemas.microsoft.com/office/drawing/2014/main" id="{27118541-2BD7-46B7-9E32-92B5AA240C89}"/>
              </a:ext>
            </a:extLst>
          </p:cNvPr>
          <p:cNvSpPr txBox="1"/>
          <p:nvPr/>
        </p:nvSpPr>
        <p:spPr>
          <a:xfrm>
            <a:off x="404813" y="6008959"/>
            <a:ext cx="11379200" cy="47705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noAutofit/>
          </a:bodyPr>
          <a:lstStyle>
            <a:defPPr>
              <a:defRPr lang="pt-PT"/>
            </a:defPPr>
            <a:lvl1pPr marL="171450" indent="-171450">
              <a:spcAft>
                <a:spcPts val="600"/>
              </a:spcAft>
              <a:buClr>
                <a:schemeClr val="accent1"/>
              </a:buClr>
              <a:buFont typeface="Wingdings" panose="05000000000000000000" pitchFamily="2" charset="2"/>
              <a:buChar char="§"/>
              <a:defRPr sz="1000">
                <a:solidFill>
                  <a:sysClr val="windowText" lastClr="000000"/>
                </a:solidFill>
              </a:defRPr>
            </a:lvl1pPr>
            <a:lvl2pPr>
              <a:defRPr>
                <a:solidFill>
                  <a:schemeClr val="lt1"/>
                </a:solidFill>
              </a:defRPr>
            </a:lvl2pPr>
            <a:lvl3pPr>
              <a:defRPr>
                <a:solidFill>
                  <a:schemeClr val="lt1"/>
                </a:solidFill>
              </a:defRPr>
            </a:lvl3pPr>
            <a:lvl4pPr>
              <a:defRPr>
                <a:solidFill>
                  <a:schemeClr val="lt1"/>
                </a:solidFill>
              </a:defRPr>
            </a:lvl4pPr>
            <a:lvl5pPr>
              <a:defRPr>
                <a:solidFill>
                  <a:schemeClr val="lt1"/>
                </a:solidFill>
              </a:defRPr>
            </a:lvl5pPr>
            <a:lvl6pPr>
              <a:defRPr>
                <a:solidFill>
                  <a:schemeClr val="lt1"/>
                </a:solidFill>
              </a:defRPr>
            </a:lvl6pPr>
            <a:lvl7pPr>
              <a:defRPr>
                <a:solidFill>
                  <a:schemeClr val="lt1"/>
                </a:solidFill>
              </a:defRPr>
            </a:lvl7pPr>
            <a:lvl8pPr>
              <a:defRPr>
                <a:solidFill>
                  <a:schemeClr val="lt1"/>
                </a:solidFill>
              </a:defRPr>
            </a:lvl8pPr>
            <a:lvl9pPr>
              <a:defRPr>
                <a:solidFill>
                  <a:schemeClr val="lt1"/>
                </a:solidFill>
              </a:defRPr>
            </a:lvl9pPr>
          </a:lstStyle>
          <a:p>
            <a:pPr marL="171450" marR="0" lvl="0" indent="-171450" algn="l" defTabSz="914400" rtl="0" eaLnBrk="1" fontAlgn="auto" latinLnBrk="0" hangingPunct="1">
              <a:lnSpc>
                <a:spcPct val="100000"/>
              </a:lnSpc>
              <a:spcBef>
                <a:spcPts val="0"/>
              </a:spcBef>
              <a:spcAft>
                <a:spcPts val="600"/>
              </a:spcAft>
              <a:buClr>
                <a:srgbClr val="0070AD"/>
              </a:buClr>
              <a:buSzTx/>
              <a:buFont typeface="Wingdings" panose="05000000000000000000" pitchFamily="2" charset="2"/>
              <a:buChar char="§"/>
              <a:tabLst/>
              <a:defRPr/>
            </a:pPr>
            <a:r>
              <a:rPr kumimoji="0" lang="en-IN" sz="1000" b="0" i="0" u="none" strike="noStrike" kern="1200" cap="none" spc="0" normalizeH="0" baseline="0" noProof="0" dirty="0">
                <a:ln>
                  <a:noFill/>
                </a:ln>
                <a:solidFill>
                  <a:sysClr val="windowText" lastClr="000000"/>
                </a:solidFill>
                <a:effectLst/>
                <a:uLnTx/>
                <a:uFillTx/>
                <a:latin typeface="Ubuntu"/>
                <a:ea typeface="+mn-ea"/>
                <a:cs typeface="+mn-cs"/>
              </a:rPr>
              <a:t>Customer data collected and AI based smart solutions to segregate information for various marketing purpose</a:t>
            </a:r>
          </a:p>
          <a:p>
            <a:pPr marL="171450" marR="0" lvl="0" indent="-171450" algn="l" defTabSz="914400" rtl="0" eaLnBrk="1" fontAlgn="auto" latinLnBrk="0" hangingPunct="1">
              <a:lnSpc>
                <a:spcPct val="100000"/>
              </a:lnSpc>
              <a:spcBef>
                <a:spcPts val="0"/>
              </a:spcBef>
              <a:spcAft>
                <a:spcPts val="600"/>
              </a:spcAft>
              <a:buClr>
                <a:srgbClr val="0070AD"/>
              </a:buClr>
              <a:buSzTx/>
              <a:buFont typeface="Wingdings" panose="05000000000000000000" pitchFamily="2" charset="2"/>
              <a:buChar char="§"/>
              <a:tabLst/>
              <a:defRPr/>
            </a:pPr>
            <a:r>
              <a:rPr kumimoji="0" lang="en-IN" sz="1000" b="0" i="0" u="none" strike="noStrike" kern="1200" cap="none" spc="0" normalizeH="0" baseline="0" noProof="0" dirty="0">
                <a:ln>
                  <a:noFill/>
                </a:ln>
                <a:solidFill>
                  <a:sysClr val="windowText" lastClr="000000"/>
                </a:solidFill>
                <a:effectLst/>
                <a:uLnTx/>
                <a:uFillTx/>
                <a:latin typeface="Ubuntu"/>
                <a:ea typeface="+mn-ea"/>
                <a:cs typeface="+mn-cs"/>
              </a:rPr>
              <a:t>Ad tech – Own Servers, Ad Networks, Connect with Publishers….</a:t>
            </a:r>
          </a:p>
        </p:txBody>
      </p:sp>
      <p:sp>
        <p:nvSpPr>
          <p:cNvPr id="4" name="Line 50">
            <a:extLst>
              <a:ext uri="{FF2B5EF4-FFF2-40B4-BE49-F238E27FC236}">
                <a16:creationId xmlns:a16="http://schemas.microsoft.com/office/drawing/2014/main" id="{C2CFD8A5-65F5-4EA1-AA98-F0519BAF7A46}"/>
              </a:ext>
            </a:extLst>
          </p:cNvPr>
          <p:cNvSpPr>
            <a:spLocks noChangeShapeType="1"/>
          </p:cNvSpPr>
          <p:nvPr/>
        </p:nvSpPr>
        <p:spPr bwMode="auto">
          <a:xfrm>
            <a:off x="6308481" y="3981403"/>
            <a:ext cx="0" cy="0"/>
          </a:xfrm>
          <a:prstGeom prst="line">
            <a:avLst/>
          </a:prstGeom>
          <a:noFill/>
          <a:ln w="14288" cap="flat">
            <a:solidFill>
              <a:srgbClr val="ED1C24"/>
            </a:solidFill>
            <a:prstDash val="solid"/>
            <a:miter lim="800000"/>
            <a:headEnd/>
            <a:tailEnd/>
          </a:ln>
          <a:extLst>
            <a:ext uri="{909E8E84-426E-40dd-AFC4-6F175D3DCCD1}">
              <a14:hiddenFill xmlns:a14="http://schemas.microsoft.com/office/drawing/2010/main" xmlns="">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0" cap="none" spc="0" normalizeH="0" baseline="0" noProof="0">
              <a:ln>
                <a:noFill/>
              </a:ln>
              <a:solidFill>
                <a:prstClr val="black"/>
              </a:solidFill>
              <a:effectLst/>
              <a:uLnTx/>
              <a:uFillTx/>
              <a:latin typeface="Ubuntu"/>
              <a:ea typeface="+mn-ea"/>
              <a:cs typeface="+mn-cs"/>
            </a:endParaRPr>
          </a:p>
        </p:txBody>
      </p:sp>
      <p:sp>
        <p:nvSpPr>
          <p:cNvPr id="5" name="Line 54">
            <a:extLst>
              <a:ext uri="{FF2B5EF4-FFF2-40B4-BE49-F238E27FC236}">
                <a16:creationId xmlns:a16="http://schemas.microsoft.com/office/drawing/2014/main" id="{C53A6676-1FC6-44A9-9102-C7C608B4714A}"/>
              </a:ext>
            </a:extLst>
          </p:cNvPr>
          <p:cNvSpPr>
            <a:spLocks noChangeShapeType="1"/>
          </p:cNvSpPr>
          <p:nvPr/>
        </p:nvSpPr>
        <p:spPr bwMode="auto">
          <a:xfrm>
            <a:off x="5270108" y="3612019"/>
            <a:ext cx="0" cy="0"/>
          </a:xfrm>
          <a:prstGeom prst="line">
            <a:avLst/>
          </a:prstGeom>
          <a:noFill/>
          <a:ln w="14288" cap="flat">
            <a:solidFill>
              <a:srgbClr val="ED1C24"/>
            </a:solidFill>
            <a:prstDash val="solid"/>
            <a:miter lim="800000"/>
            <a:headEnd/>
            <a:tailEnd/>
          </a:ln>
          <a:extLst>
            <a:ext uri="{909E8E84-426E-40dd-AFC4-6F175D3DCCD1}">
              <a14:hiddenFill xmlns:a14="http://schemas.microsoft.com/office/drawing/2010/main" xmlns="">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0" cap="none" spc="0" normalizeH="0" baseline="0" noProof="0">
              <a:ln>
                <a:noFill/>
              </a:ln>
              <a:solidFill>
                <a:prstClr val="black"/>
              </a:solidFill>
              <a:effectLst/>
              <a:uLnTx/>
              <a:uFillTx/>
              <a:latin typeface="Ubuntu"/>
              <a:ea typeface="+mn-ea"/>
              <a:cs typeface="+mn-cs"/>
            </a:endParaRPr>
          </a:p>
        </p:txBody>
      </p:sp>
      <p:sp>
        <p:nvSpPr>
          <p:cNvPr id="6" name="Oval 319">
            <a:extLst>
              <a:ext uri="{FF2B5EF4-FFF2-40B4-BE49-F238E27FC236}">
                <a16:creationId xmlns:a16="http://schemas.microsoft.com/office/drawing/2014/main" id="{1B19777F-C796-4E0B-834F-FDF194429FF9}"/>
              </a:ext>
            </a:extLst>
          </p:cNvPr>
          <p:cNvSpPr/>
          <p:nvPr>
            <p:custDataLst>
              <p:tags r:id="rId1"/>
            </p:custDataLst>
          </p:nvPr>
        </p:nvSpPr>
        <p:spPr bwMode="auto">
          <a:xfrm>
            <a:off x="4414317" y="1908803"/>
            <a:ext cx="3213630" cy="3093470"/>
          </a:xfrm>
          <a:prstGeom prst="ellipse">
            <a:avLst/>
          </a:prstGeom>
          <a:solidFill>
            <a:schemeClr val="bg1">
              <a:lumMod val="95000"/>
              <a:alpha val="46000"/>
            </a:schemeClr>
          </a:solidFill>
          <a:ln w="12700" cap="flat" cmpd="sng" algn="ctr">
            <a:solidFill>
              <a:schemeClr val="accent3">
                <a:alpha val="50000"/>
              </a:schemeClr>
            </a:solidFill>
            <a:prstDash val="solid"/>
          </a:ln>
          <a:effectLst/>
        </p:spPr>
        <p:txBody>
          <a:bodyPr rtlCol="0" anchor="ctr"/>
          <a:lstStyle/>
          <a:p>
            <a:pPr marL="0" marR="0" lvl="0" indent="0" algn="ctr" defTabSz="914400" rtl="0" eaLnBrk="1" fontAlgn="auto" latinLnBrk="0" hangingPunct="1">
              <a:lnSpc>
                <a:spcPct val="100000"/>
              </a:lnSpc>
              <a:spcBef>
                <a:spcPts val="0"/>
              </a:spcBef>
              <a:spcAft>
                <a:spcPts val="300"/>
              </a:spcAft>
              <a:buClrTx/>
              <a:buSzTx/>
              <a:buFontTx/>
              <a:buNone/>
              <a:tabLst/>
              <a:defRPr/>
            </a:pPr>
            <a:endParaRPr kumimoji="0" lang="de-DE" sz="1400" b="0" i="0" u="none" strike="noStrike" kern="0" cap="none" spc="0" normalizeH="0" baseline="0" noProof="0" err="1">
              <a:ln>
                <a:noFill/>
              </a:ln>
              <a:solidFill>
                <a:srgbClr val="000000">
                  <a:lumMod val="85000"/>
                  <a:lumOff val="15000"/>
                </a:srgbClr>
              </a:solidFill>
              <a:effectLst/>
              <a:uLnTx/>
              <a:uFillTx/>
              <a:latin typeface="Ubuntu"/>
              <a:ea typeface="+mn-ea"/>
              <a:cs typeface="Arial" charset="0"/>
            </a:endParaRPr>
          </a:p>
        </p:txBody>
      </p:sp>
      <p:sp>
        <p:nvSpPr>
          <p:cNvPr id="7" name="Oval 133">
            <a:extLst>
              <a:ext uri="{FF2B5EF4-FFF2-40B4-BE49-F238E27FC236}">
                <a16:creationId xmlns:a16="http://schemas.microsoft.com/office/drawing/2014/main" id="{DB15EEF5-91A6-4659-811D-321FCC44A0C4}"/>
              </a:ext>
            </a:extLst>
          </p:cNvPr>
          <p:cNvSpPr>
            <a:spLocks noGrp="1" noChangeArrowheads="1"/>
          </p:cNvSpPr>
          <p:nvPr>
            <p:custDataLst>
              <p:tags r:id="rId2"/>
            </p:custDataLst>
          </p:nvPr>
        </p:nvSpPr>
        <p:spPr bwMode="auto">
          <a:xfrm>
            <a:off x="4238537" y="2731749"/>
            <a:ext cx="487953" cy="469708"/>
          </a:xfrm>
          <a:prstGeom prst="ellipse">
            <a:avLst/>
          </a:prstGeom>
          <a:solidFill>
            <a:schemeClr val="accent1"/>
          </a:solidFill>
          <a:ln w="9525">
            <a:noFill/>
            <a:miter lim="800000"/>
            <a:headEnd/>
            <a:tailEnd/>
          </a:ln>
          <a:effectLst/>
        </p:spPr>
        <p:txBody>
          <a:bodyPr vert="horz" wrap="square" lIns="91440" tIns="45720" rIns="91440" bIns="45720" anchor="t" anchorCtr="0">
            <a:noAutofit/>
          </a:bodyPr>
          <a:lstStyle>
            <a:lvl1pPr algn="l" rtl="0" eaLnBrk="1" fontAlgn="base" hangingPunct="1">
              <a:spcBef>
                <a:spcPts val="0"/>
              </a:spcBef>
              <a:spcAft>
                <a:spcPct val="0"/>
              </a:spcAft>
              <a:defRPr sz="1200" b="0" i="0">
                <a:solidFill>
                  <a:schemeClr val="tx1"/>
                </a:solidFill>
                <a:latin typeface="+mn-lt"/>
                <a:ea typeface="+mn-ea"/>
                <a:cs typeface="+mn-cs"/>
              </a:defRPr>
            </a:lvl1pPr>
            <a:lvl2pPr marL="176213" indent="-174625" algn="l" rtl="0" eaLnBrk="1" fontAlgn="base" hangingPunct="1">
              <a:lnSpc>
                <a:spcPct val="90000"/>
              </a:lnSpc>
              <a:spcBef>
                <a:spcPts val="0"/>
              </a:spcBef>
              <a:spcAft>
                <a:spcPct val="0"/>
              </a:spcAft>
              <a:buFont typeface="Wingdings" pitchFamily="2" charset="2"/>
              <a:buChar char="§"/>
              <a:defRPr sz="1200" baseline="0">
                <a:solidFill>
                  <a:schemeClr val="tx1"/>
                </a:solidFill>
                <a:latin typeface="+mn-lt"/>
              </a:defRPr>
            </a:lvl2pPr>
            <a:lvl3pPr marL="357188" indent="-176213" algn="l" rtl="0" eaLnBrk="1" fontAlgn="base" hangingPunct="1">
              <a:lnSpc>
                <a:spcPct val="90000"/>
              </a:lnSpc>
              <a:spcBef>
                <a:spcPts val="0"/>
              </a:spcBef>
              <a:spcAft>
                <a:spcPct val="0"/>
              </a:spcAft>
              <a:buFont typeface="Arial" pitchFamily="34" charset="0"/>
              <a:buChar char="-"/>
              <a:defRPr sz="1200">
                <a:solidFill>
                  <a:schemeClr val="tx1"/>
                </a:solidFill>
                <a:latin typeface="+mn-lt"/>
              </a:defRPr>
            </a:lvl3pPr>
            <a:lvl4pPr marL="538163" indent="-182563" algn="l" rtl="0" eaLnBrk="1" fontAlgn="base" hangingPunct="1">
              <a:lnSpc>
                <a:spcPct val="90000"/>
              </a:lnSpc>
              <a:spcBef>
                <a:spcPts val="0"/>
              </a:spcBef>
              <a:spcAft>
                <a:spcPct val="0"/>
              </a:spcAft>
              <a:buFont typeface="Arial" pitchFamily="34" charset="0"/>
              <a:buChar char="•"/>
              <a:defRPr sz="1200">
                <a:solidFill>
                  <a:schemeClr val="tx1"/>
                </a:solidFill>
                <a:latin typeface="+mn-lt"/>
              </a:defRPr>
            </a:lvl4pPr>
            <a:lvl5pPr marL="719138" indent="-180975" algn="l" rtl="0" eaLnBrk="1" fontAlgn="base" hangingPunct="1">
              <a:lnSpc>
                <a:spcPct val="90000"/>
              </a:lnSpc>
              <a:spcBef>
                <a:spcPts val="0"/>
              </a:spcBef>
              <a:spcAft>
                <a:spcPct val="0"/>
              </a:spcAft>
              <a:buChar char="-"/>
              <a:defRPr sz="1200">
                <a:solidFill>
                  <a:schemeClr val="tx1"/>
                </a:solidFill>
                <a:latin typeface="+mn-lt"/>
              </a:defRPr>
            </a:lvl5pPr>
            <a:lvl6pPr marL="895350" indent="-176213" algn="l" rtl="0" eaLnBrk="1" fontAlgn="base" hangingPunct="1">
              <a:lnSpc>
                <a:spcPct val="90000"/>
              </a:lnSpc>
              <a:spcBef>
                <a:spcPts val="0"/>
              </a:spcBef>
              <a:spcAft>
                <a:spcPct val="0"/>
              </a:spcAft>
              <a:buChar char="-"/>
              <a:defRPr sz="1200">
                <a:solidFill>
                  <a:schemeClr val="tx1"/>
                </a:solidFill>
                <a:latin typeface="+mn-lt"/>
              </a:defRPr>
            </a:lvl6pPr>
            <a:lvl7pPr marL="1076325" indent="-180975" algn="l" rtl="0" eaLnBrk="1" fontAlgn="base" hangingPunct="1">
              <a:lnSpc>
                <a:spcPct val="90000"/>
              </a:lnSpc>
              <a:spcBef>
                <a:spcPts val="0"/>
              </a:spcBef>
              <a:spcAft>
                <a:spcPct val="0"/>
              </a:spcAft>
              <a:buChar char="-"/>
              <a:defRPr sz="1200" baseline="0">
                <a:solidFill>
                  <a:schemeClr val="tx1"/>
                </a:solidFill>
                <a:latin typeface="+mn-lt"/>
              </a:defRPr>
            </a:lvl7pPr>
            <a:lvl8pPr marL="1257300" indent="-180975" algn="l" rtl="0" eaLnBrk="1" fontAlgn="base" hangingPunct="1">
              <a:lnSpc>
                <a:spcPct val="90000"/>
              </a:lnSpc>
              <a:spcBef>
                <a:spcPts val="0"/>
              </a:spcBef>
              <a:spcAft>
                <a:spcPct val="0"/>
              </a:spcAft>
              <a:buChar char="-"/>
              <a:defRPr sz="1200">
                <a:solidFill>
                  <a:schemeClr val="tx1"/>
                </a:solidFill>
                <a:latin typeface="+mn-lt"/>
              </a:defRPr>
            </a:lvl8pPr>
            <a:lvl9pPr marL="1433513" indent="-176213" algn="l" rtl="0" eaLnBrk="1" fontAlgn="base" hangingPunct="1">
              <a:lnSpc>
                <a:spcPct val="90000"/>
              </a:lnSpc>
              <a:spcBef>
                <a:spcPts val="0"/>
              </a:spcBef>
              <a:spcAft>
                <a:spcPct val="0"/>
              </a:spcAft>
              <a:buChar char="-"/>
              <a:defRPr sz="1200">
                <a:solidFill>
                  <a:schemeClr val="tx1"/>
                </a:solidFill>
                <a:latin typeface="+mn-lt"/>
              </a:defRPr>
            </a:lvl9pPr>
          </a:lstStyle>
          <a:p>
            <a:pPr marL="0" marR="0" lvl="0" indent="0" algn="l" defTabSz="914400" rtl="0" eaLnBrk="1" fontAlgn="base" latinLnBrk="0" hangingPunct="1">
              <a:lnSpc>
                <a:spcPct val="90000"/>
              </a:lnSpc>
              <a:spcBef>
                <a:spcPts val="0"/>
              </a:spcBef>
              <a:spcAft>
                <a:spcPct val="0"/>
              </a:spcAft>
              <a:buClrTx/>
              <a:buSzTx/>
              <a:buFontTx/>
              <a:buNone/>
              <a:tabLst/>
              <a:defRPr/>
            </a:pPr>
            <a:endParaRPr kumimoji="0" lang="de-DE" sz="1400" b="0" i="0" u="none" strike="noStrike" kern="1200" cap="none" spc="0" normalizeH="0" baseline="0" noProof="0">
              <a:ln>
                <a:noFill/>
              </a:ln>
              <a:solidFill>
                <a:srgbClr val="000000"/>
              </a:solidFill>
              <a:effectLst/>
              <a:uLnTx/>
              <a:uFillTx/>
              <a:latin typeface="Ubuntu"/>
              <a:ea typeface="+mn-ea"/>
              <a:cs typeface="+mn-cs"/>
            </a:endParaRPr>
          </a:p>
        </p:txBody>
      </p:sp>
      <p:sp>
        <p:nvSpPr>
          <p:cNvPr id="8" name="Oval 133">
            <a:extLst>
              <a:ext uri="{FF2B5EF4-FFF2-40B4-BE49-F238E27FC236}">
                <a16:creationId xmlns:a16="http://schemas.microsoft.com/office/drawing/2014/main" id="{F7E5C0F1-69AE-4673-BEBB-53283014E37B}"/>
              </a:ext>
            </a:extLst>
          </p:cNvPr>
          <p:cNvSpPr>
            <a:spLocks noGrp="1" noChangeArrowheads="1"/>
          </p:cNvSpPr>
          <p:nvPr>
            <p:custDataLst>
              <p:tags r:id="rId3"/>
            </p:custDataLst>
          </p:nvPr>
        </p:nvSpPr>
        <p:spPr bwMode="auto">
          <a:xfrm>
            <a:off x="4331640" y="3920362"/>
            <a:ext cx="487953" cy="469708"/>
          </a:xfrm>
          <a:prstGeom prst="ellipse">
            <a:avLst/>
          </a:prstGeom>
          <a:solidFill>
            <a:schemeClr val="accent2">
              <a:lumMod val="50000"/>
            </a:schemeClr>
          </a:solidFill>
          <a:ln w="9525">
            <a:noFill/>
            <a:miter lim="800000"/>
            <a:headEnd/>
            <a:tailEnd/>
          </a:ln>
          <a:effectLst/>
        </p:spPr>
        <p:txBody>
          <a:bodyPr vert="horz" wrap="square" lIns="91440" tIns="45720" rIns="91440" bIns="45720" anchor="t" anchorCtr="0">
            <a:noAutofit/>
          </a:bodyPr>
          <a:lstStyle>
            <a:lvl1pPr algn="l" rtl="0" eaLnBrk="1" fontAlgn="base" hangingPunct="1">
              <a:spcBef>
                <a:spcPts val="0"/>
              </a:spcBef>
              <a:spcAft>
                <a:spcPct val="0"/>
              </a:spcAft>
              <a:defRPr sz="1200" b="0" i="0">
                <a:solidFill>
                  <a:schemeClr val="tx1"/>
                </a:solidFill>
                <a:latin typeface="+mn-lt"/>
                <a:ea typeface="+mn-ea"/>
                <a:cs typeface="+mn-cs"/>
              </a:defRPr>
            </a:lvl1pPr>
            <a:lvl2pPr marL="176213" indent="-174625" algn="l" rtl="0" eaLnBrk="1" fontAlgn="base" hangingPunct="1">
              <a:lnSpc>
                <a:spcPct val="90000"/>
              </a:lnSpc>
              <a:spcBef>
                <a:spcPts val="0"/>
              </a:spcBef>
              <a:spcAft>
                <a:spcPct val="0"/>
              </a:spcAft>
              <a:buFont typeface="Wingdings" pitchFamily="2" charset="2"/>
              <a:buChar char="§"/>
              <a:defRPr sz="1200" baseline="0">
                <a:solidFill>
                  <a:schemeClr val="tx1"/>
                </a:solidFill>
                <a:latin typeface="+mn-lt"/>
              </a:defRPr>
            </a:lvl2pPr>
            <a:lvl3pPr marL="357188" indent="-176213" algn="l" rtl="0" eaLnBrk="1" fontAlgn="base" hangingPunct="1">
              <a:lnSpc>
                <a:spcPct val="90000"/>
              </a:lnSpc>
              <a:spcBef>
                <a:spcPts val="0"/>
              </a:spcBef>
              <a:spcAft>
                <a:spcPct val="0"/>
              </a:spcAft>
              <a:buFont typeface="Arial" pitchFamily="34" charset="0"/>
              <a:buChar char="-"/>
              <a:defRPr sz="1200">
                <a:solidFill>
                  <a:schemeClr val="tx1"/>
                </a:solidFill>
                <a:latin typeface="+mn-lt"/>
              </a:defRPr>
            </a:lvl3pPr>
            <a:lvl4pPr marL="538163" indent="-182563" algn="l" rtl="0" eaLnBrk="1" fontAlgn="base" hangingPunct="1">
              <a:lnSpc>
                <a:spcPct val="90000"/>
              </a:lnSpc>
              <a:spcBef>
                <a:spcPts val="0"/>
              </a:spcBef>
              <a:spcAft>
                <a:spcPct val="0"/>
              </a:spcAft>
              <a:buFont typeface="Arial" pitchFamily="34" charset="0"/>
              <a:buChar char="•"/>
              <a:defRPr sz="1200">
                <a:solidFill>
                  <a:schemeClr val="tx1"/>
                </a:solidFill>
                <a:latin typeface="+mn-lt"/>
              </a:defRPr>
            </a:lvl4pPr>
            <a:lvl5pPr marL="719138" indent="-180975" algn="l" rtl="0" eaLnBrk="1" fontAlgn="base" hangingPunct="1">
              <a:lnSpc>
                <a:spcPct val="90000"/>
              </a:lnSpc>
              <a:spcBef>
                <a:spcPts val="0"/>
              </a:spcBef>
              <a:spcAft>
                <a:spcPct val="0"/>
              </a:spcAft>
              <a:buChar char="-"/>
              <a:defRPr sz="1200">
                <a:solidFill>
                  <a:schemeClr val="tx1"/>
                </a:solidFill>
                <a:latin typeface="+mn-lt"/>
              </a:defRPr>
            </a:lvl5pPr>
            <a:lvl6pPr marL="895350" indent="-176213" algn="l" rtl="0" eaLnBrk="1" fontAlgn="base" hangingPunct="1">
              <a:lnSpc>
                <a:spcPct val="90000"/>
              </a:lnSpc>
              <a:spcBef>
                <a:spcPts val="0"/>
              </a:spcBef>
              <a:spcAft>
                <a:spcPct val="0"/>
              </a:spcAft>
              <a:buChar char="-"/>
              <a:defRPr sz="1200">
                <a:solidFill>
                  <a:schemeClr val="tx1"/>
                </a:solidFill>
                <a:latin typeface="+mn-lt"/>
              </a:defRPr>
            </a:lvl6pPr>
            <a:lvl7pPr marL="1076325" indent="-180975" algn="l" rtl="0" eaLnBrk="1" fontAlgn="base" hangingPunct="1">
              <a:lnSpc>
                <a:spcPct val="90000"/>
              </a:lnSpc>
              <a:spcBef>
                <a:spcPts val="0"/>
              </a:spcBef>
              <a:spcAft>
                <a:spcPct val="0"/>
              </a:spcAft>
              <a:buChar char="-"/>
              <a:defRPr sz="1200" baseline="0">
                <a:solidFill>
                  <a:schemeClr val="tx1"/>
                </a:solidFill>
                <a:latin typeface="+mn-lt"/>
              </a:defRPr>
            </a:lvl7pPr>
            <a:lvl8pPr marL="1257300" indent="-180975" algn="l" rtl="0" eaLnBrk="1" fontAlgn="base" hangingPunct="1">
              <a:lnSpc>
                <a:spcPct val="90000"/>
              </a:lnSpc>
              <a:spcBef>
                <a:spcPts val="0"/>
              </a:spcBef>
              <a:spcAft>
                <a:spcPct val="0"/>
              </a:spcAft>
              <a:buChar char="-"/>
              <a:defRPr sz="1200">
                <a:solidFill>
                  <a:schemeClr val="tx1"/>
                </a:solidFill>
                <a:latin typeface="+mn-lt"/>
              </a:defRPr>
            </a:lvl8pPr>
            <a:lvl9pPr marL="1433513" indent="-176213" algn="l" rtl="0" eaLnBrk="1" fontAlgn="base" hangingPunct="1">
              <a:lnSpc>
                <a:spcPct val="90000"/>
              </a:lnSpc>
              <a:spcBef>
                <a:spcPts val="0"/>
              </a:spcBef>
              <a:spcAft>
                <a:spcPct val="0"/>
              </a:spcAft>
              <a:buChar char="-"/>
              <a:defRPr sz="1200">
                <a:solidFill>
                  <a:schemeClr val="tx1"/>
                </a:solidFill>
                <a:latin typeface="+mn-lt"/>
              </a:defRPr>
            </a:lvl9pPr>
          </a:lstStyle>
          <a:p>
            <a:pPr marL="0" marR="0" lvl="0" indent="0" algn="l" defTabSz="914400" rtl="0" eaLnBrk="1" fontAlgn="base" latinLnBrk="0" hangingPunct="1">
              <a:lnSpc>
                <a:spcPct val="90000"/>
              </a:lnSpc>
              <a:spcBef>
                <a:spcPts val="0"/>
              </a:spcBef>
              <a:spcAft>
                <a:spcPct val="0"/>
              </a:spcAft>
              <a:buClrTx/>
              <a:buSzTx/>
              <a:buFontTx/>
              <a:buNone/>
              <a:tabLst/>
              <a:defRPr/>
            </a:pPr>
            <a:endParaRPr kumimoji="0" lang="de-DE" sz="1400" b="0" i="0" u="none" strike="noStrike" kern="1200" cap="none" spc="0" normalizeH="0" baseline="0" noProof="0">
              <a:ln>
                <a:noFill/>
              </a:ln>
              <a:solidFill>
                <a:srgbClr val="000000"/>
              </a:solidFill>
              <a:effectLst/>
              <a:uLnTx/>
              <a:uFillTx/>
              <a:latin typeface="Ubuntu"/>
              <a:ea typeface="+mn-ea"/>
              <a:cs typeface="+mn-cs"/>
            </a:endParaRPr>
          </a:p>
        </p:txBody>
      </p:sp>
      <p:sp>
        <p:nvSpPr>
          <p:cNvPr id="9" name="Oval 159">
            <a:extLst>
              <a:ext uri="{FF2B5EF4-FFF2-40B4-BE49-F238E27FC236}">
                <a16:creationId xmlns:a16="http://schemas.microsoft.com/office/drawing/2014/main" id="{25BB9A42-436E-405D-A358-B43C17104339}"/>
              </a:ext>
            </a:extLst>
          </p:cNvPr>
          <p:cNvSpPr>
            <a:spLocks noGrp="1" noChangeArrowheads="1"/>
          </p:cNvSpPr>
          <p:nvPr>
            <p:custDataLst>
              <p:tags r:id="rId4"/>
            </p:custDataLst>
          </p:nvPr>
        </p:nvSpPr>
        <p:spPr bwMode="auto">
          <a:xfrm>
            <a:off x="5203508" y="4667251"/>
            <a:ext cx="487953" cy="469708"/>
          </a:xfrm>
          <a:prstGeom prst="ellipse">
            <a:avLst/>
          </a:prstGeom>
          <a:solidFill>
            <a:schemeClr val="accent2">
              <a:lumMod val="75000"/>
            </a:schemeClr>
          </a:solidFill>
          <a:ln w="9525">
            <a:noFill/>
            <a:miter lim="800000"/>
            <a:headEnd/>
            <a:tailEnd/>
          </a:ln>
          <a:effectLst/>
        </p:spPr>
        <p:txBody>
          <a:bodyPr vert="horz" wrap="square" lIns="91440" tIns="45720" rIns="91440" bIns="45720" anchor="t" anchorCtr="0">
            <a:noAutofit/>
          </a:bodyPr>
          <a:lstStyle>
            <a:lvl1pPr algn="l" rtl="0" eaLnBrk="1" fontAlgn="base" hangingPunct="1">
              <a:spcBef>
                <a:spcPts val="0"/>
              </a:spcBef>
              <a:spcAft>
                <a:spcPct val="0"/>
              </a:spcAft>
              <a:defRPr sz="1200" b="0" i="0">
                <a:solidFill>
                  <a:schemeClr val="tx1"/>
                </a:solidFill>
                <a:latin typeface="+mn-lt"/>
                <a:ea typeface="+mn-ea"/>
                <a:cs typeface="+mn-cs"/>
              </a:defRPr>
            </a:lvl1pPr>
            <a:lvl2pPr marL="176213" indent="-174625" algn="l" rtl="0" eaLnBrk="1" fontAlgn="base" hangingPunct="1">
              <a:lnSpc>
                <a:spcPct val="90000"/>
              </a:lnSpc>
              <a:spcBef>
                <a:spcPts val="0"/>
              </a:spcBef>
              <a:spcAft>
                <a:spcPct val="0"/>
              </a:spcAft>
              <a:buFont typeface="Wingdings" pitchFamily="2" charset="2"/>
              <a:buChar char="§"/>
              <a:defRPr sz="1200" baseline="0">
                <a:solidFill>
                  <a:schemeClr val="tx1"/>
                </a:solidFill>
                <a:latin typeface="+mn-lt"/>
              </a:defRPr>
            </a:lvl2pPr>
            <a:lvl3pPr marL="357188" indent="-176213" algn="l" rtl="0" eaLnBrk="1" fontAlgn="base" hangingPunct="1">
              <a:lnSpc>
                <a:spcPct val="90000"/>
              </a:lnSpc>
              <a:spcBef>
                <a:spcPts val="0"/>
              </a:spcBef>
              <a:spcAft>
                <a:spcPct val="0"/>
              </a:spcAft>
              <a:buFont typeface="Arial" pitchFamily="34" charset="0"/>
              <a:buChar char="-"/>
              <a:defRPr sz="1200">
                <a:solidFill>
                  <a:schemeClr val="tx1"/>
                </a:solidFill>
                <a:latin typeface="+mn-lt"/>
              </a:defRPr>
            </a:lvl3pPr>
            <a:lvl4pPr marL="538163" indent="-182563" algn="l" rtl="0" eaLnBrk="1" fontAlgn="base" hangingPunct="1">
              <a:lnSpc>
                <a:spcPct val="90000"/>
              </a:lnSpc>
              <a:spcBef>
                <a:spcPts val="0"/>
              </a:spcBef>
              <a:spcAft>
                <a:spcPct val="0"/>
              </a:spcAft>
              <a:buFont typeface="Arial" pitchFamily="34" charset="0"/>
              <a:buChar char="•"/>
              <a:defRPr sz="1200">
                <a:solidFill>
                  <a:schemeClr val="tx1"/>
                </a:solidFill>
                <a:latin typeface="+mn-lt"/>
              </a:defRPr>
            </a:lvl4pPr>
            <a:lvl5pPr marL="719138" indent="-180975" algn="l" rtl="0" eaLnBrk="1" fontAlgn="base" hangingPunct="1">
              <a:lnSpc>
                <a:spcPct val="90000"/>
              </a:lnSpc>
              <a:spcBef>
                <a:spcPts val="0"/>
              </a:spcBef>
              <a:spcAft>
                <a:spcPct val="0"/>
              </a:spcAft>
              <a:buChar char="-"/>
              <a:defRPr sz="1200">
                <a:solidFill>
                  <a:schemeClr val="tx1"/>
                </a:solidFill>
                <a:latin typeface="+mn-lt"/>
              </a:defRPr>
            </a:lvl5pPr>
            <a:lvl6pPr marL="895350" indent="-176213" algn="l" rtl="0" eaLnBrk="1" fontAlgn="base" hangingPunct="1">
              <a:lnSpc>
                <a:spcPct val="90000"/>
              </a:lnSpc>
              <a:spcBef>
                <a:spcPts val="0"/>
              </a:spcBef>
              <a:spcAft>
                <a:spcPct val="0"/>
              </a:spcAft>
              <a:buChar char="-"/>
              <a:defRPr sz="1200">
                <a:solidFill>
                  <a:schemeClr val="tx1"/>
                </a:solidFill>
                <a:latin typeface="+mn-lt"/>
              </a:defRPr>
            </a:lvl6pPr>
            <a:lvl7pPr marL="1076325" indent="-180975" algn="l" rtl="0" eaLnBrk="1" fontAlgn="base" hangingPunct="1">
              <a:lnSpc>
                <a:spcPct val="90000"/>
              </a:lnSpc>
              <a:spcBef>
                <a:spcPts val="0"/>
              </a:spcBef>
              <a:spcAft>
                <a:spcPct val="0"/>
              </a:spcAft>
              <a:buChar char="-"/>
              <a:defRPr sz="1200" baseline="0">
                <a:solidFill>
                  <a:schemeClr val="tx1"/>
                </a:solidFill>
                <a:latin typeface="+mn-lt"/>
              </a:defRPr>
            </a:lvl7pPr>
            <a:lvl8pPr marL="1257300" indent="-180975" algn="l" rtl="0" eaLnBrk="1" fontAlgn="base" hangingPunct="1">
              <a:lnSpc>
                <a:spcPct val="90000"/>
              </a:lnSpc>
              <a:spcBef>
                <a:spcPts val="0"/>
              </a:spcBef>
              <a:spcAft>
                <a:spcPct val="0"/>
              </a:spcAft>
              <a:buChar char="-"/>
              <a:defRPr sz="1200">
                <a:solidFill>
                  <a:schemeClr val="tx1"/>
                </a:solidFill>
                <a:latin typeface="+mn-lt"/>
              </a:defRPr>
            </a:lvl8pPr>
            <a:lvl9pPr marL="1433513" indent="-176213" algn="l" rtl="0" eaLnBrk="1" fontAlgn="base" hangingPunct="1">
              <a:lnSpc>
                <a:spcPct val="90000"/>
              </a:lnSpc>
              <a:spcBef>
                <a:spcPts val="0"/>
              </a:spcBef>
              <a:spcAft>
                <a:spcPct val="0"/>
              </a:spcAft>
              <a:buChar char="-"/>
              <a:defRPr sz="1200">
                <a:solidFill>
                  <a:schemeClr val="tx1"/>
                </a:solidFill>
                <a:latin typeface="+mn-lt"/>
              </a:defRPr>
            </a:lvl9pPr>
          </a:lstStyle>
          <a:p>
            <a:pPr marL="0" marR="0" lvl="0" indent="0" algn="l" defTabSz="914400" rtl="0" eaLnBrk="1" fontAlgn="base" latinLnBrk="0" hangingPunct="1">
              <a:lnSpc>
                <a:spcPct val="90000"/>
              </a:lnSpc>
              <a:spcBef>
                <a:spcPts val="0"/>
              </a:spcBef>
              <a:spcAft>
                <a:spcPct val="0"/>
              </a:spcAft>
              <a:buClrTx/>
              <a:buSzTx/>
              <a:buFontTx/>
              <a:buNone/>
              <a:tabLst/>
              <a:defRPr/>
            </a:pPr>
            <a:endParaRPr kumimoji="0" lang="de-DE" sz="1400" b="0" i="0" u="none" strike="noStrike" kern="1200" cap="none" spc="0" normalizeH="0" baseline="0" noProof="0">
              <a:ln>
                <a:noFill/>
              </a:ln>
              <a:solidFill>
                <a:srgbClr val="000000"/>
              </a:solidFill>
              <a:effectLst/>
              <a:uLnTx/>
              <a:uFillTx/>
              <a:latin typeface="Ubuntu"/>
              <a:ea typeface="+mn-ea"/>
              <a:cs typeface="+mn-cs"/>
            </a:endParaRPr>
          </a:p>
        </p:txBody>
      </p:sp>
      <p:sp>
        <p:nvSpPr>
          <p:cNvPr id="10" name="Oval 133">
            <a:extLst>
              <a:ext uri="{FF2B5EF4-FFF2-40B4-BE49-F238E27FC236}">
                <a16:creationId xmlns:a16="http://schemas.microsoft.com/office/drawing/2014/main" id="{365F4C1E-9725-405F-8D43-D871902BADD2}"/>
              </a:ext>
            </a:extLst>
          </p:cNvPr>
          <p:cNvSpPr>
            <a:spLocks noGrp="1" noChangeArrowheads="1"/>
          </p:cNvSpPr>
          <p:nvPr>
            <p:custDataLst>
              <p:tags r:id="rId5"/>
            </p:custDataLst>
          </p:nvPr>
        </p:nvSpPr>
        <p:spPr bwMode="auto">
          <a:xfrm>
            <a:off x="7343315" y="2715099"/>
            <a:ext cx="487953" cy="469708"/>
          </a:xfrm>
          <a:prstGeom prst="ellipse">
            <a:avLst/>
          </a:prstGeom>
          <a:solidFill>
            <a:schemeClr val="accent1">
              <a:lumMod val="60000"/>
              <a:lumOff val="40000"/>
            </a:schemeClr>
          </a:solidFill>
          <a:ln w="9525">
            <a:noFill/>
            <a:miter lim="800000"/>
            <a:headEnd/>
            <a:tailEnd/>
          </a:ln>
          <a:effectLst/>
        </p:spPr>
        <p:txBody>
          <a:bodyPr vert="horz" wrap="square" lIns="91440" tIns="45720" rIns="91440" bIns="45720" anchor="t" anchorCtr="0">
            <a:noAutofit/>
          </a:bodyPr>
          <a:lstStyle>
            <a:lvl1pPr algn="l" rtl="0" eaLnBrk="1" fontAlgn="base" hangingPunct="1">
              <a:spcBef>
                <a:spcPts val="0"/>
              </a:spcBef>
              <a:spcAft>
                <a:spcPct val="0"/>
              </a:spcAft>
              <a:defRPr sz="1200" b="0" i="0">
                <a:solidFill>
                  <a:schemeClr val="tx1"/>
                </a:solidFill>
                <a:latin typeface="+mn-lt"/>
                <a:ea typeface="+mn-ea"/>
                <a:cs typeface="+mn-cs"/>
              </a:defRPr>
            </a:lvl1pPr>
            <a:lvl2pPr marL="176213" indent="-174625" algn="l" rtl="0" eaLnBrk="1" fontAlgn="base" hangingPunct="1">
              <a:lnSpc>
                <a:spcPct val="90000"/>
              </a:lnSpc>
              <a:spcBef>
                <a:spcPts val="0"/>
              </a:spcBef>
              <a:spcAft>
                <a:spcPct val="0"/>
              </a:spcAft>
              <a:buFont typeface="Wingdings" pitchFamily="2" charset="2"/>
              <a:buChar char="§"/>
              <a:defRPr sz="1200" baseline="0">
                <a:solidFill>
                  <a:schemeClr val="tx1"/>
                </a:solidFill>
                <a:latin typeface="+mn-lt"/>
              </a:defRPr>
            </a:lvl2pPr>
            <a:lvl3pPr marL="357188" indent="-176213" algn="l" rtl="0" eaLnBrk="1" fontAlgn="base" hangingPunct="1">
              <a:lnSpc>
                <a:spcPct val="90000"/>
              </a:lnSpc>
              <a:spcBef>
                <a:spcPts val="0"/>
              </a:spcBef>
              <a:spcAft>
                <a:spcPct val="0"/>
              </a:spcAft>
              <a:buFont typeface="Arial" pitchFamily="34" charset="0"/>
              <a:buChar char="-"/>
              <a:defRPr sz="1200">
                <a:solidFill>
                  <a:schemeClr val="tx1"/>
                </a:solidFill>
                <a:latin typeface="+mn-lt"/>
              </a:defRPr>
            </a:lvl3pPr>
            <a:lvl4pPr marL="538163" indent="-182563" algn="l" rtl="0" eaLnBrk="1" fontAlgn="base" hangingPunct="1">
              <a:lnSpc>
                <a:spcPct val="90000"/>
              </a:lnSpc>
              <a:spcBef>
                <a:spcPts val="0"/>
              </a:spcBef>
              <a:spcAft>
                <a:spcPct val="0"/>
              </a:spcAft>
              <a:buFont typeface="Arial" pitchFamily="34" charset="0"/>
              <a:buChar char="•"/>
              <a:defRPr sz="1200">
                <a:solidFill>
                  <a:schemeClr val="tx1"/>
                </a:solidFill>
                <a:latin typeface="+mn-lt"/>
              </a:defRPr>
            </a:lvl4pPr>
            <a:lvl5pPr marL="719138" indent="-180975" algn="l" rtl="0" eaLnBrk="1" fontAlgn="base" hangingPunct="1">
              <a:lnSpc>
                <a:spcPct val="90000"/>
              </a:lnSpc>
              <a:spcBef>
                <a:spcPts val="0"/>
              </a:spcBef>
              <a:spcAft>
                <a:spcPct val="0"/>
              </a:spcAft>
              <a:buChar char="-"/>
              <a:defRPr sz="1200">
                <a:solidFill>
                  <a:schemeClr val="tx1"/>
                </a:solidFill>
                <a:latin typeface="+mn-lt"/>
              </a:defRPr>
            </a:lvl5pPr>
            <a:lvl6pPr marL="895350" indent="-176213" algn="l" rtl="0" eaLnBrk="1" fontAlgn="base" hangingPunct="1">
              <a:lnSpc>
                <a:spcPct val="90000"/>
              </a:lnSpc>
              <a:spcBef>
                <a:spcPts val="0"/>
              </a:spcBef>
              <a:spcAft>
                <a:spcPct val="0"/>
              </a:spcAft>
              <a:buChar char="-"/>
              <a:defRPr sz="1200">
                <a:solidFill>
                  <a:schemeClr val="tx1"/>
                </a:solidFill>
                <a:latin typeface="+mn-lt"/>
              </a:defRPr>
            </a:lvl6pPr>
            <a:lvl7pPr marL="1076325" indent="-180975" algn="l" rtl="0" eaLnBrk="1" fontAlgn="base" hangingPunct="1">
              <a:lnSpc>
                <a:spcPct val="90000"/>
              </a:lnSpc>
              <a:spcBef>
                <a:spcPts val="0"/>
              </a:spcBef>
              <a:spcAft>
                <a:spcPct val="0"/>
              </a:spcAft>
              <a:buChar char="-"/>
              <a:defRPr sz="1200" baseline="0">
                <a:solidFill>
                  <a:schemeClr val="tx1"/>
                </a:solidFill>
                <a:latin typeface="+mn-lt"/>
              </a:defRPr>
            </a:lvl7pPr>
            <a:lvl8pPr marL="1257300" indent="-180975" algn="l" rtl="0" eaLnBrk="1" fontAlgn="base" hangingPunct="1">
              <a:lnSpc>
                <a:spcPct val="90000"/>
              </a:lnSpc>
              <a:spcBef>
                <a:spcPts val="0"/>
              </a:spcBef>
              <a:spcAft>
                <a:spcPct val="0"/>
              </a:spcAft>
              <a:buChar char="-"/>
              <a:defRPr sz="1200">
                <a:solidFill>
                  <a:schemeClr val="tx1"/>
                </a:solidFill>
                <a:latin typeface="+mn-lt"/>
              </a:defRPr>
            </a:lvl8pPr>
            <a:lvl9pPr marL="1433513" indent="-176213" algn="l" rtl="0" eaLnBrk="1" fontAlgn="base" hangingPunct="1">
              <a:lnSpc>
                <a:spcPct val="90000"/>
              </a:lnSpc>
              <a:spcBef>
                <a:spcPts val="0"/>
              </a:spcBef>
              <a:spcAft>
                <a:spcPct val="0"/>
              </a:spcAft>
              <a:buChar char="-"/>
              <a:defRPr sz="1200">
                <a:solidFill>
                  <a:schemeClr val="tx1"/>
                </a:solidFill>
                <a:latin typeface="+mn-lt"/>
              </a:defRPr>
            </a:lvl9pPr>
          </a:lstStyle>
          <a:p>
            <a:pPr marL="0" marR="0" lvl="0" indent="0" algn="l" defTabSz="914400" rtl="0" eaLnBrk="1" fontAlgn="base" latinLnBrk="0" hangingPunct="1">
              <a:lnSpc>
                <a:spcPct val="90000"/>
              </a:lnSpc>
              <a:spcBef>
                <a:spcPts val="0"/>
              </a:spcBef>
              <a:spcAft>
                <a:spcPct val="0"/>
              </a:spcAft>
              <a:buClrTx/>
              <a:buSzTx/>
              <a:buFontTx/>
              <a:buNone/>
              <a:tabLst/>
              <a:defRPr/>
            </a:pPr>
            <a:endParaRPr kumimoji="0" lang="de-DE" sz="1400" b="0" i="0" u="none" strike="noStrike" kern="1200" cap="none" spc="0" normalizeH="0" baseline="0" noProof="0">
              <a:ln>
                <a:noFill/>
              </a:ln>
              <a:solidFill>
                <a:srgbClr val="000000"/>
              </a:solidFill>
              <a:effectLst/>
              <a:uLnTx/>
              <a:uFillTx/>
              <a:latin typeface="Ubuntu"/>
              <a:ea typeface="+mn-ea"/>
              <a:cs typeface="+mn-cs"/>
            </a:endParaRPr>
          </a:p>
        </p:txBody>
      </p:sp>
      <p:sp>
        <p:nvSpPr>
          <p:cNvPr id="11" name="Oval 133">
            <a:extLst>
              <a:ext uri="{FF2B5EF4-FFF2-40B4-BE49-F238E27FC236}">
                <a16:creationId xmlns:a16="http://schemas.microsoft.com/office/drawing/2014/main" id="{2842FC56-85B6-41DC-9B0C-35C1A5DA2567}"/>
              </a:ext>
            </a:extLst>
          </p:cNvPr>
          <p:cNvSpPr>
            <a:spLocks noGrp="1" noChangeArrowheads="1"/>
          </p:cNvSpPr>
          <p:nvPr>
            <p:custDataLst>
              <p:tags r:id="rId6"/>
            </p:custDataLst>
          </p:nvPr>
        </p:nvSpPr>
        <p:spPr bwMode="auto">
          <a:xfrm>
            <a:off x="7221374" y="3918033"/>
            <a:ext cx="487953" cy="469708"/>
          </a:xfrm>
          <a:prstGeom prst="ellipse">
            <a:avLst/>
          </a:prstGeom>
          <a:solidFill>
            <a:schemeClr val="accent1">
              <a:lumMod val="75000"/>
            </a:schemeClr>
          </a:solidFill>
          <a:ln w="9525">
            <a:noFill/>
            <a:miter lim="800000"/>
            <a:headEnd/>
            <a:tailEnd/>
          </a:ln>
          <a:effectLst/>
        </p:spPr>
        <p:txBody>
          <a:bodyPr vert="horz" wrap="square" lIns="91440" tIns="45720" rIns="91440" bIns="45720" anchor="t" anchorCtr="0">
            <a:noAutofit/>
          </a:bodyPr>
          <a:lstStyle>
            <a:lvl1pPr algn="l" rtl="0" eaLnBrk="1" fontAlgn="base" hangingPunct="1">
              <a:spcBef>
                <a:spcPts val="0"/>
              </a:spcBef>
              <a:spcAft>
                <a:spcPct val="0"/>
              </a:spcAft>
              <a:defRPr sz="1200" b="0" i="0">
                <a:solidFill>
                  <a:schemeClr val="tx1"/>
                </a:solidFill>
                <a:latin typeface="+mn-lt"/>
                <a:ea typeface="+mn-ea"/>
                <a:cs typeface="+mn-cs"/>
              </a:defRPr>
            </a:lvl1pPr>
            <a:lvl2pPr marL="176213" indent="-174625" algn="l" rtl="0" eaLnBrk="1" fontAlgn="base" hangingPunct="1">
              <a:lnSpc>
                <a:spcPct val="90000"/>
              </a:lnSpc>
              <a:spcBef>
                <a:spcPts val="0"/>
              </a:spcBef>
              <a:spcAft>
                <a:spcPct val="0"/>
              </a:spcAft>
              <a:buFont typeface="Wingdings" pitchFamily="2" charset="2"/>
              <a:buChar char="§"/>
              <a:defRPr sz="1200" baseline="0">
                <a:solidFill>
                  <a:schemeClr val="tx1"/>
                </a:solidFill>
                <a:latin typeface="+mn-lt"/>
              </a:defRPr>
            </a:lvl2pPr>
            <a:lvl3pPr marL="357188" indent="-176213" algn="l" rtl="0" eaLnBrk="1" fontAlgn="base" hangingPunct="1">
              <a:lnSpc>
                <a:spcPct val="90000"/>
              </a:lnSpc>
              <a:spcBef>
                <a:spcPts val="0"/>
              </a:spcBef>
              <a:spcAft>
                <a:spcPct val="0"/>
              </a:spcAft>
              <a:buFont typeface="Arial" pitchFamily="34" charset="0"/>
              <a:buChar char="-"/>
              <a:defRPr sz="1200">
                <a:solidFill>
                  <a:schemeClr val="tx1"/>
                </a:solidFill>
                <a:latin typeface="+mn-lt"/>
              </a:defRPr>
            </a:lvl3pPr>
            <a:lvl4pPr marL="538163" indent="-182563" algn="l" rtl="0" eaLnBrk="1" fontAlgn="base" hangingPunct="1">
              <a:lnSpc>
                <a:spcPct val="90000"/>
              </a:lnSpc>
              <a:spcBef>
                <a:spcPts val="0"/>
              </a:spcBef>
              <a:spcAft>
                <a:spcPct val="0"/>
              </a:spcAft>
              <a:buFont typeface="Arial" pitchFamily="34" charset="0"/>
              <a:buChar char="•"/>
              <a:defRPr sz="1200">
                <a:solidFill>
                  <a:schemeClr val="tx1"/>
                </a:solidFill>
                <a:latin typeface="+mn-lt"/>
              </a:defRPr>
            </a:lvl4pPr>
            <a:lvl5pPr marL="719138" indent="-180975" algn="l" rtl="0" eaLnBrk="1" fontAlgn="base" hangingPunct="1">
              <a:lnSpc>
                <a:spcPct val="90000"/>
              </a:lnSpc>
              <a:spcBef>
                <a:spcPts val="0"/>
              </a:spcBef>
              <a:spcAft>
                <a:spcPct val="0"/>
              </a:spcAft>
              <a:buChar char="-"/>
              <a:defRPr sz="1200">
                <a:solidFill>
                  <a:schemeClr val="tx1"/>
                </a:solidFill>
                <a:latin typeface="+mn-lt"/>
              </a:defRPr>
            </a:lvl5pPr>
            <a:lvl6pPr marL="895350" indent="-176213" algn="l" rtl="0" eaLnBrk="1" fontAlgn="base" hangingPunct="1">
              <a:lnSpc>
                <a:spcPct val="90000"/>
              </a:lnSpc>
              <a:spcBef>
                <a:spcPts val="0"/>
              </a:spcBef>
              <a:spcAft>
                <a:spcPct val="0"/>
              </a:spcAft>
              <a:buChar char="-"/>
              <a:defRPr sz="1200">
                <a:solidFill>
                  <a:schemeClr val="tx1"/>
                </a:solidFill>
                <a:latin typeface="+mn-lt"/>
              </a:defRPr>
            </a:lvl6pPr>
            <a:lvl7pPr marL="1076325" indent="-180975" algn="l" rtl="0" eaLnBrk="1" fontAlgn="base" hangingPunct="1">
              <a:lnSpc>
                <a:spcPct val="90000"/>
              </a:lnSpc>
              <a:spcBef>
                <a:spcPts val="0"/>
              </a:spcBef>
              <a:spcAft>
                <a:spcPct val="0"/>
              </a:spcAft>
              <a:buChar char="-"/>
              <a:defRPr sz="1200" baseline="0">
                <a:solidFill>
                  <a:schemeClr val="tx1"/>
                </a:solidFill>
                <a:latin typeface="+mn-lt"/>
              </a:defRPr>
            </a:lvl7pPr>
            <a:lvl8pPr marL="1257300" indent="-180975" algn="l" rtl="0" eaLnBrk="1" fontAlgn="base" hangingPunct="1">
              <a:lnSpc>
                <a:spcPct val="90000"/>
              </a:lnSpc>
              <a:spcBef>
                <a:spcPts val="0"/>
              </a:spcBef>
              <a:spcAft>
                <a:spcPct val="0"/>
              </a:spcAft>
              <a:buChar char="-"/>
              <a:defRPr sz="1200">
                <a:solidFill>
                  <a:schemeClr val="tx1"/>
                </a:solidFill>
                <a:latin typeface="+mn-lt"/>
              </a:defRPr>
            </a:lvl8pPr>
            <a:lvl9pPr marL="1433513" indent="-176213" algn="l" rtl="0" eaLnBrk="1" fontAlgn="base" hangingPunct="1">
              <a:lnSpc>
                <a:spcPct val="90000"/>
              </a:lnSpc>
              <a:spcBef>
                <a:spcPts val="0"/>
              </a:spcBef>
              <a:spcAft>
                <a:spcPct val="0"/>
              </a:spcAft>
              <a:buChar char="-"/>
              <a:defRPr sz="1200">
                <a:solidFill>
                  <a:schemeClr val="tx1"/>
                </a:solidFill>
                <a:latin typeface="+mn-lt"/>
              </a:defRPr>
            </a:lvl9pPr>
          </a:lstStyle>
          <a:p>
            <a:pPr marL="0" marR="0" lvl="0" indent="0" algn="l" defTabSz="914400" rtl="0" eaLnBrk="1" fontAlgn="base" latinLnBrk="0" hangingPunct="1">
              <a:lnSpc>
                <a:spcPct val="90000"/>
              </a:lnSpc>
              <a:spcBef>
                <a:spcPts val="0"/>
              </a:spcBef>
              <a:spcAft>
                <a:spcPct val="0"/>
              </a:spcAft>
              <a:buClrTx/>
              <a:buSzTx/>
              <a:buFontTx/>
              <a:buNone/>
              <a:tabLst/>
              <a:defRPr/>
            </a:pPr>
            <a:endParaRPr kumimoji="0" lang="de-DE" sz="1400" b="0" i="0" u="none" strike="noStrike" kern="1200" cap="none" spc="0" normalizeH="0" baseline="0" noProof="0">
              <a:ln>
                <a:noFill/>
              </a:ln>
              <a:solidFill>
                <a:srgbClr val="000000"/>
              </a:solidFill>
              <a:effectLst/>
              <a:uLnTx/>
              <a:uFillTx/>
              <a:latin typeface="Ubuntu"/>
              <a:ea typeface="+mn-ea"/>
              <a:cs typeface="+mn-cs"/>
            </a:endParaRPr>
          </a:p>
        </p:txBody>
      </p:sp>
      <p:sp>
        <p:nvSpPr>
          <p:cNvPr id="12" name="Oval 133">
            <a:extLst>
              <a:ext uri="{FF2B5EF4-FFF2-40B4-BE49-F238E27FC236}">
                <a16:creationId xmlns:a16="http://schemas.microsoft.com/office/drawing/2014/main" id="{EAF17D6E-4C83-4857-AC8C-D428F3286B40}"/>
              </a:ext>
            </a:extLst>
          </p:cNvPr>
          <p:cNvSpPr>
            <a:spLocks noGrp="1" noChangeArrowheads="1"/>
          </p:cNvSpPr>
          <p:nvPr>
            <p:custDataLst>
              <p:tags r:id="rId7"/>
            </p:custDataLst>
          </p:nvPr>
        </p:nvSpPr>
        <p:spPr bwMode="auto">
          <a:xfrm>
            <a:off x="6482208" y="4656264"/>
            <a:ext cx="487953" cy="469708"/>
          </a:xfrm>
          <a:prstGeom prst="ellipse">
            <a:avLst/>
          </a:prstGeom>
          <a:solidFill>
            <a:schemeClr val="accent1">
              <a:lumMod val="50000"/>
            </a:schemeClr>
          </a:solidFill>
          <a:ln w="9525">
            <a:noFill/>
            <a:miter lim="800000"/>
            <a:headEnd/>
            <a:tailEnd/>
          </a:ln>
          <a:effectLst/>
        </p:spPr>
        <p:txBody>
          <a:bodyPr vert="horz" wrap="square" lIns="91440" tIns="45720" rIns="91440" bIns="45720" anchor="t" anchorCtr="0">
            <a:noAutofit/>
          </a:bodyPr>
          <a:lstStyle>
            <a:lvl1pPr algn="l" rtl="0" eaLnBrk="1" fontAlgn="base" hangingPunct="1">
              <a:spcBef>
                <a:spcPts val="0"/>
              </a:spcBef>
              <a:spcAft>
                <a:spcPct val="0"/>
              </a:spcAft>
              <a:defRPr sz="1200" b="0" i="0">
                <a:solidFill>
                  <a:schemeClr val="tx1"/>
                </a:solidFill>
                <a:latin typeface="+mn-lt"/>
                <a:ea typeface="+mn-ea"/>
                <a:cs typeface="+mn-cs"/>
              </a:defRPr>
            </a:lvl1pPr>
            <a:lvl2pPr marL="176213" indent="-174625" algn="l" rtl="0" eaLnBrk="1" fontAlgn="base" hangingPunct="1">
              <a:lnSpc>
                <a:spcPct val="90000"/>
              </a:lnSpc>
              <a:spcBef>
                <a:spcPts val="0"/>
              </a:spcBef>
              <a:spcAft>
                <a:spcPct val="0"/>
              </a:spcAft>
              <a:buFont typeface="Wingdings" pitchFamily="2" charset="2"/>
              <a:buChar char="§"/>
              <a:defRPr sz="1200" baseline="0">
                <a:solidFill>
                  <a:schemeClr val="tx1"/>
                </a:solidFill>
                <a:latin typeface="+mn-lt"/>
              </a:defRPr>
            </a:lvl2pPr>
            <a:lvl3pPr marL="357188" indent="-176213" algn="l" rtl="0" eaLnBrk="1" fontAlgn="base" hangingPunct="1">
              <a:lnSpc>
                <a:spcPct val="90000"/>
              </a:lnSpc>
              <a:spcBef>
                <a:spcPts val="0"/>
              </a:spcBef>
              <a:spcAft>
                <a:spcPct val="0"/>
              </a:spcAft>
              <a:buFont typeface="Arial" pitchFamily="34" charset="0"/>
              <a:buChar char="-"/>
              <a:defRPr sz="1200">
                <a:solidFill>
                  <a:schemeClr val="tx1"/>
                </a:solidFill>
                <a:latin typeface="+mn-lt"/>
              </a:defRPr>
            </a:lvl3pPr>
            <a:lvl4pPr marL="538163" indent="-182563" algn="l" rtl="0" eaLnBrk="1" fontAlgn="base" hangingPunct="1">
              <a:lnSpc>
                <a:spcPct val="90000"/>
              </a:lnSpc>
              <a:spcBef>
                <a:spcPts val="0"/>
              </a:spcBef>
              <a:spcAft>
                <a:spcPct val="0"/>
              </a:spcAft>
              <a:buFont typeface="Arial" pitchFamily="34" charset="0"/>
              <a:buChar char="•"/>
              <a:defRPr sz="1200">
                <a:solidFill>
                  <a:schemeClr val="tx1"/>
                </a:solidFill>
                <a:latin typeface="+mn-lt"/>
              </a:defRPr>
            </a:lvl4pPr>
            <a:lvl5pPr marL="719138" indent="-180975" algn="l" rtl="0" eaLnBrk="1" fontAlgn="base" hangingPunct="1">
              <a:lnSpc>
                <a:spcPct val="90000"/>
              </a:lnSpc>
              <a:spcBef>
                <a:spcPts val="0"/>
              </a:spcBef>
              <a:spcAft>
                <a:spcPct val="0"/>
              </a:spcAft>
              <a:buChar char="-"/>
              <a:defRPr sz="1200">
                <a:solidFill>
                  <a:schemeClr val="tx1"/>
                </a:solidFill>
                <a:latin typeface="+mn-lt"/>
              </a:defRPr>
            </a:lvl5pPr>
            <a:lvl6pPr marL="895350" indent="-176213" algn="l" rtl="0" eaLnBrk="1" fontAlgn="base" hangingPunct="1">
              <a:lnSpc>
                <a:spcPct val="90000"/>
              </a:lnSpc>
              <a:spcBef>
                <a:spcPts val="0"/>
              </a:spcBef>
              <a:spcAft>
                <a:spcPct val="0"/>
              </a:spcAft>
              <a:buChar char="-"/>
              <a:defRPr sz="1200">
                <a:solidFill>
                  <a:schemeClr val="tx1"/>
                </a:solidFill>
                <a:latin typeface="+mn-lt"/>
              </a:defRPr>
            </a:lvl6pPr>
            <a:lvl7pPr marL="1076325" indent="-180975" algn="l" rtl="0" eaLnBrk="1" fontAlgn="base" hangingPunct="1">
              <a:lnSpc>
                <a:spcPct val="90000"/>
              </a:lnSpc>
              <a:spcBef>
                <a:spcPts val="0"/>
              </a:spcBef>
              <a:spcAft>
                <a:spcPct val="0"/>
              </a:spcAft>
              <a:buChar char="-"/>
              <a:defRPr sz="1200" baseline="0">
                <a:solidFill>
                  <a:schemeClr val="tx1"/>
                </a:solidFill>
                <a:latin typeface="+mn-lt"/>
              </a:defRPr>
            </a:lvl7pPr>
            <a:lvl8pPr marL="1257300" indent="-180975" algn="l" rtl="0" eaLnBrk="1" fontAlgn="base" hangingPunct="1">
              <a:lnSpc>
                <a:spcPct val="90000"/>
              </a:lnSpc>
              <a:spcBef>
                <a:spcPts val="0"/>
              </a:spcBef>
              <a:spcAft>
                <a:spcPct val="0"/>
              </a:spcAft>
              <a:buChar char="-"/>
              <a:defRPr sz="1200">
                <a:solidFill>
                  <a:schemeClr val="tx1"/>
                </a:solidFill>
                <a:latin typeface="+mn-lt"/>
              </a:defRPr>
            </a:lvl8pPr>
            <a:lvl9pPr marL="1433513" indent="-176213" algn="l" rtl="0" eaLnBrk="1" fontAlgn="base" hangingPunct="1">
              <a:lnSpc>
                <a:spcPct val="90000"/>
              </a:lnSpc>
              <a:spcBef>
                <a:spcPts val="0"/>
              </a:spcBef>
              <a:spcAft>
                <a:spcPct val="0"/>
              </a:spcAft>
              <a:buChar char="-"/>
              <a:defRPr sz="1200">
                <a:solidFill>
                  <a:schemeClr val="tx1"/>
                </a:solidFill>
                <a:latin typeface="+mn-lt"/>
              </a:defRPr>
            </a:lvl9pPr>
          </a:lstStyle>
          <a:p>
            <a:pPr marL="0" marR="0" lvl="0" indent="0" algn="l" defTabSz="914400" rtl="0" eaLnBrk="1" fontAlgn="base" latinLnBrk="0" hangingPunct="1">
              <a:lnSpc>
                <a:spcPct val="90000"/>
              </a:lnSpc>
              <a:spcBef>
                <a:spcPts val="0"/>
              </a:spcBef>
              <a:spcAft>
                <a:spcPct val="0"/>
              </a:spcAft>
              <a:buClrTx/>
              <a:buSzTx/>
              <a:buFontTx/>
              <a:buNone/>
              <a:tabLst/>
              <a:defRPr/>
            </a:pPr>
            <a:endParaRPr kumimoji="0" lang="de-DE" sz="1400" b="0" i="0" u="none" strike="noStrike" kern="1200" cap="none" spc="0" normalizeH="0" baseline="0" noProof="0">
              <a:ln>
                <a:noFill/>
              </a:ln>
              <a:solidFill>
                <a:srgbClr val="000000"/>
              </a:solidFill>
              <a:effectLst/>
              <a:uLnTx/>
              <a:uFillTx/>
              <a:latin typeface="Ubuntu"/>
              <a:ea typeface="+mn-ea"/>
              <a:cs typeface="+mn-cs"/>
            </a:endParaRPr>
          </a:p>
        </p:txBody>
      </p:sp>
      <p:sp>
        <p:nvSpPr>
          <p:cNvPr id="13" name="Freeform 165">
            <a:extLst>
              <a:ext uri="{FF2B5EF4-FFF2-40B4-BE49-F238E27FC236}">
                <a16:creationId xmlns:a16="http://schemas.microsoft.com/office/drawing/2014/main" id="{BC02F323-9915-4211-832B-654549A77C71}"/>
              </a:ext>
            </a:extLst>
          </p:cNvPr>
          <p:cNvSpPr>
            <a:spLocks noEditPoints="1"/>
          </p:cNvSpPr>
          <p:nvPr/>
        </p:nvSpPr>
        <p:spPr bwMode="auto">
          <a:xfrm>
            <a:off x="5276305" y="4798643"/>
            <a:ext cx="325250" cy="251027"/>
          </a:xfrm>
          <a:custGeom>
            <a:avLst/>
            <a:gdLst/>
            <a:ahLst/>
            <a:cxnLst>
              <a:cxn ang="0">
                <a:pos x="338" y="179"/>
              </a:cxn>
              <a:cxn ang="0">
                <a:pos x="332" y="161"/>
              </a:cxn>
              <a:cxn ang="0">
                <a:pos x="314" y="156"/>
              </a:cxn>
              <a:cxn ang="0">
                <a:pos x="246" y="156"/>
              </a:cxn>
              <a:cxn ang="0">
                <a:pos x="233" y="169"/>
              </a:cxn>
              <a:cxn ang="0">
                <a:pos x="230" y="239"/>
              </a:cxn>
              <a:cxn ang="0">
                <a:pos x="238" y="257"/>
              </a:cxn>
              <a:cxn ang="0">
                <a:pos x="252" y="262"/>
              </a:cxn>
              <a:cxn ang="0">
                <a:pos x="324" y="262"/>
              </a:cxn>
              <a:cxn ang="0">
                <a:pos x="336" y="249"/>
              </a:cxn>
              <a:cxn ang="0">
                <a:pos x="338" y="179"/>
              </a:cxn>
              <a:cxn ang="0">
                <a:pos x="284" y="152"/>
              </a:cxn>
              <a:cxn ang="0">
                <a:pos x="279" y="134"/>
              </a:cxn>
              <a:cxn ang="0">
                <a:pos x="262" y="129"/>
              </a:cxn>
              <a:cxn ang="0">
                <a:pos x="187" y="129"/>
              </a:cxn>
              <a:cxn ang="0">
                <a:pos x="141" y="131"/>
              </a:cxn>
              <a:cxn ang="0">
                <a:pos x="263" y="67"/>
              </a:cxn>
              <a:cxn ang="0">
                <a:pos x="210" y="107"/>
              </a:cxn>
              <a:cxn ang="0">
                <a:pos x="203" y="124"/>
              </a:cxn>
              <a:cxn ang="0">
                <a:pos x="186" y="131"/>
              </a:cxn>
              <a:cxn ang="0">
                <a:pos x="72" y="131"/>
              </a:cxn>
              <a:cxn ang="0">
                <a:pos x="56" y="124"/>
              </a:cxn>
              <a:cxn ang="0">
                <a:pos x="48" y="107"/>
              </a:cxn>
              <a:cxn ang="0">
                <a:pos x="146" y="271"/>
              </a:cxn>
              <a:cxn ang="0">
                <a:pos x="103" y="268"/>
              </a:cxn>
              <a:cxn ang="0">
                <a:pos x="91" y="255"/>
              </a:cxn>
              <a:cxn ang="0">
                <a:pos x="89" y="188"/>
              </a:cxn>
              <a:cxn ang="0">
                <a:pos x="96" y="171"/>
              </a:cxn>
              <a:cxn ang="0">
                <a:pos x="111" y="163"/>
              </a:cxn>
              <a:cxn ang="0">
                <a:pos x="183" y="166"/>
              </a:cxn>
              <a:cxn ang="0">
                <a:pos x="194" y="179"/>
              </a:cxn>
              <a:cxn ang="0">
                <a:pos x="197" y="249"/>
              </a:cxn>
              <a:cxn ang="0">
                <a:pos x="259" y="83"/>
              </a:cxn>
              <a:cxn ang="0">
                <a:pos x="252" y="100"/>
              </a:cxn>
              <a:cxn ang="0">
                <a:pos x="235" y="105"/>
              </a:cxn>
              <a:cxn ang="0">
                <a:pos x="167" y="105"/>
              </a:cxn>
              <a:cxn ang="0">
                <a:pos x="154" y="92"/>
              </a:cxn>
              <a:cxn ang="0">
                <a:pos x="151" y="22"/>
              </a:cxn>
              <a:cxn ang="0">
                <a:pos x="159" y="5"/>
              </a:cxn>
              <a:cxn ang="0">
                <a:pos x="173" y="0"/>
              </a:cxn>
              <a:cxn ang="0">
                <a:pos x="244" y="0"/>
              </a:cxn>
              <a:cxn ang="0">
                <a:pos x="257" y="13"/>
              </a:cxn>
              <a:cxn ang="0">
                <a:pos x="259" y="83"/>
              </a:cxn>
              <a:cxn ang="0">
                <a:pos x="107" y="83"/>
              </a:cxn>
              <a:cxn ang="0">
                <a:pos x="102" y="100"/>
              </a:cxn>
              <a:cxn ang="0">
                <a:pos x="83" y="105"/>
              </a:cxn>
              <a:cxn ang="0">
                <a:pos x="13" y="105"/>
              </a:cxn>
              <a:cxn ang="0">
                <a:pos x="0" y="92"/>
              </a:cxn>
              <a:cxn ang="0">
                <a:pos x="0" y="22"/>
              </a:cxn>
              <a:cxn ang="0">
                <a:pos x="5" y="5"/>
              </a:cxn>
              <a:cxn ang="0">
                <a:pos x="23" y="0"/>
              </a:cxn>
              <a:cxn ang="0">
                <a:pos x="94" y="0"/>
              </a:cxn>
              <a:cxn ang="0">
                <a:pos x="107" y="13"/>
              </a:cxn>
              <a:cxn ang="0">
                <a:pos x="107" y="83"/>
              </a:cxn>
            </a:cxnLst>
            <a:rect l="0" t="0" r="r" b="b"/>
            <a:pathLst>
              <a:path w="338" h="271">
                <a:moveTo>
                  <a:pt x="338" y="179"/>
                </a:moveTo>
                <a:lnTo>
                  <a:pt x="338" y="179"/>
                </a:lnTo>
                <a:lnTo>
                  <a:pt x="336" y="169"/>
                </a:lnTo>
                <a:lnTo>
                  <a:pt x="332" y="161"/>
                </a:lnTo>
                <a:lnTo>
                  <a:pt x="324" y="156"/>
                </a:lnTo>
                <a:lnTo>
                  <a:pt x="314" y="156"/>
                </a:lnTo>
                <a:lnTo>
                  <a:pt x="252" y="156"/>
                </a:lnTo>
                <a:lnTo>
                  <a:pt x="246" y="156"/>
                </a:lnTo>
                <a:lnTo>
                  <a:pt x="238" y="161"/>
                </a:lnTo>
                <a:lnTo>
                  <a:pt x="233" y="169"/>
                </a:lnTo>
                <a:lnTo>
                  <a:pt x="230" y="179"/>
                </a:lnTo>
                <a:lnTo>
                  <a:pt x="230" y="239"/>
                </a:lnTo>
                <a:lnTo>
                  <a:pt x="233" y="249"/>
                </a:lnTo>
                <a:lnTo>
                  <a:pt x="238" y="257"/>
                </a:lnTo>
                <a:lnTo>
                  <a:pt x="246" y="262"/>
                </a:lnTo>
                <a:lnTo>
                  <a:pt x="252" y="262"/>
                </a:lnTo>
                <a:lnTo>
                  <a:pt x="314" y="262"/>
                </a:lnTo>
                <a:lnTo>
                  <a:pt x="324" y="262"/>
                </a:lnTo>
                <a:lnTo>
                  <a:pt x="332" y="257"/>
                </a:lnTo>
                <a:lnTo>
                  <a:pt x="336" y="249"/>
                </a:lnTo>
                <a:lnTo>
                  <a:pt x="338" y="239"/>
                </a:lnTo>
                <a:lnTo>
                  <a:pt x="338" y="179"/>
                </a:lnTo>
                <a:moveTo>
                  <a:pt x="284" y="152"/>
                </a:moveTo>
                <a:lnTo>
                  <a:pt x="284" y="152"/>
                </a:lnTo>
                <a:lnTo>
                  <a:pt x="284" y="142"/>
                </a:lnTo>
                <a:lnTo>
                  <a:pt x="279" y="134"/>
                </a:lnTo>
                <a:lnTo>
                  <a:pt x="271" y="132"/>
                </a:lnTo>
                <a:lnTo>
                  <a:pt x="262" y="129"/>
                </a:lnTo>
                <a:lnTo>
                  <a:pt x="243" y="129"/>
                </a:lnTo>
                <a:lnTo>
                  <a:pt x="187" y="129"/>
                </a:lnTo>
                <a:moveTo>
                  <a:pt x="141" y="163"/>
                </a:moveTo>
                <a:lnTo>
                  <a:pt x="141" y="131"/>
                </a:lnTo>
                <a:moveTo>
                  <a:pt x="320" y="67"/>
                </a:moveTo>
                <a:lnTo>
                  <a:pt x="263" y="67"/>
                </a:lnTo>
                <a:moveTo>
                  <a:pt x="210" y="107"/>
                </a:moveTo>
                <a:lnTo>
                  <a:pt x="210" y="107"/>
                </a:lnTo>
                <a:lnTo>
                  <a:pt x="210" y="118"/>
                </a:lnTo>
                <a:lnTo>
                  <a:pt x="203" y="124"/>
                </a:lnTo>
                <a:lnTo>
                  <a:pt x="197" y="128"/>
                </a:lnTo>
                <a:lnTo>
                  <a:pt x="186" y="131"/>
                </a:lnTo>
                <a:lnTo>
                  <a:pt x="141" y="131"/>
                </a:lnTo>
                <a:lnTo>
                  <a:pt x="72" y="131"/>
                </a:lnTo>
                <a:lnTo>
                  <a:pt x="64" y="128"/>
                </a:lnTo>
                <a:lnTo>
                  <a:pt x="56" y="124"/>
                </a:lnTo>
                <a:lnTo>
                  <a:pt x="51" y="118"/>
                </a:lnTo>
                <a:lnTo>
                  <a:pt x="48" y="107"/>
                </a:lnTo>
                <a:moveTo>
                  <a:pt x="162" y="271"/>
                </a:moveTo>
                <a:lnTo>
                  <a:pt x="146" y="271"/>
                </a:lnTo>
                <a:lnTo>
                  <a:pt x="111" y="271"/>
                </a:lnTo>
                <a:lnTo>
                  <a:pt x="103" y="268"/>
                </a:lnTo>
                <a:lnTo>
                  <a:pt x="96" y="263"/>
                </a:lnTo>
                <a:lnTo>
                  <a:pt x="91" y="255"/>
                </a:lnTo>
                <a:lnTo>
                  <a:pt x="89" y="249"/>
                </a:lnTo>
                <a:lnTo>
                  <a:pt x="89" y="188"/>
                </a:lnTo>
                <a:lnTo>
                  <a:pt x="91" y="179"/>
                </a:lnTo>
                <a:lnTo>
                  <a:pt x="96" y="171"/>
                </a:lnTo>
                <a:lnTo>
                  <a:pt x="103" y="166"/>
                </a:lnTo>
                <a:lnTo>
                  <a:pt x="111" y="163"/>
                </a:lnTo>
                <a:lnTo>
                  <a:pt x="172" y="163"/>
                </a:lnTo>
                <a:lnTo>
                  <a:pt x="183" y="166"/>
                </a:lnTo>
                <a:lnTo>
                  <a:pt x="189" y="171"/>
                </a:lnTo>
                <a:lnTo>
                  <a:pt x="194" y="179"/>
                </a:lnTo>
                <a:lnTo>
                  <a:pt x="197" y="188"/>
                </a:lnTo>
                <a:lnTo>
                  <a:pt x="197" y="249"/>
                </a:lnTo>
                <a:moveTo>
                  <a:pt x="259" y="83"/>
                </a:moveTo>
                <a:lnTo>
                  <a:pt x="259" y="83"/>
                </a:lnTo>
                <a:lnTo>
                  <a:pt x="257" y="92"/>
                </a:lnTo>
                <a:lnTo>
                  <a:pt x="252" y="100"/>
                </a:lnTo>
                <a:lnTo>
                  <a:pt x="244" y="105"/>
                </a:lnTo>
                <a:lnTo>
                  <a:pt x="235" y="105"/>
                </a:lnTo>
                <a:lnTo>
                  <a:pt x="173" y="105"/>
                </a:lnTo>
                <a:lnTo>
                  <a:pt x="167" y="105"/>
                </a:lnTo>
                <a:lnTo>
                  <a:pt x="159" y="100"/>
                </a:lnTo>
                <a:lnTo>
                  <a:pt x="154" y="92"/>
                </a:lnTo>
                <a:lnTo>
                  <a:pt x="151" y="83"/>
                </a:lnTo>
                <a:lnTo>
                  <a:pt x="151" y="22"/>
                </a:lnTo>
                <a:lnTo>
                  <a:pt x="154" y="13"/>
                </a:lnTo>
                <a:lnTo>
                  <a:pt x="159" y="5"/>
                </a:lnTo>
                <a:lnTo>
                  <a:pt x="167" y="0"/>
                </a:lnTo>
                <a:lnTo>
                  <a:pt x="173" y="0"/>
                </a:lnTo>
                <a:lnTo>
                  <a:pt x="235" y="0"/>
                </a:lnTo>
                <a:lnTo>
                  <a:pt x="244" y="0"/>
                </a:lnTo>
                <a:lnTo>
                  <a:pt x="252" y="5"/>
                </a:lnTo>
                <a:lnTo>
                  <a:pt x="257" y="13"/>
                </a:lnTo>
                <a:lnTo>
                  <a:pt x="259" y="22"/>
                </a:lnTo>
                <a:lnTo>
                  <a:pt x="259" y="83"/>
                </a:lnTo>
                <a:moveTo>
                  <a:pt x="107" y="83"/>
                </a:moveTo>
                <a:lnTo>
                  <a:pt x="107" y="83"/>
                </a:lnTo>
                <a:lnTo>
                  <a:pt x="107" y="92"/>
                </a:lnTo>
                <a:lnTo>
                  <a:pt x="102" y="100"/>
                </a:lnTo>
                <a:lnTo>
                  <a:pt x="94" y="105"/>
                </a:lnTo>
                <a:lnTo>
                  <a:pt x="83" y="105"/>
                </a:lnTo>
                <a:lnTo>
                  <a:pt x="23" y="105"/>
                </a:lnTo>
                <a:lnTo>
                  <a:pt x="13" y="105"/>
                </a:lnTo>
                <a:lnTo>
                  <a:pt x="5" y="100"/>
                </a:lnTo>
                <a:lnTo>
                  <a:pt x="0" y="92"/>
                </a:lnTo>
                <a:lnTo>
                  <a:pt x="0" y="83"/>
                </a:lnTo>
                <a:lnTo>
                  <a:pt x="0" y="22"/>
                </a:lnTo>
                <a:lnTo>
                  <a:pt x="0" y="13"/>
                </a:lnTo>
                <a:lnTo>
                  <a:pt x="5" y="5"/>
                </a:lnTo>
                <a:lnTo>
                  <a:pt x="13" y="0"/>
                </a:lnTo>
                <a:lnTo>
                  <a:pt x="23" y="0"/>
                </a:lnTo>
                <a:lnTo>
                  <a:pt x="83" y="0"/>
                </a:lnTo>
                <a:lnTo>
                  <a:pt x="94" y="0"/>
                </a:lnTo>
                <a:lnTo>
                  <a:pt x="102" y="5"/>
                </a:lnTo>
                <a:lnTo>
                  <a:pt x="107" y="13"/>
                </a:lnTo>
                <a:lnTo>
                  <a:pt x="107" y="22"/>
                </a:lnTo>
                <a:lnTo>
                  <a:pt x="107" y="83"/>
                </a:ln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Ubuntu"/>
              <a:ea typeface="+mn-ea"/>
              <a:cs typeface="Arial" charset="0"/>
            </a:endParaRPr>
          </a:p>
        </p:txBody>
      </p:sp>
      <p:sp>
        <p:nvSpPr>
          <p:cNvPr id="14" name="Freeform 715">
            <a:extLst>
              <a:ext uri="{FF2B5EF4-FFF2-40B4-BE49-F238E27FC236}">
                <a16:creationId xmlns:a16="http://schemas.microsoft.com/office/drawing/2014/main" id="{55DF2A2D-7E11-4518-A1B2-533E7D74E7B0}"/>
              </a:ext>
            </a:extLst>
          </p:cNvPr>
          <p:cNvSpPr>
            <a:spLocks noEditPoints="1"/>
          </p:cNvSpPr>
          <p:nvPr/>
        </p:nvSpPr>
        <p:spPr bwMode="auto">
          <a:xfrm>
            <a:off x="6588042" y="4807204"/>
            <a:ext cx="313201" cy="190285"/>
          </a:xfrm>
          <a:custGeom>
            <a:avLst/>
            <a:gdLst/>
            <a:ahLst/>
            <a:cxnLst>
              <a:cxn ang="0">
                <a:pos x="123" y="21"/>
              </a:cxn>
              <a:cxn ang="0">
                <a:pos x="146" y="21"/>
              </a:cxn>
              <a:cxn ang="0">
                <a:pos x="146" y="45"/>
              </a:cxn>
              <a:cxn ang="0">
                <a:pos x="54" y="86"/>
              </a:cxn>
              <a:cxn ang="0">
                <a:pos x="79" y="61"/>
              </a:cxn>
              <a:cxn ang="0">
                <a:pos x="93" y="76"/>
              </a:cxn>
              <a:cxn ang="0">
                <a:pos x="136" y="32"/>
              </a:cxn>
              <a:cxn ang="0">
                <a:pos x="42" y="95"/>
              </a:cxn>
              <a:cxn ang="0">
                <a:pos x="164" y="95"/>
              </a:cxn>
              <a:cxn ang="0">
                <a:pos x="42" y="23"/>
              </a:cxn>
              <a:cxn ang="0">
                <a:pos x="42" y="95"/>
              </a:cxn>
              <a:cxn ang="0">
                <a:pos x="200" y="112"/>
              </a:cxn>
              <a:cxn ang="0">
                <a:pos x="187" y="126"/>
              </a:cxn>
              <a:cxn ang="0">
                <a:pos x="14" y="126"/>
              </a:cxn>
              <a:cxn ang="0">
                <a:pos x="0" y="112"/>
              </a:cxn>
              <a:cxn ang="0">
                <a:pos x="182" y="112"/>
              </a:cxn>
              <a:cxn ang="0">
                <a:pos x="182" y="0"/>
              </a:cxn>
              <a:cxn ang="0">
                <a:pos x="18" y="0"/>
              </a:cxn>
              <a:cxn ang="0">
                <a:pos x="18" y="97"/>
              </a:cxn>
            </a:cxnLst>
            <a:rect l="0" t="0" r="r" b="b"/>
            <a:pathLst>
              <a:path w="200" h="126">
                <a:moveTo>
                  <a:pt x="123" y="21"/>
                </a:moveTo>
                <a:cubicBezTo>
                  <a:pt x="146" y="21"/>
                  <a:pt x="146" y="21"/>
                  <a:pt x="146" y="21"/>
                </a:cubicBezTo>
                <a:cubicBezTo>
                  <a:pt x="146" y="45"/>
                  <a:pt x="146" y="45"/>
                  <a:pt x="146" y="45"/>
                </a:cubicBezTo>
                <a:moveTo>
                  <a:pt x="54" y="86"/>
                </a:moveTo>
                <a:cubicBezTo>
                  <a:pt x="79" y="61"/>
                  <a:pt x="79" y="61"/>
                  <a:pt x="79" y="61"/>
                </a:cubicBezTo>
                <a:cubicBezTo>
                  <a:pt x="93" y="76"/>
                  <a:pt x="93" y="76"/>
                  <a:pt x="93" y="76"/>
                </a:cubicBezTo>
                <a:cubicBezTo>
                  <a:pt x="136" y="32"/>
                  <a:pt x="136" y="32"/>
                  <a:pt x="136" y="32"/>
                </a:cubicBezTo>
                <a:moveTo>
                  <a:pt x="42" y="95"/>
                </a:moveTo>
                <a:cubicBezTo>
                  <a:pt x="164" y="95"/>
                  <a:pt x="164" y="95"/>
                  <a:pt x="164" y="95"/>
                </a:cubicBezTo>
                <a:moveTo>
                  <a:pt x="42" y="23"/>
                </a:moveTo>
                <a:cubicBezTo>
                  <a:pt x="42" y="95"/>
                  <a:pt x="42" y="95"/>
                  <a:pt x="42" y="95"/>
                </a:cubicBezTo>
                <a:moveTo>
                  <a:pt x="200" y="112"/>
                </a:moveTo>
                <a:cubicBezTo>
                  <a:pt x="200" y="120"/>
                  <a:pt x="194" y="126"/>
                  <a:pt x="187" y="126"/>
                </a:cubicBezTo>
                <a:cubicBezTo>
                  <a:pt x="14" y="126"/>
                  <a:pt x="14" y="126"/>
                  <a:pt x="14" y="126"/>
                </a:cubicBezTo>
                <a:cubicBezTo>
                  <a:pt x="6" y="126"/>
                  <a:pt x="0" y="120"/>
                  <a:pt x="0" y="112"/>
                </a:cubicBezTo>
                <a:cubicBezTo>
                  <a:pt x="182" y="112"/>
                  <a:pt x="182" y="112"/>
                  <a:pt x="182" y="112"/>
                </a:cubicBezTo>
                <a:cubicBezTo>
                  <a:pt x="182" y="0"/>
                  <a:pt x="182" y="0"/>
                  <a:pt x="182" y="0"/>
                </a:cubicBezTo>
                <a:cubicBezTo>
                  <a:pt x="18" y="0"/>
                  <a:pt x="18" y="0"/>
                  <a:pt x="18" y="0"/>
                </a:cubicBezTo>
                <a:cubicBezTo>
                  <a:pt x="18" y="97"/>
                  <a:pt x="18" y="97"/>
                  <a:pt x="18" y="97"/>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15" name="Line 321">
            <a:extLst>
              <a:ext uri="{FF2B5EF4-FFF2-40B4-BE49-F238E27FC236}">
                <a16:creationId xmlns:a16="http://schemas.microsoft.com/office/drawing/2014/main" id="{5EC5BCC9-3F0D-470E-99CF-0DBCDEBF24E9}"/>
              </a:ext>
            </a:extLst>
          </p:cNvPr>
          <p:cNvSpPr>
            <a:spLocks noChangeShapeType="1"/>
          </p:cNvSpPr>
          <p:nvPr/>
        </p:nvSpPr>
        <p:spPr bwMode="auto">
          <a:xfrm flipH="1">
            <a:off x="7316694" y="4312695"/>
            <a:ext cx="334276" cy="1206"/>
          </a:xfrm>
          <a:prstGeom prst="line">
            <a:avLst/>
          </a:pr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16" name="Oval 322">
            <a:extLst>
              <a:ext uri="{FF2B5EF4-FFF2-40B4-BE49-F238E27FC236}">
                <a16:creationId xmlns:a16="http://schemas.microsoft.com/office/drawing/2014/main" id="{6AFBCBF1-AF2D-415B-8F07-E9DD31012A7A}"/>
              </a:ext>
            </a:extLst>
          </p:cNvPr>
          <p:cNvSpPr>
            <a:spLocks noChangeArrowheads="1"/>
          </p:cNvSpPr>
          <p:nvPr/>
        </p:nvSpPr>
        <p:spPr bwMode="auto">
          <a:xfrm>
            <a:off x="7451262" y="4023569"/>
            <a:ext cx="45719" cy="45719"/>
          </a:xfrm>
          <a:prstGeom prst="ellipse">
            <a:avLst/>
          </a:pr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17" name="Freeform 323">
            <a:extLst>
              <a:ext uri="{FF2B5EF4-FFF2-40B4-BE49-F238E27FC236}">
                <a16:creationId xmlns:a16="http://schemas.microsoft.com/office/drawing/2014/main" id="{31BB1728-4B5C-4788-974D-6E601E8E7623}"/>
              </a:ext>
            </a:extLst>
          </p:cNvPr>
          <p:cNvSpPr>
            <a:spLocks/>
          </p:cNvSpPr>
          <p:nvPr/>
        </p:nvSpPr>
        <p:spPr bwMode="auto">
          <a:xfrm>
            <a:off x="7535201" y="4098183"/>
            <a:ext cx="45719" cy="139798"/>
          </a:xfrm>
          <a:custGeom>
            <a:avLst/>
            <a:gdLst/>
            <a:ahLst/>
            <a:cxnLst>
              <a:cxn ang="0">
                <a:pos x="0" y="116"/>
              </a:cxn>
              <a:cxn ang="0">
                <a:pos x="0" y="0"/>
              </a:cxn>
              <a:cxn ang="0">
                <a:pos x="34" y="0"/>
              </a:cxn>
              <a:cxn ang="0">
                <a:pos x="34" y="116"/>
              </a:cxn>
            </a:cxnLst>
            <a:rect l="0" t="0" r="r" b="b"/>
            <a:pathLst>
              <a:path w="34" h="116">
                <a:moveTo>
                  <a:pt x="0" y="116"/>
                </a:moveTo>
                <a:lnTo>
                  <a:pt x="0" y="0"/>
                </a:lnTo>
                <a:lnTo>
                  <a:pt x="34" y="0"/>
                </a:lnTo>
                <a:lnTo>
                  <a:pt x="34" y="116"/>
                </a:lnTo>
              </a:path>
            </a:pathLst>
          </a:custGeom>
          <a:noFill/>
          <a:ln w="9525" cap="rnd">
            <a:solidFill>
              <a:schemeClr val="bg1"/>
            </a:solidFill>
            <a:prstDash val="solid"/>
            <a:round/>
            <a:headEnd/>
            <a:tailEnd/>
          </a:ln>
          <a:effectLst/>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18" name="Freeform 324">
            <a:extLst>
              <a:ext uri="{FF2B5EF4-FFF2-40B4-BE49-F238E27FC236}">
                <a16:creationId xmlns:a16="http://schemas.microsoft.com/office/drawing/2014/main" id="{585FFDAC-B4F2-4A17-9080-E72839041CFE}"/>
              </a:ext>
            </a:extLst>
          </p:cNvPr>
          <p:cNvSpPr>
            <a:spLocks/>
          </p:cNvSpPr>
          <p:nvPr/>
        </p:nvSpPr>
        <p:spPr bwMode="auto">
          <a:xfrm>
            <a:off x="7459256" y="4098183"/>
            <a:ext cx="45719" cy="139798"/>
          </a:xfrm>
          <a:custGeom>
            <a:avLst/>
            <a:gdLst/>
            <a:ahLst/>
            <a:cxnLst>
              <a:cxn ang="0">
                <a:pos x="0" y="116"/>
              </a:cxn>
              <a:cxn ang="0">
                <a:pos x="0" y="0"/>
              </a:cxn>
              <a:cxn ang="0">
                <a:pos x="33" y="0"/>
              </a:cxn>
              <a:cxn ang="0">
                <a:pos x="33" y="116"/>
              </a:cxn>
            </a:cxnLst>
            <a:rect l="0" t="0" r="r" b="b"/>
            <a:pathLst>
              <a:path w="33" h="116">
                <a:moveTo>
                  <a:pt x="0" y="116"/>
                </a:moveTo>
                <a:lnTo>
                  <a:pt x="0" y="0"/>
                </a:lnTo>
                <a:lnTo>
                  <a:pt x="33" y="0"/>
                </a:lnTo>
                <a:lnTo>
                  <a:pt x="33" y="116"/>
                </a:ln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19" name="Freeform 325">
            <a:extLst>
              <a:ext uri="{FF2B5EF4-FFF2-40B4-BE49-F238E27FC236}">
                <a16:creationId xmlns:a16="http://schemas.microsoft.com/office/drawing/2014/main" id="{92FF6FFA-EB6F-4230-91F4-D7BA2DD17F93}"/>
              </a:ext>
            </a:extLst>
          </p:cNvPr>
          <p:cNvSpPr>
            <a:spLocks/>
          </p:cNvSpPr>
          <p:nvPr/>
        </p:nvSpPr>
        <p:spPr bwMode="auto">
          <a:xfrm>
            <a:off x="7385976" y="4098183"/>
            <a:ext cx="45719" cy="139798"/>
          </a:xfrm>
          <a:custGeom>
            <a:avLst/>
            <a:gdLst/>
            <a:ahLst/>
            <a:cxnLst>
              <a:cxn ang="0">
                <a:pos x="0" y="116"/>
              </a:cxn>
              <a:cxn ang="0">
                <a:pos x="0" y="0"/>
              </a:cxn>
              <a:cxn ang="0">
                <a:pos x="33" y="0"/>
              </a:cxn>
              <a:cxn ang="0">
                <a:pos x="33" y="116"/>
              </a:cxn>
            </a:cxnLst>
            <a:rect l="0" t="0" r="r" b="b"/>
            <a:pathLst>
              <a:path w="33" h="116">
                <a:moveTo>
                  <a:pt x="0" y="116"/>
                </a:moveTo>
                <a:lnTo>
                  <a:pt x="0" y="0"/>
                </a:lnTo>
                <a:lnTo>
                  <a:pt x="33" y="0"/>
                </a:lnTo>
                <a:lnTo>
                  <a:pt x="33" y="116"/>
                </a:ln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20" name="Freeform 326">
            <a:extLst>
              <a:ext uri="{FF2B5EF4-FFF2-40B4-BE49-F238E27FC236}">
                <a16:creationId xmlns:a16="http://schemas.microsoft.com/office/drawing/2014/main" id="{FF47C9BF-00A6-4D3D-8A7C-54BCB73EE710}"/>
              </a:ext>
            </a:extLst>
          </p:cNvPr>
          <p:cNvSpPr>
            <a:spLocks/>
          </p:cNvSpPr>
          <p:nvPr/>
        </p:nvSpPr>
        <p:spPr bwMode="auto">
          <a:xfrm>
            <a:off x="7330018" y="3978271"/>
            <a:ext cx="279189" cy="260314"/>
          </a:xfrm>
          <a:custGeom>
            <a:avLst/>
            <a:gdLst/>
            <a:ahLst/>
            <a:cxnLst>
              <a:cxn ang="0">
                <a:pos x="17" y="168"/>
              </a:cxn>
              <a:cxn ang="0">
                <a:pos x="17" y="78"/>
              </a:cxn>
              <a:cxn ang="0">
                <a:pos x="12" y="75"/>
              </a:cxn>
              <a:cxn ang="0">
                <a:pos x="0" y="75"/>
              </a:cxn>
              <a:cxn ang="0">
                <a:pos x="0" y="62"/>
              </a:cxn>
              <a:cxn ang="0">
                <a:pos x="84" y="4"/>
              </a:cxn>
              <a:cxn ang="0">
                <a:pos x="95" y="4"/>
              </a:cxn>
              <a:cxn ang="0">
                <a:pos x="183" y="59"/>
              </a:cxn>
              <a:cxn ang="0">
                <a:pos x="183" y="72"/>
              </a:cxn>
              <a:cxn ang="0">
                <a:pos x="177" y="76"/>
              </a:cxn>
              <a:cxn ang="0">
                <a:pos x="171" y="76"/>
              </a:cxn>
              <a:cxn ang="0">
                <a:pos x="171" y="177"/>
              </a:cxn>
              <a:cxn ang="0">
                <a:pos x="183" y="177"/>
              </a:cxn>
            </a:cxnLst>
            <a:rect l="0" t="0" r="r" b="b"/>
            <a:pathLst>
              <a:path w="183" h="177">
                <a:moveTo>
                  <a:pt x="17" y="168"/>
                </a:moveTo>
                <a:cubicBezTo>
                  <a:pt x="17" y="78"/>
                  <a:pt x="17" y="78"/>
                  <a:pt x="17" y="78"/>
                </a:cubicBezTo>
                <a:cubicBezTo>
                  <a:pt x="17" y="78"/>
                  <a:pt x="19" y="75"/>
                  <a:pt x="12" y="75"/>
                </a:cubicBezTo>
                <a:cubicBezTo>
                  <a:pt x="0" y="75"/>
                  <a:pt x="0" y="75"/>
                  <a:pt x="0" y="75"/>
                </a:cubicBezTo>
                <a:cubicBezTo>
                  <a:pt x="0" y="62"/>
                  <a:pt x="0" y="62"/>
                  <a:pt x="0" y="62"/>
                </a:cubicBezTo>
                <a:cubicBezTo>
                  <a:pt x="0" y="62"/>
                  <a:pt x="64" y="20"/>
                  <a:pt x="84" y="4"/>
                </a:cubicBezTo>
                <a:cubicBezTo>
                  <a:pt x="86" y="3"/>
                  <a:pt x="89" y="0"/>
                  <a:pt x="95" y="4"/>
                </a:cubicBezTo>
                <a:cubicBezTo>
                  <a:pt x="100" y="9"/>
                  <a:pt x="183" y="59"/>
                  <a:pt x="183" y="59"/>
                </a:cubicBezTo>
                <a:cubicBezTo>
                  <a:pt x="183" y="72"/>
                  <a:pt x="183" y="72"/>
                  <a:pt x="183" y="72"/>
                </a:cubicBezTo>
                <a:cubicBezTo>
                  <a:pt x="183" y="72"/>
                  <a:pt x="183" y="76"/>
                  <a:pt x="177" y="76"/>
                </a:cubicBezTo>
                <a:cubicBezTo>
                  <a:pt x="171" y="76"/>
                  <a:pt x="171" y="76"/>
                  <a:pt x="171" y="76"/>
                </a:cubicBezTo>
                <a:cubicBezTo>
                  <a:pt x="171" y="177"/>
                  <a:pt x="171" y="177"/>
                  <a:pt x="171" y="177"/>
                </a:cubicBezTo>
                <a:cubicBezTo>
                  <a:pt x="183" y="177"/>
                  <a:pt x="183" y="177"/>
                  <a:pt x="183" y="177"/>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21" name="Freeform 327">
            <a:extLst>
              <a:ext uri="{FF2B5EF4-FFF2-40B4-BE49-F238E27FC236}">
                <a16:creationId xmlns:a16="http://schemas.microsoft.com/office/drawing/2014/main" id="{1CA6AE1E-4D86-48B0-BB0E-BE5D7A20A02D}"/>
              </a:ext>
            </a:extLst>
          </p:cNvPr>
          <p:cNvSpPr>
            <a:spLocks/>
          </p:cNvSpPr>
          <p:nvPr/>
        </p:nvSpPr>
        <p:spPr bwMode="auto">
          <a:xfrm>
            <a:off x="7308699" y="4255402"/>
            <a:ext cx="45719" cy="51822"/>
          </a:xfrm>
          <a:custGeom>
            <a:avLst/>
            <a:gdLst/>
            <a:ahLst/>
            <a:cxnLst>
              <a:cxn ang="0">
                <a:pos x="22" y="0"/>
              </a:cxn>
              <a:cxn ang="0">
                <a:pos x="4" y="35"/>
              </a:cxn>
            </a:cxnLst>
            <a:rect l="0" t="0" r="r" b="b"/>
            <a:pathLst>
              <a:path w="22" h="35">
                <a:moveTo>
                  <a:pt x="22" y="0"/>
                </a:moveTo>
                <a:cubicBezTo>
                  <a:pt x="0" y="12"/>
                  <a:pt x="4" y="35"/>
                  <a:pt x="4" y="35"/>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22" name="Oval 160">
            <a:extLst>
              <a:ext uri="{FF2B5EF4-FFF2-40B4-BE49-F238E27FC236}">
                <a16:creationId xmlns:a16="http://schemas.microsoft.com/office/drawing/2014/main" id="{7094CB72-7D5D-40C4-AA92-1B5DBE20A29A}"/>
              </a:ext>
            </a:extLst>
          </p:cNvPr>
          <p:cNvSpPr/>
          <p:nvPr/>
        </p:nvSpPr>
        <p:spPr>
          <a:xfrm>
            <a:off x="6469149" y="1802690"/>
            <a:ext cx="487953" cy="469708"/>
          </a:xfrm>
          <a:prstGeom prst="ellipse">
            <a:avLst/>
          </a:prstGeom>
          <a:solidFill>
            <a:schemeClr val="accent1">
              <a:lumMod val="40000"/>
              <a:lumOff val="6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base" latinLnBrk="0" hangingPunct="1">
              <a:lnSpc>
                <a:spcPct val="90000"/>
              </a:lnSpc>
              <a:spcBef>
                <a:spcPts val="0"/>
              </a:spcBef>
              <a:spcAft>
                <a:spcPct val="0"/>
              </a:spcAft>
              <a:buClrTx/>
              <a:buSzTx/>
              <a:buFontTx/>
              <a:buNone/>
              <a:tabLst/>
              <a:defRPr/>
            </a:pPr>
            <a:endParaRPr kumimoji="0" lang="de-DE" sz="1400" b="0" i="0" u="none" strike="noStrike" kern="1200" cap="none" spc="0" normalizeH="0" baseline="0" noProof="0" err="1">
              <a:ln>
                <a:noFill/>
              </a:ln>
              <a:solidFill>
                <a:srgbClr val="000000"/>
              </a:solidFill>
              <a:effectLst/>
              <a:uLnTx/>
              <a:uFillTx/>
              <a:latin typeface="Ubuntu"/>
              <a:ea typeface="+mn-ea"/>
              <a:cs typeface="+mn-cs"/>
            </a:endParaRPr>
          </a:p>
        </p:txBody>
      </p:sp>
      <p:sp>
        <p:nvSpPr>
          <p:cNvPr id="23" name="Freeform 228">
            <a:extLst>
              <a:ext uri="{FF2B5EF4-FFF2-40B4-BE49-F238E27FC236}">
                <a16:creationId xmlns:a16="http://schemas.microsoft.com/office/drawing/2014/main" id="{03698ED5-CD99-49D7-AC8B-C6DBE8C3AE23}"/>
              </a:ext>
            </a:extLst>
          </p:cNvPr>
          <p:cNvSpPr>
            <a:spLocks/>
          </p:cNvSpPr>
          <p:nvPr/>
        </p:nvSpPr>
        <p:spPr bwMode="auto">
          <a:xfrm>
            <a:off x="6579429" y="1913653"/>
            <a:ext cx="91333" cy="51579"/>
          </a:xfrm>
          <a:custGeom>
            <a:avLst/>
            <a:gdLst/>
            <a:ahLst/>
            <a:cxnLst>
              <a:cxn ang="0">
                <a:pos x="0" y="36"/>
              </a:cxn>
              <a:cxn ang="0">
                <a:pos x="61" y="7"/>
              </a:cxn>
            </a:cxnLst>
            <a:rect l="0" t="0" r="r" b="b"/>
            <a:pathLst>
              <a:path w="61" h="36">
                <a:moveTo>
                  <a:pt x="0" y="36"/>
                </a:moveTo>
                <a:cubicBezTo>
                  <a:pt x="0" y="36"/>
                  <a:pt x="18" y="0"/>
                  <a:pt x="61" y="7"/>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24" name="Freeform 229">
            <a:extLst>
              <a:ext uri="{FF2B5EF4-FFF2-40B4-BE49-F238E27FC236}">
                <a16:creationId xmlns:a16="http://schemas.microsoft.com/office/drawing/2014/main" id="{59B0067E-D629-4667-8980-C78BCFF7B4A2}"/>
              </a:ext>
            </a:extLst>
          </p:cNvPr>
          <p:cNvSpPr>
            <a:spLocks/>
          </p:cNvSpPr>
          <p:nvPr/>
        </p:nvSpPr>
        <p:spPr bwMode="auto">
          <a:xfrm>
            <a:off x="6570356" y="1960307"/>
            <a:ext cx="45719" cy="45719"/>
          </a:xfrm>
          <a:custGeom>
            <a:avLst/>
            <a:gdLst/>
            <a:ahLst/>
            <a:cxnLst>
              <a:cxn ang="0">
                <a:pos x="17" y="9"/>
              </a:cxn>
              <a:cxn ang="0">
                <a:pos x="1" y="19"/>
              </a:cxn>
              <a:cxn ang="0">
                <a:pos x="0" y="0"/>
              </a:cxn>
              <a:cxn ang="0">
                <a:pos x="17" y="9"/>
              </a:cxn>
              <a:cxn ang="0">
                <a:pos x="17" y="9"/>
              </a:cxn>
              <a:cxn ang="0">
                <a:pos x="17" y="9"/>
              </a:cxn>
            </a:cxnLst>
            <a:rect l="0" t="0" r="r" b="b"/>
            <a:pathLst>
              <a:path w="17" h="19">
                <a:moveTo>
                  <a:pt x="17" y="9"/>
                </a:moveTo>
                <a:lnTo>
                  <a:pt x="1" y="19"/>
                </a:lnTo>
                <a:lnTo>
                  <a:pt x="0" y="0"/>
                </a:lnTo>
                <a:lnTo>
                  <a:pt x="17" y="9"/>
                </a:lnTo>
                <a:lnTo>
                  <a:pt x="17" y="9"/>
                </a:lnTo>
                <a:lnTo>
                  <a:pt x="17" y="9"/>
                </a:ln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25" name="Freeform 230">
            <a:extLst>
              <a:ext uri="{FF2B5EF4-FFF2-40B4-BE49-F238E27FC236}">
                <a16:creationId xmlns:a16="http://schemas.microsoft.com/office/drawing/2014/main" id="{4D6CCFA3-53C6-49E9-B80B-C5E02DBD056A}"/>
              </a:ext>
            </a:extLst>
          </p:cNvPr>
          <p:cNvSpPr>
            <a:spLocks/>
          </p:cNvSpPr>
          <p:nvPr/>
        </p:nvSpPr>
        <p:spPr bwMode="auto">
          <a:xfrm>
            <a:off x="6570356" y="1960307"/>
            <a:ext cx="45719" cy="45719"/>
          </a:xfrm>
          <a:custGeom>
            <a:avLst/>
            <a:gdLst/>
            <a:ahLst/>
            <a:cxnLst>
              <a:cxn ang="0">
                <a:pos x="17" y="9"/>
              </a:cxn>
              <a:cxn ang="0">
                <a:pos x="1" y="19"/>
              </a:cxn>
              <a:cxn ang="0">
                <a:pos x="0" y="0"/>
              </a:cxn>
              <a:cxn ang="0">
                <a:pos x="17" y="9"/>
              </a:cxn>
              <a:cxn ang="0">
                <a:pos x="17" y="9"/>
              </a:cxn>
              <a:cxn ang="0">
                <a:pos x="17" y="9"/>
              </a:cxn>
            </a:cxnLst>
            <a:rect l="0" t="0" r="r" b="b"/>
            <a:pathLst>
              <a:path w="17" h="19">
                <a:moveTo>
                  <a:pt x="17" y="9"/>
                </a:moveTo>
                <a:lnTo>
                  <a:pt x="1" y="19"/>
                </a:lnTo>
                <a:lnTo>
                  <a:pt x="0" y="0"/>
                </a:lnTo>
                <a:lnTo>
                  <a:pt x="17" y="9"/>
                </a:lnTo>
                <a:lnTo>
                  <a:pt x="17" y="9"/>
                </a:lnTo>
                <a:lnTo>
                  <a:pt x="17" y="9"/>
                </a:ln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26" name="Freeform 231">
            <a:extLst>
              <a:ext uri="{FF2B5EF4-FFF2-40B4-BE49-F238E27FC236}">
                <a16:creationId xmlns:a16="http://schemas.microsoft.com/office/drawing/2014/main" id="{08CB485A-113A-4CAE-B43A-E66BB2D14082}"/>
              </a:ext>
            </a:extLst>
          </p:cNvPr>
          <p:cNvSpPr>
            <a:spLocks/>
          </p:cNvSpPr>
          <p:nvPr/>
        </p:nvSpPr>
        <p:spPr bwMode="auto">
          <a:xfrm>
            <a:off x="6670147" y="1913652"/>
            <a:ext cx="45719" cy="45719"/>
          </a:xfrm>
          <a:custGeom>
            <a:avLst/>
            <a:gdLst/>
            <a:ahLst/>
            <a:cxnLst>
              <a:cxn ang="0">
                <a:pos x="0" y="18"/>
              </a:cxn>
              <a:cxn ang="0">
                <a:pos x="18" y="11"/>
              </a:cxn>
              <a:cxn ang="0">
                <a:pos x="4" y="0"/>
              </a:cxn>
              <a:cxn ang="0">
                <a:pos x="0" y="18"/>
              </a:cxn>
              <a:cxn ang="0">
                <a:pos x="0" y="18"/>
              </a:cxn>
              <a:cxn ang="0">
                <a:pos x="0" y="18"/>
              </a:cxn>
            </a:cxnLst>
            <a:rect l="0" t="0" r="r" b="b"/>
            <a:pathLst>
              <a:path w="18" h="18">
                <a:moveTo>
                  <a:pt x="0" y="18"/>
                </a:moveTo>
                <a:lnTo>
                  <a:pt x="18" y="11"/>
                </a:lnTo>
                <a:lnTo>
                  <a:pt x="4" y="0"/>
                </a:lnTo>
                <a:lnTo>
                  <a:pt x="0" y="18"/>
                </a:lnTo>
                <a:lnTo>
                  <a:pt x="0" y="18"/>
                </a:lnTo>
                <a:lnTo>
                  <a:pt x="0" y="18"/>
                </a:ln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27" name="Freeform 232">
            <a:extLst>
              <a:ext uri="{FF2B5EF4-FFF2-40B4-BE49-F238E27FC236}">
                <a16:creationId xmlns:a16="http://schemas.microsoft.com/office/drawing/2014/main" id="{831EEC46-6441-4555-AFA9-9191202D1DEA}"/>
              </a:ext>
            </a:extLst>
          </p:cNvPr>
          <p:cNvSpPr>
            <a:spLocks/>
          </p:cNvSpPr>
          <p:nvPr/>
        </p:nvSpPr>
        <p:spPr bwMode="auto">
          <a:xfrm>
            <a:off x="6670147" y="1913652"/>
            <a:ext cx="45719" cy="45719"/>
          </a:xfrm>
          <a:custGeom>
            <a:avLst/>
            <a:gdLst/>
            <a:ahLst/>
            <a:cxnLst>
              <a:cxn ang="0">
                <a:pos x="0" y="18"/>
              </a:cxn>
              <a:cxn ang="0">
                <a:pos x="18" y="11"/>
              </a:cxn>
              <a:cxn ang="0">
                <a:pos x="4" y="0"/>
              </a:cxn>
              <a:cxn ang="0">
                <a:pos x="0" y="18"/>
              </a:cxn>
              <a:cxn ang="0">
                <a:pos x="0" y="18"/>
              </a:cxn>
              <a:cxn ang="0">
                <a:pos x="0" y="18"/>
              </a:cxn>
            </a:cxnLst>
            <a:rect l="0" t="0" r="r" b="b"/>
            <a:pathLst>
              <a:path w="18" h="18">
                <a:moveTo>
                  <a:pt x="0" y="18"/>
                </a:moveTo>
                <a:lnTo>
                  <a:pt x="18" y="11"/>
                </a:lnTo>
                <a:lnTo>
                  <a:pt x="4" y="0"/>
                </a:lnTo>
                <a:lnTo>
                  <a:pt x="0" y="18"/>
                </a:lnTo>
                <a:lnTo>
                  <a:pt x="0" y="18"/>
                </a:lnTo>
                <a:lnTo>
                  <a:pt x="0" y="18"/>
                </a:ln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28" name="Freeform 233">
            <a:extLst>
              <a:ext uri="{FF2B5EF4-FFF2-40B4-BE49-F238E27FC236}">
                <a16:creationId xmlns:a16="http://schemas.microsoft.com/office/drawing/2014/main" id="{05565A31-4BAE-4CB7-B099-E01BF4C13CCD}"/>
              </a:ext>
            </a:extLst>
          </p:cNvPr>
          <p:cNvSpPr>
            <a:spLocks/>
          </p:cNvSpPr>
          <p:nvPr/>
        </p:nvSpPr>
        <p:spPr bwMode="auto">
          <a:xfrm>
            <a:off x="6788081" y="1994004"/>
            <a:ext cx="47493" cy="46890"/>
          </a:xfrm>
          <a:custGeom>
            <a:avLst/>
            <a:gdLst/>
            <a:ahLst/>
            <a:cxnLst>
              <a:cxn ang="0">
                <a:pos x="32" y="5"/>
              </a:cxn>
              <a:cxn ang="0">
                <a:pos x="1" y="33"/>
              </a:cxn>
            </a:cxnLst>
            <a:rect l="0" t="0" r="r" b="b"/>
            <a:pathLst>
              <a:path w="32" h="33">
                <a:moveTo>
                  <a:pt x="32" y="5"/>
                </a:moveTo>
                <a:cubicBezTo>
                  <a:pt x="32" y="5"/>
                  <a:pt x="0" y="0"/>
                  <a:pt x="1" y="33"/>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29" name="Freeform 234">
            <a:extLst>
              <a:ext uri="{FF2B5EF4-FFF2-40B4-BE49-F238E27FC236}">
                <a16:creationId xmlns:a16="http://schemas.microsoft.com/office/drawing/2014/main" id="{3D821AC1-3A48-48CA-AE3E-CABF558E4A00}"/>
              </a:ext>
            </a:extLst>
          </p:cNvPr>
          <p:cNvSpPr>
            <a:spLocks/>
          </p:cNvSpPr>
          <p:nvPr/>
        </p:nvSpPr>
        <p:spPr bwMode="auto">
          <a:xfrm>
            <a:off x="6833438" y="1990115"/>
            <a:ext cx="45719" cy="45719"/>
          </a:xfrm>
          <a:custGeom>
            <a:avLst/>
            <a:gdLst/>
            <a:ahLst/>
            <a:cxnLst>
              <a:cxn ang="0">
                <a:pos x="3" y="0"/>
              </a:cxn>
              <a:cxn ang="0">
                <a:pos x="17" y="11"/>
              </a:cxn>
              <a:cxn ang="0">
                <a:pos x="0" y="17"/>
              </a:cxn>
              <a:cxn ang="0">
                <a:pos x="3" y="0"/>
              </a:cxn>
              <a:cxn ang="0">
                <a:pos x="3" y="0"/>
              </a:cxn>
              <a:cxn ang="0">
                <a:pos x="3" y="0"/>
              </a:cxn>
            </a:cxnLst>
            <a:rect l="0" t="0" r="r" b="b"/>
            <a:pathLst>
              <a:path w="17" h="17">
                <a:moveTo>
                  <a:pt x="3" y="0"/>
                </a:moveTo>
                <a:lnTo>
                  <a:pt x="17" y="11"/>
                </a:lnTo>
                <a:lnTo>
                  <a:pt x="0" y="17"/>
                </a:lnTo>
                <a:lnTo>
                  <a:pt x="3" y="0"/>
                </a:lnTo>
                <a:lnTo>
                  <a:pt x="3" y="0"/>
                </a:lnTo>
                <a:lnTo>
                  <a:pt x="3" y="0"/>
                </a:ln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30" name="Freeform 235">
            <a:extLst>
              <a:ext uri="{FF2B5EF4-FFF2-40B4-BE49-F238E27FC236}">
                <a16:creationId xmlns:a16="http://schemas.microsoft.com/office/drawing/2014/main" id="{8C67A00C-7F00-4EAF-8BB5-916912CB5E15}"/>
              </a:ext>
            </a:extLst>
          </p:cNvPr>
          <p:cNvSpPr>
            <a:spLocks/>
          </p:cNvSpPr>
          <p:nvPr/>
        </p:nvSpPr>
        <p:spPr bwMode="auto">
          <a:xfrm>
            <a:off x="6833438" y="1990115"/>
            <a:ext cx="45719" cy="45719"/>
          </a:xfrm>
          <a:custGeom>
            <a:avLst/>
            <a:gdLst/>
            <a:ahLst/>
            <a:cxnLst>
              <a:cxn ang="0">
                <a:pos x="3" y="0"/>
              </a:cxn>
              <a:cxn ang="0">
                <a:pos x="17" y="11"/>
              </a:cxn>
              <a:cxn ang="0">
                <a:pos x="0" y="17"/>
              </a:cxn>
              <a:cxn ang="0">
                <a:pos x="3" y="0"/>
              </a:cxn>
              <a:cxn ang="0">
                <a:pos x="3" y="0"/>
              </a:cxn>
              <a:cxn ang="0">
                <a:pos x="3" y="0"/>
              </a:cxn>
            </a:cxnLst>
            <a:rect l="0" t="0" r="r" b="b"/>
            <a:pathLst>
              <a:path w="17" h="17">
                <a:moveTo>
                  <a:pt x="3" y="0"/>
                </a:moveTo>
                <a:lnTo>
                  <a:pt x="17" y="11"/>
                </a:lnTo>
                <a:lnTo>
                  <a:pt x="0" y="17"/>
                </a:lnTo>
                <a:lnTo>
                  <a:pt x="3" y="0"/>
                </a:lnTo>
                <a:lnTo>
                  <a:pt x="3" y="0"/>
                </a:lnTo>
                <a:lnTo>
                  <a:pt x="3" y="0"/>
                </a:ln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31" name="Freeform 236">
            <a:extLst>
              <a:ext uri="{FF2B5EF4-FFF2-40B4-BE49-F238E27FC236}">
                <a16:creationId xmlns:a16="http://schemas.microsoft.com/office/drawing/2014/main" id="{BD5DD576-D5FB-420E-BA7D-6C706C515854}"/>
              </a:ext>
            </a:extLst>
          </p:cNvPr>
          <p:cNvSpPr>
            <a:spLocks/>
          </p:cNvSpPr>
          <p:nvPr/>
        </p:nvSpPr>
        <p:spPr bwMode="auto">
          <a:xfrm>
            <a:off x="6779007" y="2043249"/>
            <a:ext cx="45719" cy="45719"/>
          </a:xfrm>
          <a:custGeom>
            <a:avLst/>
            <a:gdLst/>
            <a:ahLst/>
            <a:cxnLst>
              <a:cxn ang="0">
                <a:pos x="0" y="0"/>
              </a:cxn>
              <a:cxn ang="0">
                <a:pos x="9" y="14"/>
              </a:cxn>
              <a:cxn ang="0">
                <a:pos x="17" y="0"/>
              </a:cxn>
              <a:cxn ang="0">
                <a:pos x="0" y="0"/>
              </a:cxn>
              <a:cxn ang="0">
                <a:pos x="0" y="0"/>
              </a:cxn>
              <a:cxn ang="0">
                <a:pos x="0" y="0"/>
              </a:cxn>
            </a:cxnLst>
            <a:rect l="0" t="0" r="r" b="b"/>
            <a:pathLst>
              <a:path w="17" h="14">
                <a:moveTo>
                  <a:pt x="0" y="0"/>
                </a:moveTo>
                <a:lnTo>
                  <a:pt x="9" y="14"/>
                </a:lnTo>
                <a:lnTo>
                  <a:pt x="17" y="0"/>
                </a:lnTo>
                <a:lnTo>
                  <a:pt x="0" y="0"/>
                </a:lnTo>
                <a:lnTo>
                  <a:pt x="0" y="0"/>
                </a:lnTo>
                <a:lnTo>
                  <a:pt x="0" y="0"/>
                </a:ln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32" name="Freeform 237">
            <a:extLst>
              <a:ext uri="{FF2B5EF4-FFF2-40B4-BE49-F238E27FC236}">
                <a16:creationId xmlns:a16="http://schemas.microsoft.com/office/drawing/2014/main" id="{EA7F9624-7034-48FE-AFD1-5A0A23C36035}"/>
              </a:ext>
            </a:extLst>
          </p:cNvPr>
          <p:cNvSpPr>
            <a:spLocks/>
          </p:cNvSpPr>
          <p:nvPr/>
        </p:nvSpPr>
        <p:spPr bwMode="auto">
          <a:xfrm>
            <a:off x="6779007" y="2043249"/>
            <a:ext cx="45719" cy="45719"/>
          </a:xfrm>
          <a:custGeom>
            <a:avLst/>
            <a:gdLst/>
            <a:ahLst/>
            <a:cxnLst>
              <a:cxn ang="0">
                <a:pos x="0" y="0"/>
              </a:cxn>
              <a:cxn ang="0">
                <a:pos x="9" y="14"/>
              </a:cxn>
              <a:cxn ang="0">
                <a:pos x="17" y="0"/>
              </a:cxn>
              <a:cxn ang="0">
                <a:pos x="0" y="0"/>
              </a:cxn>
              <a:cxn ang="0">
                <a:pos x="0" y="0"/>
              </a:cxn>
              <a:cxn ang="0">
                <a:pos x="0" y="0"/>
              </a:cxn>
            </a:cxnLst>
            <a:rect l="0" t="0" r="r" b="b"/>
            <a:pathLst>
              <a:path w="17" h="14">
                <a:moveTo>
                  <a:pt x="0" y="0"/>
                </a:moveTo>
                <a:lnTo>
                  <a:pt x="9" y="14"/>
                </a:lnTo>
                <a:lnTo>
                  <a:pt x="17" y="0"/>
                </a:lnTo>
                <a:lnTo>
                  <a:pt x="0" y="0"/>
                </a:lnTo>
                <a:lnTo>
                  <a:pt x="0" y="0"/>
                </a:lnTo>
                <a:lnTo>
                  <a:pt x="0" y="0"/>
                </a:ln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33" name="Freeform 238">
            <a:extLst>
              <a:ext uri="{FF2B5EF4-FFF2-40B4-BE49-F238E27FC236}">
                <a16:creationId xmlns:a16="http://schemas.microsoft.com/office/drawing/2014/main" id="{0BC4CE6D-FD55-41AB-AE86-7F8070AF504D}"/>
              </a:ext>
            </a:extLst>
          </p:cNvPr>
          <p:cNvSpPr>
            <a:spLocks/>
          </p:cNvSpPr>
          <p:nvPr/>
        </p:nvSpPr>
        <p:spPr bwMode="auto">
          <a:xfrm>
            <a:off x="6698658" y="2026402"/>
            <a:ext cx="59671" cy="45719"/>
          </a:xfrm>
          <a:custGeom>
            <a:avLst/>
            <a:gdLst/>
            <a:ahLst/>
            <a:cxnLst>
              <a:cxn ang="0">
                <a:pos x="40" y="23"/>
              </a:cxn>
              <a:cxn ang="0">
                <a:pos x="0" y="23"/>
              </a:cxn>
            </a:cxnLst>
            <a:rect l="0" t="0" r="r" b="b"/>
            <a:pathLst>
              <a:path w="40" h="23">
                <a:moveTo>
                  <a:pt x="40" y="23"/>
                </a:moveTo>
                <a:cubicBezTo>
                  <a:pt x="40" y="23"/>
                  <a:pt x="20" y="0"/>
                  <a:pt x="0" y="23"/>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34" name="Freeform 239">
            <a:extLst>
              <a:ext uri="{FF2B5EF4-FFF2-40B4-BE49-F238E27FC236}">
                <a16:creationId xmlns:a16="http://schemas.microsoft.com/office/drawing/2014/main" id="{ECF4DAE6-7DB3-4D29-98E9-5EE19516C624}"/>
              </a:ext>
            </a:extLst>
          </p:cNvPr>
          <p:cNvSpPr>
            <a:spLocks/>
          </p:cNvSpPr>
          <p:nvPr/>
        </p:nvSpPr>
        <p:spPr bwMode="auto">
          <a:xfrm>
            <a:off x="6750496" y="2052321"/>
            <a:ext cx="45719" cy="45719"/>
          </a:xfrm>
          <a:custGeom>
            <a:avLst/>
            <a:gdLst/>
            <a:ahLst/>
            <a:cxnLst>
              <a:cxn ang="0">
                <a:pos x="14" y="0"/>
              </a:cxn>
              <a:cxn ang="0">
                <a:pos x="17" y="17"/>
              </a:cxn>
              <a:cxn ang="0">
                <a:pos x="0" y="12"/>
              </a:cxn>
              <a:cxn ang="0">
                <a:pos x="14" y="0"/>
              </a:cxn>
              <a:cxn ang="0">
                <a:pos x="14" y="0"/>
              </a:cxn>
              <a:cxn ang="0">
                <a:pos x="14" y="0"/>
              </a:cxn>
            </a:cxnLst>
            <a:rect l="0" t="0" r="r" b="b"/>
            <a:pathLst>
              <a:path w="17" h="17">
                <a:moveTo>
                  <a:pt x="14" y="0"/>
                </a:moveTo>
                <a:lnTo>
                  <a:pt x="17" y="17"/>
                </a:lnTo>
                <a:lnTo>
                  <a:pt x="0" y="12"/>
                </a:lnTo>
                <a:lnTo>
                  <a:pt x="14" y="0"/>
                </a:lnTo>
                <a:lnTo>
                  <a:pt x="14" y="0"/>
                </a:lnTo>
                <a:lnTo>
                  <a:pt x="14" y="0"/>
                </a:ln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35" name="Freeform 240">
            <a:extLst>
              <a:ext uri="{FF2B5EF4-FFF2-40B4-BE49-F238E27FC236}">
                <a16:creationId xmlns:a16="http://schemas.microsoft.com/office/drawing/2014/main" id="{BE9439D1-9C5A-4CCE-9E38-406E0E19BC28}"/>
              </a:ext>
            </a:extLst>
          </p:cNvPr>
          <p:cNvSpPr>
            <a:spLocks/>
          </p:cNvSpPr>
          <p:nvPr/>
        </p:nvSpPr>
        <p:spPr bwMode="auto">
          <a:xfrm>
            <a:off x="6750496" y="2052321"/>
            <a:ext cx="45719" cy="45719"/>
          </a:xfrm>
          <a:custGeom>
            <a:avLst/>
            <a:gdLst/>
            <a:ahLst/>
            <a:cxnLst>
              <a:cxn ang="0">
                <a:pos x="14" y="0"/>
              </a:cxn>
              <a:cxn ang="0">
                <a:pos x="17" y="17"/>
              </a:cxn>
              <a:cxn ang="0">
                <a:pos x="0" y="12"/>
              </a:cxn>
              <a:cxn ang="0">
                <a:pos x="14" y="0"/>
              </a:cxn>
              <a:cxn ang="0">
                <a:pos x="14" y="0"/>
              </a:cxn>
              <a:cxn ang="0">
                <a:pos x="14" y="0"/>
              </a:cxn>
            </a:cxnLst>
            <a:rect l="0" t="0" r="r" b="b"/>
            <a:pathLst>
              <a:path w="17" h="17">
                <a:moveTo>
                  <a:pt x="14" y="0"/>
                </a:moveTo>
                <a:lnTo>
                  <a:pt x="17" y="17"/>
                </a:lnTo>
                <a:lnTo>
                  <a:pt x="0" y="12"/>
                </a:lnTo>
                <a:lnTo>
                  <a:pt x="14" y="0"/>
                </a:lnTo>
                <a:lnTo>
                  <a:pt x="14" y="0"/>
                </a:lnTo>
                <a:lnTo>
                  <a:pt x="14" y="0"/>
                </a:ln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36" name="Freeform 241">
            <a:extLst>
              <a:ext uri="{FF2B5EF4-FFF2-40B4-BE49-F238E27FC236}">
                <a16:creationId xmlns:a16="http://schemas.microsoft.com/office/drawing/2014/main" id="{40422FFB-FD6B-46EF-9594-02B8EA6B7799}"/>
              </a:ext>
            </a:extLst>
          </p:cNvPr>
          <p:cNvSpPr>
            <a:spLocks/>
          </p:cNvSpPr>
          <p:nvPr/>
        </p:nvSpPr>
        <p:spPr bwMode="auto">
          <a:xfrm>
            <a:off x="6688289" y="2054913"/>
            <a:ext cx="45719" cy="45719"/>
          </a:xfrm>
          <a:custGeom>
            <a:avLst/>
            <a:gdLst/>
            <a:ahLst/>
            <a:cxnLst>
              <a:cxn ang="0">
                <a:pos x="4" y="0"/>
              </a:cxn>
              <a:cxn ang="0">
                <a:pos x="0" y="18"/>
              </a:cxn>
              <a:cxn ang="0">
                <a:pos x="15" y="11"/>
              </a:cxn>
              <a:cxn ang="0">
                <a:pos x="4" y="0"/>
              </a:cxn>
              <a:cxn ang="0">
                <a:pos x="4" y="0"/>
              </a:cxn>
              <a:cxn ang="0">
                <a:pos x="4" y="0"/>
              </a:cxn>
            </a:cxnLst>
            <a:rect l="0" t="0" r="r" b="b"/>
            <a:pathLst>
              <a:path w="15" h="18">
                <a:moveTo>
                  <a:pt x="4" y="0"/>
                </a:moveTo>
                <a:lnTo>
                  <a:pt x="0" y="18"/>
                </a:lnTo>
                <a:lnTo>
                  <a:pt x="15" y="11"/>
                </a:lnTo>
                <a:lnTo>
                  <a:pt x="4" y="0"/>
                </a:lnTo>
                <a:lnTo>
                  <a:pt x="4" y="0"/>
                </a:lnTo>
                <a:lnTo>
                  <a:pt x="4" y="0"/>
                </a:ln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37" name="Freeform 242">
            <a:extLst>
              <a:ext uri="{FF2B5EF4-FFF2-40B4-BE49-F238E27FC236}">
                <a16:creationId xmlns:a16="http://schemas.microsoft.com/office/drawing/2014/main" id="{4424A831-04D5-4204-BB74-E1FE76D84F75}"/>
              </a:ext>
            </a:extLst>
          </p:cNvPr>
          <p:cNvSpPr>
            <a:spLocks/>
          </p:cNvSpPr>
          <p:nvPr/>
        </p:nvSpPr>
        <p:spPr bwMode="auto">
          <a:xfrm>
            <a:off x="6688289" y="2054913"/>
            <a:ext cx="45719" cy="45719"/>
          </a:xfrm>
          <a:custGeom>
            <a:avLst/>
            <a:gdLst/>
            <a:ahLst/>
            <a:cxnLst>
              <a:cxn ang="0">
                <a:pos x="4" y="0"/>
              </a:cxn>
              <a:cxn ang="0">
                <a:pos x="0" y="18"/>
              </a:cxn>
              <a:cxn ang="0">
                <a:pos x="15" y="11"/>
              </a:cxn>
              <a:cxn ang="0">
                <a:pos x="4" y="0"/>
              </a:cxn>
              <a:cxn ang="0">
                <a:pos x="4" y="0"/>
              </a:cxn>
              <a:cxn ang="0">
                <a:pos x="4" y="0"/>
              </a:cxn>
            </a:cxnLst>
            <a:rect l="0" t="0" r="r" b="b"/>
            <a:pathLst>
              <a:path w="15" h="18">
                <a:moveTo>
                  <a:pt x="4" y="0"/>
                </a:moveTo>
                <a:lnTo>
                  <a:pt x="0" y="18"/>
                </a:lnTo>
                <a:lnTo>
                  <a:pt x="15" y="11"/>
                </a:lnTo>
                <a:lnTo>
                  <a:pt x="4" y="0"/>
                </a:lnTo>
                <a:lnTo>
                  <a:pt x="4" y="0"/>
                </a:lnTo>
                <a:lnTo>
                  <a:pt x="4" y="0"/>
                </a:ln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38" name="Freeform 243">
            <a:extLst>
              <a:ext uri="{FF2B5EF4-FFF2-40B4-BE49-F238E27FC236}">
                <a16:creationId xmlns:a16="http://schemas.microsoft.com/office/drawing/2014/main" id="{C667E394-E304-45FB-B7D7-DEA2F44D7C68}"/>
              </a:ext>
            </a:extLst>
          </p:cNvPr>
          <p:cNvSpPr>
            <a:spLocks/>
          </p:cNvSpPr>
          <p:nvPr/>
        </p:nvSpPr>
        <p:spPr bwMode="auto">
          <a:xfrm>
            <a:off x="6544438" y="2052323"/>
            <a:ext cx="70630" cy="56268"/>
          </a:xfrm>
          <a:custGeom>
            <a:avLst/>
            <a:gdLst/>
            <a:ahLst/>
            <a:cxnLst>
              <a:cxn ang="0">
                <a:pos x="27" y="0"/>
              </a:cxn>
              <a:cxn ang="0">
                <a:pos x="40" y="9"/>
              </a:cxn>
              <a:cxn ang="0">
                <a:pos x="47" y="27"/>
              </a:cxn>
              <a:cxn ang="0">
                <a:pos x="47" y="38"/>
              </a:cxn>
              <a:cxn ang="0">
                <a:pos x="47" y="39"/>
              </a:cxn>
              <a:cxn ang="0">
                <a:pos x="0" y="39"/>
              </a:cxn>
            </a:cxnLst>
            <a:rect l="0" t="0" r="r" b="b"/>
            <a:pathLst>
              <a:path w="47" h="39">
                <a:moveTo>
                  <a:pt x="27" y="0"/>
                </a:moveTo>
                <a:cubicBezTo>
                  <a:pt x="32" y="2"/>
                  <a:pt x="36" y="5"/>
                  <a:pt x="40" y="9"/>
                </a:cubicBezTo>
                <a:cubicBezTo>
                  <a:pt x="44" y="14"/>
                  <a:pt x="47" y="21"/>
                  <a:pt x="47" y="27"/>
                </a:cubicBezTo>
                <a:cubicBezTo>
                  <a:pt x="47" y="38"/>
                  <a:pt x="47" y="38"/>
                  <a:pt x="47" y="38"/>
                </a:cubicBezTo>
                <a:cubicBezTo>
                  <a:pt x="47" y="39"/>
                  <a:pt x="47" y="39"/>
                  <a:pt x="47" y="39"/>
                </a:cubicBezTo>
                <a:cubicBezTo>
                  <a:pt x="0" y="39"/>
                  <a:pt x="0" y="39"/>
                  <a:pt x="0" y="39"/>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39" name="Freeform 244">
            <a:extLst>
              <a:ext uri="{FF2B5EF4-FFF2-40B4-BE49-F238E27FC236}">
                <a16:creationId xmlns:a16="http://schemas.microsoft.com/office/drawing/2014/main" id="{6F7C4A70-690D-4ACB-BA76-43BEFAC42E14}"/>
              </a:ext>
            </a:extLst>
          </p:cNvPr>
          <p:cNvSpPr>
            <a:spLocks/>
          </p:cNvSpPr>
          <p:nvPr/>
        </p:nvSpPr>
        <p:spPr bwMode="auto">
          <a:xfrm>
            <a:off x="6524998" y="2052323"/>
            <a:ext cx="45719" cy="56268"/>
          </a:xfrm>
          <a:custGeom>
            <a:avLst/>
            <a:gdLst/>
            <a:ahLst/>
            <a:cxnLst>
              <a:cxn ang="0">
                <a:pos x="0" y="39"/>
              </a:cxn>
              <a:cxn ang="0">
                <a:pos x="0" y="38"/>
              </a:cxn>
              <a:cxn ang="0">
                <a:pos x="0" y="27"/>
              </a:cxn>
              <a:cxn ang="0">
                <a:pos x="6" y="10"/>
              </a:cxn>
              <a:cxn ang="0">
                <a:pos x="20" y="0"/>
              </a:cxn>
            </a:cxnLst>
            <a:rect l="0" t="0" r="r" b="b"/>
            <a:pathLst>
              <a:path w="20" h="39">
                <a:moveTo>
                  <a:pt x="0" y="39"/>
                </a:moveTo>
                <a:cubicBezTo>
                  <a:pt x="0" y="38"/>
                  <a:pt x="0" y="38"/>
                  <a:pt x="0" y="38"/>
                </a:cubicBezTo>
                <a:cubicBezTo>
                  <a:pt x="0" y="27"/>
                  <a:pt x="0" y="27"/>
                  <a:pt x="0" y="27"/>
                </a:cubicBezTo>
                <a:cubicBezTo>
                  <a:pt x="0" y="21"/>
                  <a:pt x="2" y="15"/>
                  <a:pt x="6" y="10"/>
                </a:cubicBezTo>
                <a:cubicBezTo>
                  <a:pt x="9" y="6"/>
                  <a:pt x="15" y="2"/>
                  <a:pt x="20" y="0"/>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40" name="Oval 245">
            <a:extLst>
              <a:ext uri="{FF2B5EF4-FFF2-40B4-BE49-F238E27FC236}">
                <a16:creationId xmlns:a16="http://schemas.microsoft.com/office/drawing/2014/main" id="{EC132E70-BF80-4052-8723-1C410492A755}"/>
              </a:ext>
            </a:extLst>
          </p:cNvPr>
          <p:cNvSpPr>
            <a:spLocks noChangeArrowheads="1"/>
          </p:cNvSpPr>
          <p:nvPr/>
        </p:nvSpPr>
        <p:spPr bwMode="auto">
          <a:xfrm>
            <a:off x="6547030" y="1995301"/>
            <a:ext cx="47493" cy="56268"/>
          </a:xfrm>
          <a:prstGeom prst="ellipse">
            <a:avLst/>
          </a:pr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41" name="Freeform 246">
            <a:extLst>
              <a:ext uri="{FF2B5EF4-FFF2-40B4-BE49-F238E27FC236}">
                <a16:creationId xmlns:a16="http://schemas.microsoft.com/office/drawing/2014/main" id="{1C173D5B-D53A-429B-8F7C-820967431027}"/>
              </a:ext>
            </a:extLst>
          </p:cNvPr>
          <p:cNvSpPr>
            <a:spLocks/>
          </p:cNvSpPr>
          <p:nvPr/>
        </p:nvSpPr>
        <p:spPr bwMode="auto">
          <a:xfrm>
            <a:off x="6701250" y="1970676"/>
            <a:ext cx="68195" cy="55095"/>
          </a:xfrm>
          <a:custGeom>
            <a:avLst/>
            <a:gdLst/>
            <a:ahLst/>
            <a:cxnLst>
              <a:cxn ang="0">
                <a:pos x="27" y="0"/>
              </a:cxn>
              <a:cxn ang="0">
                <a:pos x="40" y="8"/>
              </a:cxn>
              <a:cxn ang="0">
                <a:pos x="46" y="27"/>
              </a:cxn>
              <a:cxn ang="0">
                <a:pos x="46" y="37"/>
              </a:cxn>
              <a:cxn ang="0">
                <a:pos x="46" y="39"/>
              </a:cxn>
              <a:cxn ang="0">
                <a:pos x="0" y="39"/>
              </a:cxn>
            </a:cxnLst>
            <a:rect l="0" t="0" r="r" b="b"/>
            <a:pathLst>
              <a:path w="46" h="39">
                <a:moveTo>
                  <a:pt x="27" y="0"/>
                </a:moveTo>
                <a:cubicBezTo>
                  <a:pt x="32" y="2"/>
                  <a:pt x="36" y="5"/>
                  <a:pt x="40" y="8"/>
                </a:cubicBezTo>
                <a:cubicBezTo>
                  <a:pt x="44" y="14"/>
                  <a:pt x="46" y="20"/>
                  <a:pt x="46" y="27"/>
                </a:cubicBezTo>
                <a:cubicBezTo>
                  <a:pt x="46" y="37"/>
                  <a:pt x="46" y="37"/>
                  <a:pt x="46" y="37"/>
                </a:cubicBezTo>
                <a:cubicBezTo>
                  <a:pt x="46" y="39"/>
                  <a:pt x="46" y="39"/>
                  <a:pt x="46" y="39"/>
                </a:cubicBezTo>
                <a:cubicBezTo>
                  <a:pt x="0" y="39"/>
                  <a:pt x="0" y="39"/>
                  <a:pt x="0" y="39"/>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42" name="Freeform 247">
            <a:extLst>
              <a:ext uri="{FF2B5EF4-FFF2-40B4-BE49-F238E27FC236}">
                <a16:creationId xmlns:a16="http://schemas.microsoft.com/office/drawing/2014/main" id="{146793E7-0D29-4CC2-9B1E-0CC3743D480D}"/>
              </a:ext>
            </a:extLst>
          </p:cNvPr>
          <p:cNvSpPr>
            <a:spLocks/>
          </p:cNvSpPr>
          <p:nvPr/>
        </p:nvSpPr>
        <p:spPr bwMode="auto">
          <a:xfrm>
            <a:off x="6683106" y="1970676"/>
            <a:ext cx="45719" cy="55095"/>
          </a:xfrm>
          <a:custGeom>
            <a:avLst/>
            <a:gdLst/>
            <a:ahLst/>
            <a:cxnLst>
              <a:cxn ang="0">
                <a:pos x="0" y="39"/>
              </a:cxn>
              <a:cxn ang="0">
                <a:pos x="0" y="37"/>
              </a:cxn>
              <a:cxn ang="0">
                <a:pos x="0" y="27"/>
              </a:cxn>
              <a:cxn ang="0">
                <a:pos x="6" y="10"/>
              </a:cxn>
              <a:cxn ang="0">
                <a:pos x="19" y="0"/>
              </a:cxn>
            </a:cxnLst>
            <a:rect l="0" t="0" r="r" b="b"/>
            <a:pathLst>
              <a:path w="19" h="39">
                <a:moveTo>
                  <a:pt x="0" y="39"/>
                </a:moveTo>
                <a:cubicBezTo>
                  <a:pt x="0" y="37"/>
                  <a:pt x="0" y="37"/>
                  <a:pt x="0" y="37"/>
                </a:cubicBezTo>
                <a:cubicBezTo>
                  <a:pt x="0" y="27"/>
                  <a:pt x="0" y="27"/>
                  <a:pt x="0" y="27"/>
                </a:cubicBezTo>
                <a:cubicBezTo>
                  <a:pt x="0" y="20"/>
                  <a:pt x="2" y="15"/>
                  <a:pt x="6" y="10"/>
                </a:cubicBezTo>
                <a:cubicBezTo>
                  <a:pt x="8" y="6"/>
                  <a:pt x="14" y="1"/>
                  <a:pt x="19" y="0"/>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43" name="Freeform 248">
            <a:extLst>
              <a:ext uri="{FF2B5EF4-FFF2-40B4-BE49-F238E27FC236}">
                <a16:creationId xmlns:a16="http://schemas.microsoft.com/office/drawing/2014/main" id="{976C1719-B208-45C7-8D9A-9CCA6CB27C53}"/>
              </a:ext>
            </a:extLst>
          </p:cNvPr>
          <p:cNvSpPr>
            <a:spLocks/>
          </p:cNvSpPr>
          <p:nvPr/>
        </p:nvSpPr>
        <p:spPr bwMode="auto">
          <a:xfrm>
            <a:off x="6705138" y="1913654"/>
            <a:ext cx="47493" cy="56268"/>
          </a:xfrm>
          <a:custGeom>
            <a:avLst/>
            <a:gdLst/>
            <a:ahLst/>
            <a:cxnLst>
              <a:cxn ang="0">
                <a:pos x="32" y="20"/>
              </a:cxn>
              <a:cxn ang="0">
                <a:pos x="16" y="40"/>
              </a:cxn>
              <a:cxn ang="0">
                <a:pos x="0" y="20"/>
              </a:cxn>
              <a:cxn ang="0">
                <a:pos x="16" y="0"/>
              </a:cxn>
              <a:cxn ang="0">
                <a:pos x="32" y="20"/>
              </a:cxn>
            </a:cxnLst>
            <a:rect l="0" t="0" r="r" b="b"/>
            <a:pathLst>
              <a:path w="32" h="40">
                <a:moveTo>
                  <a:pt x="32" y="20"/>
                </a:moveTo>
                <a:cubicBezTo>
                  <a:pt x="32" y="31"/>
                  <a:pt x="25" y="40"/>
                  <a:pt x="16" y="40"/>
                </a:cubicBezTo>
                <a:cubicBezTo>
                  <a:pt x="7" y="40"/>
                  <a:pt x="0" y="31"/>
                  <a:pt x="0" y="20"/>
                </a:cubicBezTo>
                <a:cubicBezTo>
                  <a:pt x="0" y="9"/>
                  <a:pt x="7" y="0"/>
                  <a:pt x="16" y="0"/>
                </a:cubicBezTo>
                <a:cubicBezTo>
                  <a:pt x="24" y="0"/>
                  <a:pt x="32" y="9"/>
                  <a:pt x="32" y="20"/>
                </a:cubicBez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44" name="Freeform 249">
            <a:extLst>
              <a:ext uri="{FF2B5EF4-FFF2-40B4-BE49-F238E27FC236}">
                <a16:creationId xmlns:a16="http://schemas.microsoft.com/office/drawing/2014/main" id="{2E4159DF-57A0-46B9-84F2-EF9A2CC637AF}"/>
              </a:ext>
            </a:extLst>
          </p:cNvPr>
          <p:cNvSpPr>
            <a:spLocks/>
          </p:cNvSpPr>
          <p:nvPr/>
        </p:nvSpPr>
        <p:spPr bwMode="auto">
          <a:xfrm>
            <a:off x="6859359" y="2052323"/>
            <a:ext cx="68195" cy="58612"/>
          </a:xfrm>
          <a:custGeom>
            <a:avLst/>
            <a:gdLst/>
            <a:ahLst/>
            <a:cxnLst>
              <a:cxn ang="0">
                <a:pos x="26" y="0"/>
              </a:cxn>
              <a:cxn ang="0">
                <a:pos x="39" y="9"/>
              </a:cxn>
              <a:cxn ang="0">
                <a:pos x="46" y="28"/>
              </a:cxn>
              <a:cxn ang="0">
                <a:pos x="46" y="39"/>
              </a:cxn>
              <a:cxn ang="0">
                <a:pos x="46" y="41"/>
              </a:cxn>
              <a:cxn ang="0">
                <a:pos x="0" y="41"/>
              </a:cxn>
            </a:cxnLst>
            <a:rect l="0" t="0" r="r" b="b"/>
            <a:pathLst>
              <a:path w="46" h="41">
                <a:moveTo>
                  <a:pt x="26" y="0"/>
                </a:moveTo>
                <a:cubicBezTo>
                  <a:pt x="31" y="2"/>
                  <a:pt x="36" y="6"/>
                  <a:pt x="39" y="9"/>
                </a:cubicBezTo>
                <a:cubicBezTo>
                  <a:pt x="43" y="15"/>
                  <a:pt x="46" y="21"/>
                  <a:pt x="46" y="28"/>
                </a:cubicBezTo>
                <a:cubicBezTo>
                  <a:pt x="46" y="39"/>
                  <a:pt x="46" y="39"/>
                  <a:pt x="46" y="39"/>
                </a:cubicBezTo>
                <a:cubicBezTo>
                  <a:pt x="46" y="41"/>
                  <a:pt x="46" y="41"/>
                  <a:pt x="46" y="41"/>
                </a:cubicBezTo>
                <a:cubicBezTo>
                  <a:pt x="0" y="41"/>
                  <a:pt x="0" y="41"/>
                  <a:pt x="0" y="41"/>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45" name="Freeform 250">
            <a:extLst>
              <a:ext uri="{FF2B5EF4-FFF2-40B4-BE49-F238E27FC236}">
                <a16:creationId xmlns:a16="http://schemas.microsoft.com/office/drawing/2014/main" id="{38ACD2F3-2910-4005-9F45-47F80C42C656}"/>
              </a:ext>
            </a:extLst>
          </p:cNvPr>
          <p:cNvSpPr>
            <a:spLocks/>
          </p:cNvSpPr>
          <p:nvPr/>
        </p:nvSpPr>
        <p:spPr bwMode="auto">
          <a:xfrm>
            <a:off x="6841214" y="2054915"/>
            <a:ext cx="45719" cy="56268"/>
          </a:xfrm>
          <a:custGeom>
            <a:avLst/>
            <a:gdLst/>
            <a:ahLst/>
            <a:cxnLst>
              <a:cxn ang="0">
                <a:pos x="0" y="39"/>
              </a:cxn>
              <a:cxn ang="0">
                <a:pos x="0" y="37"/>
              </a:cxn>
              <a:cxn ang="0">
                <a:pos x="0" y="27"/>
              </a:cxn>
              <a:cxn ang="0">
                <a:pos x="5" y="10"/>
              </a:cxn>
              <a:cxn ang="0">
                <a:pos x="19" y="0"/>
              </a:cxn>
            </a:cxnLst>
            <a:rect l="0" t="0" r="r" b="b"/>
            <a:pathLst>
              <a:path w="19" h="39">
                <a:moveTo>
                  <a:pt x="0" y="39"/>
                </a:moveTo>
                <a:cubicBezTo>
                  <a:pt x="0" y="37"/>
                  <a:pt x="0" y="37"/>
                  <a:pt x="0" y="37"/>
                </a:cubicBezTo>
                <a:cubicBezTo>
                  <a:pt x="0" y="27"/>
                  <a:pt x="0" y="27"/>
                  <a:pt x="0" y="27"/>
                </a:cubicBezTo>
                <a:cubicBezTo>
                  <a:pt x="0" y="20"/>
                  <a:pt x="2" y="15"/>
                  <a:pt x="5" y="10"/>
                </a:cubicBezTo>
                <a:cubicBezTo>
                  <a:pt x="8" y="6"/>
                  <a:pt x="14" y="1"/>
                  <a:pt x="19" y="0"/>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46" name="Freeform 251">
            <a:extLst>
              <a:ext uri="{FF2B5EF4-FFF2-40B4-BE49-F238E27FC236}">
                <a16:creationId xmlns:a16="http://schemas.microsoft.com/office/drawing/2014/main" id="{A5D5C87B-B51B-41A4-A3B8-290A60DCD42B}"/>
              </a:ext>
            </a:extLst>
          </p:cNvPr>
          <p:cNvSpPr>
            <a:spLocks/>
          </p:cNvSpPr>
          <p:nvPr/>
        </p:nvSpPr>
        <p:spPr bwMode="auto">
          <a:xfrm>
            <a:off x="6861951" y="1995301"/>
            <a:ext cx="47493" cy="58612"/>
          </a:xfrm>
          <a:custGeom>
            <a:avLst/>
            <a:gdLst/>
            <a:ahLst/>
            <a:cxnLst>
              <a:cxn ang="0">
                <a:pos x="32" y="21"/>
              </a:cxn>
              <a:cxn ang="0">
                <a:pos x="16" y="41"/>
              </a:cxn>
              <a:cxn ang="0">
                <a:pos x="0" y="21"/>
              </a:cxn>
              <a:cxn ang="0">
                <a:pos x="16" y="0"/>
              </a:cxn>
              <a:cxn ang="0">
                <a:pos x="32" y="21"/>
              </a:cxn>
            </a:cxnLst>
            <a:rect l="0" t="0" r="r" b="b"/>
            <a:pathLst>
              <a:path w="32" h="41">
                <a:moveTo>
                  <a:pt x="32" y="21"/>
                </a:moveTo>
                <a:cubicBezTo>
                  <a:pt x="32" y="32"/>
                  <a:pt x="25" y="41"/>
                  <a:pt x="16" y="41"/>
                </a:cubicBezTo>
                <a:cubicBezTo>
                  <a:pt x="8" y="41"/>
                  <a:pt x="0" y="32"/>
                  <a:pt x="0" y="21"/>
                </a:cubicBezTo>
                <a:cubicBezTo>
                  <a:pt x="0" y="9"/>
                  <a:pt x="7" y="0"/>
                  <a:pt x="16" y="0"/>
                </a:cubicBezTo>
                <a:cubicBezTo>
                  <a:pt x="25" y="0"/>
                  <a:pt x="32" y="9"/>
                  <a:pt x="32" y="21"/>
                </a:cubicBez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47" name="Freeform 252">
            <a:extLst>
              <a:ext uri="{FF2B5EF4-FFF2-40B4-BE49-F238E27FC236}">
                <a16:creationId xmlns:a16="http://schemas.microsoft.com/office/drawing/2014/main" id="{1E6A119A-D916-4D6A-96D3-4864442C744D}"/>
              </a:ext>
            </a:extLst>
          </p:cNvPr>
          <p:cNvSpPr>
            <a:spLocks/>
          </p:cNvSpPr>
          <p:nvPr/>
        </p:nvSpPr>
        <p:spPr bwMode="auto">
          <a:xfrm>
            <a:off x="6763457" y="2133968"/>
            <a:ext cx="68195" cy="55095"/>
          </a:xfrm>
          <a:custGeom>
            <a:avLst/>
            <a:gdLst/>
            <a:ahLst/>
            <a:cxnLst>
              <a:cxn ang="0">
                <a:pos x="27" y="0"/>
              </a:cxn>
              <a:cxn ang="0">
                <a:pos x="39" y="8"/>
              </a:cxn>
              <a:cxn ang="0">
                <a:pos x="46" y="27"/>
              </a:cxn>
              <a:cxn ang="0">
                <a:pos x="46" y="37"/>
              </a:cxn>
              <a:cxn ang="0">
                <a:pos x="46" y="38"/>
              </a:cxn>
              <a:cxn ang="0">
                <a:pos x="0" y="38"/>
              </a:cxn>
            </a:cxnLst>
            <a:rect l="0" t="0" r="r" b="b"/>
            <a:pathLst>
              <a:path w="46" h="38">
                <a:moveTo>
                  <a:pt x="27" y="0"/>
                </a:moveTo>
                <a:cubicBezTo>
                  <a:pt x="31" y="2"/>
                  <a:pt x="36" y="5"/>
                  <a:pt x="39" y="8"/>
                </a:cubicBezTo>
                <a:cubicBezTo>
                  <a:pt x="43" y="13"/>
                  <a:pt x="46" y="20"/>
                  <a:pt x="46" y="27"/>
                </a:cubicBezTo>
                <a:cubicBezTo>
                  <a:pt x="46" y="37"/>
                  <a:pt x="46" y="37"/>
                  <a:pt x="46" y="37"/>
                </a:cubicBezTo>
                <a:cubicBezTo>
                  <a:pt x="46" y="38"/>
                  <a:pt x="46" y="38"/>
                  <a:pt x="46" y="38"/>
                </a:cubicBezTo>
                <a:cubicBezTo>
                  <a:pt x="0" y="38"/>
                  <a:pt x="0" y="38"/>
                  <a:pt x="0" y="38"/>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48" name="Freeform 253">
            <a:extLst>
              <a:ext uri="{FF2B5EF4-FFF2-40B4-BE49-F238E27FC236}">
                <a16:creationId xmlns:a16="http://schemas.microsoft.com/office/drawing/2014/main" id="{E8B536F1-2090-4609-B2F1-26BC648072C3}"/>
              </a:ext>
            </a:extLst>
          </p:cNvPr>
          <p:cNvSpPr>
            <a:spLocks/>
          </p:cNvSpPr>
          <p:nvPr/>
        </p:nvSpPr>
        <p:spPr bwMode="auto">
          <a:xfrm>
            <a:off x="6744017" y="2133968"/>
            <a:ext cx="45719" cy="55095"/>
          </a:xfrm>
          <a:custGeom>
            <a:avLst/>
            <a:gdLst/>
            <a:ahLst/>
            <a:cxnLst>
              <a:cxn ang="0">
                <a:pos x="0" y="38"/>
              </a:cxn>
              <a:cxn ang="0">
                <a:pos x="0" y="37"/>
              </a:cxn>
              <a:cxn ang="0">
                <a:pos x="0" y="27"/>
              </a:cxn>
              <a:cxn ang="0">
                <a:pos x="5" y="10"/>
              </a:cxn>
              <a:cxn ang="0">
                <a:pos x="19" y="0"/>
              </a:cxn>
            </a:cxnLst>
            <a:rect l="0" t="0" r="r" b="b"/>
            <a:pathLst>
              <a:path w="19" h="38">
                <a:moveTo>
                  <a:pt x="0" y="38"/>
                </a:moveTo>
                <a:cubicBezTo>
                  <a:pt x="0" y="37"/>
                  <a:pt x="0" y="37"/>
                  <a:pt x="0" y="37"/>
                </a:cubicBezTo>
                <a:cubicBezTo>
                  <a:pt x="0" y="27"/>
                  <a:pt x="0" y="27"/>
                  <a:pt x="0" y="27"/>
                </a:cubicBezTo>
                <a:cubicBezTo>
                  <a:pt x="0" y="20"/>
                  <a:pt x="2" y="15"/>
                  <a:pt x="5" y="10"/>
                </a:cubicBezTo>
                <a:cubicBezTo>
                  <a:pt x="8" y="6"/>
                  <a:pt x="14" y="1"/>
                  <a:pt x="19" y="0"/>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49" name="Freeform 254">
            <a:extLst>
              <a:ext uri="{FF2B5EF4-FFF2-40B4-BE49-F238E27FC236}">
                <a16:creationId xmlns:a16="http://schemas.microsoft.com/office/drawing/2014/main" id="{E3C2AB32-4CAD-416C-BB29-7CE7FAF47609}"/>
              </a:ext>
            </a:extLst>
          </p:cNvPr>
          <p:cNvSpPr>
            <a:spLocks/>
          </p:cNvSpPr>
          <p:nvPr/>
        </p:nvSpPr>
        <p:spPr bwMode="auto">
          <a:xfrm>
            <a:off x="6764753" y="2078242"/>
            <a:ext cx="46275" cy="53923"/>
          </a:xfrm>
          <a:custGeom>
            <a:avLst/>
            <a:gdLst/>
            <a:ahLst/>
            <a:cxnLst>
              <a:cxn ang="0">
                <a:pos x="31" y="19"/>
              </a:cxn>
              <a:cxn ang="0">
                <a:pos x="16" y="38"/>
              </a:cxn>
              <a:cxn ang="0">
                <a:pos x="0" y="19"/>
              </a:cxn>
              <a:cxn ang="0">
                <a:pos x="16" y="0"/>
              </a:cxn>
              <a:cxn ang="0">
                <a:pos x="31" y="19"/>
              </a:cxn>
            </a:cxnLst>
            <a:rect l="0" t="0" r="r" b="b"/>
            <a:pathLst>
              <a:path w="31" h="38">
                <a:moveTo>
                  <a:pt x="31" y="19"/>
                </a:moveTo>
                <a:cubicBezTo>
                  <a:pt x="31" y="30"/>
                  <a:pt x="24" y="38"/>
                  <a:pt x="16" y="38"/>
                </a:cubicBezTo>
                <a:cubicBezTo>
                  <a:pt x="8" y="38"/>
                  <a:pt x="0" y="30"/>
                  <a:pt x="0" y="19"/>
                </a:cubicBezTo>
                <a:cubicBezTo>
                  <a:pt x="0" y="8"/>
                  <a:pt x="7" y="0"/>
                  <a:pt x="16" y="0"/>
                </a:cubicBezTo>
                <a:cubicBezTo>
                  <a:pt x="24" y="0"/>
                  <a:pt x="31" y="8"/>
                  <a:pt x="31" y="19"/>
                </a:cubicBez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50" name="Freeform 255">
            <a:extLst>
              <a:ext uri="{FF2B5EF4-FFF2-40B4-BE49-F238E27FC236}">
                <a16:creationId xmlns:a16="http://schemas.microsoft.com/office/drawing/2014/main" id="{F72D959B-CDC5-4477-92D3-B4DD620F538F}"/>
              </a:ext>
            </a:extLst>
          </p:cNvPr>
          <p:cNvSpPr>
            <a:spLocks/>
          </p:cNvSpPr>
          <p:nvPr/>
        </p:nvSpPr>
        <p:spPr bwMode="auto">
          <a:xfrm>
            <a:off x="6641636" y="2136561"/>
            <a:ext cx="66978" cy="56268"/>
          </a:xfrm>
          <a:custGeom>
            <a:avLst/>
            <a:gdLst/>
            <a:ahLst/>
            <a:cxnLst>
              <a:cxn ang="0">
                <a:pos x="26" y="0"/>
              </a:cxn>
              <a:cxn ang="0">
                <a:pos x="39" y="9"/>
              </a:cxn>
              <a:cxn ang="0">
                <a:pos x="45" y="28"/>
              </a:cxn>
              <a:cxn ang="0">
                <a:pos x="45" y="39"/>
              </a:cxn>
              <a:cxn ang="0">
                <a:pos x="45" y="40"/>
              </a:cxn>
              <a:cxn ang="0">
                <a:pos x="0" y="40"/>
              </a:cxn>
            </a:cxnLst>
            <a:rect l="0" t="0" r="r" b="b"/>
            <a:pathLst>
              <a:path w="45" h="40">
                <a:moveTo>
                  <a:pt x="26" y="0"/>
                </a:moveTo>
                <a:cubicBezTo>
                  <a:pt x="31" y="2"/>
                  <a:pt x="35" y="5"/>
                  <a:pt x="39" y="9"/>
                </a:cubicBezTo>
                <a:cubicBezTo>
                  <a:pt x="43" y="14"/>
                  <a:pt x="45" y="21"/>
                  <a:pt x="45" y="28"/>
                </a:cubicBezTo>
                <a:cubicBezTo>
                  <a:pt x="45" y="39"/>
                  <a:pt x="45" y="39"/>
                  <a:pt x="45" y="39"/>
                </a:cubicBezTo>
                <a:cubicBezTo>
                  <a:pt x="45" y="40"/>
                  <a:pt x="45" y="40"/>
                  <a:pt x="45" y="40"/>
                </a:cubicBezTo>
                <a:cubicBezTo>
                  <a:pt x="0" y="40"/>
                  <a:pt x="0" y="40"/>
                  <a:pt x="0" y="40"/>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51" name="Freeform 256">
            <a:extLst>
              <a:ext uri="{FF2B5EF4-FFF2-40B4-BE49-F238E27FC236}">
                <a16:creationId xmlns:a16="http://schemas.microsoft.com/office/drawing/2014/main" id="{1F65911A-94CE-4EEC-A9CA-B02D092CADD4}"/>
              </a:ext>
            </a:extLst>
          </p:cNvPr>
          <p:cNvSpPr>
            <a:spLocks/>
          </p:cNvSpPr>
          <p:nvPr/>
        </p:nvSpPr>
        <p:spPr bwMode="auto">
          <a:xfrm>
            <a:off x="6620899" y="2136561"/>
            <a:ext cx="45719" cy="56268"/>
          </a:xfrm>
          <a:custGeom>
            <a:avLst/>
            <a:gdLst/>
            <a:ahLst/>
            <a:cxnLst>
              <a:cxn ang="0">
                <a:pos x="0" y="40"/>
              </a:cxn>
              <a:cxn ang="0">
                <a:pos x="0" y="38"/>
              </a:cxn>
              <a:cxn ang="0">
                <a:pos x="0" y="28"/>
              </a:cxn>
              <a:cxn ang="0">
                <a:pos x="6" y="10"/>
              </a:cxn>
              <a:cxn ang="0">
                <a:pos x="19" y="0"/>
              </a:cxn>
            </a:cxnLst>
            <a:rect l="0" t="0" r="r" b="b"/>
            <a:pathLst>
              <a:path w="19" h="40">
                <a:moveTo>
                  <a:pt x="0" y="40"/>
                </a:moveTo>
                <a:cubicBezTo>
                  <a:pt x="0" y="38"/>
                  <a:pt x="0" y="38"/>
                  <a:pt x="0" y="38"/>
                </a:cubicBezTo>
                <a:cubicBezTo>
                  <a:pt x="0" y="28"/>
                  <a:pt x="0" y="28"/>
                  <a:pt x="0" y="28"/>
                </a:cubicBezTo>
                <a:cubicBezTo>
                  <a:pt x="0" y="21"/>
                  <a:pt x="2" y="15"/>
                  <a:pt x="6" y="10"/>
                </a:cubicBezTo>
                <a:cubicBezTo>
                  <a:pt x="9" y="6"/>
                  <a:pt x="15" y="2"/>
                  <a:pt x="19" y="0"/>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52" name="Freeform 257">
            <a:extLst>
              <a:ext uri="{FF2B5EF4-FFF2-40B4-BE49-F238E27FC236}">
                <a16:creationId xmlns:a16="http://schemas.microsoft.com/office/drawing/2014/main" id="{F00B8B7B-2A63-4D8E-922E-1FB74EF59001}"/>
              </a:ext>
            </a:extLst>
          </p:cNvPr>
          <p:cNvSpPr>
            <a:spLocks/>
          </p:cNvSpPr>
          <p:nvPr/>
        </p:nvSpPr>
        <p:spPr bwMode="auto">
          <a:xfrm>
            <a:off x="6642932" y="2079539"/>
            <a:ext cx="47493" cy="57440"/>
          </a:xfrm>
          <a:custGeom>
            <a:avLst/>
            <a:gdLst/>
            <a:ahLst/>
            <a:cxnLst>
              <a:cxn ang="0">
                <a:pos x="32" y="20"/>
              </a:cxn>
              <a:cxn ang="0">
                <a:pos x="16" y="40"/>
              </a:cxn>
              <a:cxn ang="0">
                <a:pos x="0" y="20"/>
              </a:cxn>
              <a:cxn ang="0">
                <a:pos x="16" y="0"/>
              </a:cxn>
              <a:cxn ang="0">
                <a:pos x="32" y="20"/>
              </a:cxn>
            </a:cxnLst>
            <a:rect l="0" t="0" r="r" b="b"/>
            <a:pathLst>
              <a:path w="32" h="40">
                <a:moveTo>
                  <a:pt x="32" y="20"/>
                </a:moveTo>
                <a:cubicBezTo>
                  <a:pt x="32" y="31"/>
                  <a:pt x="25" y="40"/>
                  <a:pt x="16" y="40"/>
                </a:cubicBezTo>
                <a:cubicBezTo>
                  <a:pt x="7" y="40"/>
                  <a:pt x="0" y="31"/>
                  <a:pt x="0" y="20"/>
                </a:cubicBezTo>
                <a:cubicBezTo>
                  <a:pt x="0" y="9"/>
                  <a:pt x="7" y="0"/>
                  <a:pt x="16" y="0"/>
                </a:cubicBezTo>
                <a:cubicBezTo>
                  <a:pt x="24" y="0"/>
                  <a:pt x="32" y="9"/>
                  <a:pt x="32" y="20"/>
                </a:cubicBez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53" name="Freeform 258">
            <a:extLst>
              <a:ext uri="{FF2B5EF4-FFF2-40B4-BE49-F238E27FC236}">
                <a16:creationId xmlns:a16="http://schemas.microsoft.com/office/drawing/2014/main" id="{D2A19208-0ABF-4675-B977-EF3025EE8320}"/>
              </a:ext>
            </a:extLst>
          </p:cNvPr>
          <p:cNvSpPr>
            <a:spLocks/>
          </p:cNvSpPr>
          <p:nvPr/>
        </p:nvSpPr>
        <p:spPr bwMode="auto">
          <a:xfrm>
            <a:off x="6785489" y="1913653"/>
            <a:ext cx="87679" cy="51579"/>
          </a:xfrm>
          <a:custGeom>
            <a:avLst/>
            <a:gdLst/>
            <a:ahLst/>
            <a:cxnLst>
              <a:cxn ang="0">
                <a:pos x="59" y="36"/>
              </a:cxn>
              <a:cxn ang="0">
                <a:pos x="0" y="7"/>
              </a:cxn>
            </a:cxnLst>
            <a:rect l="0" t="0" r="r" b="b"/>
            <a:pathLst>
              <a:path w="59" h="36">
                <a:moveTo>
                  <a:pt x="59" y="36"/>
                </a:moveTo>
                <a:cubicBezTo>
                  <a:pt x="59" y="36"/>
                  <a:pt x="42" y="0"/>
                  <a:pt x="0" y="7"/>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54" name="Freeform 259">
            <a:extLst>
              <a:ext uri="{FF2B5EF4-FFF2-40B4-BE49-F238E27FC236}">
                <a16:creationId xmlns:a16="http://schemas.microsoft.com/office/drawing/2014/main" id="{971B3CEF-785D-4D88-A36B-648B370248EE}"/>
              </a:ext>
            </a:extLst>
          </p:cNvPr>
          <p:cNvSpPr>
            <a:spLocks/>
          </p:cNvSpPr>
          <p:nvPr/>
        </p:nvSpPr>
        <p:spPr bwMode="auto">
          <a:xfrm>
            <a:off x="6869725" y="1960307"/>
            <a:ext cx="45719" cy="45719"/>
          </a:xfrm>
          <a:custGeom>
            <a:avLst/>
            <a:gdLst/>
            <a:ahLst/>
            <a:cxnLst>
              <a:cxn ang="0">
                <a:pos x="0" y="9"/>
              </a:cxn>
              <a:cxn ang="0">
                <a:pos x="13" y="19"/>
              </a:cxn>
              <a:cxn ang="0">
                <a:pos x="14" y="0"/>
              </a:cxn>
              <a:cxn ang="0">
                <a:pos x="0" y="9"/>
              </a:cxn>
              <a:cxn ang="0">
                <a:pos x="0" y="9"/>
              </a:cxn>
              <a:cxn ang="0">
                <a:pos x="0" y="9"/>
              </a:cxn>
            </a:cxnLst>
            <a:rect l="0" t="0" r="r" b="b"/>
            <a:pathLst>
              <a:path w="14" h="19">
                <a:moveTo>
                  <a:pt x="0" y="9"/>
                </a:moveTo>
                <a:lnTo>
                  <a:pt x="13" y="19"/>
                </a:lnTo>
                <a:lnTo>
                  <a:pt x="14" y="0"/>
                </a:lnTo>
                <a:lnTo>
                  <a:pt x="0" y="9"/>
                </a:lnTo>
                <a:lnTo>
                  <a:pt x="0" y="9"/>
                </a:lnTo>
                <a:lnTo>
                  <a:pt x="0" y="9"/>
                </a:ln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55" name="Freeform 260">
            <a:extLst>
              <a:ext uri="{FF2B5EF4-FFF2-40B4-BE49-F238E27FC236}">
                <a16:creationId xmlns:a16="http://schemas.microsoft.com/office/drawing/2014/main" id="{F58408B3-D7C1-48AA-B39B-4A6604C9F87B}"/>
              </a:ext>
            </a:extLst>
          </p:cNvPr>
          <p:cNvSpPr>
            <a:spLocks/>
          </p:cNvSpPr>
          <p:nvPr/>
        </p:nvSpPr>
        <p:spPr bwMode="auto">
          <a:xfrm>
            <a:off x="6869725" y="1960307"/>
            <a:ext cx="45719" cy="45719"/>
          </a:xfrm>
          <a:custGeom>
            <a:avLst/>
            <a:gdLst/>
            <a:ahLst/>
            <a:cxnLst>
              <a:cxn ang="0">
                <a:pos x="0" y="9"/>
              </a:cxn>
              <a:cxn ang="0">
                <a:pos x="13" y="19"/>
              </a:cxn>
              <a:cxn ang="0">
                <a:pos x="14" y="0"/>
              </a:cxn>
              <a:cxn ang="0">
                <a:pos x="0" y="9"/>
              </a:cxn>
              <a:cxn ang="0">
                <a:pos x="0" y="9"/>
              </a:cxn>
              <a:cxn ang="0">
                <a:pos x="0" y="9"/>
              </a:cxn>
            </a:cxnLst>
            <a:rect l="0" t="0" r="r" b="b"/>
            <a:pathLst>
              <a:path w="14" h="19">
                <a:moveTo>
                  <a:pt x="0" y="9"/>
                </a:moveTo>
                <a:lnTo>
                  <a:pt x="13" y="19"/>
                </a:lnTo>
                <a:lnTo>
                  <a:pt x="14" y="0"/>
                </a:lnTo>
                <a:lnTo>
                  <a:pt x="0" y="9"/>
                </a:lnTo>
                <a:lnTo>
                  <a:pt x="0" y="9"/>
                </a:lnTo>
                <a:lnTo>
                  <a:pt x="0" y="9"/>
                </a:ln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56" name="Freeform 261">
            <a:extLst>
              <a:ext uri="{FF2B5EF4-FFF2-40B4-BE49-F238E27FC236}">
                <a16:creationId xmlns:a16="http://schemas.microsoft.com/office/drawing/2014/main" id="{5E729829-2629-4883-BB15-2F49789F21AB}"/>
              </a:ext>
            </a:extLst>
          </p:cNvPr>
          <p:cNvSpPr>
            <a:spLocks/>
          </p:cNvSpPr>
          <p:nvPr/>
        </p:nvSpPr>
        <p:spPr bwMode="auto">
          <a:xfrm>
            <a:off x="6768641" y="1913652"/>
            <a:ext cx="45719" cy="45719"/>
          </a:xfrm>
          <a:custGeom>
            <a:avLst/>
            <a:gdLst/>
            <a:ahLst/>
            <a:cxnLst>
              <a:cxn ang="0">
                <a:pos x="18" y="18"/>
              </a:cxn>
              <a:cxn ang="0">
                <a:pos x="0" y="11"/>
              </a:cxn>
              <a:cxn ang="0">
                <a:pos x="14" y="0"/>
              </a:cxn>
              <a:cxn ang="0">
                <a:pos x="18" y="18"/>
              </a:cxn>
              <a:cxn ang="0">
                <a:pos x="18" y="18"/>
              </a:cxn>
              <a:cxn ang="0">
                <a:pos x="18" y="18"/>
              </a:cxn>
            </a:cxnLst>
            <a:rect l="0" t="0" r="r" b="b"/>
            <a:pathLst>
              <a:path w="18" h="18">
                <a:moveTo>
                  <a:pt x="18" y="18"/>
                </a:moveTo>
                <a:lnTo>
                  <a:pt x="0" y="11"/>
                </a:lnTo>
                <a:lnTo>
                  <a:pt x="14" y="0"/>
                </a:lnTo>
                <a:lnTo>
                  <a:pt x="18" y="18"/>
                </a:lnTo>
                <a:lnTo>
                  <a:pt x="18" y="18"/>
                </a:lnTo>
                <a:lnTo>
                  <a:pt x="18" y="18"/>
                </a:ln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57" name="Freeform 262">
            <a:extLst>
              <a:ext uri="{FF2B5EF4-FFF2-40B4-BE49-F238E27FC236}">
                <a16:creationId xmlns:a16="http://schemas.microsoft.com/office/drawing/2014/main" id="{2DCB6BF4-70BF-4CB7-9CB3-2DDE7FD424E1}"/>
              </a:ext>
            </a:extLst>
          </p:cNvPr>
          <p:cNvSpPr>
            <a:spLocks/>
          </p:cNvSpPr>
          <p:nvPr/>
        </p:nvSpPr>
        <p:spPr bwMode="auto">
          <a:xfrm>
            <a:off x="6768641" y="1913652"/>
            <a:ext cx="45719" cy="45719"/>
          </a:xfrm>
          <a:custGeom>
            <a:avLst/>
            <a:gdLst/>
            <a:ahLst/>
            <a:cxnLst>
              <a:cxn ang="0">
                <a:pos x="18" y="18"/>
              </a:cxn>
              <a:cxn ang="0">
                <a:pos x="0" y="11"/>
              </a:cxn>
              <a:cxn ang="0">
                <a:pos x="14" y="0"/>
              </a:cxn>
              <a:cxn ang="0">
                <a:pos x="18" y="18"/>
              </a:cxn>
              <a:cxn ang="0">
                <a:pos x="18" y="18"/>
              </a:cxn>
              <a:cxn ang="0">
                <a:pos x="18" y="18"/>
              </a:cxn>
            </a:cxnLst>
            <a:rect l="0" t="0" r="r" b="b"/>
            <a:pathLst>
              <a:path w="18" h="18">
                <a:moveTo>
                  <a:pt x="18" y="18"/>
                </a:moveTo>
                <a:lnTo>
                  <a:pt x="0" y="11"/>
                </a:lnTo>
                <a:lnTo>
                  <a:pt x="14" y="0"/>
                </a:lnTo>
                <a:lnTo>
                  <a:pt x="18" y="18"/>
                </a:lnTo>
                <a:lnTo>
                  <a:pt x="18" y="18"/>
                </a:lnTo>
                <a:lnTo>
                  <a:pt x="18" y="18"/>
                </a:ln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58" name="Freeform 263">
            <a:extLst>
              <a:ext uri="{FF2B5EF4-FFF2-40B4-BE49-F238E27FC236}">
                <a16:creationId xmlns:a16="http://schemas.microsoft.com/office/drawing/2014/main" id="{407B082F-6044-43E2-B571-5FF7DD196C79}"/>
              </a:ext>
            </a:extLst>
          </p:cNvPr>
          <p:cNvSpPr>
            <a:spLocks/>
          </p:cNvSpPr>
          <p:nvPr/>
        </p:nvSpPr>
        <p:spPr bwMode="auto">
          <a:xfrm>
            <a:off x="6618308" y="1994004"/>
            <a:ext cx="47493" cy="46890"/>
          </a:xfrm>
          <a:custGeom>
            <a:avLst/>
            <a:gdLst/>
            <a:ahLst/>
            <a:cxnLst>
              <a:cxn ang="0">
                <a:pos x="0" y="5"/>
              </a:cxn>
              <a:cxn ang="0">
                <a:pos x="31" y="33"/>
              </a:cxn>
            </a:cxnLst>
            <a:rect l="0" t="0" r="r" b="b"/>
            <a:pathLst>
              <a:path w="32" h="33">
                <a:moveTo>
                  <a:pt x="0" y="5"/>
                </a:moveTo>
                <a:cubicBezTo>
                  <a:pt x="0" y="5"/>
                  <a:pt x="32" y="0"/>
                  <a:pt x="31" y="33"/>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59" name="Freeform 264">
            <a:extLst>
              <a:ext uri="{FF2B5EF4-FFF2-40B4-BE49-F238E27FC236}">
                <a16:creationId xmlns:a16="http://schemas.microsoft.com/office/drawing/2014/main" id="{B6CEBD16-D8F7-46FC-848B-EF2538EEEBD5}"/>
              </a:ext>
            </a:extLst>
          </p:cNvPr>
          <p:cNvSpPr>
            <a:spLocks/>
          </p:cNvSpPr>
          <p:nvPr/>
        </p:nvSpPr>
        <p:spPr bwMode="auto">
          <a:xfrm>
            <a:off x="6601460" y="1990115"/>
            <a:ext cx="45719" cy="45719"/>
          </a:xfrm>
          <a:custGeom>
            <a:avLst/>
            <a:gdLst/>
            <a:ahLst/>
            <a:cxnLst>
              <a:cxn ang="0">
                <a:pos x="14" y="0"/>
              </a:cxn>
              <a:cxn ang="0">
                <a:pos x="0" y="11"/>
              </a:cxn>
              <a:cxn ang="0">
                <a:pos x="17" y="17"/>
              </a:cxn>
              <a:cxn ang="0">
                <a:pos x="14" y="0"/>
              </a:cxn>
              <a:cxn ang="0">
                <a:pos x="14" y="0"/>
              </a:cxn>
              <a:cxn ang="0">
                <a:pos x="14" y="0"/>
              </a:cxn>
            </a:cxnLst>
            <a:rect l="0" t="0" r="r" b="b"/>
            <a:pathLst>
              <a:path w="17" h="17">
                <a:moveTo>
                  <a:pt x="14" y="0"/>
                </a:moveTo>
                <a:lnTo>
                  <a:pt x="0" y="11"/>
                </a:lnTo>
                <a:lnTo>
                  <a:pt x="17" y="17"/>
                </a:lnTo>
                <a:lnTo>
                  <a:pt x="14" y="0"/>
                </a:lnTo>
                <a:lnTo>
                  <a:pt x="14" y="0"/>
                </a:lnTo>
                <a:lnTo>
                  <a:pt x="14" y="0"/>
                </a:ln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60" name="Freeform 265">
            <a:extLst>
              <a:ext uri="{FF2B5EF4-FFF2-40B4-BE49-F238E27FC236}">
                <a16:creationId xmlns:a16="http://schemas.microsoft.com/office/drawing/2014/main" id="{44CFFF00-7799-4274-A06B-67E203DEBC34}"/>
              </a:ext>
            </a:extLst>
          </p:cNvPr>
          <p:cNvSpPr>
            <a:spLocks/>
          </p:cNvSpPr>
          <p:nvPr/>
        </p:nvSpPr>
        <p:spPr bwMode="auto">
          <a:xfrm>
            <a:off x="6601460" y="1990115"/>
            <a:ext cx="45719" cy="45719"/>
          </a:xfrm>
          <a:custGeom>
            <a:avLst/>
            <a:gdLst/>
            <a:ahLst/>
            <a:cxnLst>
              <a:cxn ang="0">
                <a:pos x="14" y="0"/>
              </a:cxn>
              <a:cxn ang="0">
                <a:pos x="0" y="11"/>
              </a:cxn>
              <a:cxn ang="0">
                <a:pos x="17" y="17"/>
              </a:cxn>
              <a:cxn ang="0">
                <a:pos x="14" y="0"/>
              </a:cxn>
              <a:cxn ang="0">
                <a:pos x="14" y="0"/>
              </a:cxn>
              <a:cxn ang="0">
                <a:pos x="14" y="0"/>
              </a:cxn>
            </a:cxnLst>
            <a:rect l="0" t="0" r="r" b="b"/>
            <a:pathLst>
              <a:path w="17" h="17">
                <a:moveTo>
                  <a:pt x="14" y="0"/>
                </a:moveTo>
                <a:lnTo>
                  <a:pt x="0" y="11"/>
                </a:lnTo>
                <a:lnTo>
                  <a:pt x="17" y="17"/>
                </a:lnTo>
                <a:lnTo>
                  <a:pt x="14" y="0"/>
                </a:lnTo>
                <a:lnTo>
                  <a:pt x="14" y="0"/>
                </a:lnTo>
                <a:lnTo>
                  <a:pt x="14" y="0"/>
                </a:ln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61" name="Freeform 266">
            <a:extLst>
              <a:ext uri="{FF2B5EF4-FFF2-40B4-BE49-F238E27FC236}">
                <a16:creationId xmlns:a16="http://schemas.microsoft.com/office/drawing/2014/main" id="{1BF2538A-39F0-4D8E-8750-132A2688CFB1}"/>
              </a:ext>
            </a:extLst>
          </p:cNvPr>
          <p:cNvSpPr>
            <a:spLocks/>
          </p:cNvSpPr>
          <p:nvPr/>
        </p:nvSpPr>
        <p:spPr bwMode="auto">
          <a:xfrm>
            <a:off x="6655891" y="2043249"/>
            <a:ext cx="45719" cy="45719"/>
          </a:xfrm>
          <a:custGeom>
            <a:avLst/>
            <a:gdLst/>
            <a:ahLst/>
            <a:cxnLst>
              <a:cxn ang="0">
                <a:pos x="17" y="0"/>
              </a:cxn>
              <a:cxn ang="0">
                <a:pos x="8" y="14"/>
              </a:cxn>
              <a:cxn ang="0">
                <a:pos x="0" y="0"/>
              </a:cxn>
              <a:cxn ang="0">
                <a:pos x="17" y="0"/>
              </a:cxn>
              <a:cxn ang="0">
                <a:pos x="17" y="0"/>
              </a:cxn>
              <a:cxn ang="0">
                <a:pos x="17" y="0"/>
              </a:cxn>
            </a:cxnLst>
            <a:rect l="0" t="0" r="r" b="b"/>
            <a:pathLst>
              <a:path w="17" h="14">
                <a:moveTo>
                  <a:pt x="17" y="0"/>
                </a:moveTo>
                <a:lnTo>
                  <a:pt x="8" y="14"/>
                </a:lnTo>
                <a:lnTo>
                  <a:pt x="0" y="0"/>
                </a:lnTo>
                <a:lnTo>
                  <a:pt x="17" y="0"/>
                </a:lnTo>
                <a:lnTo>
                  <a:pt x="17" y="0"/>
                </a:lnTo>
                <a:lnTo>
                  <a:pt x="17" y="0"/>
                </a:ln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62" name="Freeform 267">
            <a:extLst>
              <a:ext uri="{FF2B5EF4-FFF2-40B4-BE49-F238E27FC236}">
                <a16:creationId xmlns:a16="http://schemas.microsoft.com/office/drawing/2014/main" id="{E1D5392D-71F7-4BCF-A5AE-480511E2786A}"/>
              </a:ext>
            </a:extLst>
          </p:cNvPr>
          <p:cNvSpPr>
            <a:spLocks/>
          </p:cNvSpPr>
          <p:nvPr/>
        </p:nvSpPr>
        <p:spPr bwMode="auto">
          <a:xfrm>
            <a:off x="6655891" y="2043249"/>
            <a:ext cx="45719" cy="45719"/>
          </a:xfrm>
          <a:custGeom>
            <a:avLst/>
            <a:gdLst/>
            <a:ahLst/>
            <a:cxnLst>
              <a:cxn ang="0">
                <a:pos x="17" y="0"/>
              </a:cxn>
              <a:cxn ang="0">
                <a:pos x="8" y="14"/>
              </a:cxn>
              <a:cxn ang="0">
                <a:pos x="0" y="0"/>
              </a:cxn>
              <a:cxn ang="0">
                <a:pos x="17" y="0"/>
              </a:cxn>
              <a:cxn ang="0">
                <a:pos x="17" y="0"/>
              </a:cxn>
              <a:cxn ang="0">
                <a:pos x="17" y="0"/>
              </a:cxn>
            </a:cxnLst>
            <a:rect l="0" t="0" r="r" b="b"/>
            <a:pathLst>
              <a:path w="17" h="14">
                <a:moveTo>
                  <a:pt x="17" y="0"/>
                </a:moveTo>
                <a:lnTo>
                  <a:pt x="8" y="14"/>
                </a:lnTo>
                <a:lnTo>
                  <a:pt x="0" y="0"/>
                </a:lnTo>
                <a:lnTo>
                  <a:pt x="17" y="0"/>
                </a:lnTo>
                <a:lnTo>
                  <a:pt x="17" y="0"/>
                </a:lnTo>
                <a:lnTo>
                  <a:pt x="17" y="0"/>
                </a:lnTo>
                <a:close/>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63" name="Freeform 496">
            <a:extLst>
              <a:ext uri="{FF2B5EF4-FFF2-40B4-BE49-F238E27FC236}">
                <a16:creationId xmlns:a16="http://schemas.microsoft.com/office/drawing/2014/main" id="{C0CE5D0E-8625-4063-AE71-D1CB4CF26DE0}"/>
              </a:ext>
            </a:extLst>
          </p:cNvPr>
          <p:cNvSpPr>
            <a:spLocks/>
          </p:cNvSpPr>
          <p:nvPr/>
        </p:nvSpPr>
        <p:spPr bwMode="auto">
          <a:xfrm>
            <a:off x="7596179" y="2796432"/>
            <a:ext cx="171572" cy="264510"/>
          </a:xfrm>
          <a:custGeom>
            <a:avLst/>
            <a:gdLst/>
            <a:ahLst/>
            <a:cxnLst>
              <a:cxn ang="0">
                <a:pos x="0" y="132"/>
              </a:cxn>
              <a:cxn ang="0">
                <a:pos x="39" y="56"/>
              </a:cxn>
              <a:cxn ang="0">
                <a:pos x="24" y="29"/>
              </a:cxn>
              <a:cxn ang="0">
                <a:pos x="50" y="0"/>
              </a:cxn>
              <a:cxn ang="0">
                <a:pos x="74" y="29"/>
              </a:cxn>
              <a:cxn ang="0">
                <a:pos x="61" y="56"/>
              </a:cxn>
              <a:cxn ang="0">
                <a:pos x="100" y="132"/>
              </a:cxn>
              <a:cxn ang="0">
                <a:pos x="82" y="168"/>
              </a:cxn>
            </a:cxnLst>
            <a:rect l="0" t="0" r="r" b="b"/>
            <a:pathLst>
              <a:path w="105" h="168">
                <a:moveTo>
                  <a:pt x="0" y="132"/>
                </a:moveTo>
                <a:cubicBezTo>
                  <a:pt x="0" y="95"/>
                  <a:pt x="10" y="64"/>
                  <a:pt x="39" y="56"/>
                </a:cubicBezTo>
                <a:cubicBezTo>
                  <a:pt x="32" y="50"/>
                  <a:pt x="24" y="39"/>
                  <a:pt x="24" y="29"/>
                </a:cubicBezTo>
                <a:cubicBezTo>
                  <a:pt x="24" y="12"/>
                  <a:pt x="35" y="0"/>
                  <a:pt x="50" y="0"/>
                </a:cubicBezTo>
                <a:cubicBezTo>
                  <a:pt x="63" y="0"/>
                  <a:pt x="74" y="12"/>
                  <a:pt x="74" y="29"/>
                </a:cubicBezTo>
                <a:cubicBezTo>
                  <a:pt x="74" y="39"/>
                  <a:pt x="68" y="50"/>
                  <a:pt x="61" y="56"/>
                </a:cubicBezTo>
                <a:cubicBezTo>
                  <a:pt x="91" y="64"/>
                  <a:pt x="100" y="95"/>
                  <a:pt x="100" y="132"/>
                </a:cubicBezTo>
                <a:cubicBezTo>
                  <a:pt x="100" y="132"/>
                  <a:pt x="105" y="164"/>
                  <a:pt x="82" y="168"/>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64" name="Freeform 497">
            <a:extLst>
              <a:ext uri="{FF2B5EF4-FFF2-40B4-BE49-F238E27FC236}">
                <a16:creationId xmlns:a16="http://schemas.microsoft.com/office/drawing/2014/main" id="{0EA69EFE-9475-4A10-B3BE-BE1E5BC7B6CE}"/>
              </a:ext>
            </a:extLst>
          </p:cNvPr>
          <p:cNvSpPr>
            <a:spLocks/>
          </p:cNvSpPr>
          <p:nvPr/>
        </p:nvSpPr>
        <p:spPr bwMode="auto">
          <a:xfrm>
            <a:off x="7658944" y="2904845"/>
            <a:ext cx="45719" cy="154835"/>
          </a:xfrm>
          <a:custGeom>
            <a:avLst/>
            <a:gdLst/>
            <a:ahLst/>
            <a:cxnLst>
              <a:cxn ang="0">
                <a:pos x="14" y="98"/>
              </a:cxn>
              <a:cxn ang="0">
                <a:pos x="1" y="84"/>
              </a:cxn>
              <a:cxn ang="0">
                <a:pos x="9" y="10"/>
              </a:cxn>
              <a:cxn ang="0">
                <a:pos x="6" y="0"/>
              </a:cxn>
              <a:cxn ang="0">
                <a:pos x="21" y="0"/>
              </a:cxn>
              <a:cxn ang="0">
                <a:pos x="19" y="10"/>
              </a:cxn>
              <a:cxn ang="0">
                <a:pos x="28" y="85"/>
              </a:cxn>
              <a:cxn ang="0">
                <a:pos x="21" y="92"/>
              </a:cxn>
            </a:cxnLst>
            <a:rect l="0" t="0" r="r" b="b"/>
            <a:pathLst>
              <a:path w="28" h="98">
                <a:moveTo>
                  <a:pt x="14" y="98"/>
                </a:moveTo>
                <a:cubicBezTo>
                  <a:pt x="10" y="94"/>
                  <a:pt x="7" y="92"/>
                  <a:pt x="1" y="84"/>
                </a:cubicBezTo>
                <a:cubicBezTo>
                  <a:pt x="0" y="69"/>
                  <a:pt x="8" y="22"/>
                  <a:pt x="9" y="10"/>
                </a:cubicBezTo>
                <a:cubicBezTo>
                  <a:pt x="7" y="6"/>
                  <a:pt x="6" y="5"/>
                  <a:pt x="6" y="0"/>
                </a:cubicBezTo>
                <a:cubicBezTo>
                  <a:pt x="12" y="2"/>
                  <a:pt x="16" y="2"/>
                  <a:pt x="21" y="0"/>
                </a:cubicBezTo>
                <a:cubicBezTo>
                  <a:pt x="22" y="4"/>
                  <a:pt x="20" y="6"/>
                  <a:pt x="19" y="10"/>
                </a:cubicBezTo>
                <a:cubicBezTo>
                  <a:pt x="20" y="22"/>
                  <a:pt x="27" y="71"/>
                  <a:pt x="28" y="85"/>
                </a:cubicBezTo>
                <a:cubicBezTo>
                  <a:pt x="26" y="88"/>
                  <a:pt x="24" y="89"/>
                  <a:pt x="21" y="92"/>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65" name="Freeform 498">
            <a:extLst>
              <a:ext uri="{FF2B5EF4-FFF2-40B4-BE49-F238E27FC236}">
                <a16:creationId xmlns:a16="http://schemas.microsoft.com/office/drawing/2014/main" id="{F62D6D87-0014-4F0C-B7F0-18C0A10B7827}"/>
              </a:ext>
            </a:extLst>
          </p:cNvPr>
          <p:cNvSpPr>
            <a:spLocks/>
          </p:cNvSpPr>
          <p:nvPr/>
        </p:nvSpPr>
        <p:spPr bwMode="auto">
          <a:xfrm>
            <a:off x="7446397" y="2839227"/>
            <a:ext cx="139403" cy="172899"/>
          </a:xfrm>
          <a:custGeom>
            <a:avLst/>
            <a:gdLst/>
            <a:ahLst/>
            <a:cxnLst>
              <a:cxn ang="0">
                <a:pos x="0" y="105"/>
              </a:cxn>
              <a:cxn ang="0">
                <a:pos x="33" y="47"/>
              </a:cxn>
              <a:cxn ang="0">
                <a:pos x="21" y="24"/>
              </a:cxn>
              <a:cxn ang="0">
                <a:pos x="42" y="0"/>
              </a:cxn>
              <a:cxn ang="0">
                <a:pos x="63" y="24"/>
              </a:cxn>
              <a:cxn ang="0">
                <a:pos x="52" y="47"/>
              </a:cxn>
              <a:cxn ang="0">
                <a:pos x="85" y="110"/>
              </a:cxn>
            </a:cxnLst>
            <a:rect l="0" t="0" r="r" b="b"/>
            <a:pathLst>
              <a:path w="85" h="110">
                <a:moveTo>
                  <a:pt x="0" y="105"/>
                </a:moveTo>
                <a:cubicBezTo>
                  <a:pt x="0" y="73"/>
                  <a:pt x="9" y="53"/>
                  <a:pt x="33" y="47"/>
                </a:cubicBezTo>
                <a:cubicBezTo>
                  <a:pt x="28" y="41"/>
                  <a:pt x="21" y="32"/>
                  <a:pt x="21" y="24"/>
                </a:cubicBezTo>
                <a:cubicBezTo>
                  <a:pt x="21" y="10"/>
                  <a:pt x="30" y="0"/>
                  <a:pt x="42" y="0"/>
                </a:cubicBezTo>
                <a:cubicBezTo>
                  <a:pt x="53" y="0"/>
                  <a:pt x="63" y="10"/>
                  <a:pt x="63" y="24"/>
                </a:cubicBezTo>
                <a:cubicBezTo>
                  <a:pt x="63" y="32"/>
                  <a:pt x="57" y="41"/>
                  <a:pt x="52" y="47"/>
                </a:cubicBezTo>
                <a:cubicBezTo>
                  <a:pt x="76" y="53"/>
                  <a:pt x="85" y="79"/>
                  <a:pt x="85" y="110"/>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66" name="Freeform 499">
            <a:extLst>
              <a:ext uri="{FF2B5EF4-FFF2-40B4-BE49-F238E27FC236}">
                <a16:creationId xmlns:a16="http://schemas.microsoft.com/office/drawing/2014/main" id="{8F3BFE25-6A32-41B3-92C2-8C06B0A8755C}"/>
              </a:ext>
            </a:extLst>
          </p:cNvPr>
          <p:cNvSpPr>
            <a:spLocks/>
          </p:cNvSpPr>
          <p:nvPr/>
        </p:nvSpPr>
        <p:spPr bwMode="auto">
          <a:xfrm>
            <a:off x="7436412" y="3088862"/>
            <a:ext cx="93829" cy="58063"/>
          </a:xfrm>
          <a:custGeom>
            <a:avLst/>
            <a:gdLst/>
            <a:ahLst/>
            <a:cxnLst>
              <a:cxn ang="0">
                <a:pos x="56" y="27"/>
              </a:cxn>
              <a:cxn ang="0">
                <a:pos x="56" y="35"/>
              </a:cxn>
              <a:cxn ang="0">
                <a:pos x="56" y="35"/>
              </a:cxn>
              <a:cxn ang="0">
                <a:pos x="48" y="35"/>
              </a:cxn>
              <a:cxn ang="0">
                <a:pos x="20" y="6"/>
              </a:cxn>
              <a:cxn ang="0">
                <a:pos x="0" y="1"/>
              </a:cxn>
            </a:cxnLst>
            <a:rect l="0" t="0" r="r" b="b"/>
            <a:pathLst>
              <a:path w="58" h="37">
                <a:moveTo>
                  <a:pt x="56" y="27"/>
                </a:moveTo>
                <a:cubicBezTo>
                  <a:pt x="58" y="29"/>
                  <a:pt x="58" y="32"/>
                  <a:pt x="56" y="35"/>
                </a:cubicBezTo>
                <a:cubicBezTo>
                  <a:pt x="56" y="35"/>
                  <a:pt x="56" y="35"/>
                  <a:pt x="56" y="35"/>
                </a:cubicBezTo>
                <a:cubicBezTo>
                  <a:pt x="54" y="37"/>
                  <a:pt x="50" y="37"/>
                  <a:pt x="48" y="35"/>
                </a:cubicBezTo>
                <a:cubicBezTo>
                  <a:pt x="48" y="35"/>
                  <a:pt x="28" y="10"/>
                  <a:pt x="20" y="6"/>
                </a:cubicBezTo>
                <a:cubicBezTo>
                  <a:pt x="9" y="0"/>
                  <a:pt x="0" y="1"/>
                  <a:pt x="0" y="1"/>
                </a:cubicBezTo>
              </a:path>
            </a:pathLst>
          </a:custGeom>
          <a:noFill/>
          <a:ln w="1587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67" name="Freeform 500">
            <a:extLst>
              <a:ext uri="{FF2B5EF4-FFF2-40B4-BE49-F238E27FC236}">
                <a16:creationId xmlns:a16="http://schemas.microsoft.com/office/drawing/2014/main" id="{67403449-82F1-480B-8DF8-49FD8AE562A1}"/>
              </a:ext>
            </a:extLst>
          </p:cNvPr>
          <p:cNvSpPr>
            <a:spLocks/>
          </p:cNvSpPr>
          <p:nvPr/>
        </p:nvSpPr>
        <p:spPr bwMode="auto">
          <a:xfrm>
            <a:off x="7504883" y="3094568"/>
            <a:ext cx="46915" cy="45719"/>
          </a:xfrm>
          <a:custGeom>
            <a:avLst/>
            <a:gdLst/>
            <a:ahLst/>
            <a:cxnLst>
              <a:cxn ang="0">
                <a:pos x="8" y="0"/>
              </a:cxn>
              <a:cxn ang="0">
                <a:pos x="26" y="17"/>
              </a:cxn>
              <a:cxn ang="0">
                <a:pos x="26" y="25"/>
              </a:cxn>
              <a:cxn ang="0">
                <a:pos x="26" y="25"/>
              </a:cxn>
              <a:cxn ang="0">
                <a:pos x="18" y="25"/>
              </a:cxn>
              <a:cxn ang="0">
                <a:pos x="0" y="7"/>
              </a:cxn>
            </a:cxnLst>
            <a:rect l="0" t="0" r="r" b="b"/>
            <a:pathLst>
              <a:path w="28" h="27">
                <a:moveTo>
                  <a:pt x="8" y="0"/>
                </a:moveTo>
                <a:cubicBezTo>
                  <a:pt x="26" y="17"/>
                  <a:pt x="26" y="17"/>
                  <a:pt x="26" y="17"/>
                </a:cubicBezTo>
                <a:cubicBezTo>
                  <a:pt x="28" y="19"/>
                  <a:pt x="28" y="23"/>
                  <a:pt x="26" y="25"/>
                </a:cubicBezTo>
                <a:cubicBezTo>
                  <a:pt x="26" y="25"/>
                  <a:pt x="26" y="25"/>
                  <a:pt x="26" y="25"/>
                </a:cubicBezTo>
                <a:cubicBezTo>
                  <a:pt x="24" y="27"/>
                  <a:pt x="20" y="27"/>
                  <a:pt x="18" y="25"/>
                </a:cubicBezTo>
                <a:cubicBezTo>
                  <a:pt x="0" y="7"/>
                  <a:pt x="0" y="7"/>
                  <a:pt x="0" y="7"/>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68" name="Freeform 501">
            <a:extLst>
              <a:ext uri="{FF2B5EF4-FFF2-40B4-BE49-F238E27FC236}">
                <a16:creationId xmlns:a16="http://schemas.microsoft.com/office/drawing/2014/main" id="{14686E76-42B9-4837-B823-CEED99DC04A6}"/>
              </a:ext>
            </a:extLst>
          </p:cNvPr>
          <p:cNvSpPr>
            <a:spLocks/>
          </p:cNvSpPr>
          <p:nvPr/>
        </p:nvSpPr>
        <p:spPr bwMode="auto">
          <a:xfrm>
            <a:off x="7533414" y="3066039"/>
            <a:ext cx="57638" cy="56772"/>
          </a:xfrm>
          <a:custGeom>
            <a:avLst/>
            <a:gdLst/>
            <a:ahLst/>
            <a:cxnLst>
              <a:cxn ang="0">
                <a:pos x="11" y="0"/>
              </a:cxn>
              <a:cxn ang="0">
                <a:pos x="32" y="26"/>
              </a:cxn>
              <a:cxn ang="0">
                <a:pos x="32" y="34"/>
              </a:cxn>
              <a:cxn ang="0">
                <a:pos x="32" y="34"/>
              </a:cxn>
              <a:cxn ang="0">
                <a:pos x="25" y="34"/>
              </a:cxn>
              <a:cxn ang="0">
                <a:pos x="0" y="9"/>
              </a:cxn>
            </a:cxnLst>
            <a:rect l="0" t="0" r="r" b="b"/>
            <a:pathLst>
              <a:path w="35" h="36">
                <a:moveTo>
                  <a:pt x="11" y="0"/>
                </a:moveTo>
                <a:cubicBezTo>
                  <a:pt x="32" y="26"/>
                  <a:pt x="32" y="26"/>
                  <a:pt x="32" y="26"/>
                </a:cubicBezTo>
                <a:cubicBezTo>
                  <a:pt x="35" y="29"/>
                  <a:pt x="35" y="32"/>
                  <a:pt x="32" y="34"/>
                </a:cubicBezTo>
                <a:cubicBezTo>
                  <a:pt x="32" y="34"/>
                  <a:pt x="32" y="34"/>
                  <a:pt x="32" y="34"/>
                </a:cubicBezTo>
                <a:cubicBezTo>
                  <a:pt x="30" y="36"/>
                  <a:pt x="27" y="36"/>
                  <a:pt x="25" y="34"/>
                </a:cubicBezTo>
                <a:cubicBezTo>
                  <a:pt x="0" y="9"/>
                  <a:pt x="0" y="9"/>
                  <a:pt x="0" y="9"/>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69" name="Freeform 502">
            <a:extLst>
              <a:ext uri="{FF2B5EF4-FFF2-40B4-BE49-F238E27FC236}">
                <a16:creationId xmlns:a16="http://schemas.microsoft.com/office/drawing/2014/main" id="{986F3000-5063-4483-87A6-45B580E40C3E}"/>
              </a:ext>
            </a:extLst>
          </p:cNvPr>
          <p:cNvSpPr>
            <a:spLocks/>
          </p:cNvSpPr>
          <p:nvPr/>
        </p:nvSpPr>
        <p:spPr bwMode="auto">
          <a:xfrm>
            <a:off x="7484913" y="3023244"/>
            <a:ext cx="144765" cy="47742"/>
          </a:xfrm>
          <a:custGeom>
            <a:avLst/>
            <a:gdLst/>
            <a:ahLst/>
            <a:cxnLst>
              <a:cxn ang="0">
                <a:pos x="89" y="5"/>
              </a:cxn>
              <a:cxn ang="0">
                <a:pos x="69" y="13"/>
              </a:cxn>
              <a:cxn ang="0">
                <a:pos x="37" y="0"/>
              </a:cxn>
              <a:cxn ang="0">
                <a:pos x="4" y="14"/>
              </a:cxn>
              <a:cxn ang="0">
                <a:pos x="1" y="21"/>
              </a:cxn>
              <a:cxn ang="0">
                <a:pos x="1" y="21"/>
              </a:cxn>
              <a:cxn ang="0">
                <a:pos x="8" y="24"/>
              </a:cxn>
              <a:cxn ang="0">
                <a:pos x="31" y="15"/>
              </a:cxn>
              <a:cxn ang="0">
                <a:pos x="50" y="29"/>
              </a:cxn>
              <a:cxn ang="0">
                <a:pos x="62" y="29"/>
              </a:cxn>
            </a:cxnLst>
            <a:rect l="0" t="0" r="r" b="b"/>
            <a:pathLst>
              <a:path w="89" h="30">
                <a:moveTo>
                  <a:pt x="89" y="5"/>
                </a:moveTo>
                <a:cubicBezTo>
                  <a:pt x="89" y="5"/>
                  <a:pt x="75" y="13"/>
                  <a:pt x="69" y="13"/>
                </a:cubicBezTo>
                <a:cubicBezTo>
                  <a:pt x="60" y="12"/>
                  <a:pt x="46" y="1"/>
                  <a:pt x="37" y="0"/>
                </a:cubicBezTo>
                <a:cubicBezTo>
                  <a:pt x="31" y="0"/>
                  <a:pt x="4" y="14"/>
                  <a:pt x="4" y="14"/>
                </a:cubicBezTo>
                <a:cubicBezTo>
                  <a:pt x="1" y="15"/>
                  <a:pt x="0" y="19"/>
                  <a:pt x="1" y="21"/>
                </a:cubicBezTo>
                <a:cubicBezTo>
                  <a:pt x="1" y="21"/>
                  <a:pt x="1" y="21"/>
                  <a:pt x="1" y="21"/>
                </a:cubicBezTo>
                <a:cubicBezTo>
                  <a:pt x="2" y="24"/>
                  <a:pt x="6" y="25"/>
                  <a:pt x="8" y="24"/>
                </a:cubicBezTo>
                <a:cubicBezTo>
                  <a:pt x="31" y="15"/>
                  <a:pt x="31" y="15"/>
                  <a:pt x="31" y="15"/>
                </a:cubicBezTo>
                <a:cubicBezTo>
                  <a:pt x="31" y="15"/>
                  <a:pt x="41" y="27"/>
                  <a:pt x="50" y="29"/>
                </a:cubicBezTo>
                <a:cubicBezTo>
                  <a:pt x="58" y="30"/>
                  <a:pt x="62" y="29"/>
                  <a:pt x="62" y="29"/>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70" name="Freeform 503">
            <a:extLst>
              <a:ext uri="{FF2B5EF4-FFF2-40B4-BE49-F238E27FC236}">
                <a16:creationId xmlns:a16="http://schemas.microsoft.com/office/drawing/2014/main" id="{D826089D-0F93-4726-830E-3822E61E6B14}"/>
              </a:ext>
            </a:extLst>
          </p:cNvPr>
          <p:cNvSpPr>
            <a:spLocks/>
          </p:cNvSpPr>
          <p:nvPr/>
        </p:nvSpPr>
        <p:spPr bwMode="auto">
          <a:xfrm>
            <a:off x="7551956" y="3114537"/>
            <a:ext cx="45719" cy="45719"/>
          </a:xfrm>
          <a:custGeom>
            <a:avLst/>
            <a:gdLst/>
            <a:ahLst/>
            <a:cxnLst>
              <a:cxn ang="0">
                <a:pos x="8" y="0"/>
              </a:cxn>
              <a:cxn ang="0">
                <a:pos x="8" y="8"/>
              </a:cxn>
              <a:cxn ang="0">
                <a:pos x="8" y="8"/>
              </a:cxn>
              <a:cxn ang="0">
                <a:pos x="0" y="8"/>
              </a:cxn>
            </a:cxnLst>
            <a:rect l="0" t="0" r="r" b="b"/>
            <a:pathLst>
              <a:path w="10" h="10">
                <a:moveTo>
                  <a:pt x="8" y="0"/>
                </a:moveTo>
                <a:cubicBezTo>
                  <a:pt x="10" y="2"/>
                  <a:pt x="10" y="6"/>
                  <a:pt x="8" y="8"/>
                </a:cubicBezTo>
                <a:cubicBezTo>
                  <a:pt x="8" y="8"/>
                  <a:pt x="8" y="8"/>
                  <a:pt x="8" y="8"/>
                </a:cubicBezTo>
                <a:cubicBezTo>
                  <a:pt x="6" y="10"/>
                  <a:pt x="2" y="10"/>
                  <a:pt x="0" y="8"/>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71" name="Freeform 504">
            <a:extLst>
              <a:ext uri="{FF2B5EF4-FFF2-40B4-BE49-F238E27FC236}">
                <a16:creationId xmlns:a16="http://schemas.microsoft.com/office/drawing/2014/main" id="{659838F3-8E3D-435B-926C-A119C86521E2}"/>
              </a:ext>
            </a:extLst>
          </p:cNvPr>
          <p:cNvSpPr>
            <a:spLocks/>
          </p:cNvSpPr>
          <p:nvPr/>
        </p:nvSpPr>
        <p:spPr bwMode="auto">
          <a:xfrm>
            <a:off x="7587620" y="3088862"/>
            <a:ext cx="142084" cy="45719"/>
          </a:xfrm>
          <a:custGeom>
            <a:avLst/>
            <a:gdLst/>
            <a:ahLst/>
            <a:cxnLst>
              <a:cxn ang="0">
                <a:pos x="0" y="11"/>
              </a:cxn>
              <a:cxn ang="0">
                <a:pos x="87" y="0"/>
              </a:cxn>
            </a:cxnLst>
            <a:rect l="0" t="0" r="r" b="b"/>
            <a:pathLst>
              <a:path w="87" h="11">
                <a:moveTo>
                  <a:pt x="0" y="11"/>
                </a:moveTo>
                <a:cubicBezTo>
                  <a:pt x="0" y="11"/>
                  <a:pt x="80" y="9"/>
                  <a:pt x="87" y="0"/>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72" name="Freeform 505">
            <a:extLst>
              <a:ext uri="{FF2B5EF4-FFF2-40B4-BE49-F238E27FC236}">
                <a16:creationId xmlns:a16="http://schemas.microsoft.com/office/drawing/2014/main" id="{43112B73-4B1F-4B0B-8A57-31AFAD95517D}"/>
              </a:ext>
            </a:extLst>
          </p:cNvPr>
          <p:cNvSpPr>
            <a:spLocks/>
          </p:cNvSpPr>
          <p:nvPr/>
        </p:nvSpPr>
        <p:spPr bwMode="auto">
          <a:xfrm>
            <a:off x="7444971" y="3021817"/>
            <a:ext cx="77744" cy="45719"/>
          </a:xfrm>
          <a:custGeom>
            <a:avLst/>
            <a:gdLst/>
            <a:ahLst/>
            <a:cxnLst>
              <a:cxn ang="0">
                <a:pos x="0" y="0"/>
              </a:cxn>
              <a:cxn ang="0">
                <a:pos x="48" y="5"/>
              </a:cxn>
            </a:cxnLst>
            <a:rect l="0" t="0" r="r" b="b"/>
            <a:pathLst>
              <a:path w="48" h="11">
                <a:moveTo>
                  <a:pt x="0" y="0"/>
                </a:moveTo>
                <a:cubicBezTo>
                  <a:pt x="0" y="11"/>
                  <a:pt x="48" y="5"/>
                  <a:pt x="48" y="5"/>
                </a:cubicBezTo>
              </a:path>
            </a:pathLst>
          </a:custGeom>
          <a:noFill/>
          <a:ln w="1587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73" name="Freeform 814">
            <a:extLst>
              <a:ext uri="{FF2B5EF4-FFF2-40B4-BE49-F238E27FC236}">
                <a16:creationId xmlns:a16="http://schemas.microsoft.com/office/drawing/2014/main" id="{60D9F3A8-7BC0-4D00-825F-337E35950151}"/>
              </a:ext>
            </a:extLst>
          </p:cNvPr>
          <p:cNvSpPr>
            <a:spLocks/>
          </p:cNvSpPr>
          <p:nvPr/>
        </p:nvSpPr>
        <p:spPr bwMode="auto">
          <a:xfrm>
            <a:off x="4440810" y="2941008"/>
            <a:ext cx="89420" cy="140545"/>
          </a:xfrm>
          <a:custGeom>
            <a:avLst/>
            <a:gdLst/>
            <a:ahLst/>
            <a:cxnLst>
              <a:cxn ang="0">
                <a:pos x="42" y="92"/>
              </a:cxn>
              <a:cxn ang="0">
                <a:pos x="10" y="92"/>
              </a:cxn>
              <a:cxn ang="0">
                <a:pos x="0" y="83"/>
              </a:cxn>
              <a:cxn ang="0">
                <a:pos x="0" y="9"/>
              </a:cxn>
              <a:cxn ang="0">
                <a:pos x="9" y="0"/>
              </a:cxn>
              <a:cxn ang="0">
                <a:pos x="44" y="0"/>
              </a:cxn>
              <a:cxn ang="0">
                <a:pos x="54" y="9"/>
              </a:cxn>
              <a:cxn ang="0">
                <a:pos x="54" y="91"/>
              </a:cxn>
            </a:cxnLst>
            <a:rect l="0" t="0" r="r" b="b"/>
            <a:pathLst>
              <a:path w="54" h="92">
                <a:moveTo>
                  <a:pt x="42" y="92"/>
                </a:moveTo>
                <a:cubicBezTo>
                  <a:pt x="10" y="92"/>
                  <a:pt x="10" y="92"/>
                  <a:pt x="10" y="92"/>
                </a:cubicBezTo>
                <a:cubicBezTo>
                  <a:pt x="3" y="92"/>
                  <a:pt x="0" y="89"/>
                  <a:pt x="0" y="83"/>
                </a:cubicBezTo>
                <a:cubicBezTo>
                  <a:pt x="0" y="9"/>
                  <a:pt x="0" y="9"/>
                  <a:pt x="0" y="9"/>
                </a:cubicBezTo>
                <a:cubicBezTo>
                  <a:pt x="0" y="2"/>
                  <a:pt x="2" y="0"/>
                  <a:pt x="9" y="0"/>
                </a:cubicBezTo>
                <a:cubicBezTo>
                  <a:pt x="44" y="0"/>
                  <a:pt x="44" y="0"/>
                  <a:pt x="44" y="0"/>
                </a:cubicBezTo>
                <a:cubicBezTo>
                  <a:pt x="51" y="0"/>
                  <a:pt x="54" y="2"/>
                  <a:pt x="54" y="9"/>
                </a:cubicBezTo>
                <a:cubicBezTo>
                  <a:pt x="54" y="91"/>
                  <a:pt x="54" y="91"/>
                  <a:pt x="54" y="91"/>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74" name="Freeform 815">
            <a:extLst>
              <a:ext uri="{FF2B5EF4-FFF2-40B4-BE49-F238E27FC236}">
                <a16:creationId xmlns:a16="http://schemas.microsoft.com/office/drawing/2014/main" id="{9B1BE02E-2F7C-4753-8046-0992F4EF22A0}"/>
              </a:ext>
            </a:extLst>
          </p:cNvPr>
          <p:cNvSpPr>
            <a:spLocks/>
          </p:cNvSpPr>
          <p:nvPr/>
        </p:nvSpPr>
        <p:spPr bwMode="auto">
          <a:xfrm>
            <a:off x="4455228" y="2953383"/>
            <a:ext cx="62323" cy="129350"/>
          </a:xfrm>
          <a:custGeom>
            <a:avLst/>
            <a:gdLst/>
            <a:ahLst/>
            <a:cxnLst>
              <a:cxn ang="0">
                <a:pos x="20" y="65"/>
              </a:cxn>
              <a:cxn ang="0">
                <a:pos x="4" y="65"/>
              </a:cxn>
              <a:cxn ang="0">
                <a:pos x="0" y="61"/>
              </a:cxn>
              <a:cxn ang="0">
                <a:pos x="0" y="4"/>
              </a:cxn>
              <a:cxn ang="0">
                <a:pos x="4" y="0"/>
              </a:cxn>
              <a:cxn ang="0">
                <a:pos x="34" y="0"/>
              </a:cxn>
              <a:cxn ang="0">
                <a:pos x="38" y="4"/>
              </a:cxn>
              <a:cxn ang="0">
                <a:pos x="38" y="81"/>
              </a:cxn>
              <a:cxn ang="0">
                <a:pos x="34" y="85"/>
              </a:cxn>
            </a:cxnLst>
            <a:rect l="0" t="0" r="r" b="b"/>
            <a:pathLst>
              <a:path w="38" h="85">
                <a:moveTo>
                  <a:pt x="20" y="65"/>
                </a:moveTo>
                <a:cubicBezTo>
                  <a:pt x="4" y="65"/>
                  <a:pt x="4" y="65"/>
                  <a:pt x="4" y="65"/>
                </a:cubicBezTo>
                <a:cubicBezTo>
                  <a:pt x="2" y="65"/>
                  <a:pt x="0" y="63"/>
                  <a:pt x="0" y="61"/>
                </a:cubicBezTo>
                <a:cubicBezTo>
                  <a:pt x="0" y="4"/>
                  <a:pt x="0" y="4"/>
                  <a:pt x="0" y="4"/>
                </a:cubicBezTo>
                <a:cubicBezTo>
                  <a:pt x="0" y="2"/>
                  <a:pt x="2" y="0"/>
                  <a:pt x="4" y="0"/>
                </a:cubicBezTo>
                <a:cubicBezTo>
                  <a:pt x="34" y="0"/>
                  <a:pt x="34" y="0"/>
                  <a:pt x="34" y="0"/>
                </a:cubicBezTo>
                <a:cubicBezTo>
                  <a:pt x="36" y="0"/>
                  <a:pt x="38" y="2"/>
                  <a:pt x="38" y="4"/>
                </a:cubicBezTo>
                <a:cubicBezTo>
                  <a:pt x="38" y="81"/>
                  <a:pt x="38" y="81"/>
                  <a:pt x="38" y="81"/>
                </a:cubicBezTo>
                <a:cubicBezTo>
                  <a:pt x="38" y="83"/>
                  <a:pt x="36" y="85"/>
                  <a:pt x="34" y="85"/>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75" name="Freeform 816">
            <a:extLst>
              <a:ext uri="{FF2B5EF4-FFF2-40B4-BE49-F238E27FC236}">
                <a16:creationId xmlns:a16="http://schemas.microsoft.com/office/drawing/2014/main" id="{D305354C-B412-46B5-B126-02DA77955564}"/>
              </a:ext>
            </a:extLst>
          </p:cNvPr>
          <p:cNvSpPr>
            <a:spLocks/>
          </p:cNvSpPr>
          <p:nvPr/>
        </p:nvSpPr>
        <p:spPr bwMode="auto">
          <a:xfrm>
            <a:off x="4475413" y="3062011"/>
            <a:ext cx="45719" cy="45719"/>
          </a:xfrm>
          <a:custGeom>
            <a:avLst/>
            <a:gdLst/>
            <a:ahLst/>
            <a:cxnLst>
              <a:cxn ang="0">
                <a:pos x="8" y="0"/>
              </a:cxn>
              <a:cxn ang="0">
                <a:pos x="11" y="0"/>
              </a:cxn>
              <a:cxn ang="0">
                <a:pos x="14" y="2"/>
              </a:cxn>
              <a:cxn ang="0">
                <a:pos x="14" y="6"/>
              </a:cxn>
              <a:cxn ang="0">
                <a:pos x="11" y="9"/>
              </a:cxn>
              <a:cxn ang="0">
                <a:pos x="3" y="9"/>
              </a:cxn>
              <a:cxn ang="0">
                <a:pos x="0" y="6"/>
              </a:cxn>
            </a:cxnLst>
            <a:rect l="0" t="0" r="r" b="b"/>
            <a:pathLst>
              <a:path w="14" h="9">
                <a:moveTo>
                  <a:pt x="8" y="0"/>
                </a:moveTo>
                <a:cubicBezTo>
                  <a:pt x="11" y="0"/>
                  <a:pt x="11" y="0"/>
                  <a:pt x="11" y="0"/>
                </a:cubicBezTo>
                <a:cubicBezTo>
                  <a:pt x="13" y="0"/>
                  <a:pt x="14" y="1"/>
                  <a:pt x="14" y="2"/>
                </a:cubicBezTo>
                <a:cubicBezTo>
                  <a:pt x="14" y="6"/>
                  <a:pt x="14" y="6"/>
                  <a:pt x="14" y="6"/>
                </a:cubicBezTo>
                <a:cubicBezTo>
                  <a:pt x="14" y="8"/>
                  <a:pt x="13" y="9"/>
                  <a:pt x="11" y="9"/>
                </a:cubicBezTo>
                <a:cubicBezTo>
                  <a:pt x="3" y="9"/>
                  <a:pt x="3" y="9"/>
                  <a:pt x="3" y="9"/>
                </a:cubicBezTo>
                <a:cubicBezTo>
                  <a:pt x="1" y="9"/>
                  <a:pt x="0" y="8"/>
                  <a:pt x="0" y="6"/>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76" name="Freeform 817">
            <a:extLst>
              <a:ext uri="{FF2B5EF4-FFF2-40B4-BE49-F238E27FC236}">
                <a16:creationId xmlns:a16="http://schemas.microsoft.com/office/drawing/2014/main" id="{F2793BC7-77BB-448B-8952-76BBE162FBD9}"/>
              </a:ext>
            </a:extLst>
          </p:cNvPr>
          <p:cNvSpPr>
            <a:spLocks/>
          </p:cNvSpPr>
          <p:nvPr/>
        </p:nvSpPr>
        <p:spPr bwMode="auto">
          <a:xfrm>
            <a:off x="4305276" y="2865381"/>
            <a:ext cx="344131" cy="195269"/>
          </a:xfrm>
          <a:custGeom>
            <a:avLst/>
            <a:gdLst/>
            <a:ahLst/>
            <a:cxnLst>
              <a:cxn ang="0">
                <a:pos x="174" y="128"/>
              </a:cxn>
              <a:cxn ang="0">
                <a:pos x="208" y="94"/>
              </a:cxn>
              <a:cxn ang="0">
                <a:pos x="174" y="60"/>
              </a:cxn>
              <a:cxn ang="0">
                <a:pos x="173" y="60"/>
              </a:cxn>
              <a:cxn ang="0">
                <a:pos x="174" y="58"/>
              </a:cxn>
              <a:cxn ang="0">
                <a:pos x="115" y="0"/>
              </a:cxn>
              <a:cxn ang="0">
                <a:pos x="60" y="38"/>
              </a:cxn>
              <a:cxn ang="0">
                <a:pos x="46" y="36"/>
              </a:cxn>
              <a:cxn ang="0">
                <a:pos x="0" y="82"/>
              </a:cxn>
              <a:cxn ang="0">
                <a:pos x="46" y="128"/>
              </a:cxn>
              <a:cxn ang="0">
                <a:pos x="72" y="128"/>
              </a:cxn>
            </a:cxnLst>
            <a:rect l="0" t="0" r="r" b="b"/>
            <a:pathLst>
              <a:path w="208" h="128">
                <a:moveTo>
                  <a:pt x="174" y="128"/>
                </a:moveTo>
                <a:cubicBezTo>
                  <a:pt x="193" y="128"/>
                  <a:pt x="208" y="112"/>
                  <a:pt x="208" y="94"/>
                </a:cubicBezTo>
                <a:cubicBezTo>
                  <a:pt x="208" y="75"/>
                  <a:pt x="193" y="60"/>
                  <a:pt x="174" y="60"/>
                </a:cubicBezTo>
                <a:cubicBezTo>
                  <a:pt x="174" y="60"/>
                  <a:pt x="174" y="60"/>
                  <a:pt x="173" y="60"/>
                </a:cubicBezTo>
                <a:cubicBezTo>
                  <a:pt x="173" y="59"/>
                  <a:pt x="174" y="59"/>
                  <a:pt x="174" y="58"/>
                </a:cubicBezTo>
                <a:cubicBezTo>
                  <a:pt x="174" y="26"/>
                  <a:pt x="147" y="0"/>
                  <a:pt x="115" y="0"/>
                </a:cubicBezTo>
                <a:cubicBezTo>
                  <a:pt x="90" y="0"/>
                  <a:pt x="69" y="16"/>
                  <a:pt x="60" y="38"/>
                </a:cubicBezTo>
                <a:cubicBezTo>
                  <a:pt x="56" y="36"/>
                  <a:pt x="51" y="36"/>
                  <a:pt x="46" y="36"/>
                </a:cubicBezTo>
                <a:cubicBezTo>
                  <a:pt x="20" y="36"/>
                  <a:pt x="0" y="56"/>
                  <a:pt x="0" y="82"/>
                </a:cubicBezTo>
                <a:cubicBezTo>
                  <a:pt x="0" y="107"/>
                  <a:pt x="20" y="128"/>
                  <a:pt x="46" y="128"/>
                </a:cubicBezTo>
                <a:cubicBezTo>
                  <a:pt x="72" y="128"/>
                  <a:pt x="72" y="128"/>
                  <a:pt x="72" y="128"/>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Ubuntu"/>
              <a:ea typeface="+mn-ea"/>
              <a:cs typeface="Arial" pitchFamily="34" charset="0"/>
            </a:endParaRPr>
          </a:p>
        </p:txBody>
      </p:sp>
      <p:grpSp>
        <p:nvGrpSpPr>
          <p:cNvPr id="77" name="Group 76">
            <a:extLst>
              <a:ext uri="{FF2B5EF4-FFF2-40B4-BE49-F238E27FC236}">
                <a16:creationId xmlns:a16="http://schemas.microsoft.com/office/drawing/2014/main" id="{5EDAB8AF-1DAD-4E4A-9CA6-764759D06FCE}"/>
              </a:ext>
            </a:extLst>
          </p:cNvPr>
          <p:cNvGrpSpPr/>
          <p:nvPr/>
        </p:nvGrpSpPr>
        <p:grpSpPr>
          <a:xfrm>
            <a:off x="5238324" y="1794802"/>
            <a:ext cx="487953" cy="469708"/>
            <a:chOff x="4075683" y="1938096"/>
            <a:chExt cx="519288" cy="519288"/>
          </a:xfrm>
        </p:grpSpPr>
        <p:sp>
          <p:nvSpPr>
            <p:cNvPr id="78" name="Oval 156">
              <a:extLst>
                <a:ext uri="{FF2B5EF4-FFF2-40B4-BE49-F238E27FC236}">
                  <a16:creationId xmlns:a16="http://schemas.microsoft.com/office/drawing/2014/main" id="{73AE8A83-A263-4A6D-9844-27802B14A5FC}"/>
                </a:ext>
              </a:extLst>
            </p:cNvPr>
            <p:cNvSpPr/>
            <p:nvPr/>
          </p:nvSpPr>
          <p:spPr>
            <a:xfrm>
              <a:off x="4075683" y="1938096"/>
              <a:ext cx="519288" cy="519288"/>
            </a:xfrm>
            <a:prstGeom prst="ellipse">
              <a:avLst/>
            </a:prstGeom>
            <a:solidFill>
              <a:schemeClr val="accent1">
                <a:lumMod val="20000"/>
                <a:lumOff val="80000"/>
              </a:schemeClr>
            </a:solidFill>
            <a:ln w="9525">
              <a:noFill/>
            </a:ln>
          </p:spPr>
          <p:style>
            <a:lnRef idx="2">
              <a:schemeClr val="accent1">
                <a:shade val="50000"/>
              </a:schemeClr>
            </a:lnRef>
            <a:fillRef idx="1">
              <a:schemeClr val="accent1"/>
            </a:fillRef>
            <a:effectRef idx="0">
              <a:schemeClr val="accent1"/>
            </a:effectRef>
            <a:fontRef idx="minor">
              <a:schemeClr val="lt1"/>
            </a:fontRef>
          </p:style>
          <p:txBody>
            <a:bodyPr rtlCol="0" anchor="t" anchorCtr="0"/>
            <a:lstStyle/>
            <a:p>
              <a:pPr marL="0" marR="0" lvl="0" indent="0" algn="ctr" defTabSz="914400" rtl="0" eaLnBrk="1" fontAlgn="base" latinLnBrk="0" hangingPunct="1">
                <a:lnSpc>
                  <a:spcPct val="90000"/>
                </a:lnSpc>
                <a:spcBef>
                  <a:spcPts val="0"/>
                </a:spcBef>
                <a:spcAft>
                  <a:spcPct val="0"/>
                </a:spcAft>
                <a:buClrTx/>
                <a:buSzTx/>
                <a:buFontTx/>
                <a:buNone/>
                <a:tabLst/>
                <a:defRPr/>
              </a:pPr>
              <a:endParaRPr kumimoji="0" lang="de-DE" sz="1400" b="0" i="0" u="none" strike="noStrike" kern="1200" cap="none" spc="0" normalizeH="0" baseline="0" noProof="0" err="1">
                <a:ln>
                  <a:noFill/>
                </a:ln>
                <a:solidFill>
                  <a:srgbClr val="000000"/>
                </a:solidFill>
                <a:effectLst/>
                <a:uLnTx/>
                <a:uFillTx/>
                <a:latin typeface="Ubuntu"/>
                <a:ea typeface="+mn-ea"/>
                <a:cs typeface="+mn-cs"/>
              </a:endParaRPr>
            </a:p>
          </p:txBody>
        </p:sp>
        <p:sp>
          <p:nvSpPr>
            <p:cNvPr id="79" name="Oval 591">
              <a:extLst>
                <a:ext uri="{FF2B5EF4-FFF2-40B4-BE49-F238E27FC236}">
                  <a16:creationId xmlns:a16="http://schemas.microsoft.com/office/drawing/2014/main" id="{4F44DCA4-3413-4CE3-81D2-AAF7317A6E38}"/>
                </a:ext>
              </a:extLst>
            </p:cNvPr>
            <p:cNvSpPr>
              <a:spLocks noChangeArrowheads="1"/>
            </p:cNvSpPr>
            <p:nvPr/>
          </p:nvSpPr>
          <p:spPr bwMode="auto">
            <a:xfrm>
              <a:off x="4372730" y="2037856"/>
              <a:ext cx="120452" cy="123320"/>
            </a:xfrm>
            <a:prstGeom prst="ellipse">
              <a:avLst/>
            </a:pr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80" name="Oval 592">
              <a:extLst>
                <a:ext uri="{FF2B5EF4-FFF2-40B4-BE49-F238E27FC236}">
                  <a16:creationId xmlns:a16="http://schemas.microsoft.com/office/drawing/2014/main" id="{61427A96-2DFF-4DF0-8E5F-B790872E4B1A}"/>
                </a:ext>
              </a:extLst>
            </p:cNvPr>
            <p:cNvSpPr>
              <a:spLocks noChangeArrowheads="1"/>
            </p:cNvSpPr>
            <p:nvPr/>
          </p:nvSpPr>
          <p:spPr bwMode="auto">
            <a:xfrm>
              <a:off x="4415748" y="2055063"/>
              <a:ext cx="35849" cy="43018"/>
            </a:xfrm>
            <a:prstGeom prst="ellipse">
              <a:avLst/>
            </a:pr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81" name="Freeform 593">
              <a:extLst>
                <a:ext uri="{FF2B5EF4-FFF2-40B4-BE49-F238E27FC236}">
                  <a16:creationId xmlns:a16="http://schemas.microsoft.com/office/drawing/2014/main" id="{EEEEA099-DEC9-4349-903C-AE1B7CD4D90C}"/>
                </a:ext>
              </a:extLst>
            </p:cNvPr>
            <p:cNvSpPr>
              <a:spLocks/>
            </p:cNvSpPr>
            <p:nvPr/>
          </p:nvSpPr>
          <p:spPr bwMode="auto">
            <a:xfrm>
              <a:off x="4394239" y="2098082"/>
              <a:ext cx="78868" cy="28679"/>
            </a:xfrm>
            <a:custGeom>
              <a:avLst/>
              <a:gdLst/>
              <a:ahLst/>
              <a:cxnLst>
                <a:cxn ang="0">
                  <a:pos x="0" y="17"/>
                </a:cxn>
                <a:cxn ang="0">
                  <a:pos x="22" y="0"/>
                </a:cxn>
                <a:cxn ang="0">
                  <a:pos x="45" y="16"/>
                </a:cxn>
              </a:cxnLst>
              <a:rect l="0" t="0" r="r" b="b"/>
              <a:pathLst>
                <a:path w="45" h="17">
                  <a:moveTo>
                    <a:pt x="0" y="17"/>
                  </a:moveTo>
                  <a:cubicBezTo>
                    <a:pt x="3" y="7"/>
                    <a:pt x="9" y="0"/>
                    <a:pt x="22" y="0"/>
                  </a:cubicBezTo>
                  <a:cubicBezTo>
                    <a:pt x="35" y="0"/>
                    <a:pt x="42" y="7"/>
                    <a:pt x="45" y="16"/>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82" name="Oval 594">
              <a:extLst>
                <a:ext uri="{FF2B5EF4-FFF2-40B4-BE49-F238E27FC236}">
                  <a16:creationId xmlns:a16="http://schemas.microsoft.com/office/drawing/2014/main" id="{921A9F8A-3438-4A02-B581-D1B2106ABC28}"/>
                </a:ext>
              </a:extLst>
            </p:cNvPr>
            <p:cNvSpPr>
              <a:spLocks noChangeArrowheads="1"/>
            </p:cNvSpPr>
            <p:nvPr/>
          </p:nvSpPr>
          <p:spPr bwMode="auto">
            <a:xfrm>
              <a:off x="4374164" y="2205628"/>
              <a:ext cx="153433" cy="151999"/>
            </a:xfrm>
            <a:prstGeom prst="ellipse">
              <a:avLst/>
            </a:pr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83" name="Oval 595">
              <a:extLst>
                <a:ext uri="{FF2B5EF4-FFF2-40B4-BE49-F238E27FC236}">
                  <a16:creationId xmlns:a16="http://schemas.microsoft.com/office/drawing/2014/main" id="{C68D4D2D-E995-4882-92C4-204F15D12EDF}"/>
                </a:ext>
              </a:extLst>
            </p:cNvPr>
            <p:cNvSpPr>
              <a:spLocks noChangeArrowheads="1"/>
            </p:cNvSpPr>
            <p:nvPr/>
          </p:nvSpPr>
          <p:spPr bwMode="auto">
            <a:xfrm>
              <a:off x="4427220" y="2228572"/>
              <a:ext cx="45886" cy="51622"/>
            </a:xfrm>
            <a:prstGeom prst="ellipse">
              <a:avLst/>
            </a:pr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84" name="Freeform 596">
              <a:extLst>
                <a:ext uri="{FF2B5EF4-FFF2-40B4-BE49-F238E27FC236}">
                  <a16:creationId xmlns:a16="http://schemas.microsoft.com/office/drawing/2014/main" id="{537A86A9-13E2-42D1-BEE3-8C65F93CC021}"/>
                </a:ext>
              </a:extLst>
            </p:cNvPr>
            <p:cNvSpPr>
              <a:spLocks/>
            </p:cNvSpPr>
            <p:nvPr/>
          </p:nvSpPr>
          <p:spPr bwMode="auto">
            <a:xfrm>
              <a:off x="4401409" y="2280194"/>
              <a:ext cx="97508" cy="37283"/>
            </a:xfrm>
            <a:custGeom>
              <a:avLst/>
              <a:gdLst/>
              <a:ahLst/>
              <a:cxnLst>
                <a:cxn ang="0">
                  <a:pos x="0" y="22"/>
                </a:cxn>
                <a:cxn ang="0">
                  <a:pos x="28" y="0"/>
                </a:cxn>
                <a:cxn ang="0">
                  <a:pos x="56" y="21"/>
                </a:cxn>
              </a:cxnLst>
              <a:rect l="0" t="0" r="r" b="b"/>
              <a:pathLst>
                <a:path w="56" h="22">
                  <a:moveTo>
                    <a:pt x="0" y="22"/>
                  </a:moveTo>
                  <a:cubicBezTo>
                    <a:pt x="3" y="10"/>
                    <a:pt x="12" y="0"/>
                    <a:pt x="28" y="0"/>
                  </a:cubicBezTo>
                  <a:cubicBezTo>
                    <a:pt x="43" y="0"/>
                    <a:pt x="52" y="9"/>
                    <a:pt x="56" y="21"/>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85" name="Oval 597">
              <a:extLst>
                <a:ext uri="{FF2B5EF4-FFF2-40B4-BE49-F238E27FC236}">
                  <a16:creationId xmlns:a16="http://schemas.microsoft.com/office/drawing/2014/main" id="{D205590D-D485-4ACC-95CC-ECF690B2FB6D}"/>
                </a:ext>
              </a:extLst>
            </p:cNvPr>
            <p:cNvSpPr>
              <a:spLocks noChangeArrowheads="1"/>
            </p:cNvSpPr>
            <p:nvPr/>
          </p:nvSpPr>
          <p:spPr bwMode="auto">
            <a:xfrm>
              <a:off x="4117487" y="2105252"/>
              <a:ext cx="172074" cy="170640"/>
            </a:xfrm>
            <a:prstGeom prst="ellipse">
              <a:avLst/>
            </a:pr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86" name="Oval 598">
              <a:extLst>
                <a:ext uri="{FF2B5EF4-FFF2-40B4-BE49-F238E27FC236}">
                  <a16:creationId xmlns:a16="http://schemas.microsoft.com/office/drawing/2014/main" id="{AF76F4D7-C387-4AFB-BD00-044A8D733B96}"/>
                </a:ext>
              </a:extLst>
            </p:cNvPr>
            <p:cNvSpPr>
              <a:spLocks noChangeArrowheads="1"/>
            </p:cNvSpPr>
            <p:nvPr/>
          </p:nvSpPr>
          <p:spPr bwMode="auto">
            <a:xfrm>
              <a:off x="4177713" y="2129629"/>
              <a:ext cx="53057" cy="60226"/>
            </a:xfrm>
            <a:prstGeom prst="ellipse">
              <a:avLst/>
            </a:pr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87" name="Freeform 599">
              <a:extLst>
                <a:ext uri="{FF2B5EF4-FFF2-40B4-BE49-F238E27FC236}">
                  <a16:creationId xmlns:a16="http://schemas.microsoft.com/office/drawing/2014/main" id="{75B8CBAC-8641-4551-B7FB-6AE61ADF1AE3}"/>
                </a:ext>
              </a:extLst>
            </p:cNvPr>
            <p:cNvSpPr>
              <a:spLocks/>
            </p:cNvSpPr>
            <p:nvPr/>
          </p:nvSpPr>
          <p:spPr bwMode="auto">
            <a:xfrm>
              <a:off x="4146166" y="2189855"/>
              <a:ext cx="114716" cy="45886"/>
            </a:xfrm>
            <a:custGeom>
              <a:avLst/>
              <a:gdLst/>
              <a:ahLst/>
              <a:cxnLst>
                <a:cxn ang="0">
                  <a:pos x="0" y="26"/>
                </a:cxn>
                <a:cxn ang="0">
                  <a:pos x="33" y="0"/>
                </a:cxn>
                <a:cxn ang="0">
                  <a:pos x="66" y="24"/>
                </a:cxn>
              </a:cxnLst>
              <a:rect l="0" t="0" r="r" b="b"/>
              <a:pathLst>
                <a:path w="66" h="26">
                  <a:moveTo>
                    <a:pt x="0" y="26"/>
                  </a:moveTo>
                  <a:cubicBezTo>
                    <a:pt x="4" y="11"/>
                    <a:pt x="14" y="0"/>
                    <a:pt x="33" y="0"/>
                  </a:cubicBezTo>
                  <a:cubicBezTo>
                    <a:pt x="52" y="0"/>
                    <a:pt x="62" y="10"/>
                    <a:pt x="66" y="24"/>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88" name="Line 600">
              <a:extLst>
                <a:ext uri="{FF2B5EF4-FFF2-40B4-BE49-F238E27FC236}">
                  <a16:creationId xmlns:a16="http://schemas.microsoft.com/office/drawing/2014/main" id="{01170F8C-27A1-484D-A591-0A32108F805E}"/>
                </a:ext>
              </a:extLst>
            </p:cNvPr>
            <p:cNvSpPr>
              <a:spLocks noChangeShapeType="1"/>
            </p:cNvSpPr>
            <p:nvPr/>
          </p:nvSpPr>
          <p:spPr bwMode="auto">
            <a:xfrm flipH="1" flipV="1">
              <a:off x="4285259" y="2225704"/>
              <a:ext cx="86037" cy="35849"/>
            </a:xfrm>
            <a:prstGeom prst="line">
              <a:avLst/>
            </a:pr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89" name="Line 601">
              <a:extLst>
                <a:ext uri="{FF2B5EF4-FFF2-40B4-BE49-F238E27FC236}">
                  <a16:creationId xmlns:a16="http://schemas.microsoft.com/office/drawing/2014/main" id="{28E3DA6F-B9FE-4A4B-BCA5-129419273A56}"/>
                </a:ext>
              </a:extLst>
            </p:cNvPr>
            <p:cNvSpPr>
              <a:spLocks noChangeShapeType="1"/>
            </p:cNvSpPr>
            <p:nvPr/>
          </p:nvSpPr>
          <p:spPr bwMode="auto">
            <a:xfrm flipH="1">
              <a:off x="4286693" y="2116724"/>
              <a:ext cx="87471" cy="38717"/>
            </a:xfrm>
            <a:prstGeom prst="line">
              <a:avLst/>
            </a:pr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700" b="0" i="0" u="none" strike="noStrike" kern="1200" cap="none" spc="0" normalizeH="0" baseline="0" noProof="0">
                <a:ln>
                  <a:noFill/>
                </a:ln>
                <a:solidFill>
                  <a:srgbClr val="000000"/>
                </a:solidFill>
                <a:effectLst/>
                <a:uLnTx/>
                <a:uFillTx/>
                <a:latin typeface="Ubuntu"/>
                <a:ea typeface="+mn-ea"/>
                <a:cs typeface="Arial" pitchFamily="34" charset="0"/>
              </a:endParaRPr>
            </a:p>
          </p:txBody>
        </p:sp>
      </p:grpSp>
      <p:sp>
        <p:nvSpPr>
          <p:cNvPr id="90" name="Freeform 487">
            <a:extLst>
              <a:ext uri="{FF2B5EF4-FFF2-40B4-BE49-F238E27FC236}">
                <a16:creationId xmlns:a16="http://schemas.microsoft.com/office/drawing/2014/main" id="{12CF4493-9C5A-44F7-B637-2E0297260C3F}"/>
              </a:ext>
            </a:extLst>
          </p:cNvPr>
          <p:cNvSpPr>
            <a:spLocks/>
          </p:cNvSpPr>
          <p:nvPr/>
        </p:nvSpPr>
        <p:spPr bwMode="auto">
          <a:xfrm>
            <a:off x="4407553" y="4070081"/>
            <a:ext cx="327519" cy="198864"/>
          </a:xfrm>
          <a:custGeom>
            <a:avLst/>
            <a:gdLst/>
            <a:ahLst/>
            <a:cxnLst>
              <a:cxn ang="0">
                <a:pos x="229" y="129"/>
              </a:cxn>
              <a:cxn ang="0">
                <a:pos x="214" y="144"/>
              </a:cxn>
              <a:cxn ang="0">
                <a:pos x="15" y="144"/>
              </a:cxn>
              <a:cxn ang="0">
                <a:pos x="0" y="129"/>
              </a:cxn>
              <a:cxn ang="0">
                <a:pos x="209" y="129"/>
              </a:cxn>
              <a:cxn ang="0">
                <a:pos x="209" y="0"/>
              </a:cxn>
              <a:cxn ang="0">
                <a:pos x="20" y="0"/>
              </a:cxn>
              <a:cxn ang="0">
                <a:pos x="20" y="111"/>
              </a:cxn>
            </a:cxnLst>
            <a:rect l="0" t="0" r="r" b="b"/>
            <a:pathLst>
              <a:path w="229" h="144">
                <a:moveTo>
                  <a:pt x="229" y="129"/>
                </a:moveTo>
                <a:cubicBezTo>
                  <a:pt x="229" y="137"/>
                  <a:pt x="222" y="144"/>
                  <a:pt x="214" y="144"/>
                </a:cubicBezTo>
                <a:cubicBezTo>
                  <a:pt x="15" y="144"/>
                  <a:pt x="15" y="144"/>
                  <a:pt x="15" y="144"/>
                </a:cubicBezTo>
                <a:cubicBezTo>
                  <a:pt x="7" y="144"/>
                  <a:pt x="0" y="137"/>
                  <a:pt x="0" y="129"/>
                </a:cubicBezTo>
                <a:cubicBezTo>
                  <a:pt x="209" y="129"/>
                  <a:pt x="209" y="129"/>
                  <a:pt x="209" y="129"/>
                </a:cubicBezTo>
                <a:cubicBezTo>
                  <a:pt x="209" y="0"/>
                  <a:pt x="209" y="0"/>
                  <a:pt x="209" y="0"/>
                </a:cubicBezTo>
                <a:cubicBezTo>
                  <a:pt x="20" y="0"/>
                  <a:pt x="20" y="0"/>
                  <a:pt x="20" y="0"/>
                </a:cubicBezTo>
                <a:cubicBezTo>
                  <a:pt x="20" y="111"/>
                  <a:pt x="20" y="111"/>
                  <a:pt x="20" y="111"/>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Ubuntu"/>
              <a:ea typeface="+mn-ea"/>
              <a:cs typeface="Arial" charset="0"/>
            </a:endParaRPr>
          </a:p>
        </p:txBody>
      </p:sp>
      <p:sp>
        <p:nvSpPr>
          <p:cNvPr id="91" name="Freeform 488">
            <a:extLst>
              <a:ext uri="{FF2B5EF4-FFF2-40B4-BE49-F238E27FC236}">
                <a16:creationId xmlns:a16="http://schemas.microsoft.com/office/drawing/2014/main" id="{6D3F1B40-80D1-48E2-B156-9E4AC596730E}"/>
              </a:ext>
            </a:extLst>
          </p:cNvPr>
          <p:cNvSpPr>
            <a:spLocks/>
          </p:cNvSpPr>
          <p:nvPr/>
        </p:nvSpPr>
        <p:spPr bwMode="auto">
          <a:xfrm>
            <a:off x="4512654" y="4099037"/>
            <a:ext cx="130000" cy="125139"/>
          </a:xfrm>
          <a:custGeom>
            <a:avLst/>
            <a:gdLst/>
            <a:ahLst/>
            <a:cxnLst>
              <a:cxn ang="0">
                <a:pos x="46" y="91"/>
              </a:cxn>
              <a:cxn ang="0">
                <a:pos x="0" y="45"/>
              </a:cxn>
              <a:cxn ang="0">
                <a:pos x="46" y="0"/>
              </a:cxn>
              <a:cxn ang="0">
                <a:pos x="91" y="45"/>
              </a:cxn>
              <a:cxn ang="0">
                <a:pos x="66" y="86"/>
              </a:cxn>
            </a:cxnLst>
            <a:rect l="0" t="0" r="r" b="b"/>
            <a:pathLst>
              <a:path w="91" h="91">
                <a:moveTo>
                  <a:pt x="46" y="91"/>
                </a:moveTo>
                <a:cubicBezTo>
                  <a:pt x="21" y="91"/>
                  <a:pt x="0" y="70"/>
                  <a:pt x="0" y="45"/>
                </a:cubicBezTo>
                <a:cubicBezTo>
                  <a:pt x="0" y="20"/>
                  <a:pt x="21" y="0"/>
                  <a:pt x="46" y="0"/>
                </a:cubicBezTo>
                <a:cubicBezTo>
                  <a:pt x="71" y="0"/>
                  <a:pt x="91" y="20"/>
                  <a:pt x="91" y="45"/>
                </a:cubicBezTo>
                <a:cubicBezTo>
                  <a:pt x="91" y="63"/>
                  <a:pt x="81" y="78"/>
                  <a:pt x="66" y="86"/>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Ubuntu"/>
              <a:ea typeface="+mn-ea"/>
              <a:cs typeface="Arial" charset="0"/>
            </a:endParaRPr>
          </a:p>
        </p:txBody>
      </p:sp>
      <p:sp>
        <p:nvSpPr>
          <p:cNvPr id="92" name="Freeform 493">
            <a:extLst>
              <a:ext uri="{FF2B5EF4-FFF2-40B4-BE49-F238E27FC236}">
                <a16:creationId xmlns:a16="http://schemas.microsoft.com/office/drawing/2014/main" id="{527D2847-9DAD-4625-ACB3-9D4353EDECD8}"/>
              </a:ext>
            </a:extLst>
          </p:cNvPr>
          <p:cNvSpPr>
            <a:spLocks/>
          </p:cNvSpPr>
          <p:nvPr/>
        </p:nvSpPr>
        <p:spPr bwMode="auto">
          <a:xfrm>
            <a:off x="4555553" y="4123703"/>
            <a:ext cx="50387" cy="45719"/>
          </a:xfrm>
          <a:custGeom>
            <a:avLst/>
            <a:gdLst/>
            <a:ahLst/>
            <a:cxnLst>
              <a:cxn ang="0">
                <a:pos x="0" y="0"/>
              </a:cxn>
              <a:cxn ang="0">
                <a:pos x="26" y="41"/>
              </a:cxn>
              <a:cxn ang="0">
                <a:pos x="50" y="41"/>
              </a:cxn>
            </a:cxnLst>
            <a:rect l="0" t="0" r="r" b="b"/>
            <a:pathLst>
              <a:path w="50" h="41">
                <a:moveTo>
                  <a:pt x="0" y="0"/>
                </a:moveTo>
                <a:lnTo>
                  <a:pt x="26" y="41"/>
                </a:lnTo>
                <a:lnTo>
                  <a:pt x="50" y="41"/>
                </a:ln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Ubuntu"/>
              <a:ea typeface="+mn-ea"/>
              <a:cs typeface="Arial" charset="0"/>
            </a:endParaRPr>
          </a:p>
        </p:txBody>
      </p:sp>
      <p:sp>
        <p:nvSpPr>
          <p:cNvPr id="93" name="Line 50">
            <a:extLst>
              <a:ext uri="{FF2B5EF4-FFF2-40B4-BE49-F238E27FC236}">
                <a16:creationId xmlns:a16="http://schemas.microsoft.com/office/drawing/2014/main" id="{5CF5E51D-834C-4853-92A2-4DB450F2706B}"/>
              </a:ext>
            </a:extLst>
          </p:cNvPr>
          <p:cNvSpPr>
            <a:spLocks noChangeShapeType="1"/>
          </p:cNvSpPr>
          <p:nvPr/>
        </p:nvSpPr>
        <p:spPr bwMode="auto">
          <a:xfrm>
            <a:off x="6571236" y="3960383"/>
            <a:ext cx="0" cy="0"/>
          </a:xfrm>
          <a:prstGeom prst="line">
            <a:avLst/>
          </a:prstGeom>
          <a:noFill/>
          <a:ln w="14288" cap="flat">
            <a:solidFill>
              <a:srgbClr val="ED1C24"/>
            </a:solidFill>
            <a:prstDash val="solid"/>
            <a:miter lim="800000"/>
            <a:headEnd/>
            <a:tailEnd/>
          </a:ln>
          <a:extLst>
            <a:ext uri="{909E8E84-426E-40dd-AFC4-6F175D3DCCD1}">
              <a14:hiddenFill xmlns:a14="http://schemas.microsoft.com/office/drawing/2010/main" xmlns="">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0" cap="none" spc="0" normalizeH="0" baseline="0" noProof="0">
              <a:ln>
                <a:noFill/>
              </a:ln>
              <a:solidFill>
                <a:prstClr val="black"/>
              </a:solidFill>
              <a:effectLst/>
              <a:uLnTx/>
              <a:uFillTx/>
              <a:latin typeface="Ubuntu"/>
              <a:ea typeface="+mn-ea"/>
              <a:cs typeface="+mn-cs"/>
            </a:endParaRPr>
          </a:p>
        </p:txBody>
      </p:sp>
      <p:sp>
        <p:nvSpPr>
          <p:cNvPr id="94" name="Line 54">
            <a:extLst>
              <a:ext uri="{FF2B5EF4-FFF2-40B4-BE49-F238E27FC236}">
                <a16:creationId xmlns:a16="http://schemas.microsoft.com/office/drawing/2014/main" id="{8DCD170A-9EE6-4746-876E-CC5A2B733A12}"/>
              </a:ext>
            </a:extLst>
          </p:cNvPr>
          <p:cNvSpPr>
            <a:spLocks noChangeShapeType="1"/>
          </p:cNvSpPr>
          <p:nvPr/>
        </p:nvSpPr>
        <p:spPr bwMode="auto">
          <a:xfrm>
            <a:off x="5532863" y="3590999"/>
            <a:ext cx="0" cy="0"/>
          </a:xfrm>
          <a:prstGeom prst="line">
            <a:avLst/>
          </a:prstGeom>
          <a:noFill/>
          <a:ln w="14288" cap="flat">
            <a:solidFill>
              <a:srgbClr val="ED1C24"/>
            </a:solidFill>
            <a:prstDash val="solid"/>
            <a:miter lim="800000"/>
            <a:headEnd/>
            <a:tailEnd/>
          </a:ln>
          <a:extLst>
            <a:ext uri="{909E8E84-426E-40dd-AFC4-6F175D3DCCD1}">
              <a14:hiddenFill xmlns:a14="http://schemas.microsoft.com/office/drawing/2010/main" xmlns="">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0" cap="none" spc="0" normalizeH="0" baseline="0" noProof="0">
              <a:ln>
                <a:noFill/>
              </a:ln>
              <a:solidFill>
                <a:prstClr val="black"/>
              </a:solidFill>
              <a:effectLst/>
              <a:uLnTx/>
              <a:uFillTx/>
              <a:latin typeface="Ubuntu"/>
              <a:ea typeface="+mn-ea"/>
              <a:cs typeface="+mn-cs"/>
            </a:endParaRPr>
          </a:p>
        </p:txBody>
      </p:sp>
      <p:grpSp>
        <p:nvGrpSpPr>
          <p:cNvPr id="95" name="Group 94">
            <a:extLst>
              <a:ext uri="{FF2B5EF4-FFF2-40B4-BE49-F238E27FC236}">
                <a16:creationId xmlns:a16="http://schemas.microsoft.com/office/drawing/2014/main" id="{24242F39-DF9E-4E45-A577-D4EC8AD95067}"/>
              </a:ext>
            </a:extLst>
          </p:cNvPr>
          <p:cNvGrpSpPr/>
          <p:nvPr/>
        </p:nvGrpSpPr>
        <p:grpSpPr>
          <a:xfrm>
            <a:off x="4548727" y="2016034"/>
            <a:ext cx="2802686" cy="2653320"/>
            <a:chOff x="6557306" y="2606799"/>
            <a:chExt cx="2982668" cy="2933391"/>
          </a:xfrm>
        </p:grpSpPr>
        <p:grpSp>
          <p:nvGrpSpPr>
            <p:cNvPr id="96" name="Group 95">
              <a:extLst>
                <a:ext uri="{FF2B5EF4-FFF2-40B4-BE49-F238E27FC236}">
                  <a16:creationId xmlns:a16="http://schemas.microsoft.com/office/drawing/2014/main" id="{675131CD-D6D6-41F4-9471-AAB8C4476737}"/>
                </a:ext>
              </a:extLst>
            </p:cNvPr>
            <p:cNvGrpSpPr/>
            <p:nvPr/>
          </p:nvGrpSpPr>
          <p:grpSpPr>
            <a:xfrm>
              <a:off x="6728325" y="2827674"/>
              <a:ext cx="2550195" cy="2616865"/>
              <a:chOff x="2983887" y="2297131"/>
              <a:chExt cx="2930416" cy="3007025"/>
            </a:xfrm>
            <a:solidFill>
              <a:srgbClr val="FFFFFF">
                <a:lumMod val="75000"/>
              </a:srgbClr>
            </a:solidFill>
          </p:grpSpPr>
          <p:sp>
            <p:nvSpPr>
              <p:cNvPr id="105" name="Freeform 45">
                <a:extLst>
                  <a:ext uri="{FF2B5EF4-FFF2-40B4-BE49-F238E27FC236}">
                    <a16:creationId xmlns:a16="http://schemas.microsoft.com/office/drawing/2014/main" id="{84A984FA-A810-4B11-96E9-5AC50B49C724}"/>
                  </a:ext>
                </a:extLst>
              </p:cNvPr>
              <p:cNvSpPr>
                <a:spLocks/>
              </p:cNvSpPr>
              <p:nvPr/>
            </p:nvSpPr>
            <p:spPr bwMode="auto">
              <a:xfrm>
                <a:off x="2983887" y="3338331"/>
                <a:ext cx="408354" cy="836025"/>
              </a:xfrm>
              <a:custGeom>
                <a:avLst/>
                <a:gdLst>
                  <a:gd name="T0" fmla="*/ 215 w 259"/>
                  <a:gd name="T1" fmla="*/ 0 h 531"/>
                  <a:gd name="T2" fmla="*/ 218 w 259"/>
                  <a:gd name="T3" fmla="*/ 531 h 531"/>
                  <a:gd name="T4" fmla="*/ 259 w 259"/>
                  <a:gd name="T5" fmla="*/ 199 h 531"/>
                  <a:gd name="T6" fmla="*/ 215 w 259"/>
                  <a:gd name="T7" fmla="*/ 0 h 531"/>
                </a:gdLst>
                <a:ahLst/>
                <a:cxnLst>
                  <a:cxn ang="0">
                    <a:pos x="T0" y="T1"/>
                  </a:cxn>
                  <a:cxn ang="0">
                    <a:pos x="T2" y="T3"/>
                  </a:cxn>
                  <a:cxn ang="0">
                    <a:pos x="T4" y="T5"/>
                  </a:cxn>
                  <a:cxn ang="0">
                    <a:pos x="T6" y="T7"/>
                  </a:cxn>
                </a:cxnLst>
                <a:rect l="0" t="0" r="r" b="b"/>
                <a:pathLst>
                  <a:path w="259" h="531">
                    <a:moveTo>
                      <a:pt x="215" y="0"/>
                    </a:moveTo>
                    <a:cubicBezTo>
                      <a:pt x="106" y="87"/>
                      <a:pt x="0" y="257"/>
                      <a:pt x="218" y="531"/>
                    </a:cubicBezTo>
                    <a:cubicBezTo>
                      <a:pt x="202" y="384"/>
                      <a:pt x="259" y="199"/>
                      <a:pt x="259" y="199"/>
                    </a:cubicBezTo>
                    <a:cubicBezTo>
                      <a:pt x="207" y="139"/>
                      <a:pt x="215" y="0"/>
                      <a:pt x="215" y="0"/>
                    </a:cubicBezTo>
                    <a:close/>
                  </a:path>
                </a:pathLst>
              </a:custGeom>
              <a:gradFill flip="none" rotWithShape="1">
                <a:gsLst>
                  <a:gs pos="0">
                    <a:schemeClr val="accent2">
                      <a:lumMod val="75000"/>
                    </a:schemeClr>
                  </a:gs>
                  <a:gs pos="100000">
                    <a:schemeClr val="accent2"/>
                  </a:gs>
                </a:gsLst>
                <a:lin ang="2700000" scaled="1"/>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800" b="0" i="0" u="none" strike="noStrike" kern="0" cap="none" spc="0" normalizeH="0" baseline="0" noProof="0">
                  <a:ln>
                    <a:noFill/>
                  </a:ln>
                  <a:solidFill>
                    <a:prstClr val="black"/>
                  </a:solidFill>
                  <a:effectLst/>
                  <a:uLnTx/>
                  <a:uFillTx/>
                  <a:latin typeface="Ubuntu"/>
                  <a:ea typeface="+mn-ea"/>
                  <a:cs typeface="+mn-cs"/>
                </a:endParaRPr>
              </a:p>
            </p:txBody>
          </p:sp>
          <p:sp>
            <p:nvSpPr>
              <p:cNvPr id="106" name="Freeform 46">
                <a:extLst>
                  <a:ext uri="{FF2B5EF4-FFF2-40B4-BE49-F238E27FC236}">
                    <a16:creationId xmlns:a16="http://schemas.microsoft.com/office/drawing/2014/main" id="{CB11D8B3-F8FA-4C6B-8AD8-B756DF57FB48}"/>
                  </a:ext>
                </a:extLst>
              </p:cNvPr>
              <p:cNvSpPr>
                <a:spLocks/>
              </p:cNvSpPr>
              <p:nvPr/>
            </p:nvSpPr>
            <p:spPr bwMode="auto">
              <a:xfrm>
                <a:off x="3699337" y="4878482"/>
                <a:ext cx="774739" cy="425674"/>
              </a:xfrm>
              <a:custGeom>
                <a:avLst/>
                <a:gdLst>
                  <a:gd name="T0" fmla="*/ 0 w 492"/>
                  <a:gd name="T1" fmla="*/ 0 h 270"/>
                  <a:gd name="T2" fmla="*/ 492 w 492"/>
                  <a:gd name="T3" fmla="*/ 155 h 270"/>
                  <a:gd name="T4" fmla="*/ 208 w 492"/>
                  <a:gd name="T5" fmla="*/ 11 h 270"/>
                  <a:gd name="T6" fmla="*/ 0 w 492"/>
                  <a:gd name="T7" fmla="*/ 0 h 270"/>
                </a:gdLst>
                <a:ahLst/>
                <a:cxnLst>
                  <a:cxn ang="0">
                    <a:pos x="T0" y="T1"/>
                  </a:cxn>
                  <a:cxn ang="0">
                    <a:pos x="T2" y="T3"/>
                  </a:cxn>
                  <a:cxn ang="0">
                    <a:pos x="T4" y="T5"/>
                  </a:cxn>
                  <a:cxn ang="0">
                    <a:pos x="T6" y="T7"/>
                  </a:cxn>
                </a:cxnLst>
                <a:rect l="0" t="0" r="r" b="b"/>
                <a:pathLst>
                  <a:path w="492" h="270">
                    <a:moveTo>
                      <a:pt x="0" y="0"/>
                    </a:moveTo>
                    <a:cubicBezTo>
                      <a:pt x="47" y="132"/>
                      <a:pt x="161" y="270"/>
                      <a:pt x="492" y="155"/>
                    </a:cubicBezTo>
                    <a:cubicBezTo>
                      <a:pt x="362" y="106"/>
                      <a:pt x="208" y="11"/>
                      <a:pt x="208" y="11"/>
                    </a:cubicBezTo>
                    <a:cubicBezTo>
                      <a:pt x="134" y="40"/>
                      <a:pt x="1" y="0"/>
                      <a:pt x="0" y="0"/>
                    </a:cubicBezTo>
                    <a:close/>
                  </a:path>
                </a:pathLst>
              </a:custGeom>
              <a:gradFill flip="none" rotWithShape="1">
                <a:gsLst>
                  <a:gs pos="0">
                    <a:schemeClr val="accent2">
                      <a:lumMod val="50000"/>
                    </a:schemeClr>
                  </a:gs>
                  <a:gs pos="100000">
                    <a:schemeClr val="accent2">
                      <a:lumMod val="75000"/>
                    </a:schemeClr>
                  </a:gs>
                </a:gsLst>
                <a:lin ang="2700000" scaled="1"/>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800" b="0" i="0" u="none" strike="noStrike" kern="0" cap="none" spc="0" normalizeH="0" baseline="0" noProof="0">
                  <a:ln>
                    <a:noFill/>
                  </a:ln>
                  <a:solidFill>
                    <a:prstClr val="black"/>
                  </a:solidFill>
                  <a:effectLst/>
                  <a:uLnTx/>
                  <a:uFillTx/>
                  <a:latin typeface="Ubuntu"/>
                  <a:ea typeface="+mn-ea"/>
                  <a:cs typeface="+mn-cs"/>
                </a:endParaRPr>
              </a:p>
            </p:txBody>
          </p:sp>
          <p:sp>
            <p:nvSpPr>
              <p:cNvPr id="107" name="Freeform 47">
                <a:extLst>
                  <a:ext uri="{FF2B5EF4-FFF2-40B4-BE49-F238E27FC236}">
                    <a16:creationId xmlns:a16="http://schemas.microsoft.com/office/drawing/2014/main" id="{4DD0F831-1B4B-413F-9FF9-49F4E7F82B51}"/>
                  </a:ext>
                </a:extLst>
              </p:cNvPr>
              <p:cNvSpPr>
                <a:spLocks/>
              </p:cNvSpPr>
              <p:nvPr/>
            </p:nvSpPr>
            <p:spPr bwMode="auto">
              <a:xfrm>
                <a:off x="3869206" y="2297131"/>
                <a:ext cx="798720" cy="645505"/>
              </a:xfrm>
              <a:custGeom>
                <a:avLst/>
                <a:gdLst>
                  <a:gd name="T0" fmla="*/ 507 w 507"/>
                  <a:gd name="T1" fmla="*/ 133 h 410"/>
                  <a:gd name="T2" fmla="*/ 0 w 507"/>
                  <a:gd name="T3" fmla="*/ 304 h 410"/>
                  <a:gd name="T4" fmla="*/ 328 w 507"/>
                  <a:gd name="T5" fmla="*/ 239 h 410"/>
                  <a:gd name="T6" fmla="*/ 507 w 507"/>
                  <a:gd name="T7" fmla="*/ 133 h 410"/>
                </a:gdLst>
                <a:ahLst/>
                <a:cxnLst>
                  <a:cxn ang="0">
                    <a:pos x="T0" y="T1"/>
                  </a:cxn>
                  <a:cxn ang="0">
                    <a:pos x="T2" y="T3"/>
                  </a:cxn>
                  <a:cxn ang="0">
                    <a:pos x="T4" y="T5"/>
                  </a:cxn>
                  <a:cxn ang="0">
                    <a:pos x="T6" y="T7"/>
                  </a:cxn>
                </a:cxnLst>
                <a:rect l="0" t="0" r="r" b="b"/>
                <a:pathLst>
                  <a:path w="507" h="410">
                    <a:moveTo>
                      <a:pt x="507" y="133"/>
                    </a:moveTo>
                    <a:cubicBezTo>
                      <a:pt x="384" y="53"/>
                      <a:pt x="200" y="0"/>
                      <a:pt x="0" y="304"/>
                    </a:cubicBezTo>
                    <a:cubicBezTo>
                      <a:pt x="238" y="410"/>
                      <a:pt x="328" y="239"/>
                      <a:pt x="328" y="239"/>
                    </a:cubicBezTo>
                    <a:cubicBezTo>
                      <a:pt x="369" y="171"/>
                      <a:pt x="507" y="133"/>
                      <a:pt x="507" y="133"/>
                    </a:cubicBezTo>
                    <a:close/>
                  </a:path>
                </a:pathLst>
              </a:custGeom>
              <a:gradFill flip="none" rotWithShape="1">
                <a:gsLst>
                  <a:gs pos="0">
                    <a:srgbClr val="002D62">
                      <a:lumMod val="40000"/>
                      <a:lumOff val="60000"/>
                    </a:srgbClr>
                  </a:gs>
                  <a:gs pos="46000">
                    <a:srgbClr val="002D62">
                      <a:lumMod val="95000"/>
                      <a:lumOff val="5000"/>
                    </a:srgbClr>
                  </a:gs>
                  <a:gs pos="100000">
                    <a:srgbClr val="002D62">
                      <a:lumMod val="60000"/>
                    </a:srgbClr>
                  </a:gs>
                </a:gsLst>
                <a:path path="circle">
                  <a:fillToRect l="50000" t="130000" r="50000" b="-30000"/>
                </a:path>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800" b="0" i="0" u="none" strike="noStrike" kern="0" cap="none" spc="0" normalizeH="0" baseline="0" noProof="0">
                  <a:ln>
                    <a:noFill/>
                  </a:ln>
                  <a:solidFill>
                    <a:prstClr val="black"/>
                  </a:solidFill>
                  <a:effectLst/>
                  <a:uLnTx/>
                  <a:uFillTx/>
                  <a:latin typeface="Ubuntu"/>
                  <a:ea typeface="+mn-ea"/>
                  <a:cs typeface="+mn-cs"/>
                </a:endParaRPr>
              </a:p>
            </p:txBody>
          </p:sp>
          <p:sp>
            <p:nvSpPr>
              <p:cNvPr id="108" name="Freeform 48">
                <a:extLst>
                  <a:ext uri="{FF2B5EF4-FFF2-40B4-BE49-F238E27FC236}">
                    <a16:creationId xmlns:a16="http://schemas.microsoft.com/office/drawing/2014/main" id="{F435F550-85D5-4D3C-89B2-6EFED5CEAA03}"/>
                  </a:ext>
                </a:extLst>
              </p:cNvPr>
              <p:cNvSpPr>
                <a:spLocks/>
              </p:cNvSpPr>
              <p:nvPr/>
            </p:nvSpPr>
            <p:spPr bwMode="auto">
              <a:xfrm>
                <a:off x="5374051" y="2868692"/>
                <a:ext cx="540252" cy="648835"/>
              </a:xfrm>
              <a:custGeom>
                <a:avLst/>
                <a:gdLst>
                  <a:gd name="T0" fmla="*/ 309 w 343"/>
                  <a:gd name="T1" fmla="*/ 412 h 412"/>
                  <a:gd name="T2" fmla="*/ 0 w 343"/>
                  <a:gd name="T3" fmla="*/ 0 h 412"/>
                  <a:gd name="T4" fmla="*/ 159 w 343"/>
                  <a:gd name="T5" fmla="*/ 289 h 412"/>
                  <a:gd name="T6" fmla="*/ 309 w 343"/>
                  <a:gd name="T7" fmla="*/ 412 h 412"/>
                </a:gdLst>
                <a:ahLst/>
                <a:cxnLst>
                  <a:cxn ang="0">
                    <a:pos x="T0" y="T1"/>
                  </a:cxn>
                  <a:cxn ang="0">
                    <a:pos x="T2" y="T3"/>
                  </a:cxn>
                  <a:cxn ang="0">
                    <a:pos x="T4" y="T5"/>
                  </a:cxn>
                  <a:cxn ang="0">
                    <a:pos x="T6" y="T7"/>
                  </a:cxn>
                </a:cxnLst>
                <a:rect l="0" t="0" r="r" b="b"/>
                <a:pathLst>
                  <a:path w="343" h="412">
                    <a:moveTo>
                      <a:pt x="309" y="412"/>
                    </a:moveTo>
                    <a:cubicBezTo>
                      <a:pt x="343" y="306"/>
                      <a:pt x="336" y="98"/>
                      <a:pt x="0" y="0"/>
                    </a:cubicBezTo>
                    <a:cubicBezTo>
                      <a:pt x="46" y="153"/>
                      <a:pt x="56" y="215"/>
                      <a:pt x="159" y="289"/>
                    </a:cubicBezTo>
                    <a:cubicBezTo>
                      <a:pt x="237" y="308"/>
                      <a:pt x="309" y="411"/>
                      <a:pt x="309" y="412"/>
                    </a:cubicBezTo>
                    <a:close/>
                  </a:path>
                </a:pathLst>
              </a:custGeom>
              <a:solidFill>
                <a:schemeClr val="accent2">
                  <a:lumMod val="20000"/>
                  <a:lumOff val="80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800" b="0" i="0" u="none" strike="noStrike" kern="0" cap="none" spc="0" normalizeH="0" baseline="0" noProof="0">
                  <a:ln>
                    <a:noFill/>
                  </a:ln>
                  <a:solidFill>
                    <a:prstClr val="black"/>
                  </a:solidFill>
                  <a:effectLst/>
                  <a:uLnTx/>
                  <a:uFillTx/>
                  <a:latin typeface="Ubuntu"/>
                  <a:ea typeface="+mn-ea"/>
                  <a:cs typeface="+mn-cs"/>
                </a:endParaRPr>
              </a:p>
            </p:txBody>
          </p:sp>
          <p:sp>
            <p:nvSpPr>
              <p:cNvPr id="109" name="Freeform 49">
                <a:extLst>
                  <a:ext uri="{FF2B5EF4-FFF2-40B4-BE49-F238E27FC236}">
                    <a16:creationId xmlns:a16="http://schemas.microsoft.com/office/drawing/2014/main" id="{52C2B0A7-560A-4D61-9AA0-1272E2209AA3}"/>
                  </a:ext>
                </a:extLst>
              </p:cNvPr>
              <p:cNvSpPr>
                <a:spLocks/>
              </p:cNvSpPr>
              <p:nvPr/>
            </p:nvSpPr>
            <p:spPr bwMode="auto">
              <a:xfrm>
                <a:off x="5271463" y="4355550"/>
                <a:ext cx="482296" cy="634845"/>
              </a:xfrm>
              <a:custGeom>
                <a:avLst/>
                <a:gdLst>
                  <a:gd name="T0" fmla="*/ 0 w 306"/>
                  <a:gd name="T1" fmla="*/ 403 h 403"/>
                  <a:gd name="T2" fmla="*/ 294 w 306"/>
                  <a:gd name="T3" fmla="*/ 0 h 403"/>
                  <a:gd name="T4" fmla="*/ 78 w 306"/>
                  <a:gd name="T5" fmla="*/ 219 h 403"/>
                  <a:gd name="T6" fmla="*/ 0 w 306"/>
                  <a:gd name="T7" fmla="*/ 403 h 403"/>
                </a:gdLst>
                <a:ahLst/>
                <a:cxnLst>
                  <a:cxn ang="0">
                    <a:pos x="T0" y="T1"/>
                  </a:cxn>
                  <a:cxn ang="0">
                    <a:pos x="T2" y="T3"/>
                  </a:cxn>
                  <a:cxn ang="0">
                    <a:pos x="T4" y="T5"/>
                  </a:cxn>
                  <a:cxn ang="0">
                    <a:pos x="T6" y="T7"/>
                  </a:cxn>
                </a:cxnLst>
                <a:rect l="0" t="0" r="r" b="b"/>
                <a:pathLst>
                  <a:path w="306" h="403">
                    <a:moveTo>
                      <a:pt x="0" y="403"/>
                    </a:moveTo>
                    <a:cubicBezTo>
                      <a:pt x="140" y="398"/>
                      <a:pt x="306" y="350"/>
                      <a:pt x="294" y="0"/>
                    </a:cubicBezTo>
                    <a:cubicBezTo>
                      <a:pt x="228" y="64"/>
                      <a:pt x="78" y="219"/>
                      <a:pt x="78" y="219"/>
                    </a:cubicBezTo>
                    <a:cubicBezTo>
                      <a:pt x="84" y="298"/>
                      <a:pt x="0" y="403"/>
                      <a:pt x="0" y="403"/>
                    </a:cubicBezTo>
                    <a:close/>
                  </a:path>
                </a:pathLst>
              </a:custGeom>
              <a:gradFill flip="none" rotWithShape="1">
                <a:gsLst>
                  <a:gs pos="0">
                    <a:schemeClr val="accent1">
                      <a:lumMod val="75000"/>
                    </a:schemeClr>
                  </a:gs>
                  <a:gs pos="100000">
                    <a:schemeClr val="accent1"/>
                  </a:gs>
                </a:gsLst>
                <a:lin ang="9600000" scaled="0"/>
                <a:tileRect/>
              </a:gra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800" b="0" i="0" u="none" strike="noStrike" kern="0" cap="none" spc="0" normalizeH="0" baseline="0" noProof="0">
                  <a:ln>
                    <a:noFill/>
                  </a:ln>
                  <a:solidFill>
                    <a:prstClr val="black"/>
                  </a:solidFill>
                  <a:effectLst/>
                  <a:uLnTx/>
                  <a:uFillTx/>
                  <a:latin typeface="Ubuntu"/>
                  <a:ea typeface="+mn-ea"/>
                  <a:cs typeface="+mn-cs"/>
                </a:endParaRPr>
              </a:p>
            </p:txBody>
          </p:sp>
        </p:grpSp>
        <p:sp>
          <p:nvSpPr>
            <p:cNvPr id="97" name="Line 50">
              <a:extLst>
                <a:ext uri="{FF2B5EF4-FFF2-40B4-BE49-F238E27FC236}">
                  <a16:creationId xmlns:a16="http://schemas.microsoft.com/office/drawing/2014/main" id="{92DB94BF-85B3-481E-90A7-B3BB0A4B5D70}"/>
                </a:ext>
              </a:extLst>
            </p:cNvPr>
            <p:cNvSpPr>
              <a:spLocks noChangeShapeType="1"/>
            </p:cNvSpPr>
            <p:nvPr/>
          </p:nvSpPr>
          <p:spPr bwMode="auto">
            <a:xfrm>
              <a:off x="8512126" y="4509444"/>
              <a:ext cx="0" cy="0"/>
            </a:xfrm>
            <a:prstGeom prst="line">
              <a:avLst/>
            </a:prstGeom>
            <a:noFill/>
            <a:ln w="14288" cap="flat">
              <a:solidFill>
                <a:srgbClr val="ED1C24"/>
              </a:solidFill>
              <a:prstDash val="solid"/>
              <a:miter lim="800000"/>
              <a:headEnd/>
              <a:tailEnd/>
            </a:ln>
            <a:extLst>
              <a:ext uri="{909E8E84-426E-40dd-AFC4-6F175D3DCCD1}">
                <a14:hiddenFill xmlns:a14="http://schemas.microsoft.com/office/drawing/2010/main" xmlns="">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0" cap="none" spc="0" normalizeH="0" baseline="0" noProof="0">
                <a:ln>
                  <a:noFill/>
                </a:ln>
                <a:solidFill>
                  <a:prstClr val="black"/>
                </a:solidFill>
                <a:effectLst/>
                <a:uLnTx/>
                <a:uFillTx/>
                <a:latin typeface="Ubuntu"/>
                <a:ea typeface="+mn-ea"/>
                <a:cs typeface="+mn-cs"/>
              </a:endParaRPr>
            </a:p>
          </p:txBody>
        </p:sp>
        <p:sp>
          <p:nvSpPr>
            <p:cNvPr id="98" name="Line 54">
              <a:extLst>
                <a:ext uri="{FF2B5EF4-FFF2-40B4-BE49-F238E27FC236}">
                  <a16:creationId xmlns:a16="http://schemas.microsoft.com/office/drawing/2014/main" id="{5A058F13-2197-4160-A75C-3DB5ACF36D98}"/>
                </a:ext>
              </a:extLst>
            </p:cNvPr>
            <p:cNvSpPr>
              <a:spLocks noChangeShapeType="1"/>
            </p:cNvSpPr>
            <p:nvPr/>
          </p:nvSpPr>
          <p:spPr bwMode="auto">
            <a:xfrm>
              <a:off x="7571819" y="4174945"/>
              <a:ext cx="0" cy="0"/>
            </a:xfrm>
            <a:prstGeom prst="line">
              <a:avLst/>
            </a:prstGeom>
            <a:noFill/>
            <a:ln w="14288" cap="flat">
              <a:solidFill>
                <a:srgbClr val="ED1C24"/>
              </a:solidFill>
              <a:prstDash val="solid"/>
              <a:miter lim="800000"/>
              <a:headEnd/>
              <a:tailEnd/>
            </a:ln>
            <a:extLst>
              <a:ext uri="{909E8E84-426E-40dd-AFC4-6F175D3DCCD1}">
                <a14:hiddenFill xmlns:a14="http://schemas.microsoft.com/office/drawing/2010/main" xmlns="">
                  <a:noFill/>
                </a14:hiddenFill>
              </a:ext>
            </a:extLst>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0" cap="none" spc="0" normalizeH="0" baseline="0" noProof="0">
                <a:ln>
                  <a:noFill/>
                </a:ln>
                <a:solidFill>
                  <a:prstClr val="black"/>
                </a:solidFill>
                <a:effectLst/>
                <a:uLnTx/>
                <a:uFillTx/>
                <a:latin typeface="Ubuntu"/>
                <a:ea typeface="+mn-ea"/>
                <a:cs typeface="+mn-cs"/>
              </a:endParaRPr>
            </a:p>
          </p:txBody>
        </p:sp>
        <p:sp>
          <p:nvSpPr>
            <p:cNvPr id="99" name="Freeform 56">
              <a:extLst>
                <a:ext uri="{FF2B5EF4-FFF2-40B4-BE49-F238E27FC236}">
                  <a16:creationId xmlns:a16="http://schemas.microsoft.com/office/drawing/2014/main" id="{D0D5C50D-D5FD-48F3-93F7-D70896CE2561}"/>
                </a:ext>
              </a:extLst>
            </p:cNvPr>
            <p:cNvSpPr>
              <a:spLocks/>
            </p:cNvSpPr>
            <p:nvPr/>
          </p:nvSpPr>
          <p:spPr bwMode="auto">
            <a:xfrm>
              <a:off x="7295872" y="4257265"/>
              <a:ext cx="1920617" cy="1156544"/>
            </a:xfrm>
            <a:custGeom>
              <a:avLst/>
              <a:gdLst>
                <a:gd name="T0" fmla="*/ 1353 w 1401"/>
                <a:gd name="T1" fmla="*/ 229 h 844"/>
                <a:gd name="T2" fmla="*/ 1075 w 1401"/>
                <a:gd name="T3" fmla="*/ 789 h 844"/>
                <a:gd name="T4" fmla="*/ 551 w 1401"/>
                <a:gd name="T5" fmla="*/ 761 h 844"/>
                <a:gd name="T6" fmla="*/ 9 w 1401"/>
                <a:gd name="T7" fmla="*/ 419 h 844"/>
                <a:gd name="T8" fmla="*/ 88 w 1401"/>
                <a:gd name="T9" fmla="*/ 0 h 844"/>
                <a:gd name="T10" fmla="*/ 863 w 1401"/>
                <a:gd name="T11" fmla="*/ 641 h 844"/>
                <a:gd name="T12" fmla="*/ 1329 w 1401"/>
                <a:gd name="T13" fmla="*/ 260 h 844"/>
                <a:gd name="T14" fmla="*/ 1353 w 1401"/>
                <a:gd name="T15" fmla="*/ 229 h 84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01" h="844">
                  <a:moveTo>
                    <a:pt x="1353" y="229"/>
                  </a:moveTo>
                  <a:cubicBezTo>
                    <a:pt x="1353" y="229"/>
                    <a:pt x="1401" y="664"/>
                    <a:pt x="1075" y="789"/>
                  </a:cubicBezTo>
                  <a:cubicBezTo>
                    <a:pt x="929" y="844"/>
                    <a:pt x="730" y="826"/>
                    <a:pt x="551" y="761"/>
                  </a:cubicBezTo>
                  <a:cubicBezTo>
                    <a:pt x="329" y="680"/>
                    <a:pt x="123" y="543"/>
                    <a:pt x="9" y="419"/>
                  </a:cubicBezTo>
                  <a:cubicBezTo>
                    <a:pt x="9" y="419"/>
                    <a:pt x="0" y="167"/>
                    <a:pt x="88" y="0"/>
                  </a:cubicBezTo>
                  <a:cubicBezTo>
                    <a:pt x="88" y="0"/>
                    <a:pt x="480" y="528"/>
                    <a:pt x="863" y="641"/>
                  </a:cubicBezTo>
                  <a:cubicBezTo>
                    <a:pt x="863" y="641"/>
                    <a:pt x="1347" y="817"/>
                    <a:pt x="1329" y="260"/>
                  </a:cubicBezTo>
                  <a:lnTo>
                    <a:pt x="1353" y="229"/>
                  </a:lnTo>
                  <a:close/>
                </a:path>
              </a:pathLst>
            </a:custGeom>
            <a:solidFill>
              <a:schemeClr val="accent1"/>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0" cap="none" spc="0" normalizeH="0" baseline="0" noProof="0">
                <a:ln>
                  <a:noFill/>
                </a:ln>
                <a:solidFill>
                  <a:prstClr val="black"/>
                </a:solidFill>
                <a:effectLst/>
                <a:uLnTx/>
                <a:uFillTx/>
                <a:latin typeface="Ubuntu"/>
                <a:ea typeface="+mn-ea"/>
                <a:cs typeface="+mn-cs"/>
              </a:endParaRPr>
            </a:p>
          </p:txBody>
        </p:sp>
        <p:sp>
          <p:nvSpPr>
            <p:cNvPr id="100" name="Freeform 52">
              <a:extLst>
                <a:ext uri="{FF2B5EF4-FFF2-40B4-BE49-F238E27FC236}">
                  <a16:creationId xmlns:a16="http://schemas.microsoft.com/office/drawing/2014/main" id="{C16515AD-3214-4761-8191-DF96EBD5FD0D}"/>
                </a:ext>
              </a:extLst>
            </p:cNvPr>
            <p:cNvSpPr>
              <a:spLocks/>
            </p:cNvSpPr>
            <p:nvPr/>
          </p:nvSpPr>
          <p:spPr bwMode="auto">
            <a:xfrm>
              <a:off x="6983403" y="3519860"/>
              <a:ext cx="1085818" cy="2020330"/>
            </a:xfrm>
            <a:custGeom>
              <a:avLst/>
              <a:gdLst>
                <a:gd name="T0" fmla="*/ 792 w 792"/>
                <a:gd name="T1" fmla="*/ 1302 h 1474"/>
                <a:gd name="T2" fmla="*/ 149 w 792"/>
                <a:gd name="T3" fmla="*/ 1185 h 1474"/>
                <a:gd name="T4" fmla="*/ 29 w 792"/>
                <a:gd name="T5" fmla="*/ 717 h 1474"/>
                <a:gd name="T6" fmla="*/ 179 w 792"/>
                <a:gd name="T7" fmla="*/ 73 h 1474"/>
                <a:gd name="T8" fmla="*/ 608 w 792"/>
                <a:gd name="T9" fmla="*/ 33 h 1474"/>
                <a:gd name="T10" fmla="*/ 239 w 792"/>
                <a:gd name="T11" fmla="*/ 966 h 1474"/>
                <a:gd name="T12" fmla="*/ 758 w 792"/>
                <a:gd name="T13" fmla="*/ 1290 h 1474"/>
                <a:gd name="T14" fmla="*/ 792 w 792"/>
                <a:gd name="T15" fmla="*/ 1302 h 1474"/>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792" h="1474">
                  <a:moveTo>
                    <a:pt x="792" y="1302"/>
                  </a:moveTo>
                  <a:cubicBezTo>
                    <a:pt x="792" y="1302"/>
                    <a:pt x="365" y="1459"/>
                    <a:pt x="149" y="1185"/>
                  </a:cubicBezTo>
                  <a:cubicBezTo>
                    <a:pt x="52" y="1062"/>
                    <a:pt x="54" y="905"/>
                    <a:pt x="29" y="717"/>
                  </a:cubicBezTo>
                  <a:cubicBezTo>
                    <a:pt x="0" y="495"/>
                    <a:pt x="95" y="219"/>
                    <a:pt x="179" y="73"/>
                  </a:cubicBezTo>
                  <a:cubicBezTo>
                    <a:pt x="179" y="73"/>
                    <a:pt x="352" y="0"/>
                    <a:pt x="608" y="33"/>
                  </a:cubicBezTo>
                  <a:cubicBezTo>
                    <a:pt x="608" y="33"/>
                    <a:pt x="216" y="534"/>
                    <a:pt x="239" y="966"/>
                  </a:cubicBezTo>
                  <a:cubicBezTo>
                    <a:pt x="239" y="966"/>
                    <a:pt x="232" y="1474"/>
                    <a:pt x="758" y="1290"/>
                  </a:cubicBezTo>
                  <a:lnTo>
                    <a:pt x="792" y="1302"/>
                  </a:lnTo>
                  <a:close/>
                </a:path>
              </a:pathLst>
            </a:custGeom>
            <a:solidFill>
              <a:schemeClr val="accent2">
                <a:lumMod val="75000"/>
              </a:schemeClr>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0" cap="none" spc="0" normalizeH="0" baseline="0" noProof="0">
                <a:ln>
                  <a:noFill/>
                </a:ln>
                <a:solidFill>
                  <a:prstClr val="black"/>
                </a:solidFill>
                <a:effectLst/>
                <a:uLnTx/>
                <a:uFillTx/>
                <a:latin typeface="Ubuntu"/>
                <a:ea typeface="+mn-ea"/>
                <a:cs typeface="+mn-cs"/>
              </a:endParaRPr>
            </a:p>
          </p:txBody>
        </p:sp>
        <p:sp>
          <p:nvSpPr>
            <p:cNvPr id="101" name="Freeform 51">
              <a:extLst>
                <a:ext uri="{FF2B5EF4-FFF2-40B4-BE49-F238E27FC236}">
                  <a16:creationId xmlns:a16="http://schemas.microsoft.com/office/drawing/2014/main" id="{C4C12FD1-14A6-44BA-9447-E38A2784CFB4}"/>
                </a:ext>
              </a:extLst>
            </p:cNvPr>
            <p:cNvSpPr>
              <a:spLocks/>
            </p:cNvSpPr>
            <p:nvPr/>
          </p:nvSpPr>
          <p:spPr bwMode="auto">
            <a:xfrm>
              <a:off x="6557306" y="3141301"/>
              <a:ext cx="2044098" cy="1372201"/>
            </a:xfrm>
            <a:custGeom>
              <a:avLst/>
              <a:gdLst>
                <a:gd name="T0" fmla="*/ 341 w 1491"/>
                <a:gd name="T1" fmla="*/ 1001 h 1001"/>
                <a:gd name="T2" fmla="*/ 235 w 1491"/>
                <a:gd name="T3" fmla="*/ 356 h 1001"/>
                <a:gd name="T4" fmla="*/ 665 w 1491"/>
                <a:gd name="T5" fmla="*/ 80 h 1001"/>
                <a:gd name="T6" fmla="*/ 1324 w 1491"/>
                <a:gd name="T7" fmla="*/ 30 h 1001"/>
                <a:gd name="T8" fmla="*/ 1491 w 1491"/>
                <a:gd name="T9" fmla="*/ 412 h 1001"/>
                <a:gd name="T10" fmla="*/ 473 w 1491"/>
                <a:gd name="T11" fmla="*/ 360 h 1001"/>
                <a:gd name="T12" fmla="*/ 347 w 1491"/>
                <a:gd name="T13" fmla="*/ 966 h 1001"/>
                <a:gd name="T14" fmla="*/ 341 w 1491"/>
                <a:gd name="T15" fmla="*/ 1001 h 100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491" h="1001">
                  <a:moveTo>
                    <a:pt x="341" y="1001"/>
                  </a:moveTo>
                  <a:cubicBezTo>
                    <a:pt x="341" y="1001"/>
                    <a:pt x="48" y="651"/>
                    <a:pt x="235" y="356"/>
                  </a:cubicBezTo>
                  <a:cubicBezTo>
                    <a:pt x="319" y="225"/>
                    <a:pt x="482" y="135"/>
                    <a:pt x="665" y="80"/>
                  </a:cubicBezTo>
                  <a:cubicBezTo>
                    <a:pt x="891" y="13"/>
                    <a:pt x="1158" y="0"/>
                    <a:pt x="1324" y="30"/>
                  </a:cubicBezTo>
                  <a:cubicBezTo>
                    <a:pt x="1324" y="30"/>
                    <a:pt x="1462" y="194"/>
                    <a:pt x="1491" y="412"/>
                  </a:cubicBezTo>
                  <a:cubicBezTo>
                    <a:pt x="1491" y="412"/>
                    <a:pt x="847" y="221"/>
                    <a:pt x="473" y="360"/>
                  </a:cubicBezTo>
                  <a:cubicBezTo>
                    <a:pt x="473" y="360"/>
                    <a:pt x="0" y="531"/>
                    <a:pt x="347" y="966"/>
                  </a:cubicBezTo>
                  <a:lnTo>
                    <a:pt x="341" y="1001"/>
                  </a:lnTo>
                  <a:close/>
                </a:path>
              </a:pathLst>
            </a:custGeom>
            <a:solidFill>
              <a:schemeClr val="accent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0" cap="none" spc="0" normalizeH="0" baseline="0" noProof="0">
                <a:ln>
                  <a:noFill/>
                </a:ln>
                <a:solidFill>
                  <a:prstClr val="black"/>
                </a:solidFill>
                <a:effectLst/>
                <a:uLnTx/>
                <a:uFillTx/>
                <a:latin typeface="Ubuntu"/>
                <a:ea typeface="+mn-ea"/>
                <a:cs typeface="+mn-cs"/>
              </a:endParaRPr>
            </a:p>
          </p:txBody>
        </p:sp>
        <p:sp>
          <p:nvSpPr>
            <p:cNvPr id="102" name="Freeform 55">
              <a:extLst>
                <a:ext uri="{FF2B5EF4-FFF2-40B4-BE49-F238E27FC236}">
                  <a16:creationId xmlns:a16="http://schemas.microsoft.com/office/drawing/2014/main" id="{BEF762A0-9F87-4790-9635-8481D6271C20}"/>
                </a:ext>
              </a:extLst>
            </p:cNvPr>
            <p:cNvSpPr>
              <a:spLocks/>
            </p:cNvSpPr>
            <p:nvPr/>
          </p:nvSpPr>
          <p:spPr bwMode="auto">
            <a:xfrm>
              <a:off x="7982841" y="3274057"/>
              <a:ext cx="1557133" cy="1864385"/>
            </a:xfrm>
            <a:custGeom>
              <a:avLst/>
              <a:gdLst>
                <a:gd name="T0" fmla="*/ 575 w 1136"/>
                <a:gd name="T1" fmla="*/ 0 h 1360"/>
                <a:gd name="T2" fmla="*/ 1047 w 1136"/>
                <a:gd name="T3" fmla="*/ 496 h 1360"/>
                <a:gd name="T4" fmla="*/ 847 w 1136"/>
                <a:gd name="T5" fmla="*/ 962 h 1360"/>
                <a:gd name="T6" fmla="*/ 368 w 1136"/>
                <a:gd name="T7" fmla="*/ 1360 h 1360"/>
                <a:gd name="T8" fmla="*/ 0 w 1136"/>
                <a:gd name="T9" fmla="*/ 1149 h 1360"/>
                <a:gd name="T10" fmla="*/ 833 w 1136"/>
                <a:gd name="T11" fmla="*/ 612 h 1360"/>
                <a:gd name="T12" fmla="*/ 602 w 1136"/>
                <a:gd name="T13" fmla="*/ 43 h 1360"/>
                <a:gd name="T14" fmla="*/ 575 w 1136"/>
                <a:gd name="T15" fmla="*/ 0 h 136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136" h="1360">
                  <a:moveTo>
                    <a:pt x="575" y="0"/>
                  </a:moveTo>
                  <a:cubicBezTo>
                    <a:pt x="575" y="0"/>
                    <a:pt x="1043" y="109"/>
                    <a:pt x="1047" y="496"/>
                  </a:cubicBezTo>
                  <a:cubicBezTo>
                    <a:pt x="1049" y="651"/>
                    <a:pt x="965" y="812"/>
                    <a:pt x="847" y="962"/>
                  </a:cubicBezTo>
                  <a:cubicBezTo>
                    <a:pt x="702" y="1147"/>
                    <a:pt x="521" y="1290"/>
                    <a:pt x="368" y="1360"/>
                  </a:cubicBezTo>
                  <a:cubicBezTo>
                    <a:pt x="368" y="1360"/>
                    <a:pt x="118" y="1311"/>
                    <a:pt x="0" y="1149"/>
                  </a:cubicBezTo>
                  <a:cubicBezTo>
                    <a:pt x="0" y="1149"/>
                    <a:pt x="614" y="959"/>
                    <a:pt x="833" y="612"/>
                  </a:cubicBezTo>
                  <a:cubicBezTo>
                    <a:pt x="833" y="612"/>
                    <a:pt x="1136" y="198"/>
                    <a:pt x="602" y="43"/>
                  </a:cubicBezTo>
                  <a:lnTo>
                    <a:pt x="575" y="0"/>
                  </a:lnTo>
                  <a:close/>
                </a:path>
              </a:pathLst>
            </a:custGeom>
            <a:solidFill>
              <a:srgbClr val="69AFD3"/>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3600" b="0" i="0" u="none" strike="noStrike" kern="0" cap="none" spc="0" normalizeH="0" baseline="0" noProof="0">
                <a:ln>
                  <a:noFill/>
                </a:ln>
                <a:solidFill>
                  <a:prstClr val="black"/>
                </a:solidFill>
                <a:effectLst/>
                <a:uLnTx/>
                <a:uFillTx/>
                <a:latin typeface="Ubuntu"/>
                <a:ea typeface="+mn-ea"/>
                <a:cs typeface="+mn-cs"/>
              </a:endParaRPr>
            </a:p>
          </p:txBody>
        </p:sp>
        <p:sp>
          <p:nvSpPr>
            <p:cNvPr id="103" name="Freeform 53">
              <a:extLst>
                <a:ext uri="{FF2B5EF4-FFF2-40B4-BE49-F238E27FC236}">
                  <a16:creationId xmlns:a16="http://schemas.microsoft.com/office/drawing/2014/main" id="{F01298C4-DD1B-4819-8B61-969B14BE5902}"/>
                </a:ext>
              </a:extLst>
            </p:cNvPr>
            <p:cNvSpPr>
              <a:spLocks/>
            </p:cNvSpPr>
            <p:nvPr/>
          </p:nvSpPr>
          <p:spPr bwMode="auto">
            <a:xfrm>
              <a:off x="7452396" y="2606799"/>
              <a:ext cx="1675395" cy="1906705"/>
            </a:xfrm>
            <a:custGeom>
              <a:avLst/>
              <a:gdLst>
                <a:gd name="T0" fmla="*/ 0 w 1222"/>
                <a:gd name="T1" fmla="*/ 477 h 1391"/>
                <a:gd name="T2" fmla="*/ 578 w 1222"/>
                <a:gd name="T3" fmla="*/ 178 h 1391"/>
                <a:gd name="T4" fmla="*/ 974 w 1222"/>
                <a:gd name="T5" fmla="*/ 500 h 1391"/>
                <a:gd name="T6" fmla="*/ 1222 w 1222"/>
                <a:gd name="T7" fmla="*/ 1099 h 1391"/>
                <a:gd name="T8" fmla="*/ 918 w 1222"/>
                <a:gd name="T9" fmla="*/ 1391 h 1391"/>
                <a:gd name="T10" fmla="*/ 648 w 1222"/>
                <a:gd name="T11" fmla="*/ 405 h 1391"/>
                <a:gd name="T12" fmla="*/ 37 w 1222"/>
                <a:gd name="T13" fmla="*/ 466 h 1391"/>
                <a:gd name="T14" fmla="*/ 0 w 1222"/>
                <a:gd name="T15" fmla="*/ 477 h 1391"/>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1222" h="1391">
                  <a:moveTo>
                    <a:pt x="0" y="477"/>
                  </a:moveTo>
                  <a:cubicBezTo>
                    <a:pt x="0" y="477"/>
                    <a:pt x="239" y="92"/>
                    <a:pt x="578" y="178"/>
                  </a:cubicBezTo>
                  <a:cubicBezTo>
                    <a:pt x="729" y="216"/>
                    <a:pt x="866" y="344"/>
                    <a:pt x="974" y="500"/>
                  </a:cubicBezTo>
                  <a:cubicBezTo>
                    <a:pt x="1109" y="694"/>
                    <a:pt x="1200" y="932"/>
                    <a:pt x="1222" y="1099"/>
                  </a:cubicBezTo>
                  <a:cubicBezTo>
                    <a:pt x="1222" y="1099"/>
                    <a:pt x="1133" y="1325"/>
                    <a:pt x="918" y="1391"/>
                  </a:cubicBezTo>
                  <a:cubicBezTo>
                    <a:pt x="918" y="1391"/>
                    <a:pt x="896" y="717"/>
                    <a:pt x="648" y="405"/>
                  </a:cubicBezTo>
                  <a:cubicBezTo>
                    <a:pt x="648" y="405"/>
                    <a:pt x="342" y="0"/>
                    <a:pt x="37" y="466"/>
                  </a:cubicBezTo>
                  <a:lnTo>
                    <a:pt x="0" y="477"/>
                  </a:lnTo>
                  <a:close/>
                </a:path>
              </a:pathLst>
            </a:custGeom>
            <a:solidFill>
              <a:srgbClr val="002D62"/>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2800" b="0" i="0" u="none" strike="noStrike" kern="0" cap="none" spc="0" normalizeH="0" baseline="0" noProof="0">
                <a:ln>
                  <a:noFill/>
                </a:ln>
                <a:solidFill>
                  <a:prstClr val="black"/>
                </a:solidFill>
                <a:effectLst/>
                <a:uLnTx/>
                <a:uFillTx/>
                <a:latin typeface="Ubuntu"/>
                <a:ea typeface="+mn-ea"/>
                <a:cs typeface="+mn-cs"/>
              </a:endParaRPr>
            </a:p>
          </p:txBody>
        </p:sp>
        <p:sp>
          <p:nvSpPr>
            <p:cNvPr id="104" name="TextBox 103">
              <a:extLst>
                <a:ext uri="{FF2B5EF4-FFF2-40B4-BE49-F238E27FC236}">
                  <a16:creationId xmlns:a16="http://schemas.microsoft.com/office/drawing/2014/main" id="{53FCD794-5E7B-4C97-8C38-20FD416F1B38}"/>
                </a:ext>
              </a:extLst>
            </p:cNvPr>
            <p:cNvSpPr txBox="1"/>
            <p:nvPr/>
          </p:nvSpPr>
          <p:spPr>
            <a:xfrm>
              <a:off x="7602236" y="3903469"/>
              <a:ext cx="1024145" cy="612475"/>
            </a:xfrm>
            <a:prstGeom prst="rect">
              <a:avLst/>
            </a:prstGeom>
            <a:noFill/>
            <a:ln w="6350">
              <a:noFill/>
              <a:prstDash val="dash"/>
            </a:ln>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de-DE" altLang="en-US" sz="1200" b="1" i="0" u="none" strike="noStrike" kern="1200" cap="none" spc="0" normalizeH="0" baseline="0" noProof="0" dirty="0">
                  <a:ln>
                    <a:noFill/>
                  </a:ln>
                  <a:solidFill>
                    <a:prstClr val="black"/>
                  </a:solidFill>
                  <a:effectLst/>
                  <a:uLnTx/>
                  <a:uFillTx/>
                  <a:latin typeface="Ubuntu"/>
                  <a:ea typeface="+mn-ea"/>
                  <a:cs typeface="+mn-cs"/>
                </a:rPr>
                <a:t>New Business IDEAS</a:t>
              </a:r>
            </a:p>
          </p:txBody>
        </p:sp>
      </p:grpSp>
      <p:sp>
        <p:nvSpPr>
          <p:cNvPr id="110" name="Rectangle 109">
            <a:extLst>
              <a:ext uri="{FF2B5EF4-FFF2-40B4-BE49-F238E27FC236}">
                <a16:creationId xmlns:a16="http://schemas.microsoft.com/office/drawing/2014/main" id="{C5E731B9-FA7E-4816-B46C-E932BE9A5215}"/>
              </a:ext>
            </a:extLst>
          </p:cNvPr>
          <p:cNvSpPr/>
          <p:nvPr/>
        </p:nvSpPr>
        <p:spPr>
          <a:xfrm>
            <a:off x="4223161" y="1832517"/>
            <a:ext cx="1250644" cy="2769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Ubuntu"/>
                <a:ea typeface="+mn-ea"/>
                <a:cs typeface="+mn-cs"/>
              </a:rPr>
              <a:t>Classifieds </a:t>
            </a:r>
            <a:endParaRPr kumimoji="0" lang="de-DE" sz="1200" b="1" i="0" u="none" strike="noStrike" kern="1200" cap="none" spc="0" normalizeH="0" baseline="0" noProof="0" dirty="0">
              <a:ln>
                <a:noFill/>
              </a:ln>
              <a:solidFill>
                <a:prstClr val="black"/>
              </a:solidFill>
              <a:effectLst/>
              <a:uLnTx/>
              <a:uFillTx/>
              <a:latin typeface="Ubuntu"/>
              <a:ea typeface="+mn-ea"/>
              <a:cs typeface="+mn-cs"/>
            </a:endParaRPr>
          </a:p>
        </p:txBody>
      </p:sp>
      <p:sp>
        <p:nvSpPr>
          <p:cNvPr id="111" name="Rectangle 110">
            <a:extLst>
              <a:ext uri="{FF2B5EF4-FFF2-40B4-BE49-F238E27FC236}">
                <a16:creationId xmlns:a16="http://schemas.microsoft.com/office/drawing/2014/main" id="{D39B1BF6-4826-4869-AA9F-1D71F1553A4E}"/>
              </a:ext>
            </a:extLst>
          </p:cNvPr>
          <p:cNvSpPr/>
          <p:nvPr/>
        </p:nvSpPr>
        <p:spPr>
          <a:xfrm>
            <a:off x="3272556" y="3133502"/>
            <a:ext cx="1129366" cy="461665"/>
          </a:xfrm>
          <a:prstGeom prst="rect">
            <a:avLst/>
          </a:prstGeom>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Ubuntu"/>
                <a:ea typeface="+mn-ea"/>
                <a:cs typeface="+mn-cs"/>
              </a:rPr>
              <a:t>Citizen Journalism</a:t>
            </a:r>
            <a:endParaRPr kumimoji="0" lang="de-DE" sz="1200" b="1" i="0" u="none" strike="noStrike" kern="1200" cap="none" spc="0" normalizeH="0" baseline="0" noProof="0" dirty="0">
              <a:ln>
                <a:noFill/>
              </a:ln>
              <a:solidFill>
                <a:prstClr val="black"/>
              </a:solidFill>
              <a:effectLst/>
              <a:uLnTx/>
              <a:uFillTx/>
              <a:latin typeface="Ubuntu"/>
              <a:ea typeface="+mn-ea"/>
              <a:cs typeface="+mn-cs"/>
            </a:endParaRPr>
          </a:p>
        </p:txBody>
      </p:sp>
      <p:sp>
        <p:nvSpPr>
          <p:cNvPr id="112" name="Rectangle 111">
            <a:extLst>
              <a:ext uri="{FF2B5EF4-FFF2-40B4-BE49-F238E27FC236}">
                <a16:creationId xmlns:a16="http://schemas.microsoft.com/office/drawing/2014/main" id="{3AC5FB5E-F3B4-4D02-8654-94E92E084E53}"/>
              </a:ext>
            </a:extLst>
          </p:cNvPr>
          <p:cNvSpPr/>
          <p:nvPr/>
        </p:nvSpPr>
        <p:spPr>
          <a:xfrm>
            <a:off x="3755570" y="4482863"/>
            <a:ext cx="1456162" cy="276999"/>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Ubuntu"/>
                <a:ea typeface="+mn-ea"/>
                <a:cs typeface="+mn-cs"/>
              </a:rPr>
              <a:t>Gamification </a:t>
            </a:r>
            <a:endParaRPr kumimoji="0" lang="de-DE" sz="1200" b="1" i="0" u="none" strike="noStrike" kern="1200" cap="none" spc="0" normalizeH="0" baseline="0" noProof="0" dirty="0">
              <a:ln>
                <a:noFill/>
              </a:ln>
              <a:solidFill>
                <a:prstClr val="black"/>
              </a:solidFill>
              <a:effectLst/>
              <a:uLnTx/>
              <a:uFillTx/>
              <a:latin typeface="Ubuntu"/>
              <a:ea typeface="+mn-ea"/>
              <a:cs typeface="+mn-cs"/>
            </a:endParaRPr>
          </a:p>
        </p:txBody>
      </p:sp>
      <p:sp>
        <p:nvSpPr>
          <p:cNvPr id="113" name="Rectangle 112">
            <a:extLst>
              <a:ext uri="{FF2B5EF4-FFF2-40B4-BE49-F238E27FC236}">
                <a16:creationId xmlns:a16="http://schemas.microsoft.com/office/drawing/2014/main" id="{2A6B9F1C-D363-4BE0-9C5D-51F4BBB06994}"/>
              </a:ext>
            </a:extLst>
          </p:cNvPr>
          <p:cNvSpPr/>
          <p:nvPr/>
        </p:nvSpPr>
        <p:spPr>
          <a:xfrm>
            <a:off x="4973188" y="5328803"/>
            <a:ext cx="1381589"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Ubuntu"/>
                <a:ea typeface="+mn-ea"/>
                <a:cs typeface="+mn-cs"/>
              </a:rPr>
              <a:t>Edutech </a:t>
            </a:r>
          </a:p>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200" b="1" i="0" u="none" strike="noStrike" kern="1200" cap="none" spc="0" normalizeH="0" baseline="0" noProof="0" dirty="0">
              <a:ln>
                <a:noFill/>
              </a:ln>
              <a:solidFill>
                <a:prstClr val="black"/>
              </a:solidFill>
              <a:effectLst/>
              <a:uLnTx/>
              <a:uFillTx/>
              <a:latin typeface="Ubuntu"/>
              <a:ea typeface="+mn-ea"/>
              <a:cs typeface="+mn-cs"/>
            </a:endParaRPr>
          </a:p>
        </p:txBody>
      </p:sp>
      <p:sp>
        <p:nvSpPr>
          <p:cNvPr id="114" name="Rectangle 113">
            <a:extLst>
              <a:ext uri="{FF2B5EF4-FFF2-40B4-BE49-F238E27FC236}">
                <a16:creationId xmlns:a16="http://schemas.microsoft.com/office/drawing/2014/main" id="{65140245-9C34-4C9F-9EEC-C4B86AA05A41}"/>
              </a:ext>
            </a:extLst>
          </p:cNvPr>
          <p:cNvSpPr/>
          <p:nvPr/>
        </p:nvSpPr>
        <p:spPr>
          <a:xfrm>
            <a:off x="7182233" y="4497941"/>
            <a:ext cx="1336672" cy="276999"/>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Ubuntu"/>
                <a:ea typeface="+mn-ea"/>
                <a:cs typeface="+mn-cs"/>
              </a:rPr>
              <a:t>Super App </a:t>
            </a:r>
            <a:endParaRPr kumimoji="0" lang="de-DE" sz="1200" b="1" i="0" u="none" strike="noStrike" kern="1200" cap="none" spc="0" normalizeH="0" baseline="0" noProof="0" dirty="0">
              <a:ln>
                <a:noFill/>
              </a:ln>
              <a:solidFill>
                <a:prstClr val="black"/>
              </a:solidFill>
              <a:effectLst/>
              <a:uLnTx/>
              <a:uFillTx/>
              <a:latin typeface="Ubuntu"/>
              <a:ea typeface="+mn-ea"/>
              <a:cs typeface="+mn-cs"/>
            </a:endParaRPr>
          </a:p>
        </p:txBody>
      </p:sp>
      <p:sp>
        <p:nvSpPr>
          <p:cNvPr id="115" name="TextBox 187">
            <a:extLst>
              <a:ext uri="{FF2B5EF4-FFF2-40B4-BE49-F238E27FC236}">
                <a16:creationId xmlns:a16="http://schemas.microsoft.com/office/drawing/2014/main" id="{7820F9BF-4EF2-4836-9012-4D63064B6866}"/>
              </a:ext>
            </a:extLst>
          </p:cNvPr>
          <p:cNvSpPr txBox="1"/>
          <p:nvPr/>
        </p:nvSpPr>
        <p:spPr>
          <a:xfrm>
            <a:off x="7484913" y="3151969"/>
            <a:ext cx="1307311" cy="424732"/>
          </a:xfrm>
          <a:prstGeom prst="rect">
            <a:avLst/>
          </a:prstGeom>
          <a:noFill/>
          <a:effectLst/>
        </p:spPr>
        <p:txBody>
          <a:bodyPr wrap="square" rtlCol="0">
            <a:spAutoFit/>
          </a:bodyPr>
          <a:lstStyle/>
          <a:p>
            <a:pPr marL="0" marR="0" lvl="0" indent="0" algn="ctr" defTabSz="914400" rtl="0" eaLnBrk="1" fontAlgn="auto" latinLnBrk="0" hangingPunct="1">
              <a:lnSpc>
                <a:spcPct val="90000"/>
              </a:lnSpc>
              <a:spcBef>
                <a:spcPts val="0"/>
              </a:spcBef>
              <a:spcAft>
                <a:spcPts val="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Ubuntu"/>
                <a:ea typeface="+mn-ea"/>
                <a:cs typeface="+mn-cs"/>
              </a:rPr>
              <a:t>Uberization of Services </a:t>
            </a:r>
            <a:endParaRPr kumimoji="0" lang="de-DE" sz="1200" b="1" i="0" u="none" strike="noStrike" kern="1200" cap="none" spc="0" normalizeH="0" baseline="0" noProof="0" dirty="0">
              <a:ln>
                <a:noFill/>
              </a:ln>
              <a:solidFill>
                <a:prstClr val="black"/>
              </a:solidFill>
              <a:effectLst/>
              <a:uLnTx/>
              <a:uFillTx/>
              <a:latin typeface="Ubuntu"/>
              <a:ea typeface="+mn-ea"/>
              <a:cs typeface="+mn-cs"/>
            </a:endParaRPr>
          </a:p>
        </p:txBody>
      </p:sp>
      <p:sp>
        <p:nvSpPr>
          <p:cNvPr id="116" name="Rectangle 115">
            <a:extLst>
              <a:ext uri="{FF2B5EF4-FFF2-40B4-BE49-F238E27FC236}">
                <a16:creationId xmlns:a16="http://schemas.microsoft.com/office/drawing/2014/main" id="{5340DDF1-F934-42FB-9AC3-099735F77AFB}"/>
              </a:ext>
            </a:extLst>
          </p:cNvPr>
          <p:cNvSpPr/>
          <p:nvPr/>
        </p:nvSpPr>
        <p:spPr>
          <a:xfrm>
            <a:off x="6773265" y="1557194"/>
            <a:ext cx="1070867" cy="461665"/>
          </a:xfrm>
          <a:prstGeom prst="rect">
            <a:avLst/>
          </a:prstGeom>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200" b="1" i="0" u="none" strike="noStrike" kern="1200" cap="none" spc="0" normalizeH="0" baseline="0" noProof="0" dirty="0">
                <a:ln>
                  <a:noFill/>
                </a:ln>
                <a:solidFill>
                  <a:prstClr val="black"/>
                </a:solidFill>
                <a:effectLst/>
                <a:uLnTx/>
                <a:uFillTx/>
                <a:latin typeface="Ubuntu"/>
                <a:ea typeface="+mn-ea"/>
                <a:cs typeface="+mn-cs"/>
              </a:rPr>
              <a:t>DT Market Place</a:t>
            </a:r>
            <a:endParaRPr kumimoji="0" lang="de-DE" sz="1200" b="1" i="0" u="none" strike="noStrike" kern="1200" cap="none" spc="0" normalizeH="0" baseline="0" noProof="0" dirty="0">
              <a:ln>
                <a:noFill/>
              </a:ln>
              <a:solidFill>
                <a:prstClr val="black"/>
              </a:solidFill>
              <a:effectLst/>
              <a:uLnTx/>
              <a:uFillTx/>
              <a:latin typeface="Ubuntu"/>
              <a:ea typeface="+mn-ea"/>
              <a:cs typeface="+mn-cs"/>
            </a:endParaRPr>
          </a:p>
        </p:txBody>
      </p:sp>
      <p:sp>
        <p:nvSpPr>
          <p:cNvPr id="117" name="Freeform 815">
            <a:extLst>
              <a:ext uri="{FF2B5EF4-FFF2-40B4-BE49-F238E27FC236}">
                <a16:creationId xmlns:a16="http://schemas.microsoft.com/office/drawing/2014/main" id="{1761BF2D-F209-440D-A6D9-8E0723CB80F7}"/>
              </a:ext>
            </a:extLst>
          </p:cNvPr>
          <p:cNvSpPr>
            <a:spLocks/>
          </p:cNvSpPr>
          <p:nvPr/>
        </p:nvSpPr>
        <p:spPr bwMode="auto">
          <a:xfrm>
            <a:off x="4513577" y="2913999"/>
            <a:ext cx="62323" cy="129350"/>
          </a:xfrm>
          <a:custGeom>
            <a:avLst/>
            <a:gdLst/>
            <a:ahLst/>
            <a:cxnLst>
              <a:cxn ang="0">
                <a:pos x="20" y="65"/>
              </a:cxn>
              <a:cxn ang="0">
                <a:pos x="4" y="65"/>
              </a:cxn>
              <a:cxn ang="0">
                <a:pos x="0" y="61"/>
              </a:cxn>
              <a:cxn ang="0">
                <a:pos x="0" y="4"/>
              </a:cxn>
              <a:cxn ang="0">
                <a:pos x="4" y="0"/>
              </a:cxn>
              <a:cxn ang="0">
                <a:pos x="34" y="0"/>
              </a:cxn>
              <a:cxn ang="0">
                <a:pos x="38" y="4"/>
              </a:cxn>
              <a:cxn ang="0">
                <a:pos x="38" y="81"/>
              </a:cxn>
              <a:cxn ang="0">
                <a:pos x="34" y="85"/>
              </a:cxn>
            </a:cxnLst>
            <a:rect l="0" t="0" r="r" b="b"/>
            <a:pathLst>
              <a:path w="38" h="85">
                <a:moveTo>
                  <a:pt x="20" y="65"/>
                </a:moveTo>
                <a:cubicBezTo>
                  <a:pt x="4" y="65"/>
                  <a:pt x="4" y="65"/>
                  <a:pt x="4" y="65"/>
                </a:cubicBezTo>
                <a:cubicBezTo>
                  <a:pt x="2" y="65"/>
                  <a:pt x="0" y="63"/>
                  <a:pt x="0" y="61"/>
                </a:cubicBezTo>
                <a:cubicBezTo>
                  <a:pt x="0" y="4"/>
                  <a:pt x="0" y="4"/>
                  <a:pt x="0" y="4"/>
                </a:cubicBezTo>
                <a:cubicBezTo>
                  <a:pt x="0" y="2"/>
                  <a:pt x="2" y="0"/>
                  <a:pt x="4" y="0"/>
                </a:cubicBezTo>
                <a:cubicBezTo>
                  <a:pt x="34" y="0"/>
                  <a:pt x="34" y="0"/>
                  <a:pt x="34" y="0"/>
                </a:cubicBezTo>
                <a:cubicBezTo>
                  <a:pt x="36" y="0"/>
                  <a:pt x="38" y="2"/>
                  <a:pt x="38" y="4"/>
                </a:cubicBezTo>
                <a:cubicBezTo>
                  <a:pt x="38" y="81"/>
                  <a:pt x="38" y="81"/>
                  <a:pt x="38" y="81"/>
                </a:cubicBezTo>
                <a:cubicBezTo>
                  <a:pt x="38" y="83"/>
                  <a:pt x="36" y="85"/>
                  <a:pt x="34" y="85"/>
                </a:cubicBezTo>
              </a:path>
            </a:pathLst>
          </a:custGeom>
          <a:noFill/>
          <a:ln w="9525" cap="rnd">
            <a:solidFill>
              <a:schemeClr val="bg1"/>
            </a:solidFill>
            <a:prstDash val="solid"/>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0" lang="de-DE" sz="1800" b="0" i="0" u="none" strike="noStrike" kern="1200" cap="none" spc="0" normalizeH="0" baseline="0" noProof="0">
              <a:ln>
                <a:noFill/>
              </a:ln>
              <a:solidFill>
                <a:srgbClr val="000000"/>
              </a:solidFill>
              <a:effectLst/>
              <a:uLnTx/>
              <a:uFillTx/>
              <a:latin typeface="Ubuntu"/>
              <a:ea typeface="+mn-ea"/>
              <a:cs typeface="Arial" pitchFamily="34" charset="0"/>
            </a:endParaRPr>
          </a:p>
        </p:txBody>
      </p:sp>
      <p:sp>
        <p:nvSpPr>
          <p:cNvPr id="118" name="Freeform 8">
            <a:extLst>
              <a:ext uri="{FF2B5EF4-FFF2-40B4-BE49-F238E27FC236}">
                <a16:creationId xmlns:a16="http://schemas.microsoft.com/office/drawing/2014/main" id="{7605AD23-08AE-4D2F-8BDB-D6B0566848E5}"/>
              </a:ext>
            </a:extLst>
          </p:cNvPr>
          <p:cNvSpPr>
            <a:spLocks noEditPoints="1"/>
          </p:cNvSpPr>
          <p:nvPr/>
        </p:nvSpPr>
        <p:spPr bwMode="gray">
          <a:xfrm rot="9853652" flipH="1">
            <a:off x="7034074" y="1921171"/>
            <a:ext cx="841130" cy="194446"/>
          </a:xfrm>
          <a:custGeom>
            <a:avLst/>
            <a:gdLst>
              <a:gd name="T0" fmla="*/ 508 w 642"/>
              <a:gd name="T1" fmla="*/ 94 h 189"/>
              <a:gd name="T2" fmla="*/ 243 w 642"/>
              <a:gd name="T3" fmla="*/ 72 h 189"/>
              <a:gd name="T4" fmla="*/ 21 w 642"/>
              <a:gd name="T5" fmla="*/ 183 h 189"/>
              <a:gd name="T6" fmla="*/ 4 w 642"/>
              <a:gd name="T7" fmla="*/ 182 h 189"/>
              <a:gd name="T8" fmla="*/ 10 w 642"/>
              <a:gd name="T9" fmla="*/ 164 h 189"/>
              <a:gd name="T10" fmla="*/ 239 w 642"/>
              <a:gd name="T11" fmla="*/ 47 h 189"/>
              <a:gd name="T12" fmla="*/ 522 w 642"/>
              <a:gd name="T13" fmla="*/ 68 h 189"/>
              <a:gd name="T14" fmla="*/ 508 w 642"/>
              <a:gd name="T15" fmla="*/ 94 h 189"/>
              <a:gd name="T16" fmla="*/ 630 w 642"/>
              <a:gd name="T17" fmla="*/ 93 h 189"/>
              <a:gd name="T18" fmla="*/ 515 w 642"/>
              <a:gd name="T19" fmla="*/ 7 h 189"/>
              <a:gd name="T20" fmla="*/ 496 w 642"/>
              <a:gd name="T21" fmla="*/ 30 h 189"/>
              <a:gd name="T22" fmla="*/ 572 w 642"/>
              <a:gd name="T23" fmla="*/ 87 h 189"/>
              <a:gd name="T24" fmla="*/ 541 w 642"/>
              <a:gd name="T25" fmla="*/ 98 h 189"/>
              <a:gd name="T26" fmla="*/ 459 w 642"/>
              <a:gd name="T27" fmla="*/ 162 h 189"/>
              <a:gd name="T28" fmla="*/ 462 w 642"/>
              <a:gd name="T29" fmla="*/ 179 h 189"/>
              <a:gd name="T30" fmla="*/ 479 w 642"/>
              <a:gd name="T31" fmla="*/ 169 h 189"/>
              <a:gd name="T32" fmla="*/ 536 w 642"/>
              <a:gd name="T33" fmla="*/ 125 h 189"/>
              <a:gd name="T34" fmla="*/ 611 w 642"/>
              <a:gd name="T35" fmla="*/ 116 h 189"/>
              <a:gd name="T36" fmla="*/ 630 w 642"/>
              <a:gd name="T37" fmla="*/ 93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42" h="189">
                <a:moveTo>
                  <a:pt x="508" y="94"/>
                </a:moveTo>
                <a:cubicBezTo>
                  <a:pt x="422" y="74"/>
                  <a:pt x="331" y="62"/>
                  <a:pt x="243" y="72"/>
                </a:cubicBezTo>
                <a:cubicBezTo>
                  <a:pt x="160" y="82"/>
                  <a:pt x="79" y="125"/>
                  <a:pt x="21" y="183"/>
                </a:cubicBezTo>
                <a:cubicBezTo>
                  <a:pt x="16" y="187"/>
                  <a:pt x="7" y="189"/>
                  <a:pt x="4" y="182"/>
                </a:cubicBezTo>
                <a:cubicBezTo>
                  <a:pt x="0" y="176"/>
                  <a:pt x="5" y="168"/>
                  <a:pt x="10" y="164"/>
                </a:cubicBezTo>
                <a:cubicBezTo>
                  <a:pt x="70" y="104"/>
                  <a:pt x="155" y="58"/>
                  <a:pt x="239" y="47"/>
                </a:cubicBezTo>
                <a:cubicBezTo>
                  <a:pt x="333" y="34"/>
                  <a:pt x="430" y="47"/>
                  <a:pt x="522" y="68"/>
                </a:cubicBezTo>
                <a:cubicBezTo>
                  <a:pt x="537" y="71"/>
                  <a:pt x="521" y="97"/>
                  <a:pt x="508" y="94"/>
                </a:cubicBezTo>
                <a:close/>
                <a:moveTo>
                  <a:pt x="630" y="93"/>
                </a:moveTo>
                <a:cubicBezTo>
                  <a:pt x="590" y="67"/>
                  <a:pt x="555" y="33"/>
                  <a:pt x="515" y="7"/>
                </a:cubicBezTo>
                <a:cubicBezTo>
                  <a:pt x="503" y="0"/>
                  <a:pt x="484" y="23"/>
                  <a:pt x="496" y="30"/>
                </a:cubicBezTo>
                <a:cubicBezTo>
                  <a:pt x="523" y="47"/>
                  <a:pt x="547" y="68"/>
                  <a:pt x="572" y="87"/>
                </a:cubicBezTo>
                <a:cubicBezTo>
                  <a:pt x="561" y="90"/>
                  <a:pt x="551" y="94"/>
                  <a:pt x="541" y="98"/>
                </a:cubicBezTo>
                <a:cubicBezTo>
                  <a:pt x="509" y="111"/>
                  <a:pt x="478" y="133"/>
                  <a:pt x="459" y="162"/>
                </a:cubicBezTo>
                <a:cubicBezTo>
                  <a:pt x="455" y="167"/>
                  <a:pt x="455" y="176"/>
                  <a:pt x="462" y="179"/>
                </a:cubicBezTo>
                <a:cubicBezTo>
                  <a:pt x="469" y="181"/>
                  <a:pt x="475" y="175"/>
                  <a:pt x="479" y="169"/>
                </a:cubicBezTo>
                <a:cubicBezTo>
                  <a:pt x="493" y="150"/>
                  <a:pt x="515" y="136"/>
                  <a:pt x="536" y="125"/>
                </a:cubicBezTo>
                <a:cubicBezTo>
                  <a:pt x="557" y="115"/>
                  <a:pt x="588" y="103"/>
                  <a:pt x="611" y="116"/>
                </a:cubicBezTo>
                <a:cubicBezTo>
                  <a:pt x="623" y="122"/>
                  <a:pt x="642" y="100"/>
                  <a:pt x="630" y="93"/>
                </a:cubicBezTo>
                <a:close/>
              </a:path>
            </a:pathLst>
          </a:custGeom>
          <a:solidFill>
            <a:srgbClr val="78CFFF"/>
          </a:solidFill>
          <a:ln>
            <a:noFill/>
          </a:ln>
          <a:effectLst>
            <a:outerShdw blurRad="38100" dist="25400" dir="2700000" algn="tl" rotWithShape="0">
              <a:prstClr val="black">
                <a:alpha val="20000"/>
              </a:prstClr>
            </a:outerShdw>
          </a:effectLst>
        </p:spPr>
        <p:txBody>
          <a:bodyPr vert="horz" wrap="square" lIns="74295" tIns="37148" rIns="74295" bIns="3714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138" b="0" i="0" u="none" strike="noStrike" kern="1200" cap="none" spc="0" normalizeH="0" baseline="0" noProof="0">
              <a:ln>
                <a:noFill/>
              </a:ln>
              <a:solidFill>
                <a:prstClr val="black"/>
              </a:solidFill>
              <a:effectLst/>
              <a:uLnTx/>
              <a:uFillTx/>
              <a:latin typeface="Ubuntu"/>
              <a:ea typeface="+mn-ea"/>
              <a:cs typeface="+mn-cs"/>
            </a:endParaRPr>
          </a:p>
        </p:txBody>
      </p:sp>
      <p:sp>
        <p:nvSpPr>
          <p:cNvPr id="119" name="Freeform 8">
            <a:extLst>
              <a:ext uri="{FF2B5EF4-FFF2-40B4-BE49-F238E27FC236}">
                <a16:creationId xmlns:a16="http://schemas.microsoft.com/office/drawing/2014/main" id="{98007EE3-07B2-4807-8478-08D8E70643F7}"/>
              </a:ext>
            </a:extLst>
          </p:cNvPr>
          <p:cNvSpPr>
            <a:spLocks noEditPoints="1"/>
          </p:cNvSpPr>
          <p:nvPr/>
        </p:nvSpPr>
        <p:spPr bwMode="gray">
          <a:xfrm rot="11945241" flipH="1">
            <a:off x="6722124" y="5353380"/>
            <a:ext cx="1102426" cy="226429"/>
          </a:xfrm>
          <a:custGeom>
            <a:avLst/>
            <a:gdLst>
              <a:gd name="T0" fmla="*/ 508 w 642"/>
              <a:gd name="T1" fmla="*/ 94 h 189"/>
              <a:gd name="T2" fmla="*/ 243 w 642"/>
              <a:gd name="T3" fmla="*/ 72 h 189"/>
              <a:gd name="T4" fmla="*/ 21 w 642"/>
              <a:gd name="T5" fmla="*/ 183 h 189"/>
              <a:gd name="T6" fmla="*/ 4 w 642"/>
              <a:gd name="T7" fmla="*/ 182 h 189"/>
              <a:gd name="T8" fmla="*/ 10 w 642"/>
              <a:gd name="T9" fmla="*/ 164 h 189"/>
              <a:gd name="T10" fmla="*/ 239 w 642"/>
              <a:gd name="T11" fmla="*/ 47 h 189"/>
              <a:gd name="T12" fmla="*/ 522 w 642"/>
              <a:gd name="T13" fmla="*/ 68 h 189"/>
              <a:gd name="T14" fmla="*/ 508 w 642"/>
              <a:gd name="T15" fmla="*/ 94 h 189"/>
              <a:gd name="T16" fmla="*/ 630 w 642"/>
              <a:gd name="T17" fmla="*/ 93 h 189"/>
              <a:gd name="T18" fmla="*/ 515 w 642"/>
              <a:gd name="T19" fmla="*/ 7 h 189"/>
              <a:gd name="T20" fmla="*/ 496 w 642"/>
              <a:gd name="T21" fmla="*/ 30 h 189"/>
              <a:gd name="T22" fmla="*/ 572 w 642"/>
              <a:gd name="T23" fmla="*/ 87 h 189"/>
              <a:gd name="T24" fmla="*/ 541 w 642"/>
              <a:gd name="T25" fmla="*/ 98 h 189"/>
              <a:gd name="T26" fmla="*/ 459 w 642"/>
              <a:gd name="T27" fmla="*/ 162 h 189"/>
              <a:gd name="T28" fmla="*/ 462 w 642"/>
              <a:gd name="T29" fmla="*/ 179 h 189"/>
              <a:gd name="T30" fmla="*/ 479 w 642"/>
              <a:gd name="T31" fmla="*/ 169 h 189"/>
              <a:gd name="T32" fmla="*/ 536 w 642"/>
              <a:gd name="T33" fmla="*/ 125 h 189"/>
              <a:gd name="T34" fmla="*/ 611 w 642"/>
              <a:gd name="T35" fmla="*/ 116 h 189"/>
              <a:gd name="T36" fmla="*/ 630 w 642"/>
              <a:gd name="T37" fmla="*/ 93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42" h="189">
                <a:moveTo>
                  <a:pt x="508" y="94"/>
                </a:moveTo>
                <a:cubicBezTo>
                  <a:pt x="422" y="74"/>
                  <a:pt x="331" y="62"/>
                  <a:pt x="243" y="72"/>
                </a:cubicBezTo>
                <a:cubicBezTo>
                  <a:pt x="160" y="82"/>
                  <a:pt x="79" y="125"/>
                  <a:pt x="21" y="183"/>
                </a:cubicBezTo>
                <a:cubicBezTo>
                  <a:pt x="16" y="187"/>
                  <a:pt x="7" y="189"/>
                  <a:pt x="4" y="182"/>
                </a:cubicBezTo>
                <a:cubicBezTo>
                  <a:pt x="0" y="176"/>
                  <a:pt x="5" y="168"/>
                  <a:pt x="10" y="164"/>
                </a:cubicBezTo>
                <a:cubicBezTo>
                  <a:pt x="70" y="104"/>
                  <a:pt x="155" y="58"/>
                  <a:pt x="239" y="47"/>
                </a:cubicBezTo>
                <a:cubicBezTo>
                  <a:pt x="333" y="34"/>
                  <a:pt x="430" y="47"/>
                  <a:pt x="522" y="68"/>
                </a:cubicBezTo>
                <a:cubicBezTo>
                  <a:pt x="537" y="71"/>
                  <a:pt x="521" y="97"/>
                  <a:pt x="508" y="94"/>
                </a:cubicBezTo>
                <a:close/>
                <a:moveTo>
                  <a:pt x="630" y="93"/>
                </a:moveTo>
                <a:cubicBezTo>
                  <a:pt x="590" y="67"/>
                  <a:pt x="555" y="33"/>
                  <a:pt x="515" y="7"/>
                </a:cubicBezTo>
                <a:cubicBezTo>
                  <a:pt x="503" y="0"/>
                  <a:pt x="484" y="23"/>
                  <a:pt x="496" y="30"/>
                </a:cubicBezTo>
                <a:cubicBezTo>
                  <a:pt x="523" y="47"/>
                  <a:pt x="547" y="68"/>
                  <a:pt x="572" y="87"/>
                </a:cubicBezTo>
                <a:cubicBezTo>
                  <a:pt x="561" y="90"/>
                  <a:pt x="551" y="94"/>
                  <a:pt x="541" y="98"/>
                </a:cubicBezTo>
                <a:cubicBezTo>
                  <a:pt x="509" y="111"/>
                  <a:pt x="478" y="133"/>
                  <a:pt x="459" y="162"/>
                </a:cubicBezTo>
                <a:cubicBezTo>
                  <a:pt x="455" y="167"/>
                  <a:pt x="455" y="176"/>
                  <a:pt x="462" y="179"/>
                </a:cubicBezTo>
                <a:cubicBezTo>
                  <a:pt x="469" y="181"/>
                  <a:pt x="475" y="175"/>
                  <a:pt x="479" y="169"/>
                </a:cubicBezTo>
                <a:cubicBezTo>
                  <a:pt x="493" y="150"/>
                  <a:pt x="515" y="136"/>
                  <a:pt x="536" y="125"/>
                </a:cubicBezTo>
                <a:cubicBezTo>
                  <a:pt x="557" y="115"/>
                  <a:pt x="588" y="103"/>
                  <a:pt x="611" y="116"/>
                </a:cubicBezTo>
                <a:cubicBezTo>
                  <a:pt x="623" y="122"/>
                  <a:pt x="642" y="100"/>
                  <a:pt x="630" y="93"/>
                </a:cubicBezTo>
                <a:close/>
              </a:path>
            </a:pathLst>
          </a:custGeom>
          <a:solidFill>
            <a:srgbClr val="003857"/>
          </a:solidFill>
          <a:ln>
            <a:noFill/>
          </a:ln>
          <a:effectLst>
            <a:outerShdw blurRad="38100" dist="25400" dir="2700000" algn="tl" rotWithShape="0">
              <a:prstClr val="black">
                <a:alpha val="20000"/>
              </a:prstClr>
            </a:outerShdw>
          </a:effectLst>
        </p:spPr>
        <p:txBody>
          <a:bodyPr vert="horz" wrap="square" lIns="74295" tIns="37148" rIns="74295" bIns="3714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138" b="0" i="0" u="none" strike="noStrike" kern="1200" cap="none" spc="0" normalizeH="0" baseline="0" noProof="0">
              <a:ln>
                <a:noFill/>
              </a:ln>
              <a:solidFill>
                <a:prstClr val="black"/>
              </a:solidFill>
              <a:effectLst/>
              <a:uLnTx/>
              <a:uFillTx/>
              <a:latin typeface="Calibri"/>
              <a:ea typeface="+mn-ea"/>
              <a:cs typeface="+mn-cs"/>
            </a:endParaRPr>
          </a:p>
        </p:txBody>
      </p:sp>
      <p:sp>
        <p:nvSpPr>
          <p:cNvPr id="120" name="Freeform 8">
            <a:extLst>
              <a:ext uri="{FF2B5EF4-FFF2-40B4-BE49-F238E27FC236}">
                <a16:creationId xmlns:a16="http://schemas.microsoft.com/office/drawing/2014/main" id="{A1FBCF5E-90F2-46FA-A1CF-9952EDF5A48B}"/>
              </a:ext>
            </a:extLst>
          </p:cNvPr>
          <p:cNvSpPr>
            <a:spLocks noEditPoints="1"/>
          </p:cNvSpPr>
          <p:nvPr/>
        </p:nvSpPr>
        <p:spPr bwMode="gray">
          <a:xfrm rot="10428272" flipH="1">
            <a:off x="7805529" y="4299305"/>
            <a:ext cx="689537" cy="291043"/>
          </a:xfrm>
          <a:custGeom>
            <a:avLst/>
            <a:gdLst>
              <a:gd name="T0" fmla="*/ 508 w 642"/>
              <a:gd name="T1" fmla="*/ 94 h 189"/>
              <a:gd name="T2" fmla="*/ 243 w 642"/>
              <a:gd name="T3" fmla="*/ 72 h 189"/>
              <a:gd name="T4" fmla="*/ 21 w 642"/>
              <a:gd name="T5" fmla="*/ 183 h 189"/>
              <a:gd name="T6" fmla="*/ 4 w 642"/>
              <a:gd name="T7" fmla="*/ 182 h 189"/>
              <a:gd name="T8" fmla="*/ 10 w 642"/>
              <a:gd name="T9" fmla="*/ 164 h 189"/>
              <a:gd name="T10" fmla="*/ 239 w 642"/>
              <a:gd name="T11" fmla="*/ 47 h 189"/>
              <a:gd name="T12" fmla="*/ 522 w 642"/>
              <a:gd name="T13" fmla="*/ 68 h 189"/>
              <a:gd name="T14" fmla="*/ 508 w 642"/>
              <a:gd name="T15" fmla="*/ 94 h 189"/>
              <a:gd name="T16" fmla="*/ 630 w 642"/>
              <a:gd name="T17" fmla="*/ 93 h 189"/>
              <a:gd name="T18" fmla="*/ 515 w 642"/>
              <a:gd name="T19" fmla="*/ 7 h 189"/>
              <a:gd name="T20" fmla="*/ 496 w 642"/>
              <a:gd name="T21" fmla="*/ 30 h 189"/>
              <a:gd name="T22" fmla="*/ 572 w 642"/>
              <a:gd name="T23" fmla="*/ 87 h 189"/>
              <a:gd name="T24" fmla="*/ 541 w 642"/>
              <a:gd name="T25" fmla="*/ 98 h 189"/>
              <a:gd name="T26" fmla="*/ 459 w 642"/>
              <a:gd name="T27" fmla="*/ 162 h 189"/>
              <a:gd name="T28" fmla="*/ 462 w 642"/>
              <a:gd name="T29" fmla="*/ 179 h 189"/>
              <a:gd name="T30" fmla="*/ 479 w 642"/>
              <a:gd name="T31" fmla="*/ 169 h 189"/>
              <a:gd name="T32" fmla="*/ 536 w 642"/>
              <a:gd name="T33" fmla="*/ 125 h 189"/>
              <a:gd name="T34" fmla="*/ 611 w 642"/>
              <a:gd name="T35" fmla="*/ 116 h 189"/>
              <a:gd name="T36" fmla="*/ 630 w 642"/>
              <a:gd name="T37" fmla="*/ 93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42" h="189">
                <a:moveTo>
                  <a:pt x="508" y="94"/>
                </a:moveTo>
                <a:cubicBezTo>
                  <a:pt x="422" y="74"/>
                  <a:pt x="331" y="62"/>
                  <a:pt x="243" y="72"/>
                </a:cubicBezTo>
                <a:cubicBezTo>
                  <a:pt x="160" y="82"/>
                  <a:pt x="79" y="125"/>
                  <a:pt x="21" y="183"/>
                </a:cubicBezTo>
                <a:cubicBezTo>
                  <a:pt x="16" y="187"/>
                  <a:pt x="7" y="189"/>
                  <a:pt x="4" y="182"/>
                </a:cubicBezTo>
                <a:cubicBezTo>
                  <a:pt x="0" y="176"/>
                  <a:pt x="5" y="168"/>
                  <a:pt x="10" y="164"/>
                </a:cubicBezTo>
                <a:cubicBezTo>
                  <a:pt x="70" y="104"/>
                  <a:pt x="155" y="58"/>
                  <a:pt x="239" y="47"/>
                </a:cubicBezTo>
                <a:cubicBezTo>
                  <a:pt x="333" y="34"/>
                  <a:pt x="430" y="47"/>
                  <a:pt x="522" y="68"/>
                </a:cubicBezTo>
                <a:cubicBezTo>
                  <a:pt x="537" y="71"/>
                  <a:pt x="521" y="97"/>
                  <a:pt x="508" y="94"/>
                </a:cubicBezTo>
                <a:close/>
                <a:moveTo>
                  <a:pt x="630" y="93"/>
                </a:moveTo>
                <a:cubicBezTo>
                  <a:pt x="590" y="67"/>
                  <a:pt x="555" y="33"/>
                  <a:pt x="515" y="7"/>
                </a:cubicBezTo>
                <a:cubicBezTo>
                  <a:pt x="503" y="0"/>
                  <a:pt x="484" y="23"/>
                  <a:pt x="496" y="30"/>
                </a:cubicBezTo>
                <a:cubicBezTo>
                  <a:pt x="523" y="47"/>
                  <a:pt x="547" y="68"/>
                  <a:pt x="572" y="87"/>
                </a:cubicBezTo>
                <a:cubicBezTo>
                  <a:pt x="561" y="90"/>
                  <a:pt x="551" y="94"/>
                  <a:pt x="541" y="98"/>
                </a:cubicBezTo>
                <a:cubicBezTo>
                  <a:pt x="509" y="111"/>
                  <a:pt x="478" y="133"/>
                  <a:pt x="459" y="162"/>
                </a:cubicBezTo>
                <a:cubicBezTo>
                  <a:pt x="455" y="167"/>
                  <a:pt x="455" y="176"/>
                  <a:pt x="462" y="179"/>
                </a:cubicBezTo>
                <a:cubicBezTo>
                  <a:pt x="469" y="181"/>
                  <a:pt x="475" y="175"/>
                  <a:pt x="479" y="169"/>
                </a:cubicBezTo>
                <a:cubicBezTo>
                  <a:pt x="493" y="150"/>
                  <a:pt x="515" y="136"/>
                  <a:pt x="536" y="125"/>
                </a:cubicBezTo>
                <a:cubicBezTo>
                  <a:pt x="557" y="115"/>
                  <a:pt x="588" y="103"/>
                  <a:pt x="611" y="116"/>
                </a:cubicBezTo>
                <a:cubicBezTo>
                  <a:pt x="623" y="122"/>
                  <a:pt x="642" y="100"/>
                  <a:pt x="630" y="93"/>
                </a:cubicBezTo>
                <a:close/>
              </a:path>
            </a:pathLst>
          </a:custGeom>
          <a:solidFill>
            <a:srgbClr val="005482"/>
          </a:solidFill>
          <a:ln>
            <a:noFill/>
          </a:ln>
          <a:effectLst>
            <a:outerShdw blurRad="38100" dist="25400" dir="2700000" algn="tl" rotWithShape="0">
              <a:prstClr val="black">
                <a:alpha val="20000"/>
              </a:prstClr>
            </a:outerShdw>
          </a:effectLst>
        </p:spPr>
        <p:txBody>
          <a:bodyPr vert="horz" wrap="square" lIns="74295" tIns="37148" rIns="74295" bIns="3714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138" b="0" i="0" u="none" strike="noStrike" kern="1200" cap="none" spc="0" normalizeH="0" baseline="0" noProof="0">
              <a:ln>
                <a:noFill/>
              </a:ln>
              <a:solidFill>
                <a:prstClr val="black"/>
              </a:solidFill>
              <a:effectLst/>
              <a:uLnTx/>
              <a:uFillTx/>
              <a:latin typeface="Ubuntu"/>
              <a:ea typeface="+mn-ea"/>
              <a:cs typeface="+mn-cs"/>
            </a:endParaRPr>
          </a:p>
        </p:txBody>
      </p:sp>
      <p:sp>
        <p:nvSpPr>
          <p:cNvPr id="121" name="Freeform 8">
            <a:extLst>
              <a:ext uri="{FF2B5EF4-FFF2-40B4-BE49-F238E27FC236}">
                <a16:creationId xmlns:a16="http://schemas.microsoft.com/office/drawing/2014/main" id="{051FD8DE-67E9-437D-9668-135F0494AFCF}"/>
              </a:ext>
            </a:extLst>
          </p:cNvPr>
          <p:cNvSpPr>
            <a:spLocks noEditPoints="1"/>
          </p:cNvSpPr>
          <p:nvPr/>
        </p:nvSpPr>
        <p:spPr bwMode="gray">
          <a:xfrm rot="11744579" flipH="1" flipV="1">
            <a:off x="7988427" y="2747916"/>
            <a:ext cx="622868" cy="220900"/>
          </a:xfrm>
          <a:custGeom>
            <a:avLst/>
            <a:gdLst>
              <a:gd name="T0" fmla="*/ 508 w 642"/>
              <a:gd name="T1" fmla="*/ 94 h 189"/>
              <a:gd name="T2" fmla="*/ 243 w 642"/>
              <a:gd name="T3" fmla="*/ 72 h 189"/>
              <a:gd name="T4" fmla="*/ 21 w 642"/>
              <a:gd name="T5" fmla="*/ 183 h 189"/>
              <a:gd name="T6" fmla="*/ 4 w 642"/>
              <a:gd name="T7" fmla="*/ 182 h 189"/>
              <a:gd name="T8" fmla="*/ 10 w 642"/>
              <a:gd name="T9" fmla="*/ 164 h 189"/>
              <a:gd name="T10" fmla="*/ 239 w 642"/>
              <a:gd name="T11" fmla="*/ 47 h 189"/>
              <a:gd name="T12" fmla="*/ 522 w 642"/>
              <a:gd name="T13" fmla="*/ 68 h 189"/>
              <a:gd name="T14" fmla="*/ 508 w 642"/>
              <a:gd name="T15" fmla="*/ 94 h 189"/>
              <a:gd name="T16" fmla="*/ 630 w 642"/>
              <a:gd name="T17" fmla="*/ 93 h 189"/>
              <a:gd name="T18" fmla="*/ 515 w 642"/>
              <a:gd name="T19" fmla="*/ 7 h 189"/>
              <a:gd name="T20" fmla="*/ 496 w 642"/>
              <a:gd name="T21" fmla="*/ 30 h 189"/>
              <a:gd name="T22" fmla="*/ 572 w 642"/>
              <a:gd name="T23" fmla="*/ 87 h 189"/>
              <a:gd name="T24" fmla="*/ 541 w 642"/>
              <a:gd name="T25" fmla="*/ 98 h 189"/>
              <a:gd name="T26" fmla="*/ 459 w 642"/>
              <a:gd name="T27" fmla="*/ 162 h 189"/>
              <a:gd name="T28" fmla="*/ 462 w 642"/>
              <a:gd name="T29" fmla="*/ 179 h 189"/>
              <a:gd name="T30" fmla="*/ 479 w 642"/>
              <a:gd name="T31" fmla="*/ 169 h 189"/>
              <a:gd name="T32" fmla="*/ 536 w 642"/>
              <a:gd name="T33" fmla="*/ 125 h 189"/>
              <a:gd name="T34" fmla="*/ 611 w 642"/>
              <a:gd name="T35" fmla="*/ 116 h 189"/>
              <a:gd name="T36" fmla="*/ 630 w 642"/>
              <a:gd name="T37" fmla="*/ 93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42" h="189">
                <a:moveTo>
                  <a:pt x="508" y="94"/>
                </a:moveTo>
                <a:cubicBezTo>
                  <a:pt x="422" y="74"/>
                  <a:pt x="331" y="62"/>
                  <a:pt x="243" y="72"/>
                </a:cubicBezTo>
                <a:cubicBezTo>
                  <a:pt x="160" y="82"/>
                  <a:pt x="79" y="125"/>
                  <a:pt x="21" y="183"/>
                </a:cubicBezTo>
                <a:cubicBezTo>
                  <a:pt x="16" y="187"/>
                  <a:pt x="7" y="189"/>
                  <a:pt x="4" y="182"/>
                </a:cubicBezTo>
                <a:cubicBezTo>
                  <a:pt x="0" y="176"/>
                  <a:pt x="5" y="168"/>
                  <a:pt x="10" y="164"/>
                </a:cubicBezTo>
                <a:cubicBezTo>
                  <a:pt x="70" y="104"/>
                  <a:pt x="155" y="58"/>
                  <a:pt x="239" y="47"/>
                </a:cubicBezTo>
                <a:cubicBezTo>
                  <a:pt x="333" y="34"/>
                  <a:pt x="430" y="47"/>
                  <a:pt x="522" y="68"/>
                </a:cubicBezTo>
                <a:cubicBezTo>
                  <a:pt x="537" y="71"/>
                  <a:pt x="521" y="97"/>
                  <a:pt x="508" y="94"/>
                </a:cubicBezTo>
                <a:close/>
                <a:moveTo>
                  <a:pt x="630" y="93"/>
                </a:moveTo>
                <a:cubicBezTo>
                  <a:pt x="590" y="67"/>
                  <a:pt x="555" y="33"/>
                  <a:pt x="515" y="7"/>
                </a:cubicBezTo>
                <a:cubicBezTo>
                  <a:pt x="503" y="0"/>
                  <a:pt x="484" y="23"/>
                  <a:pt x="496" y="30"/>
                </a:cubicBezTo>
                <a:cubicBezTo>
                  <a:pt x="523" y="47"/>
                  <a:pt x="547" y="68"/>
                  <a:pt x="572" y="87"/>
                </a:cubicBezTo>
                <a:cubicBezTo>
                  <a:pt x="561" y="90"/>
                  <a:pt x="551" y="94"/>
                  <a:pt x="541" y="98"/>
                </a:cubicBezTo>
                <a:cubicBezTo>
                  <a:pt x="509" y="111"/>
                  <a:pt x="478" y="133"/>
                  <a:pt x="459" y="162"/>
                </a:cubicBezTo>
                <a:cubicBezTo>
                  <a:pt x="455" y="167"/>
                  <a:pt x="455" y="176"/>
                  <a:pt x="462" y="179"/>
                </a:cubicBezTo>
                <a:cubicBezTo>
                  <a:pt x="469" y="181"/>
                  <a:pt x="475" y="175"/>
                  <a:pt x="479" y="169"/>
                </a:cubicBezTo>
                <a:cubicBezTo>
                  <a:pt x="493" y="150"/>
                  <a:pt x="515" y="136"/>
                  <a:pt x="536" y="125"/>
                </a:cubicBezTo>
                <a:cubicBezTo>
                  <a:pt x="557" y="115"/>
                  <a:pt x="588" y="103"/>
                  <a:pt x="611" y="116"/>
                </a:cubicBezTo>
                <a:cubicBezTo>
                  <a:pt x="623" y="122"/>
                  <a:pt x="642" y="100"/>
                  <a:pt x="630" y="93"/>
                </a:cubicBezTo>
                <a:close/>
              </a:path>
            </a:pathLst>
          </a:custGeom>
          <a:solidFill>
            <a:srgbClr val="35B8FF"/>
          </a:solidFill>
          <a:ln>
            <a:noFill/>
          </a:ln>
          <a:effectLst/>
        </p:spPr>
        <p:txBody>
          <a:bodyPr vert="horz" wrap="square" lIns="74295" tIns="37148" rIns="74295" bIns="3714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138" b="0" i="0" u="none" strike="noStrike" kern="1200" cap="none" spc="0" normalizeH="0" baseline="0" noProof="0">
              <a:ln>
                <a:noFill/>
              </a:ln>
              <a:solidFill>
                <a:prstClr val="black"/>
              </a:solidFill>
              <a:effectLst/>
              <a:uLnTx/>
              <a:uFillTx/>
              <a:latin typeface="Ubuntu"/>
              <a:ea typeface="+mn-ea"/>
              <a:cs typeface="+mn-cs"/>
            </a:endParaRPr>
          </a:p>
        </p:txBody>
      </p:sp>
      <p:sp>
        <p:nvSpPr>
          <p:cNvPr id="122" name="Freeform 8">
            <a:extLst>
              <a:ext uri="{FF2B5EF4-FFF2-40B4-BE49-F238E27FC236}">
                <a16:creationId xmlns:a16="http://schemas.microsoft.com/office/drawing/2014/main" id="{9B0BECED-3E7B-47EB-93CA-ED1E6ABB9569}"/>
              </a:ext>
            </a:extLst>
          </p:cNvPr>
          <p:cNvSpPr>
            <a:spLocks noEditPoints="1"/>
          </p:cNvSpPr>
          <p:nvPr/>
        </p:nvSpPr>
        <p:spPr bwMode="gray">
          <a:xfrm rot="10800000" flipV="1">
            <a:off x="4108536" y="1558760"/>
            <a:ext cx="1135933" cy="262510"/>
          </a:xfrm>
          <a:custGeom>
            <a:avLst/>
            <a:gdLst>
              <a:gd name="T0" fmla="*/ 508 w 642"/>
              <a:gd name="T1" fmla="*/ 94 h 189"/>
              <a:gd name="T2" fmla="*/ 243 w 642"/>
              <a:gd name="T3" fmla="*/ 72 h 189"/>
              <a:gd name="T4" fmla="*/ 21 w 642"/>
              <a:gd name="T5" fmla="*/ 183 h 189"/>
              <a:gd name="T6" fmla="*/ 4 w 642"/>
              <a:gd name="T7" fmla="*/ 182 h 189"/>
              <a:gd name="T8" fmla="*/ 10 w 642"/>
              <a:gd name="T9" fmla="*/ 164 h 189"/>
              <a:gd name="T10" fmla="*/ 239 w 642"/>
              <a:gd name="T11" fmla="*/ 47 h 189"/>
              <a:gd name="T12" fmla="*/ 522 w 642"/>
              <a:gd name="T13" fmla="*/ 68 h 189"/>
              <a:gd name="T14" fmla="*/ 508 w 642"/>
              <a:gd name="T15" fmla="*/ 94 h 189"/>
              <a:gd name="T16" fmla="*/ 630 w 642"/>
              <a:gd name="T17" fmla="*/ 93 h 189"/>
              <a:gd name="T18" fmla="*/ 515 w 642"/>
              <a:gd name="T19" fmla="*/ 7 h 189"/>
              <a:gd name="T20" fmla="*/ 496 w 642"/>
              <a:gd name="T21" fmla="*/ 30 h 189"/>
              <a:gd name="T22" fmla="*/ 572 w 642"/>
              <a:gd name="T23" fmla="*/ 87 h 189"/>
              <a:gd name="T24" fmla="*/ 541 w 642"/>
              <a:gd name="T25" fmla="*/ 98 h 189"/>
              <a:gd name="T26" fmla="*/ 459 w 642"/>
              <a:gd name="T27" fmla="*/ 162 h 189"/>
              <a:gd name="T28" fmla="*/ 462 w 642"/>
              <a:gd name="T29" fmla="*/ 179 h 189"/>
              <a:gd name="T30" fmla="*/ 479 w 642"/>
              <a:gd name="T31" fmla="*/ 169 h 189"/>
              <a:gd name="T32" fmla="*/ 536 w 642"/>
              <a:gd name="T33" fmla="*/ 125 h 189"/>
              <a:gd name="T34" fmla="*/ 611 w 642"/>
              <a:gd name="T35" fmla="*/ 116 h 189"/>
              <a:gd name="T36" fmla="*/ 630 w 642"/>
              <a:gd name="T37" fmla="*/ 93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42" h="189">
                <a:moveTo>
                  <a:pt x="508" y="94"/>
                </a:moveTo>
                <a:cubicBezTo>
                  <a:pt x="422" y="74"/>
                  <a:pt x="331" y="62"/>
                  <a:pt x="243" y="72"/>
                </a:cubicBezTo>
                <a:cubicBezTo>
                  <a:pt x="160" y="82"/>
                  <a:pt x="79" y="125"/>
                  <a:pt x="21" y="183"/>
                </a:cubicBezTo>
                <a:cubicBezTo>
                  <a:pt x="16" y="187"/>
                  <a:pt x="7" y="189"/>
                  <a:pt x="4" y="182"/>
                </a:cubicBezTo>
                <a:cubicBezTo>
                  <a:pt x="0" y="176"/>
                  <a:pt x="5" y="168"/>
                  <a:pt x="10" y="164"/>
                </a:cubicBezTo>
                <a:cubicBezTo>
                  <a:pt x="70" y="104"/>
                  <a:pt x="155" y="58"/>
                  <a:pt x="239" y="47"/>
                </a:cubicBezTo>
                <a:cubicBezTo>
                  <a:pt x="333" y="34"/>
                  <a:pt x="430" y="47"/>
                  <a:pt x="522" y="68"/>
                </a:cubicBezTo>
                <a:cubicBezTo>
                  <a:pt x="537" y="71"/>
                  <a:pt x="521" y="97"/>
                  <a:pt x="508" y="94"/>
                </a:cubicBezTo>
                <a:close/>
                <a:moveTo>
                  <a:pt x="630" y="93"/>
                </a:moveTo>
                <a:cubicBezTo>
                  <a:pt x="590" y="67"/>
                  <a:pt x="555" y="33"/>
                  <a:pt x="515" y="7"/>
                </a:cubicBezTo>
                <a:cubicBezTo>
                  <a:pt x="503" y="0"/>
                  <a:pt x="484" y="23"/>
                  <a:pt x="496" y="30"/>
                </a:cubicBezTo>
                <a:cubicBezTo>
                  <a:pt x="523" y="47"/>
                  <a:pt x="547" y="68"/>
                  <a:pt x="572" y="87"/>
                </a:cubicBezTo>
                <a:cubicBezTo>
                  <a:pt x="561" y="90"/>
                  <a:pt x="551" y="94"/>
                  <a:pt x="541" y="98"/>
                </a:cubicBezTo>
                <a:cubicBezTo>
                  <a:pt x="509" y="111"/>
                  <a:pt x="478" y="133"/>
                  <a:pt x="459" y="162"/>
                </a:cubicBezTo>
                <a:cubicBezTo>
                  <a:pt x="455" y="167"/>
                  <a:pt x="455" y="176"/>
                  <a:pt x="462" y="179"/>
                </a:cubicBezTo>
                <a:cubicBezTo>
                  <a:pt x="469" y="181"/>
                  <a:pt x="475" y="175"/>
                  <a:pt x="479" y="169"/>
                </a:cubicBezTo>
                <a:cubicBezTo>
                  <a:pt x="493" y="150"/>
                  <a:pt x="515" y="136"/>
                  <a:pt x="536" y="125"/>
                </a:cubicBezTo>
                <a:cubicBezTo>
                  <a:pt x="557" y="115"/>
                  <a:pt x="588" y="103"/>
                  <a:pt x="611" y="116"/>
                </a:cubicBezTo>
                <a:cubicBezTo>
                  <a:pt x="623" y="122"/>
                  <a:pt x="642" y="100"/>
                  <a:pt x="630" y="93"/>
                </a:cubicBezTo>
                <a:close/>
              </a:path>
            </a:pathLst>
          </a:custGeom>
          <a:solidFill>
            <a:srgbClr val="BCE7FF"/>
          </a:solidFill>
          <a:ln>
            <a:noFill/>
          </a:ln>
          <a:effectLst>
            <a:outerShdw blurRad="38100" dist="25400" dir="2700000" algn="tl" rotWithShape="0">
              <a:prstClr val="black">
                <a:alpha val="20000"/>
              </a:prstClr>
            </a:outerShdw>
          </a:effectLst>
        </p:spPr>
        <p:txBody>
          <a:bodyPr vert="horz" wrap="square" lIns="74295" tIns="37148" rIns="74295" bIns="3714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138" b="0" i="0" u="none" strike="noStrike" kern="1200" cap="none" spc="0" normalizeH="0" baseline="0" noProof="0">
              <a:ln>
                <a:noFill/>
              </a:ln>
              <a:solidFill>
                <a:prstClr val="black"/>
              </a:solidFill>
              <a:effectLst/>
              <a:uLnTx/>
              <a:uFillTx/>
              <a:latin typeface="Ubuntu"/>
              <a:ea typeface="+mn-ea"/>
              <a:cs typeface="+mn-cs"/>
            </a:endParaRPr>
          </a:p>
        </p:txBody>
      </p:sp>
      <p:sp>
        <p:nvSpPr>
          <p:cNvPr id="123" name="Freeform 8">
            <a:extLst>
              <a:ext uri="{FF2B5EF4-FFF2-40B4-BE49-F238E27FC236}">
                <a16:creationId xmlns:a16="http://schemas.microsoft.com/office/drawing/2014/main" id="{A9C97CE3-4E99-41C5-B6AF-5AD8EC3220C7}"/>
              </a:ext>
            </a:extLst>
          </p:cNvPr>
          <p:cNvSpPr>
            <a:spLocks noEditPoints="1"/>
          </p:cNvSpPr>
          <p:nvPr/>
        </p:nvSpPr>
        <p:spPr bwMode="gray">
          <a:xfrm rot="9847572">
            <a:off x="4313029" y="5285185"/>
            <a:ext cx="1040383" cy="201743"/>
          </a:xfrm>
          <a:custGeom>
            <a:avLst/>
            <a:gdLst>
              <a:gd name="T0" fmla="*/ 508 w 642"/>
              <a:gd name="T1" fmla="*/ 94 h 189"/>
              <a:gd name="T2" fmla="*/ 243 w 642"/>
              <a:gd name="T3" fmla="*/ 72 h 189"/>
              <a:gd name="T4" fmla="*/ 21 w 642"/>
              <a:gd name="T5" fmla="*/ 183 h 189"/>
              <a:gd name="T6" fmla="*/ 4 w 642"/>
              <a:gd name="T7" fmla="*/ 182 h 189"/>
              <a:gd name="T8" fmla="*/ 10 w 642"/>
              <a:gd name="T9" fmla="*/ 164 h 189"/>
              <a:gd name="T10" fmla="*/ 239 w 642"/>
              <a:gd name="T11" fmla="*/ 47 h 189"/>
              <a:gd name="T12" fmla="*/ 522 w 642"/>
              <a:gd name="T13" fmla="*/ 68 h 189"/>
              <a:gd name="T14" fmla="*/ 508 w 642"/>
              <a:gd name="T15" fmla="*/ 94 h 189"/>
              <a:gd name="T16" fmla="*/ 630 w 642"/>
              <a:gd name="T17" fmla="*/ 93 h 189"/>
              <a:gd name="T18" fmla="*/ 515 w 642"/>
              <a:gd name="T19" fmla="*/ 7 h 189"/>
              <a:gd name="T20" fmla="*/ 496 w 642"/>
              <a:gd name="T21" fmla="*/ 30 h 189"/>
              <a:gd name="T22" fmla="*/ 572 w 642"/>
              <a:gd name="T23" fmla="*/ 87 h 189"/>
              <a:gd name="T24" fmla="*/ 541 w 642"/>
              <a:gd name="T25" fmla="*/ 98 h 189"/>
              <a:gd name="T26" fmla="*/ 459 w 642"/>
              <a:gd name="T27" fmla="*/ 162 h 189"/>
              <a:gd name="T28" fmla="*/ 462 w 642"/>
              <a:gd name="T29" fmla="*/ 179 h 189"/>
              <a:gd name="T30" fmla="*/ 479 w 642"/>
              <a:gd name="T31" fmla="*/ 169 h 189"/>
              <a:gd name="T32" fmla="*/ 536 w 642"/>
              <a:gd name="T33" fmla="*/ 125 h 189"/>
              <a:gd name="T34" fmla="*/ 611 w 642"/>
              <a:gd name="T35" fmla="*/ 116 h 189"/>
              <a:gd name="T36" fmla="*/ 630 w 642"/>
              <a:gd name="T37" fmla="*/ 93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42" h="189">
                <a:moveTo>
                  <a:pt x="508" y="94"/>
                </a:moveTo>
                <a:cubicBezTo>
                  <a:pt x="422" y="74"/>
                  <a:pt x="331" y="62"/>
                  <a:pt x="243" y="72"/>
                </a:cubicBezTo>
                <a:cubicBezTo>
                  <a:pt x="160" y="82"/>
                  <a:pt x="79" y="125"/>
                  <a:pt x="21" y="183"/>
                </a:cubicBezTo>
                <a:cubicBezTo>
                  <a:pt x="16" y="187"/>
                  <a:pt x="7" y="189"/>
                  <a:pt x="4" y="182"/>
                </a:cubicBezTo>
                <a:cubicBezTo>
                  <a:pt x="0" y="176"/>
                  <a:pt x="5" y="168"/>
                  <a:pt x="10" y="164"/>
                </a:cubicBezTo>
                <a:cubicBezTo>
                  <a:pt x="70" y="104"/>
                  <a:pt x="155" y="58"/>
                  <a:pt x="239" y="47"/>
                </a:cubicBezTo>
                <a:cubicBezTo>
                  <a:pt x="333" y="34"/>
                  <a:pt x="430" y="47"/>
                  <a:pt x="522" y="68"/>
                </a:cubicBezTo>
                <a:cubicBezTo>
                  <a:pt x="537" y="71"/>
                  <a:pt x="521" y="97"/>
                  <a:pt x="508" y="94"/>
                </a:cubicBezTo>
                <a:close/>
                <a:moveTo>
                  <a:pt x="630" y="93"/>
                </a:moveTo>
                <a:cubicBezTo>
                  <a:pt x="590" y="67"/>
                  <a:pt x="555" y="33"/>
                  <a:pt x="515" y="7"/>
                </a:cubicBezTo>
                <a:cubicBezTo>
                  <a:pt x="503" y="0"/>
                  <a:pt x="484" y="23"/>
                  <a:pt x="496" y="30"/>
                </a:cubicBezTo>
                <a:cubicBezTo>
                  <a:pt x="523" y="47"/>
                  <a:pt x="547" y="68"/>
                  <a:pt x="572" y="87"/>
                </a:cubicBezTo>
                <a:cubicBezTo>
                  <a:pt x="561" y="90"/>
                  <a:pt x="551" y="94"/>
                  <a:pt x="541" y="98"/>
                </a:cubicBezTo>
                <a:cubicBezTo>
                  <a:pt x="509" y="111"/>
                  <a:pt x="478" y="133"/>
                  <a:pt x="459" y="162"/>
                </a:cubicBezTo>
                <a:cubicBezTo>
                  <a:pt x="455" y="167"/>
                  <a:pt x="455" y="176"/>
                  <a:pt x="462" y="179"/>
                </a:cubicBezTo>
                <a:cubicBezTo>
                  <a:pt x="469" y="181"/>
                  <a:pt x="475" y="175"/>
                  <a:pt x="479" y="169"/>
                </a:cubicBezTo>
                <a:cubicBezTo>
                  <a:pt x="493" y="150"/>
                  <a:pt x="515" y="136"/>
                  <a:pt x="536" y="125"/>
                </a:cubicBezTo>
                <a:cubicBezTo>
                  <a:pt x="557" y="115"/>
                  <a:pt x="588" y="103"/>
                  <a:pt x="611" y="116"/>
                </a:cubicBezTo>
                <a:cubicBezTo>
                  <a:pt x="623" y="122"/>
                  <a:pt x="642" y="100"/>
                  <a:pt x="630" y="93"/>
                </a:cubicBezTo>
                <a:close/>
              </a:path>
            </a:pathLst>
          </a:custGeom>
          <a:solidFill>
            <a:srgbClr val="0E80A4"/>
          </a:solidFill>
          <a:ln>
            <a:noFill/>
          </a:ln>
          <a:effectLst>
            <a:outerShdw blurRad="38100" dist="25400" dir="2700000" algn="tl" rotWithShape="0">
              <a:prstClr val="black">
                <a:alpha val="20000"/>
              </a:prstClr>
            </a:outerShdw>
          </a:effectLst>
        </p:spPr>
        <p:txBody>
          <a:bodyPr vert="horz" wrap="square" lIns="74295" tIns="37148" rIns="74295" bIns="3714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138" b="0" i="0" u="none" strike="noStrike" kern="1200" cap="none" spc="0" normalizeH="0" baseline="0" noProof="0">
              <a:ln>
                <a:noFill/>
              </a:ln>
              <a:solidFill>
                <a:prstClr val="black"/>
              </a:solidFill>
              <a:effectLst/>
              <a:uLnTx/>
              <a:uFillTx/>
              <a:latin typeface="Ubuntu"/>
              <a:ea typeface="+mn-ea"/>
              <a:cs typeface="+mn-cs"/>
            </a:endParaRPr>
          </a:p>
        </p:txBody>
      </p:sp>
      <p:sp>
        <p:nvSpPr>
          <p:cNvPr id="124" name="Freeform 8">
            <a:extLst>
              <a:ext uri="{FF2B5EF4-FFF2-40B4-BE49-F238E27FC236}">
                <a16:creationId xmlns:a16="http://schemas.microsoft.com/office/drawing/2014/main" id="{2DA76F6A-CB22-480D-B70C-21B5ED3EA86E}"/>
              </a:ext>
            </a:extLst>
          </p:cNvPr>
          <p:cNvSpPr>
            <a:spLocks noEditPoints="1"/>
          </p:cNvSpPr>
          <p:nvPr/>
        </p:nvSpPr>
        <p:spPr bwMode="gray">
          <a:xfrm rot="11883617">
            <a:off x="3555012" y="4319035"/>
            <a:ext cx="630224" cy="236798"/>
          </a:xfrm>
          <a:custGeom>
            <a:avLst/>
            <a:gdLst>
              <a:gd name="T0" fmla="*/ 508 w 642"/>
              <a:gd name="T1" fmla="*/ 94 h 189"/>
              <a:gd name="T2" fmla="*/ 243 w 642"/>
              <a:gd name="T3" fmla="*/ 72 h 189"/>
              <a:gd name="T4" fmla="*/ 21 w 642"/>
              <a:gd name="T5" fmla="*/ 183 h 189"/>
              <a:gd name="T6" fmla="*/ 4 w 642"/>
              <a:gd name="T7" fmla="*/ 182 h 189"/>
              <a:gd name="T8" fmla="*/ 10 w 642"/>
              <a:gd name="T9" fmla="*/ 164 h 189"/>
              <a:gd name="T10" fmla="*/ 239 w 642"/>
              <a:gd name="T11" fmla="*/ 47 h 189"/>
              <a:gd name="T12" fmla="*/ 522 w 642"/>
              <a:gd name="T13" fmla="*/ 68 h 189"/>
              <a:gd name="T14" fmla="*/ 508 w 642"/>
              <a:gd name="T15" fmla="*/ 94 h 189"/>
              <a:gd name="T16" fmla="*/ 630 w 642"/>
              <a:gd name="T17" fmla="*/ 93 h 189"/>
              <a:gd name="T18" fmla="*/ 515 w 642"/>
              <a:gd name="T19" fmla="*/ 7 h 189"/>
              <a:gd name="T20" fmla="*/ 496 w 642"/>
              <a:gd name="T21" fmla="*/ 30 h 189"/>
              <a:gd name="T22" fmla="*/ 572 w 642"/>
              <a:gd name="T23" fmla="*/ 87 h 189"/>
              <a:gd name="T24" fmla="*/ 541 w 642"/>
              <a:gd name="T25" fmla="*/ 98 h 189"/>
              <a:gd name="T26" fmla="*/ 459 w 642"/>
              <a:gd name="T27" fmla="*/ 162 h 189"/>
              <a:gd name="T28" fmla="*/ 462 w 642"/>
              <a:gd name="T29" fmla="*/ 179 h 189"/>
              <a:gd name="T30" fmla="*/ 479 w 642"/>
              <a:gd name="T31" fmla="*/ 169 h 189"/>
              <a:gd name="T32" fmla="*/ 536 w 642"/>
              <a:gd name="T33" fmla="*/ 125 h 189"/>
              <a:gd name="T34" fmla="*/ 611 w 642"/>
              <a:gd name="T35" fmla="*/ 116 h 189"/>
              <a:gd name="T36" fmla="*/ 630 w 642"/>
              <a:gd name="T37" fmla="*/ 93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42" h="189">
                <a:moveTo>
                  <a:pt x="508" y="94"/>
                </a:moveTo>
                <a:cubicBezTo>
                  <a:pt x="422" y="74"/>
                  <a:pt x="331" y="62"/>
                  <a:pt x="243" y="72"/>
                </a:cubicBezTo>
                <a:cubicBezTo>
                  <a:pt x="160" y="82"/>
                  <a:pt x="79" y="125"/>
                  <a:pt x="21" y="183"/>
                </a:cubicBezTo>
                <a:cubicBezTo>
                  <a:pt x="16" y="187"/>
                  <a:pt x="7" y="189"/>
                  <a:pt x="4" y="182"/>
                </a:cubicBezTo>
                <a:cubicBezTo>
                  <a:pt x="0" y="176"/>
                  <a:pt x="5" y="168"/>
                  <a:pt x="10" y="164"/>
                </a:cubicBezTo>
                <a:cubicBezTo>
                  <a:pt x="70" y="104"/>
                  <a:pt x="155" y="58"/>
                  <a:pt x="239" y="47"/>
                </a:cubicBezTo>
                <a:cubicBezTo>
                  <a:pt x="333" y="34"/>
                  <a:pt x="430" y="47"/>
                  <a:pt x="522" y="68"/>
                </a:cubicBezTo>
                <a:cubicBezTo>
                  <a:pt x="537" y="71"/>
                  <a:pt x="521" y="97"/>
                  <a:pt x="508" y="94"/>
                </a:cubicBezTo>
                <a:close/>
                <a:moveTo>
                  <a:pt x="630" y="93"/>
                </a:moveTo>
                <a:cubicBezTo>
                  <a:pt x="590" y="67"/>
                  <a:pt x="555" y="33"/>
                  <a:pt x="515" y="7"/>
                </a:cubicBezTo>
                <a:cubicBezTo>
                  <a:pt x="503" y="0"/>
                  <a:pt x="484" y="23"/>
                  <a:pt x="496" y="30"/>
                </a:cubicBezTo>
                <a:cubicBezTo>
                  <a:pt x="523" y="47"/>
                  <a:pt x="547" y="68"/>
                  <a:pt x="572" y="87"/>
                </a:cubicBezTo>
                <a:cubicBezTo>
                  <a:pt x="561" y="90"/>
                  <a:pt x="551" y="94"/>
                  <a:pt x="541" y="98"/>
                </a:cubicBezTo>
                <a:cubicBezTo>
                  <a:pt x="509" y="111"/>
                  <a:pt x="478" y="133"/>
                  <a:pt x="459" y="162"/>
                </a:cubicBezTo>
                <a:cubicBezTo>
                  <a:pt x="455" y="167"/>
                  <a:pt x="455" y="176"/>
                  <a:pt x="462" y="179"/>
                </a:cubicBezTo>
                <a:cubicBezTo>
                  <a:pt x="469" y="181"/>
                  <a:pt x="475" y="175"/>
                  <a:pt x="479" y="169"/>
                </a:cubicBezTo>
                <a:cubicBezTo>
                  <a:pt x="493" y="150"/>
                  <a:pt x="515" y="136"/>
                  <a:pt x="536" y="125"/>
                </a:cubicBezTo>
                <a:cubicBezTo>
                  <a:pt x="557" y="115"/>
                  <a:pt x="588" y="103"/>
                  <a:pt x="611" y="116"/>
                </a:cubicBezTo>
                <a:cubicBezTo>
                  <a:pt x="623" y="122"/>
                  <a:pt x="642" y="100"/>
                  <a:pt x="630" y="93"/>
                </a:cubicBezTo>
                <a:close/>
              </a:path>
            </a:pathLst>
          </a:custGeom>
          <a:solidFill>
            <a:srgbClr val="09566D"/>
          </a:solidFill>
          <a:ln>
            <a:noFill/>
          </a:ln>
          <a:effectLst>
            <a:outerShdw blurRad="38100" dist="25400" dir="2700000" algn="tl" rotWithShape="0">
              <a:prstClr val="black">
                <a:alpha val="20000"/>
              </a:prstClr>
            </a:outerShdw>
          </a:effectLst>
        </p:spPr>
        <p:txBody>
          <a:bodyPr vert="horz" wrap="square" lIns="74295" tIns="37148" rIns="74295" bIns="3714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138" b="0" i="0" u="none" strike="noStrike" kern="1200" cap="none" spc="0" normalizeH="0" baseline="0" noProof="0">
              <a:ln>
                <a:noFill/>
              </a:ln>
              <a:solidFill>
                <a:prstClr val="black"/>
              </a:solidFill>
              <a:effectLst/>
              <a:uLnTx/>
              <a:uFillTx/>
              <a:latin typeface="Ubuntu"/>
              <a:ea typeface="+mn-ea"/>
              <a:cs typeface="+mn-cs"/>
            </a:endParaRPr>
          </a:p>
        </p:txBody>
      </p:sp>
      <p:sp>
        <p:nvSpPr>
          <p:cNvPr id="125" name="Freeform 8">
            <a:extLst>
              <a:ext uri="{FF2B5EF4-FFF2-40B4-BE49-F238E27FC236}">
                <a16:creationId xmlns:a16="http://schemas.microsoft.com/office/drawing/2014/main" id="{BF11DF00-0EE0-450C-90E7-6A611DC990F7}"/>
              </a:ext>
            </a:extLst>
          </p:cNvPr>
          <p:cNvSpPr>
            <a:spLocks noEditPoints="1"/>
          </p:cNvSpPr>
          <p:nvPr/>
        </p:nvSpPr>
        <p:spPr bwMode="gray">
          <a:xfrm rot="9695905" flipV="1">
            <a:off x="3586063" y="2818575"/>
            <a:ext cx="541645" cy="222693"/>
          </a:xfrm>
          <a:custGeom>
            <a:avLst/>
            <a:gdLst>
              <a:gd name="T0" fmla="*/ 508 w 642"/>
              <a:gd name="T1" fmla="*/ 94 h 189"/>
              <a:gd name="T2" fmla="*/ 243 w 642"/>
              <a:gd name="T3" fmla="*/ 72 h 189"/>
              <a:gd name="T4" fmla="*/ 21 w 642"/>
              <a:gd name="T5" fmla="*/ 183 h 189"/>
              <a:gd name="T6" fmla="*/ 4 w 642"/>
              <a:gd name="T7" fmla="*/ 182 h 189"/>
              <a:gd name="T8" fmla="*/ 10 w 642"/>
              <a:gd name="T9" fmla="*/ 164 h 189"/>
              <a:gd name="T10" fmla="*/ 239 w 642"/>
              <a:gd name="T11" fmla="*/ 47 h 189"/>
              <a:gd name="T12" fmla="*/ 522 w 642"/>
              <a:gd name="T13" fmla="*/ 68 h 189"/>
              <a:gd name="T14" fmla="*/ 508 w 642"/>
              <a:gd name="T15" fmla="*/ 94 h 189"/>
              <a:gd name="T16" fmla="*/ 630 w 642"/>
              <a:gd name="T17" fmla="*/ 93 h 189"/>
              <a:gd name="T18" fmla="*/ 515 w 642"/>
              <a:gd name="T19" fmla="*/ 7 h 189"/>
              <a:gd name="T20" fmla="*/ 496 w 642"/>
              <a:gd name="T21" fmla="*/ 30 h 189"/>
              <a:gd name="T22" fmla="*/ 572 w 642"/>
              <a:gd name="T23" fmla="*/ 87 h 189"/>
              <a:gd name="T24" fmla="*/ 541 w 642"/>
              <a:gd name="T25" fmla="*/ 98 h 189"/>
              <a:gd name="T26" fmla="*/ 459 w 642"/>
              <a:gd name="T27" fmla="*/ 162 h 189"/>
              <a:gd name="T28" fmla="*/ 462 w 642"/>
              <a:gd name="T29" fmla="*/ 179 h 189"/>
              <a:gd name="T30" fmla="*/ 479 w 642"/>
              <a:gd name="T31" fmla="*/ 169 h 189"/>
              <a:gd name="T32" fmla="*/ 536 w 642"/>
              <a:gd name="T33" fmla="*/ 125 h 189"/>
              <a:gd name="T34" fmla="*/ 611 w 642"/>
              <a:gd name="T35" fmla="*/ 116 h 189"/>
              <a:gd name="T36" fmla="*/ 630 w 642"/>
              <a:gd name="T37" fmla="*/ 93 h 1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Lst>
            <a:rect l="0" t="0" r="r" b="b"/>
            <a:pathLst>
              <a:path w="642" h="189">
                <a:moveTo>
                  <a:pt x="508" y="94"/>
                </a:moveTo>
                <a:cubicBezTo>
                  <a:pt x="422" y="74"/>
                  <a:pt x="331" y="62"/>
                  <a:pt x="243" y="72"/>
                </a:cubicBezTo>
                <a:cubicBezTo>
                  <a:pt x="160" y="82"/>
                  <a:pt x="79" y="125"/>
                  <a:pt x="21" y="183"/>
                </a:cubicBezTo>
                <a:cubicBezTo>
                  <a:pt x="16" y="187"/>
                  <a:pt x="7" y="189"/>
                  <a:pt x="4" y="182"/>
                </a:cubicBezTo>
                <a:cubicBezTo>
                  <a:pt x="0" y="176"/>
                  <a:pt x="5" y="168"/>
                  <a:pt x="10" y="164"/>
                </a:cubicBezTo>
                <a:cubicBezTo>
                  <a:pt x="70" y="104"/>
                  <a:pt x="155" y="58"/>
                  <a:pt x="239" y="47"/>
                </a:cubicBezTo>
                <a:cubicBezTo>
                  <a:pt x="333" y="34"/>
                  <a:pt x="430" y="47"/>
                  <a:pt x="522" y="68"/>
                </a:cubicBezTo>
                <a:cubicBezTo>
                  <a:pt x="537" y="71"/>
                  <a:pt x="521" y="97"/>
                  <a:pt x="508" y="94"/>
                </a:cubicBezTo>
                <a:close/>
                <a:moveTo>
                  <a:pt x="630" y="93"/>
                </a:moveTo>
                <a:cubicBezTo>
                  <a:pt x="590" y="67"/>
                  <a:pt x="555" y="33"/>
                  <a:pt x="515" y="7"/>
                </a:cubicBezTo>
                <a:cubicBezTo>
                  <a:pt x="503" y="0"/>
                  <a:pt x="484" y="23"/>
                  <a:pt x="496" y="30"/>
                </a:cubicBezTo>
                <a:cubicBezTo>
                  <a:pt x="523" y="47"/>
                  <a:pt x="547" y="68"/>
                  <a:pt x="572" y="87"/>
                </a:cubicBezTo>
                <a:cubicBezTo>
                  <a:pt x="561" y="90"/>
                  <a:pt x="551" y="94"/>
                  <a:pt x="541" y="98"/>
                </a:cubicBezTo>
                <a:cubicBezTo>
                  <a:pt x="509" y="111"/>
                  <a:pt x="478" y="133"/>
                  <a:pt x="459" y="162"/>
                </a:cubicBezTo>
                <a:cubicBezTo>
                  <a:pt x="455" y="167"/>
                  <a:pt x="455" y="176"/>
                  <a:pt x="462" y="179"/>
                </a:cubicBezTo>
                <a:cubicBezTo>
                  <a:pt x="469" y="181"/>
                  <a:pt x="475" y="175"/>
                  <a:pt x="479" y="169"/>
                </a:cubicBezTo>
                <a:cubicBezTo>
                  <a:pt x="493" y="150"/>
                  <a:pt x="515" y="136"/>
                  <a:pt x="536" y="125"/>
                </a:cubicBezTo>
                <a:cubicBezTo>
                  <a:pt x="557" y="115"/>
                  <a:pt x="588" y="103"/>
                  <a:pt x="611" y="116"/>
                </a:cubicBezTo>
                <a:cubicBezTo>
                  <a:pt x="623" y="122"/>
                  <a:pt x="642" y="100"/>
                  <a:pt x="630" y="93"/>
                </a:cubicBezTo>
                <a:close/>
              </a:path>
            </a:pathLst>
          </a:custGeom>
          <a:solidFill>
            <a:srgbClr val="0070AD"/>
          </a:solidFill>
          <a:ln>
            <a:noFill/>
          </a:ln>
          <a:effectLst>
            <a:outerShdw blurRad="38100" dist="25400" dir="2700000" algn="tl" rotWithShape="0">
              <a:prstClr val="black">
                <a:alpha val="20000"/>
              </a:prstClr>
            </a:outerShdw>
          </a:effectLst>
        </p:spPr>
        <p:txBody>
          <a:bodyPr vert="horz" wrap="square" lIns="74295" tIns="37148" rIns="74295" bIns="37148"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de-DE" sz="1138" b="0" i="0" u="none" strike="noStrike" kern="1200" cap="none" spc="0" normalizeH="0" baseline="0" noProof="0">
              <a:ln>
                <a:noFill/>
              </a:ln>
              <a:solidFill>
                <a:prstClr val="black"/>
              </a:solidFill>
              <a:effectLst/>
              <a:uLnTx/>
              <a:uFillTx/>
              <a:latin typeface="Ubuntu"/>
              <a:ea typeface="+mn-ea"/>
              <a:cs typeface="+mn-cs"/>
            </a:endParaRPr>
          </a:p>
        </p:txBody>
      </p:sp>
      <p:sp>
        <p:nvSpPr>
          <p:cNvPr id="126" name="Rectangle 125">
            <a:extLst>
              <a:ext uri="{FF2B5EF4-FFF2-40B4-BE49-F238E27FC236}">
                <a16:creationId xmlns:a16="http://schemas.microsoft.com/office/drawing/2014/main" id="{AF34C283-1D94-4D53-9AA6-5A6808E9AAB2}"/>
              </a:ext>
            </a:extLst>
          </p:cNvPr>
          <p:cNvSpPr/>
          <p:nvPr/>
        </p:nvSpPr>
        <p:spPr>
          <a:xfrm>
            <a:off x="6950209" y="4874976"/>
            <a:ext cx="1436172" cy="461665"/>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Ubuntu"/>
                <a:ea typeface="+mn-ea"/>
                <a:cs typeface="+mn-cs"/>
              </a:rPr>
              <a:t>Other new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de-DE" sz="1200" b="1" i="0" u="none" strike="noStrike" kern="1200" cap="none" spc="0" normalizeH="0" baseline="0" noProof="0" dirty="0">
                <a:ln>
                  <a:noFill/>
                </a:ln>
                <a:solidFill>
                  <a:prstClr val="black"/>
                </a:solidFill>
                <a:effectLst/>
                <a:uLnTx/>
                <a:uFillTx/>
                <a:latin typeface="Ubuntu"/>
                <a:ea typeface="+mn-ea"/>
                <a:cs typeface="+mn-cs"/>
              </a:rPr>
              <a:t>Ideas</a:t>
            </a:r>
            <a:endParaRPr kumimoji="0" lang="de-DE" sz="1200" b="0" i="0" u="none" strike="noStrike" kern="1200" cap="none" spc="0" normalizeH="0" baseline="0" noProof="0" dirty="0">
              <a:ln>
                <a:noFill/>
              </a:ln>
              <a:solidFill>
                <a:prstClr val="black"/>
              </a:solidFill>
              <a:effectLst/>
              <a:uLnTx/>
              <a:uFillTx/>
              <a:latin typeface="Ubuntu"/>
              <a:ea typeface="+mn-ea"/>
              <a:cs typeface="+mn-cs"/>
            </a:endParaRPr>
          </a:p>
        </p:txBody>
      </p:sp>
      <p:sp>
        <p:nvSpPr>
          <p:cNvPr id="127" name="Rectangle: Rounded Corners 127">
            <a:extLst>
              <a:ext uri="{FF2B5EF4-FFF2-40B4-BE49-F238E27FC236}">
                <a16:creationId xmlns:a16="http://schemas.microsoft.com/office/drawing/2014/main" id="{1B542A92-3DBB-4BB9-985F-E61AB3B5F927}"/>
              </a:ext>
            </a:extLst>
          </p:cNvPr>
          <p:cNvSpPr/>
          <p:nvPr/>
        </p:nvSpPr>
        <p:spPr>
          <a:xfrm>
            <a:off x="550863" y="1353638"/>
            <a:ext cx="3382768" cy="914400"/>
          </a:xfrm>
          <a:prstGeom prst="roundRect">
            <a:avLst/>
          </a:prstGeom>
          <a:solidFill>
            <a:srgbClr val="FFFFFF">
              <a:alpha val="85000"/>
            </a:srgbClr>
          </a:solidFill>
          <a:ln w="38100">
            <a:solidFill>
              <a:srgbClr val="BCE7FF"/>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50" b="0" i="0" u="none" strike="noStrike" kern="1200" cap="none" spc="0" normalizeH="0" baseline="0" noProof="0" dirty="0">
                <a:ln>
                  <a:noFill/>
                </a:ln>
                <a:solidFill>
                  <a:srgbClr val="272936"/>
                </a:solidFill>
                <a:effectLst/>
                <a:uLnTx/>
                <a:uFillTx/>
                <a:latin typeface="Ubuntu"/>
                <a:ea typeface="+mn-ea"/>
                <a:cs typeface="+mn-cs"/>
              </a:rPr>
              <a:t>Matrimonial – </a:t>
            </a:r>
            <a:r>
              <a:rPr kumimoji="0" lang="en-IN" sz="1050" b="1" i="0" u="none" strike="noStrike" kern="1200" cap="none" spc="0" normalizeH="0" baseline="0" noProof="0" dirty="0">
                <a:ln>
                  <a:noFill/>
                </a:ln>
                <a:solidFill>
                  <a:srgbClr val="272936"/>
                </a:solidFill>
                <a:effectLst/>
                <a:uLnTx/>
                <a:uFillTx/>
                <a:latin typeface="Ubuntu"/>
                <a:ea typeface="+mn-ea"/>
                <a:cs typeface="+mn-cs"/>
              </a:rPr>
              <a:t>Facilitate virtual meets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50" b="0" i="0" u="none" strike="noStrike" kern="1200" cap="none" spc="0" normalizeH="0" baseline="0" noProof="0" dirty="0">
                <a:ln>
                  <a:noFill/>
                </a:ln>
                <a:solidFill>
                  <a:srgbClr val="272936"/>
                </a:solidFill>
                <a:effectLst/>
                <a:uLnTx/>
                <a:uFillTx/>
                <a:latin typeface="Ubuntu"/>
                <a:ea typeface="+mn-ea"/>
                <a:cs typeface="+mn-cs"/>
              </a:rPr>
              <a:t>Automobiles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50" b="0" i="0" u="none" strike="noStrike" kern="1200" cap="none" spc="0" normalizeH="0" baseline="0" noProof="0" dirty="0">
                <a:ln>
                  <a:noFill/>
                </a:ln>
                <a:solidFill>
                  <a:srgbClr val="272936"/>
                </a:solidFill>
                <a:effectLst/>
                <a:uLnTx/>
                <a:uFillTx/>
                <a:latin typeface="Ubuntu"/>
                <a:ea typeface="+mn-ea"/>
                <a:cs typeface="+mn-cs"/>
              </a:rPr>
              <a:t>Real estate</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50" b="0" i="0" u="none" strike="noStrike" kern="1200" cap="none" spc="0" normalizeH="0" baseline="0" noProof="0" dirty="0">
                <a:ln>
                  <a:noFill/>
                </a:ln>
                <a:solidFill>
                  <a:srgbClr val="272936"/>
                </a:solidFill>
                <a:effectLst/>
                <a:uLnTx/>
                <a:uFillTx/>
                <a:latin typeface="Ubuntu"/>
                <a:ea typeface="+mn-ea"/>
                <a:cs typeface="+mn-cs"/>
              </a:rPr>
              <a:t>Financial services</a:t>
            </a:r>
          </a:p>
          <a:p>
            <a:pPr marL="342900" marR="0" lvl="0" indent="-3429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50" b="0" i="0" u="none" strike="noStrike" kern="1200" cap="none" spc="0" normalizeH="0" baseline="0" noProof="0" dirty="0">
                <a:ln>
                  <a:noFill/>
                </a:ln>
                <a:solidFill>
                  <a:srgbClr val="272936"/>
                </a:solidFill>
                <a:effectLst/>
                <a:uLnTx/>
                <a:uFillTx/>
                <a:latin typeface="Ubuntu"/>
                <a:ea typeface="+mn-ea"/>
                <a:cs typeface="+mn-cs"/>
              </a:rPr>
              <a:t>Insurance</a:t>
            </a:r>
            <a:endParaRPr kumimoji="0" lang="de-DE" sz="1050" b="1" i="0" u="none" strike="noStrike" kern="1200" cap="none" spc="0" normalizeH="0" baseline="0" noProof="0" dirty="0">
              <a:ln>
                <a:noFill/>
              </a:ln>
              <a:solidFill>
                <a:srgbClr val="272936"/>
              </a:solidFill>
              <a:effectLst/>
              <a:uLnTx/>
              <a:uFillTx/>
              <a:latin typeface="Ubuntu"/>
              <a:ea typeface="+mn-ea"/>
              <a:cs typeface="+mn-cs"/>
            </a:endParaRPr>
          </a:p>
        </p:txBody>
      </p:sp>
      <p:sp>
        <p:nvSpPr>
          <p:cNvPr id="129" name="Rectangle: Rounded Corners 129">
            <a:extLst>
              <a:ext uri="{FF2B5EF4-FFF2-40B4-BE49-F238E27FC236}">
                <a16:creationId xmlns:a16="http://schemas.microsoft.com/office/drawing/2014/main" id="{010C4703-1EC2-4ACC-B5C7-6A30FC08DC2C}"/>
              </a:ext>
            </a:extLst>
          </p:cNvPr>
          <p:cNvSpPr/>
          <p:nvPr/>
        </p:nvSpPr>
        <p:spPr>
          <a:xfrm>
            <a:off x="550863" y="5199533"/>
            <a:ext cx="3382768" cy="697311"/>
          </a:xfrm>
          <a:prstGeom prst="roundRect">
            <a:avLst/>
          </a:prstGeom>
          <a:solidFill>
            <a:srgbClr val="FFFFFF">
              <a:alpha val="85000"/>
            </a:srgbClr>
          </a:solidFill>
          <a:ln w="38100">
            <a:solidFill>
              <a:srgbClr val="0E80A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50" b="0" i="0" u="none" strike="noStrike" kern="1200" cap="none" spc="0" normalizeH="0" baseline="0" noProof="0" dirty="0">
                <a:ln>
                  <a:noFill/>
                </a:ln>
                <a:solidFill>
                  <a:sysClr val="windowText" lastClr="000000"/>
                </a:solidFill>
                <a:effectLst/>
                <a:uLnTx/>
                <a:uFillTx/>
                <a:latin typeface="Ubuntu"/>
                <a:ea typeface="+mn-ea"/>
                <a:cs typeface="+mn-cs"/>
              </a:rPr>
              <a:t>Tie up with Schools and Colleges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50" b="0" i="0" u="none" strike="noStrike" kern="1200" cap="none" spc="0" normalizeH="0" baseline="0" noProof="0" dirty="0">
                <a:ln>
                  <a:noFill/>
                </a:ln>
                <a:solidFill>
                  <a:sysClr val="windowText" lastClr="000000"/>
                </a:solidFill>
                <a:effectLst/>
                <a:uLnTx/>
                <a:uFillTx/>
                <a:latin typeface="Ubuntu"/>
                <a:ea typeface="+mn-ea"/>
                <a:cs typeface="+mn-cs"/>
              </a:rPr>
              <a:t>App based learning</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50" b="0" i="0" u="none" strike="noStrike" kern="1200" cap="none" spc="0" normalizeH="0" baseline="0" noProof="0" dirty="0">
                <a:ln>
                  <a:noFill/>
                </a:ln>
                <a:solidFill>
                  <a:sysClr val="windowText" lastClr="000000"/>
                </a:solidFill>
                <a:effectLst/>
                <a:uLnTx/>
                <a:uFillTx/>
                <a:latin typeface="Ubuntu"/>
                <a:ea typeface="+mn-ea"/>
                <a:cs typeface="+mn-cs"/>
              </a:rPr>
              <a:t>New generation to learn Tamil</a:t>
            </a:r>
            <a:endParaRPr kumimoji="0" lang="de-DE" sz="1050" b="1" i="0" u="none" strike="noStrike" kern="1200" cap="none" spc="0" normalizeH="0" baseline="0" noProof="0" dirty="0">
              <a:ln>
                <a:noFill/>
              </a:ln>
              <a:solidFill>
                <a:sysClr val="windowText" lastClr="000000"/>
              </a:solidFill>
              <a:effectLst/>
              <a:uLnTx/>
              <a:uFillTx/>
              <a:latin typeface="Ubuntu"/>
              <a:ea typeface="+mn-ea"/>
              <a:cs typeface="+mn-cs"/>
            </a:endParaRPr>
          </a:p>
        </p:txBody>
      </p:sp>
      <p:sp>
        <p:nvSpPr>
          <p:cNvPr id="131" name="Rectangle: Rounded Corners 131">
            <a:extLst>
              <a:ext uri="{FF2B5EF4-FFF2-40B4-BE49-F238E27FC236}">
                <a16:creationId xmlns:a16="http://schemas.microsoft.com/office/drawing/2014/main" id="{54F32E62-BE6D-407D-8F0A-47BEA05C094B}"/>
              </a:ext>
            </a:extLst>
          </p:cNvPr>
          <p:cNvSpPr/>
          <p:nvPr/>
        </p:nvSpPr>
        <p:spPr>
          <a:xfrm>
            <a:off x="550863" y="2832340"/>
            <a:ext cx="2716741" cy="838622"/>
          </a:xfrm>
          <a:prstGeom prst="roundRect">
            <a:avLst/>
          </a:prstGeom>
          <a:solidFill>
            <a:srgbClr val="FFFFFF">
              <a:alpha val="85000"/>
            </a:srgbClr>
          </a:solidFill>
          <a:ln w="38100">
            <a:solidFill>
              <a:srgbClr val="0070AD"/>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342900" marR="0" lvl="2" indent="-342900" algn="l" defTabSz="914400" rtl="0" eaLnBrk="1" fontAlgn="auto" latinLnBrk="0" hangingPunct="1">
              <a:lnSpc>
                <a:spcPct val="100000"/>
              </a:lnSpc>
              <a:spcBef>
                <a:spcPts val="0"/>
              </a:spcBef>
              <a:spcAft>
                <a:spcPts val="0"/>
              </a:spcAft>
              <a:buClr>
                <a:srgbClr val="0070AD"/>
              </a:buClr>
              <a:buSzTx/>
              <a:buFont typeface="Arial" panose="020B0604020202020204" pitchFamily="34" charset="0"/>
              <a:buChar char="•"/>
              <a:tabLst/>
              <a:defRPr/>
            </a:pPr>
            <a:r>
              <a:rPr kumimoji="0" lang="en-IN" sz="1000" b="0" i="0" u="none" strike="noStrike" kern="1200" cap="none" spc="0" normalizeH="0" baseline="0" noProof="0" dirty="0">
                <a:ln>
                  <a:noFill/>
                </a:ln>
                <a:solidFill>
                  <a:prstClr val="black"/>
                </a:solidFill>
                <a:effectLst/>
                <a:uLnTx/>
                <a:uFillTx/>
                <a:latin typeface="Ubuntu"/>
                <a:ea typeface="+mn-ea"/>
                <a:cs typeface="+mn-cs"/>
              </a:rPr>
              <a:t>Citizen reporting</a:t>
            </a:r>
          </a:p>
          <a:p>
            <a:pPr marL="342900" marR="0" lvl="2" indent="-342900" algn="l" defTabSz="914400" rtl="0" eaLnBrk="1" fontAlgn="auto" latinLnBrk="0" hangingPunct="1">
              <a:lnSpc>
                <a:spcPct val="100000"/>
              </a:lnSpc>
              <a:spcBef>
                <a:spcPts val="0"/>
              </a:spcBef>
              <a:spcAft>
                <a:spcPts val="0"/>
              </a:spcAft>
              <a:buClr>
                <a:srgbClr val="0070AD"/>
              </a:buClr>
              <a:buSzTx/>
              <a:buFont typeface="Arial" panose="020B0604020202020204" pitchFamily="34" charset="0"/>
              <a:buChar char="•"/>
              <a:tabLst/>
              <a:defRPr/>
            </a:pPr>
            <a:r>
              <a:rPr kumimoji="0" lang="en-IN" sz="1000" b="0" i="0" u="none" strike="noStrike" kern="1200" cap="none" spc="0" normalizeH="0" baseline="0" noProof="0" dirty="0">
                <a:ln>
                  <a:noFill/>
                </a:ln>
                <a:solidFill>
                  <a:prstClr val="black"/>
                </a:solidFill>
                <a:effectLst/>
                <a:uLnTx/>
                <a:uFillTx/>
                <a:latin typeface="Ubuntu"/>
                <a:ea typeface="+mn-ea"/>
                <a:cs typeface="+mn-cs"/>
              </a:rPr>
              <a:t>Opinions</a:t>
            </a:r>
          </a:p>
          <a:p>
            <a:pPr marL="342900" marR="0" lvl="2" indent="-342900" algn="l" defTabSz="914400" rtl="0" eaLnBrk="1" fontAlgn="auto" latinLnBrk="0" hangingPunct="1">
              <a:lnSpc>
                <a:spcPct val="100000"/>
              </a:lnSpc>
              <a:spcBef>
                <a:spcPts val="0"/>
              </a:spcBef>
              <a:spcAft>
                <a:spcPts val="0"/>
              </a:spcAft>
              <a:buClr>
                <a:srgbClr val="0070AD"/>
              </a:buClr>
              <a:buSzTx/>
              <a:buFont typeface="Arial" panose="020B0604020202020204" pitchFamily="34" charset="0"/>
              <a:buChar char="•"/>
              <a:tabLst/>
              <a:defRPr/>
            </a:pPr>
            <a:r>
              <a:rPr kumimoji="0" lang="en-IN" sz="1000" b="0" i="0" u="none" strike="noStrike" kern="1200" cap="none" spc="0" normalizeH="0" baseline="0" noProof="0" dirty="0">
                <a:ln>
                  <a:noFill/>
                </a:ln>
                <a:solidFill>
                  <a:prstClr val="black"/>
                </a:solidFill>
                <a:effectLst/>
                <a:uLnTx/>
                <a:uFillTx/>
                <a:latin typeface="Ubuntu"/>
                <a:ea typeface="+mn-ea"/>
                <a:cs typeface="+mn-cs"/>
              </a:rPr>
              <a:t>Reviews</a:t>
            </a:r>
            <a:endParaRPr kumimoji="0" lang="de-DE" sz="1000" b="0" i="0" u="none" strike="noStrike" kern="1200" cap="none" spc="0" normalizeH="0" baseline="0" noProof="0" dirty="0">
              <a:ln>
                <a:noFill/>
              </a:ln>
              <a:solidFill>
                <a:prstClr val="black"/>
              </a:solidFill>
              <a:effectLst/>
              <a:uLnTx/>
              <a:uFillTx/>
              <a:latin typeface="Ubuntu"/>
              <a:ea typeface="+mn-ea"/>
              <a:cs typeface="+mn-cs"/>
            </a:endParaRPr>
          </a:p>
        </p:txBody>
      </p:sp>
      <p:sp>
        <p:nvSpPr>
          <p:cNvPr id="133" name="Rectangle: Rounded Corners 133">
            <a:extLst>
              <a:ext uri="{FF2B5EF4-FFF2-40B4-BE49-F238E27FC236}">
                <a16:creationId xmlns:a16="http://schemas.microsoft.com/office/drawing/2014/main" id="{E8A0DE5C-2069-42A6-A2CA-8A982F5D770F}"/>
              </a:ext>
            </a:extLst>
          </p:cNvPr>
          <p:cNvSpPr/>
          <p:nvPr/>
        </p:nvSpPr>
        <p:spPr>
          <a:xfrm>
            <a:off x="8273462" y="1353638"/>
            <a:ext cx="3382768" cy="914400"/>
          </a:xfrm>
          <a:prstGeom prst="roundRect">
            <a:avLst/>
          </a:prstGeom>
          <a:solidFill>
            <a:srgbClr val="FFFFFF">
              <a:alpha val="85000"/>
            </a:srgbClr>
          </a:solidFill>
          <a:ln w="38100">
            <a:solidFill>
              <a:srgbClr val="BCE7FF"/>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272936"/>
                </a:solidFill>
                <a:effectLst/>
                <a:uLnTx/>
                <a:uFillTx/>
                <a:latin typeface="Ubuntu"/>
                <a:ea typeface="+mn-ea"/>
                <a:cs typeface="+mn-cs"/>
              </a:rPr>
              <a:t>Similar to Amazon, </a:t>
            </a:r>
            <a:r>
              <a:rPr kumimoji="0" lang="en-IN" sz="1050" b="0" i="0" u="none" strike="noStrike" kern="1200" cap="none" spc="0" normalizeH="0" baseline="0" noProof="0" dirty="0" err="1">
                <a:ln>
                  <a:noFill/>
                </a:ln>
                <a:solidFill>
                  <a:srgbClr val="272936"/>
                </a:solidFill>
                <a:effectLst/>
                <a:uLnTx/>
                <a:uFillTx/>
                <a:latin typeface="Ubuntu"/>
                <a:ea typeface="+mn-ea"/>
                <a:cs typeface="+mn-cs"/>
              </a:rPr>
              <a:t>Myntra</a:t>
            </a:r>
            <a:endParaRPr kumimoji="0" lang="en-IN" sz="1050" b="0" i="0" u="none" strike="noStrike" kern="1200" cap="none" spc="0" normalizeH="0" baseline="0" noProof="0" dirty="0">
              <a:ln>
                <a:noFill/>
              </a:ln>
              <a:solidFill>
                <a:srgbClr val="272936"/>
              </a:solidFill>
              <a:effectLst/>
              <a:uLnTx/>
              <a:uFillTx/>
              <a:latin typeface="Ubuntu"/>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272936"/>
                </a:solidFill>
                <a:effectLst/>
                <a:uLnTx/>
                <a:uFillTx/>
                <a:latin typeface="Ubuntu"/>
                <a:ea typeface="+mn-ea"/>
                <a:cs typeface="+mn-cs"/>
              </a:rPr>
              <a:t>TN specials like </a:t>
            </a:r>
            <a:r>
              <a:rPr kumimoji="0" lang="en-IN" sz="1050" b="0" i="0" u="none" strike="noStrike" kern="1200" cap="none" spc="0" normalizeH="0" baseline="0" noProof="0" dirty="0" err="1">
                <a:ln>
                  <a:noFill/>
                </a:ln>
                <a:solidFill>
                  <a:srgbClr val="272936"/>
                </a:solidFill>
                <a:effectLst/>
                <a:uLnTx/>
                <a:uFillTx/>
                <a:latin typeface="Ubuntu"/>
                <a:ea typeface="+mn-ea"/>
                <a:cs typeface="+mn-cs"/>
              </a:rPr>
              <a:t>Kancheepuram</a:t>
            </a:r>
            <a:r>
              <a:rPr kumimoji="0" lang="en-IN" sz="1050" b="0" i="0" u="none" strike="noStrike" kern="1200" cap="none" spc="0" normalizeH="0" baseline="0" noProof="0" dirty="0">
                <a:ln>
                  <a:noFill/>
                </a:ln>
                <a:solidFill>
                  <a:srgbClr val="272936"/>
                </a:solidFill>
                <a:effectLst/>
                <a:uLnTx/>
                <a:uFillTx/>
                <a:latin typeface="Ubuntu"/>
                <a:ea typeface="+mn-ea"/>
                <a:cs typeface="+mn-cs"/>
              </a:rPr>
              <a:t> </a:t>
            </a:r>
            <a:r>
              <a:rPr kumimoji="0" lang="en-IN" sz="1050" b="0" i="0" u="none" strike="noStrike" kern="1200" cap="none" spc="0" normalizeH="0" baseline="0" noProof="0" dirty="0" err="1">
                <a:ln>
                  <a:noFill/>
                </a:ln>
                <a:solidFill>
                  <a:srgbClr val="272936"/>
                </a:solidFill>
                <a:effectLst/>
                <a:uLnTx/>
                <a:uFillTx/>
                <a:latin typeface="Ubuntu"/>
                <a:ea typeface="+mn-ea"/>
                <a:cs typeface="+mn-cs"/>
              </a:rPr>
              <a:t>sarees</a:t>
            </a:r>
            <a:endParaRPr kumimoji="0" lang="en-IN" sz="1050" b="0" i="0" u="none" strike="noStrike" kern="1200" cap="none" spc="0" normalizeH="0" baseline="0" noProof="0" dirty="0">
              <a:ln>
                <a:noFill/>
              </a:ln>
              <a:solidFill>
                <a:srgbClr val="272936"/>
              </a:solidFill>
              <a:effectLst/>
              <a:uLnTx/>
              <a:uFillTx/>
              <a:latin typeface="Ubuntu"/>
              <a:ea typeface="+mn-ea"/>
              <a:cs typeface="+mn-cs"/>
            </a:endParaRPr>
          </a:p>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rgbClr val="272936"/>
                </a:solidFill>
                <a:effectLst/>
                <a:uLnTx/>
                <a:uFillTx/>
                <a:latin typeface="Ubuntu"/>
                <a:ea typeface="+mn-ea"/>
                <a:cs typeface="+mn-cs"/>
              </a:rPr>
              <a:t>Making use of huge ground force – Reporters, Agents, logistics </a:t>
            </a:r>
          </a:p>
        </p:txBody>
      </p:sp>
      <p:sp>
        <p:nvSpPr>
          <p:cNvPr id="134" name="Rectangle: Rounded Corners 134">
            <a:extLst>
              <a:ext uri="{FF2B5EF4-FFF2-40B4-BE49-F238E27FC236}">
                <a16:creationId xmlns:a16="http://schemas.microsoft.com/office/drawing/2014/main" id="{AAA2E689-5DBB-4D49-8008-93E77309F557}"/>
              </a:ext>
            </a:extLst>
          </p:cNvPr>
          <p:cNvSpPr/>
          <p:nvPr/>
        </p:nvSpPr>
        <p:spPr>
          <a:xfrm>
            <a:off x="8273462" y="5217657"/>
            <a:ext cx="3382768" cy="931636"/>
          </a:xfrm>
          <a:prstGeom prst="roundRect">
            <a:avLst/>
          </a:prstGeom>
          <a:solidFill>
            <a:srgbClr val="FFFFFF">
              <a:alpha val="85000"/>
            </a:srgbClr>
          </a:solidFill>
          <a:ln w="38100">
            <a:solidFill>
              <a:srgbClr val="0E80A4"/>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50" b="0" i="0" u="none" strike="noStrike" kern="1200" cap="none" spc="0" normalizeH="0" baseline="0" noProof="0" dirty="0">
                <a:ln>
                  <a:noFill/>
                </a:ln>
                <a:solidFill>
                  <a:sysClr val="windowText" lastClr="000000"/>
                </a:solidFill>
                <a:effectLst/>
                <a:uLnTx/>
                <a:uFillTx/>
                <a:latin typeface="Ubuntu"/>
                <a:ea typeface="+mn-ea"/>
                <a:cs typeface="+mn-cs"/>
              </a:rPr>
              <a:t>Films – Movie reviews, celebrity jazz, </a:t>
            </a:r>
            <a:r>
              <a:rPr kumimoji="0" lang="en-IN" sz="1050" b="0" i="0" u="none" strike="noStrike" kern="1200" cap="none" spc="0" normalizeH="0" baseline="0" noProof="0" dirty="0" err="1">
                <a:ln>
                  <a:noFill/>
                </a:ln>
                <a:solidFill>
                  <a:sysClr val="windowText" lastClr="000000"/>
                </a:solidFill>
                <a:effectLst/>
                <a:uLnTx/>
                <a:uFillTx/>
                <a:latin typeface="Ubuntu"/>
                <a:ea typeface="+mn-ea"/>
                <a:cs typeface="+mn-cs"/>
              </a:rPr>
              <a:t>Filmfare</a:t>
            </a:r>
            <a:endParaRPr kumimoji="0" lang="en-IN" sz="1050" b="0" i="0" u="none" strike="noStrike" kern="1200" cap="none" spc="0" normalizeH="0" baseline="0" noProof="0" dirty="0">
              <a:ln>
                <a:noFill/>
              </a:ln>
              <a:solidFill>
                <a:sysClr val="windowText" lastClr="000000"/>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50" b="0" i="0" u="none" strike="noStrike" kern="1200" cap="none" spc="0" normalizeH="0" baseline="0" noProof="0" dirty="0" err="1">
                <a:ln>
                  <a:noFill/>
                </a:ln>
                <a:solidFill>
                  <a:sysClr val="windowText" lastClr="000000"/>
                </a:solidFill>
                <a:effectLst/>
                <a:uLnTx/>
                <a:uFillTx/>
                <a:latin typeface="Ubuntu"/>
                <a:ea typeface="+mn-ea"/>
                <a:cs typeface="+mn-cs"/>
              </a:rPr>
              <a:t>Kollywood</a:t>
            </a:r>
            <a:r>
              <a:rPr kumimoji="0" lang="en-IN" sz="1050" b="0" i="0" u="none" strike="noStrike" kern="1200" cap="none" spc="0" normalizeH="0" baseline="0" noProof="0" dirty="0">
                <a:ln>
                  <a:noFill/>
                </a:ln>
                <a:solidFill>
                  <a:sysClr val="windowText" lastClr="000000"/>
                </a:solidFill>
                <a:effectLst/>
                <a:uLnTx/>
                <a:uFillTx/>
                <a:latin typeface="Ubuntu"/>
                <a:ea typeface="+mn-ea"/>
                <a:cs typeface="+mn-cs"/>
              </a:rPr>
              <a:t> Stock exchange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50" b="0" i="0" u="none" strike="noStrike" kern="1200" cap="none" spc="0" normalizeH="0" baseline="0" noProof="0" dirty="0">
                <a:ln>
                  <a:noFill/>
                </a:ln>
                <a:solidFill>
                  <a:sysClr val="windowText" lastClr="000000"/>
                </a:solidFill>
                <a:effectLst/>
                <a:uLnTx/>
                <a:uFillTx/>
                <a:latin typeface="Ubuntu"/>
                <a:ea typeface="+mn-ea"/>
                <a:cs typeface="+mn-cs"/>
              </a:rPr>
              <a:t>Crypto Currency</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50" b="0" i="0" u="none" strike="noStrike" kern="1200" cap="none" spc="0" normalizeH="0" baseline="0" noProof="0" dirty="0">
                <a:ln>
                  <a:noFill/>
                </a:ln>
                <a:solidFill>
                  <a:sysClr val="windowText" lastClr="000000"/>
                </a:solidFill>
                <a:effectLst/>
                <a:uLnTx/>
                <a:uFillTx/>
                <a:latin typeface="Ubuntu"/>
                <a:ea typeface="+mn-ea"/>
                <a:cs typeface="+mn-cs"/>
              </a:rPr>
              <a:t>OTT Platform aggregator</a:t>
            </a:r>
          </a:p>
        </p:txBody>
      </p:sp>
      <p:sp>
        <p:nvSpPr>
          <p:cNvPr id="135" name="Rectangle: Rounded Corners 135">
            <a:extLst>
              <a:ext uri="{FF2B5EF4-FFF2-40B4-BE49-F238E27FC236}">
                <a16:creationId xmlns:a16="http://schemas.microsoft.com/office/drawing/2014/main" id="{D3007B04-5627-4394-97E4-D23530C2A95E}"/>
              </a:ext>
            </a:extLst>
          </p:cNvPr>
          <p:cNvSpPr/>
          <p:nvPr/>
        </p:nvSpPr>
        <p:spPr>
          <a:xfrm>
            <a:off x="8939489" y="2715099"/>
            <a:ext cx="2716741" cy="955863"/>
          </a:xfrm>
          <a:prstGeom prst="roundRect">
            <a:avLst/>
          </a:prstGeom>
          <a:solidFill>
            <a:srgbClr val="FFFFFF">
              <a:alpha val="85000"/>
            </a:srgbClr>
          </a:solidFill>
          <a:ln w="38100">
            <a:solidFill>
              <a:srgbClr val="0070AD"/>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ysClr val="windowText" lastClr="000000"/>
                </a:solidFill>
                <a:effectLst/>
                <a:uLnTx/>
                <a:uFillTx/>
                <a:latin typeface="Ubuntu"/>
                <a:ea typeface="+mn-ea"/>
                <a:cs typeface="+mn-cs"/>
              </a:rPr>
              <a:t>Addressing the local market (</a:t>
            </a:r>
            <a:r>
              <a:rPr kumimoji="0" lang="en-IN" sz="1050" b="0" i="0" u="none" strike="noStrike" kern="1200" cap="none" spc="0" normalizeH="0" baseline="0" noProof="0" dirty="0" err="1">
                <a:ln>
                  <a:noFill/>
                </a:ln>
                <a:solidFill>
                  <a:sysClr val="windowText" lastClr="000000"/>
                </a:solidFill>
                <a:effectLst/>
                <a:uLnTx/>
                <a:uFillTx/>
                <a:latin typeface="Ubuntu"/>
                <a:ea typeface="+mn-ea"/>
                <a:cs typeface="+mn-cs"/>
              </a:rPr>
              <a:t>Hyperlocal</a:t>
            </a:r>
            <a:r>
              <a:rPr kumimoji="0" lang="en-IN" sz="1050" b="0" i="0" u="none" strike="noStrike" kern="1200" cap="none" spc="0" normalizeH="0" baseline="0" noProof="0" dirty="0">
                <a:ln>
                  <a:noFill/>
                </a:ln>
                <a:solidFill>
                  <a:sysClr val="windowText" lastClr="000000"/>
                </a:solidFill>
                <a:effectLst/>
                <a:uLnTx/>
                <a:uFillTx/>
                <a:latin typeface="Ubuntu"/>
                <a:ea typeface="+mn-ea"/>
                <a:cs typeface="+mn-cs"/>
              </a:rPr>
              <a:t>) based on Segments,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ysClr val="windowText" lastClr="000000"/>
                </a:solidFill>
                <a:effectLst/>
                <a:uLnTx/>
                <a:uFillTx/>
                <a:latin typeface="Ubuntu"/>
                <a:ea typeface="+mn-ea"/>
                <a:cs typeface="+mn-cs"/>
              </a:rPr>
              <a:t>Pin code</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050" b="0" i="0" u="none" strike="noStrike" kern="1200" cap="none" spc="0" normalizeH="0" baseline="0" noProof="0" dirty="0">
                <a:ln>
                  <a:noFill/>
                </a:ln>
                <a:solidFill>
                  <a:sysClr val="windowText" lastClr="000000"/>
                </a:solidFill>
                <a:effectLst/>
                <a:uLnTx/>
                <a:uFillTx/>
                <a:latin typeface="Ubuntu"/>
                <a:ea typeface="+mn-ea"/>
                <a:cs typeface="+mn-cs"/>
              </a:rPr>
              <a:t>(Plumbers, Maids, Electricians, Drivers)</a:t>
            </a:r>
          </a:p>
        </p:txBody>
      </p:sp>
      <p:sp>
        <p:nvSpPr>
          <p:cNvPr id="136" name="Rectangle: Rounded Corners 136">
            <a:extLst>
              <a:ext uri="{FF2B5EF4-FFF2-40B4-BE49-F238E27FC236}">
                <a16:creationId xmlns:a16="http://schemas.microsoft.com/office/drawing/2014/main" id="{5DF90ABB-5515-487B-A2A9-8ABFB803148B}"/>
              </a:ext>
            </a:extLst>
          </p:cNvPr>
          <p:cNvSpPr/>
          <p:nvPr/>
        </p:nvSpPr>
        <p:spPr>
          <a:xfrm>
            <a:off x="8939489" y="4090844"/>
            <a:ext cx="2716741" cy="906645"/>
          </a:xfrm>
          <a:prstGeom prst="roundRect">
            <a:avLst/>
          </a:prstGeom>
          <a:solidFill>
            <a:srgbClr val="FFFFFF">
              <a:alpha val="85000"/>
            </a:srgbClr>
          </a:solidFill>
          <a:ln w="38100">
            <a:solidFill>
              <a:srgbClr val="09566D"/>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50" b="0" i="0" u="none" strike="noStrike" kern="1200" cap="none" spc="0" normalizeH="0" baseline="0" noProof="0" dirty="0">
                <a:ln>
                  <a:noFill/>
                </a:ln>
                <a:solidFill>
                  <a:sysClr val="windowText" lastClr="000000"/>
                </a:solidFill>
                <a:effectLst/>
                <a:uLnTx/>
                <a:uFillTx/>
                <a:latin typeface="Ubuntu"/>
                <a:ea typeface="+mn-ea"/>
                <a:cs typeface="+mn-cs"/>
              </a:rPr>
              <a:t>Connect multiple services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50" b="0" i="0" u="none" strike="noStrike" kern="1200" cap="none" spc="0" normalizeH="0" baseline="0" noProof="0" dirty="0" err="1">
                <a:ln>
                  <a:noFill/>
                </a:ln>
                <a:solidFill>
                  <a:sysClr val="windowText" lastClr="000000"/>
                </a:solidFill>
                <a:effectLst/>
                <a:uLnTx/>
                <a:uFillTx/>
                <a:latin typeface="Ubuntu"/>
                <a:ea typeface="+mn-ea"/>
                <a:cs typeface="+mn-cs"/>
              </a:rPr>
              <a:t>Hyperlocal</a:t>
            </a:r>
            <a:endParaRPr kumimoji="0" lang="en-IN" sz="1050" b="0" i="0" u="none" strike="noStrike" kern="1200" cap="none" spc="0" normalizeH="0" baseline="0" noProof="0" dirty="0">
              <a:ln>
                <a:noFill/>
              </a:ln>
              <a:solidFill>
                <a:sysClr val="windowText" lastClr="000000"/>
              </a:solidFill>
              <a:effectLst/>
              <a:uLnTx/>
              <a:uFillTx/>
              <a:latin typeface="Ubuntu"/>
              <a:ea typeface="+mn-ea"/>
              <a:cs typeface="+mn-cs"/>
            </a:endParaRP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50" b="0" i="0" u="none" strike="noStrike" kern="1200" cap="none" spc="0" normalizeH="0" baseline="0" noProof="0" dirty="0">
                <a:ln>
                  <a:noFill/>
                </a:ln>
                <a:solidFill>
                  <a:sysClr val="windowText" lastClr="000000"/>
                </a:solidFill>
                <a:effectLst/>
                <a:uLnTx/>
                <a:uFillTx/>
                <a:latin typeface="Ubuntu"/>
                <a:ea typeface="+mn-ea"/>
                <a:cs typeface="+mn-cs"/>
              </a:rPr>
              <a:t>Digital healthcare services (Alliance with </a:t>
            </a:r>
            <a:r>
              <a:rPr kumimoji="0" lang="en-IN" sz="1050" b="0" i="0" u="none" strike="noStrike" kern="1200" cap="none" spc="0" normalizeH="0" baseline="0" noProof="0" dirty="0" err="1">
                <a:ln>
                  <a:noFill/>
                </a:ln>
                <a:solidFill>
                  <a:sysClr val="windowText" lastClr="000000"/>
                </a:solidFill>
                <a:effectLst/>
                <a:uLnTx/>
                <a:uFillTx/>
                <a:latin typeface="Ubuntu"/>
                <a:ea typeface="+mn-ea"/>
                <a:cs typeface="+mn-cs"/>
              </a:rPr>
              <a:t>Practo</a:t>
            </a:r>
            <a:r>
              <a:rPr kumimoji="0" lang="en-IN" sz="1050" b="0" i="0" u="none" strike="noStrike" kern="1200" cap="none" spc="0" normalizeH="0" baseline="0" noProof="0" dirty="0">
                <a:ln>
                  <a:noFill/>
                </a:ln>
                <a:solidFill>
                  <a:sysClr val="windowText" lastClr="000000"/>
                </a:solidFill>
                <a:effectLst/>
                <a:uLnTx/>
                <a:uFillTx/>
                <a:latin typeface="Ubuntu"/>
                <a:ea typeface="+mn-ea"/>
                <a:cs typeface="+mn-cs"/>
              </a:rPr>
              <a:t>, Portea, </a:t>
            </a:r>
            <a:r>
              <a:rPr kumimoji="0" lang="en-IN" sz="1050" b="0" i="0" u="none" strike="noStrike" kern="1200" cap="none" spc="0" normalizeH="0" baseline="0" noProof="0" dirty="0" err="1">
                <a:ln>
                  <a:noFill/>
                </a:ln>
                <a:solidFill>
                  <a:sysClr val="windowText" lastClr="000000"/>
                </a:solidFill>
                <a:effectLst/>
                <a:uLnTx/>
                <a:uFillTx/>
                <a:latin typeface="Ubuntu"/>
                <a:ea typeface="+mn-ea"/>
                <a:cs typeface="+mn-cs"/>
              </a:rPr>
              <a:t>NetMeds</a:t>
            </a:r>
            <a:r>
              <a:rPr kumimoji="0" lang="en-IN" sz="1050" b="0" i="0" u="none" strike="noStrike" kern="1200" cap="none" spc="0" normalizeH="0" baseline="0" noProof="0" dirty="0">
                <a:ln>
                  <a:noFill/>
                </a:ln>
                <a:solidFill>
                  <a:sysClr val="windowText" lastClr="000000"/>
                </a:solidFill>
                <a:effectLst/>
                <a:uLnTx/>
                <a:uFillTx/>
                <a:latin typeface="Ubuntu"/>
                <a:ea typeface="+mn-ea"/>
                <a:cs typeface="+mn-cs"/>
              </a:rPr>
              <a:t>, etc.)</a:t>
            </a:r>
          </a:p>
        </p:txBody>
      </p:sp>
      <p:sp>
        <p:nvSpPr>
          <p:cNvPr id="137" name="Rectangle: Rounded Corners 137">
            <a:extLst>
              <a:ext uri="{FF2B5EF4-FFF2-40B4-BE49-F238E27FC236}">
                <a16:creationId xmlns:a16="http://schemas.microsoft.com/office/drawing/2014/main" id="{75E71448-D761-4231-A62E-3A42FC0F015D}"/>
              </a:ext>
            </a:extLst>
          </p:cNvPr>
          <p:cNvSpPr/>
          <p:nvPr/>
        </p:nvSpPr>
        <p:spPr>
          <a:xfrm>
            <a:off x="550863" y="4090844"/>
            <a:ext cx="2716741" cy="838623"/>
          </a:xfrm>
          <a:prstGeom prst="roundRect">
            <a:avLst/>
          </a:prstGeom>
          <a:solidFill>
            <a:srgbClr val="FFFFFF">
              <a:alpha val="85000"/>
            </a:srgbClr>
          </a:solidFill>
          <a:ln w="38100">
            <a:solidFill>
              <a:srgbClr val="09566D"/>
            </a:solidFill>
            <a:prstDash val="soli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50" b="0" i="0" u="none" strike="noStrike" kern="1200" cap="none" spc="0" normalizeH="0" baseline="0" noProof="0" dirty="0">
                <a:ln>
                  <a:noFill/>
                </a:ln>
                <a:solidFill>
                  <a:sysClr val="windowText" lastClr="000000"/>
                </a:solidFill>
                <a:effectLst/>
                <a:uLnTx/>
                <a:uFillTx/>
                <a:latin typeface="Ubuntu"/>
                <a:ea typeface="+mn-ea"/>
                <a:cs typeface="+mn-cs"/>
              </a:rPr>
              <a:t>Points</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50" b="0" i="0" u="none" strike="noStrike" kern="1200" cap="none" spc="0" normalizeH="0" baseline="0" noProof="0" dirty="0">
                <a:ln>
                  <a:noFill/>
                </a:ln>
                <a:solidFill>
                  <a:sysClr val="windowText" lastClr="000000"/>
                </a:solidFill>
                <a:effectLst/>
                <a:uLnTx/>
                <a:uFillTx/>
                <a:latin typeface="Ubuntu"/>
                <a:ea typeface="+mn-ea"/>
                <a:cs typeface="+mn-cs"/>
              </a:rPr>
              <a:t>Likes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50" b="0" i="0" u="none" strike="noStrike" kern="1200" cap="none" spc="0" normalizeH="0" baseline="0" noProof="0" dirty="0">
                <a:ln>
                  <a:noFill/>
                </a:ln>
                <a:solidFill>
                  <a:sysClr val="windowText" lastClr="000000"/>
                </a:solidFill>
                <a:effectLst/>
                <a:uLnTx/>
                <a:uFillTx/>
                <a:latin typeface="Ubuntu"/>
                <a:ea typeface="+mn-ea"/>
                <a:cs typeface="+mn-cs"/>
              </a:rPr>
              <a:t>Comments </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IN" sz="1050" b="0" i="0" u="none" strike="noStrike" kern="1200" cap="none" spc="0" normalizeH="0" baseline="0" noProof="0" dirty="0">
                <a:ln>
                  <a:noFill/>
                </a:ln>
                <a:solidFill>
                  <a:sysClr val="windowText" lastClr="000000"/>
                </a:solidFill>
                <a:effectLst/>
                <a:uLnTx/>
                <a:uFillTx/>
                <a:latin typeface="Ubuntu"/>
                <a:ea typeface="+mn-ea"/>
                <a:cs typeface="+mn-cs"/>
              </a:rPr>
              <a:t>Badges</a:t>
            </a:r>
          </a:p>
        </p:txBody>
      </p:sp>
    </p:spTree>
    <p:extLst>
      <p:ext uri="{BB962C8B-B14F-4D97-AF65-F5344CB8AC3E}">
        <p14:creationId xmlns:p14="http://schemas.microsoft.com/office/powerpoint/2010/main" val="428446625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404812" y="1055853"/>
            <a:ext cx="5486400" cy="5677249"/>
          </a:xfrm>
        </p:spPr>
        <p:txBody>
          <a:bodyPr>
            <a:noAutofit/>
          </a:bodyPr>
          <a:lstStyle/>
          <a:p>
            <a:pPr lvl="1">
              <a:spcBef>
                <a:spcPts val="600"/>
              </a:spcBef>
            </a:pPr>
            <a:r>
              <a:rPr lang="en-US" sz="1200" dirty="0"/>
              <a:t>We will develop the </a:t>
            </a:r>
            <a:r>
              <a:rPr lang="en-US" sz="1200" b="1" dirty="0">
                <a:solidFill>
                  <a:schemeClr val="accent1"/>
                </a:solidFill>
              </a:rPr>
              <a:t>understanding of our target audience</a:t>
            </a:r>
          </a:p>
          <a:p>
            <a:pPr lvl="2">
              <a:spcBef>
                <a:spcPts val="600"/>
              </a:spcBef>
            </a:pPr>
            <a:r>
              <a:rPr lang="en-US" sz="1200" dirty="0"/>
              <a:t>By identifying segments and attributes to define our core group and a suitable product positioning that best communicates our value proposition to that core group.</a:t>
            </a:r>
          </a:p>
          <a:p>
            <a:pPr lvl="2">
              <a:spcBef>
                <a:spcPts val="600"/>
              </a:spcBef>
            </a:pPr>
            <a:r>
              <a:rPr lang="en-US" sz="1200" dirty="0"/>
              <a:t>Outlining our core group’s personas/ archetypes (a choice based on how much data and time we have)</a:t>
            </a:r>
          </a:p>
          <a:p>
            <a:pPr lvl="2">
              <a:spcBef>
                <a:spcPts val="600"/>
              </a:spcBef>
            </a:pPr>
            <a:r>
              <a:rPr lang="en-US" sz="1200" dirty="0"/>
              <a:t>Creating a mind map that will outline our target group’s likely journey when using our product/service/basket of offerings.</a:t>
            </a:r>
          </a:p>
          <a:p>
            <a:pPr lvl="1">
              <a:spcBef>
                <a:spcPts val="1200"/>
              </a:spcBef>
            </a:pPr>
            <a:r>
              <a:rPr lang="en-US" sz="1200" dirty="0"/>
              <a:t>Further develop the </a:t>
            </a:r>
            <a:r>
              <a:rPr lang="en-US" sz="1200" b="1" dirty="0">
                <a:solidFill>
                  <a:schemeClr val="accent1"/>
                </a:solidFill>
              </a:rPr>
              <a:t>definition of our product/service</a:t>
            </a:r>
            <a:r>
              <a:rPr lang="en-US" sz="1200" dirty="0"/>
              <a:t>, its functions and features, its key assets, how it might evolve through its lifecycle, and, if possible, identify complimentary services and </a:t>
            </a:r>
            <a:r>
              <a:rPr lang="en-US" sz="1200" b="1" dirty="0">
                <a:solidFill>
                  <a:schemeClr val="accent1"/>
                </a:solidFill>
              </a:rPr>
              <a:t>assortments of services</a:t>
            </a:r>
            <a:r>
              <a:rPr lang="en-US" sz="1200" dirty="0">
                <a:solidFill>
                  <a:schemeClr val="accent1"/>
                </a:solidFill>
              </a:rPr>
              <a:t> </a:t>
            </a:r>
            <a:r>
              <a:rPr lang="en-US" sz="1200" dirty="0"/>
              <a:t>it can be bundled with.</a:t>
            </a:r>
          </a:p>
          <a:p>
            <a:pPr lvl="1">
              <a:spcBef>
                <a:spcPts val="1200"/>
              </a:spcBef>
            </a:pPr>
            <a:r>
              <a:rPr lang="en-US" sz="1200" dirty="0"/>
              <a:t>Impact on existing portfolio (sales, brand)</a:t>
            </a:r>
          </a:p>
          <a:p>
            <a:pPr lvl="1">
              <a:spcBef>
                <a:spcPts val="1200"/>
              </a:spcBef>
            </a:pPr>
            <a:r>
              <a:rPr lang="en-US" sz="1200" dirty="0"/>
              <a:t>Make recommendations around the </a:t>
            </a:r>
            <a:r>
              <a:rPr lang="en-US" sz="1200" b="1" dirty="0">
                <a:solidFill>
                  <a:schemeClr val="accent1"/>
                </a:solidFill>
              </a:rPr>
              <a:t>pricing strategy* &amp; tactics</a:t>
            </a:r>
            <a:endParaRPr lang="en-US" sz="1200" b="1" dirty="0"/>
          </a:p>
          <a:p>
            <a:pPr lvl="2">
              <a:spcBef>
                <a:spcPts val="600"/>
              </a:spcBef>
            </a:pPr>
            <a:r>
              <a:rPr lang="en-US" sz="1200" dirty="0"/>
              <a:t>Evaluate  strategies like Freemium | Subscription tiers | One-Time Price | Psychological Pricing | Demand-Based</a:t>
            </a:r>
          </a:p>
          <a:p>
            <a:pPr lvl="1">
              <a:spcBef>
                <a:spcPts val="1200"/>
              </a:spcBef>
            </a:pPr>
            <a:r>
              <a:rPr lang="en-US" sz="1200" b="1" dirty="0">
                <a:solidFill>
                  <a:schemeClr val="accent1"/>
                </a:solidFill>
              </a:rPr>
              <a:t>Promotion</a:t>
            </a:r>
            <a:r>
              <a:rPr lang="en-US" sz="1200" dirty="0"/>
              <a:t> of the product/service will include content &amp; communications strategy, tactics, and channel strategy.</a:t>
            </a:r>
          </a:p>
          <a:p>
            <a:pPr lvl="2">
              <a:spcBef>
                <a:spcPts val="600"/>
              </a:spcBef>
            </a:pPr>
            <a:r>
              <a:rPr lang="en-US" sz="1200" dirty="0"/>
              <a:t>This will include brand messaging around the identified value proposition and positioning, a content disbursement roadmap, sample marketing collaterals, and key metrics to track</a:t>
            </a:r>
          </a:p>
          <a:p>
            <a:pPr lvl="1">
              <a:spcBef>
                <a:spcPts val="1200"/>
              </a:spcBef>
            </a:pPr>
            <a:r>
              <a:rPr lang="en-US" sz="1200" b="1" dirty="0">
                <a:solidFill>
                  <a:schemeClr val="accent1"/>
                </a:solidFill>
              </a:rPr>
              <a:t>Distribution Strategies</a:t>
            </a:r>
            <a:r>
              <a:rPr lang="en-US" sz="1200" dirty="0"/>
              <a:t> (direct versus hybrid; i.e., company-owned versus online-only retailers, omni-channel retailers, value-added resellers, partners, franchisees), goals, key metrics</a:t>
            </a:r>
          </a:p>
          <a:p>
            <a:pPr marL="88900" lvl="1" indent="0">
              <a:spcBef>
                <a:spcPts val="600"/>
              </a:spcBef>
              <a:buNone/>
            </a:pPr>
            <a:r>
              <a:rPr lang="en-US" sz="1200" dirty="0"/>
              <a:t>(*) </a:t>
            </a:r>
            <a:r>
              <a:rPr lang="en-US" sz="1000" dirty="0"/>
              <a:t>Exact price of each offering selected is NOT factored in at this point. This outcome can be revisited, if desired, once we zone in on our exact product/service offerings.</a:t>
            </a:r>
          </a:p>
        </p:txBody>
      </p:sp>
      <p:sp>
        <p:nvSpPr>
          <p:cNvPr id="2" name="Title 1"/>
          <p:cNvSpPr>
            <a:spLocks noGrp="1"/>
          </p:cNvSpPr>
          <p:nvPr>
            <p:ph type="title"/>
          </p:nvPr>
        </p:nvSpPr>
        <p:spPr>
          <a:xfrm>
            <a:off x="404813" y="388188"/>
            <a:ext cx="5486400" cy="716711"/>
          </a:xfrm>
        </p:spPr>
        <p:txBody>
          <a:bodyPr/>
          <a:lstStyle/>
          <a:p>
            <a:r>
              <a:rPr lang="en-US" sz="2400" dirty="0"/>
              <a:t>Step 2: GTM Strategy</a:t>
            </a:r>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l="10862" t="-126" r="30866" b="126"/>
          <a:stretch/>
        </p:blipFill>
        <p:spPr>
          <a:xfrm>
            <a:off x="6204012" y="-45720"/>
            <a:ext cx="6027908" cy="6903720"/>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3600000">
            <a:off x="3206158" y="0"/>
            <a:ext cx="9695699" cy="6858000"/>
          </a:xfrm>
          <a:prstGeom prst="rect">
            <a:avLst/>
          </a:prstGeom>
        </p:spPr>
      </p:pic>
      <p:grpSp>
        <p:nvGrpSpPr>
          <p:cNvPr id="11" name="Group 10"/>
          <p:cNvGrpSpPr/>
          <p:nvPr/>
        </p:nvGrpSpPr>
        <p:grpSpPr>
          <a:xfrm>
            <a:off x="7227070" y="205059"/>
            <a:ext cx="4754529" cy="6532268"/>
            <a:chOff x="7227070" y="205059"/>
            <a:chExt cx="4754529" cy="6532268"/>
          </a:xfrm>
        </p:grpSpPr>
        <p:grpSp>
          <p:nvGrpSpPr>
            <p:cNvPr id="6" name="Groupe 1">
              <a:extLst>
                <a:ext uri="{FF2B5EF4-FFF2-40B4-BE49-F238E27FC236}">
                  <a16:creationId xmlns:a16="http://schemas.microsoft.com/office/drawing/2014/main" id="{11A3E882-4152-49CC-A658-0BA2BD4CCF4E}"/>
                </a:ext>
              </a:extLst>
            </p:cNvPr>
            <p:cNvGrpSpPr>
              <a:grpSpLocks noChangeAspect="1"/>
            </p:cNvGrpSpPr>
            <p:nvPr/>
          </p:nvGrpSpPr>
          <p:grpSpPr>
            <a:xfrm>
              <a:off x="11562163" y="205059"/>
              <a:ext cx="419436" cy="388988"/>
              <a:chOff x="11501102" y="171573"/>
              <a:chExt cx="419436" cy="388988"/>
            </a:xfrm>
          </p:grpSpPr>
          <p:sp>
            <p:nvSpPr>
              <p:cNvPr id="7"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8"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9" name="Retângulo 43">
              <a:extLst>
                <a:ext uri="{FF2B5EF4-FFF2-40B4-BE49-F238E27FC236}">
                  <a16:creationId xmlns:a16="http://schemas.microsoft.com/office/drawing/2014/main" id="{5539996C-DD2A-49D6-AFB0-763FCB2EE440}"/>
                </a:ext>
              </a:extLst>
            </p:cNvPr>
            <p:cNvSpPr/>
            <p:nvPr/>
          </p:nvSpPr>
          <p:spPr>
            <a:xfrm>
              <a:off x="11744128" y="6517658"/>
              <a:ext cx="229263" cy="215444"/>
            </a:xfrm>
            <a:prstGeom prst="rect">
              <a:avLst/>
            </a:prstGeom>
          </p:spPr>
          <p:txBody>
            <a:bodyPr wrap="square" lIns="0" rIns="0">
              <a:spAutoFit/>
            </a:bodyPr>
            <a:lstStyle/>
            <a:p>
              <a:pPr algn="r"/>
              <a:r>
                <a:rPr lang="en-US" sz="800" dirty="0">
                  <a:solidFill>
                    <a:srgbClr val="A6A6A6"/>
                  </a:solidFill>
                  <a:latin typeface="Ubuntu" panose="020B0504030602030204" pitchFamily="34" charset="0"/>
                  <a:cs typeface="Arial" panose="020B0604020202020204" pitchFamily="34" charset="0"/>
                </a:rPr>
                <a:t>28</a:t>
              </a:r>
            </a:p>
          </p:txBody>
        </p:sp>
        <p:sp>
          <p:nvSpPr>
            <p:cNvPr id="10" name="Rectangle 27">
              <a:extLst>
                <a:ext uri="{FF2B5EF4-FFF2-40B4-BE49-F238E27FC236}">
                  <a16:creationId xmlns:a16="http://schemas.microsoft.com/office/drawing/2014/main" id="{01D50803-B26A-4936-A06C-6E086A6DD719}"/>
                </a:ext>
              </a:extLst>
            </p:cNvPr>
            <p:cNvSpPr/>
            <p:nvPr/>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rgbClr val="A6A6A6"/>
                  </a:solidFill>
                  <a:latin typeface="Ubuntu" panose="020B0504030602030204" pitchFamily="34" charset="0"/>
                  <a:cs typeface="Arial" panose="020B0604020202020204" pitchFamily="34" charset="0"/>
                </a:rPr>
                <a:t>Company Confidential © Capgemini Invent 2021. All rights reserved  |</a:t>
              </a:r>
            </a:p>
          </p:txBody>
        </p:sp>
      </p:grpSp>
    </p:spTree>
    <p:extLst>
      <p:ext uri="{BB962C8B-B14F-4D97-AF65-F5344CB8AC3E}">
        <p14:creationId xmlns:p14="http://schemas.microsoft.com/office/powerpoint/2010/main" val="317271365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Placeholder 3"/>
          <p:cNvSpPr>
            <a:spLocks noGrp="1"/>
          </p:cNvSpPr>
          <p:nvPr>
            <p:ph type="body" sz="quarter" idx="11"/>
          </p:nvPr>
        </p:nvSpPr>
        <p:spPr>
          <a:xfrm>
            <a:off x="404813" y="1085991"/>
            <a:ext cx="11379200" cy="457688"/>
          </a:xfrm>
        </p:spPr>
        <p:txBody>
          <a:bodyPr/>
          <a:lstStyle/>
          <a:p>
            <a:r>
              <a:rPr lang="en-US"/>
              <a:t>Sample Deliverables</a:t>
            </a:r>
          </a:p>
        </p:txBody>
      </p:sp>
      <p:sp>
        <p:nvSpPr>
          <p:cNvPr id="3" name="Title 2"/>
          <p:cNvSpPr>
            <a:spLocks noGrp="1"/>
          </p:cNvSpPr>
          <p:nvPr>
            <p:ph type="title"/>
          </p:nvPr>
        </p:nvSpPr>
        <p:spPr/>
        <p:txBody>
          <a:bodyPr/>
          <a:lstStyle/>
          <a:p>
            <a:r>
              <a:rPr lang="en-US" sz="2400" dirty="0"/>
              <a:t>Step 2: GTM Strategy </a:t>
            </a:r>
          </a:p>
        </p:txBody>
      </p:sp>
      <p:sp>
        <p:nvSpPr>
          <p:cNvPr id="5" name="Round Same Side Corner Rectangle 4"/>
          <p:cNvSpPr/>
          <p:nvPr/>
        </p:nvSpPr>
        <p:spPr>
          <a:xfrm>
            <a:off x="404813" y="1543679"/>
            <a:ext cx="6766560" cy="365760"/>
          </a:xfrm>
          <a:prstGeom prst="round2SameRect">
            <a:avLst>
              <a:gd name="adj1" fmla="val 31885"/>
              <a:gd name="adj2" fmla="val 0"/>
            </a:avLst>
          </a:prstGeom>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Representative image of a mind map - defines the customer journey</a:t>
            </a:r>
          </a:p>
        </p:txBody>
      </p:sp>
      <p:sp>
        <p:nvSpPr>
          <p:cNvPr id="6" name="Round Same Side Corner Rectangle 5"/>
          <p:cNvSpPr/>
          <p:nvPr/>
        </p:nvSpPr>
        <p:spPr>
          <a:xfrm>
            <a:off x="7212013" y="1543679"/>
            <a:ext cx="4572000" cy="365760"/>
          </a:xfrm>
          <a:prstGeom prst="round2SameRect">
            <a:avLst>
              <a:gd name="adj1" fmla="val 31885"/>
              <a:gd name="adj2" fmla="val 0"/>
            </a:avLst>
          </a:prstGeom>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Audience Archetype for Financial Services Company</a:t>
            </a:r>
          </a:p>
        </p:txBody>
      </p:sp>
      <p:sp>
        <p:nvSpPr>
          <p:cNvPr id="7" name="Rectangle 6"/>
          <p:cNvSpPr/>
          <p:nvPr/>
        </p:nvSpPr>
        <p:spPr>
          <a:xfrm>
            <a:off x="404813" y="1909438"/>
            <a:ext cx="6766560" cy="4312115"/>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sp>
        <p:nvSpPr>
          <p:cNvPr id="8" name="Rectangle 7"/>
          <p:cNvSpPr/>
          <p:nvPr/>
        </p:nvSpPr>
        <p:spPr>
          <a:xfrm>
            <a:off x="7212013" y="1909438"/>
            <a:ext cx="4572000" cy="1920240"/>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pic>
        <p:nvPicPr>
          <p:cNvPr id="9" name="Black and white portrait photo of a smiling child looking up and away" descr="Black and white portrait photo of a smiling child looking up and away">
            <a:extLst>
              <a:ext uri="{FF2B5EF4-FFF2-40B4-BE49-F238E27FC236}">
                <a16:creationId xmlns:a16="http://schemas.microsoft.com/office/drawing/2014/main" id="{F3074A09-5DE6-40DA-8326-555822E86722}"/>
              </a:ext>
            </a:extLst>
          </p:cNvPr>
          <p:cNvPicPr>
            <a:picLocks noChangeAspect="1"/>
          </p:cNvPicPr>
          <p:nvPr/>
        </p:nvPicPr>
        <p:blipFill rotWithShape="1">
          <a:blip r:embed="rId2" cstate="email">
            <a:extLst>
              <a:ext uri="{28A0092B-C50C-407E-A947-70E740481C1C}">
                <a14:useLocalDpi xmlns:a14="http://schemas.microsoft.com/office/drawing/2010/main"/>
              </a:ext>
            </a:extLst>
          </a:blip>
          <a:stretch/>
        </p:blipFill>
        <p:spPr>
          <a:xfrm>
            <a:off x="534060" y="2008095"/>
            <a:ext cx="6542257" cy="4023360"/>
          </a:xfrm>
          <a:prstGeom prst="rect">
            <a:avLst/>
          </a:prstGeom>
          <a:noFill/>
          <a:ln>
            <a:noFill/>
          </a:ln>
        </p:spPr>
      </p:pic>
      <p:sp>
        <p:nvSpPr>
          <p:cNvPr id="10" name="Round Same Side Corner Rectangle 9"/>
          <p:cNvSpPr/>
          <p:nvPr/>
        </p:nvSpPr>
        <p:spPr>
          <a:xfrm>
            <a:off x="7212013" y="3937380"/>
            <a:ext cx="4572000" cy="365760"/>
          </a:xfrm>
          <a:prstGeom prst="round2SameRect">
            <a:avLst>
              <a:gd name="adj1" fmla="val 31885"/>
              <a:gd name="adj2" fmla="val 0"/>
            </a:avLst>
          </a:prstGeom>
          <a:ln w="6350">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400" dirty="0"/>
              <a:t>Audience Segmentation for a Life Sciences Company</a:t>
            </a:r>
          </a:p>
        </p:txBody>
      </p:sp>
      <p:sp>
        <p:nvSpPr>
          <p:cNvPr id="11" name="Rectangle 10"/>
          <p:cNvSpPr/>
          <p:nvPr/>
        </p:nvSpPr>
        <p:spPr>
          <a:xfrm>
            <a:off x="7212013" y="4303139"/>
            <a:ext cx="4572000" cy="1920240"/>
          </a:xfrm>
          <a:prstGeom prst="rect">
            <a:avLst/>
          </a:prstGeom>
          <a:solidFill>
            <a:schemeClr val="bg1"/>
          </a:solidFill>
          <a:ln w="6350">
            <a:solidFill>
              <a:schemeClr val="bg1">
                <a:lumMod val="8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600" dirty="0" err="1"/>
          </a:p>
        </p:txBody>
      </p:sp>
      <p:pic>
        <p:nvPicPr>
          <p:cNvPr id="12" name="Black and white photo of three young children smiling" descr="Black and white photo of three young children smiling">
            <a:extLst>
              <a:ext uri="{FF2B5EF4-FFF2-40B4-BE49-F238E27FC236}">
                <a16:creationId xmlns:a16="http://schemas.microsoft.com/office/drawing/2014/main" id="{0C23313C-6E9E-444C-ACEF-E7AA7A7B44CA}"/>
              </a:ext>
            </a:extLst>
          </p:cNvPr>
          <p:cNvPicPr>
            <a:picLocks noChangeAspect="1"/>
          </p:cNvPicPr>
          <p:nvPr/>
        </p:nvPicPr>
        <p:blipFill>
          <a:blip r:embed="rId3" cstate="email">
            <a:extLst>
              <a:ext uri="{28A0092B-C50C-407E-A947-70E740481C1C}">
                <a14:useLocalDpi xmlns:a14="http://schemas.microsoft.com/office/drawing/2010/main"/>
              </a:ext>
            </a:extLst>
          </a:blip>
          <a:stretch>
            <a:fillRect/>
          </a:stretch>
        </p:blipFill>
        <p:spPr>
          <a:xfrm>
            <a:off x="8278453" y="1953017"/>
            <a:ext cx="2439121" cy="1833081"/>
          </a:xfrm>
          <a:prstGeom prst="rect">
            <a:avLst/>
          </a:prstGeom>
          <a:noFill/>
          <a:ln>
            <a:noFill/>
          </a:ln>
        </p:spPr>
      </p:pic>
      <p:pic>
        <p:nvPicPr>
          <p:cNvPr id="13" name="Black and white portrait photo of a smiling parent and their adult child touching foreheads" descr="Black and white portrait photo of a smiling parent and their adult child touching foreheads">
            <a:extLst>
              <a:ext uri="{FF2B5EF4-FFF2-40B4-BE49-F238E27FC236}">
                <a16:creationId xmlns:a16="http://schemas.microsoft.com/office/drawing/2014/main" id="{09E1846C-0CCB-4133-9EE5-5A281BB0DB71}"/>
              </a:ext>
            </a:extLst>
          </p:cNvPr>
          <p:cNvPicPr>
            <a:picLocks noChangeAspect="1"/>
          </p:cNvPicPr>
          <p:nvPr/>
        </p:nvPicPr>
        <p:blipFill>
          <a:blip r:embed="rId4" cstate="email">
            <a:extLst>
              <a:ext uri="{28A0092B-C50C-407E-A947-70E740481C1C}">
                <a14:useLocalDpi xmlns:a14="http://schemas.microsoft.com/office/drawing/2010/main"/>
              </a:ext>
            </a:extLst>
          </a:blip>
          <a:srcRect/>
          <a:stretch>
            <a:fillRect/>
          </a:stretch>
        </p:blipFill>
        <p:spPr>
          <a:xfrm>
            <a:off x="8278453" y="4380136"/>
            <a:ext cx="2412268" cy="1810908"/>
          </a:xfrm>
          <a:prstGeom prst="rect">
            <a:avLst/>
          </a:prstGeom>
          <a:ln w="25400">
            <a:noFill/>
          </a:ln>
        </p:spPr>
      </p:pic>
    </p:spTree>
    <p:extLst>
      <p:ext uri="{BB962C8B-B14F-4D97-AF65-F5344CB8AC3E}">
        <p14:creationId xmlns:p14="http://schemas.microsoft.com/office/powerpoint/2010/main" val="75475712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Placeholder 2"/>
          <p:cNvSpPr>
            <a:spLocks noGrp="1"/>
          </p:cNvSpPr>
          <p:nvPr>
            <p:ph type="body" sz="quarter" idx="10"/>
          </p:nvPr>
        </p:nvSpPr>
        <p:spPr>
          <a:xfrm>
            <a:off x="404812" y="1327150"/>
            <a:ext cx="5486400" cy="5142663"/>
          </a:xfrm>
        </p:spPr>
        <p:txBody>
          <a:bodyPr>
            <a:normAutofit/>
          </a:bodyPr>
          <a:lstStyle/>
          <a:p>
            <a:pPr lvl="1"/>
            <a:r>
              <a:rPr lang="en-US" sz="1600" dirty="0"/>
              <a:t>Recommendation roadmap that will outline </a:t>
            </a:r>
          </a:p>
          <a:p>
            <a:pPr lvl="2"/>
            <a:r>
              <a:rPr lang="en-US" sz="1400" dirty="0"/>
              <a:t>Vision</a:t>
            </a:r>
          </a:p>
          <a:p>
            <a:pPr lvl="2"/>
            <a:r>
              <a:rPr lang="en-US" sz="1400" dirty="0"/>
              <a:t>Direction</a:t>
            </a:r>
          </a:p>
          <a:p>
            <a:pPr lvl="2"/>
            <a:r>
              <a:rPr lang="en-US" sz="1400" dirty="0"/>
              <a:t>Priorities</a:t>
            </a:r>
          </a:p>
          <a:p>
            <a:pPr lvl="2"/>
            <a:r>
              <a:rPr lang="en-US" sz="1400" dirty="0"/>
              <a:t>Pricing changes</a:t>
            </a:r>
          </a:p>
          <a:p>
            <a:pPr lvl="2"/>
            <a:r>
              <a:rPr lang="en-US" sz="1400" dirty="0"/>
              <a:t>Product maturity over its lifecycle</a:t>
            </a:r>
          </a:p>
          <a:p>
            <a:pPr lvl="3"/>
            <a:r>
              <a:rPr lang="en-US" sz="1200" dirty="0"/>
              <a:t>Key metrics to track</a:t>
            </a:r>
          </a:p>
          <a:p>
            <a:pPr lvl="3"/>
            <a:r>
              <a:rPr lang="en-US" sz="1200" dirty="0"/>
              <a:t>Skillsets, tools, costs required to build product</a:t>
            </a:r>
          </a:p>
          <a:p>
            <a:pPr lvl="3"/>
            <a:r>
              <a:rPr lang="en-US" sz="1200" dirty="0"/>
              <a:t>Vendor partnerships (if there is an opportunity to consider)</a:t>
            </a:r>
          </a:p>
          <a:p>
            <a:pPr lvl="3"/>
            <a:r>
              <a:rPr lang="en-US" sz="1200" dirty="0"/>
              <a:t>High-fidelity product mock-ups</a:t>
            </a:r>
          </a:p>
        </p:txBody>
      </p:sp>
      <p:sp>
        <p:nvSpPr>
          <p:cNvPr id="2" name="Title 1"/>
          <p:cNvSpPr>
            <a:spLocks noGrp="1"/>
          </p:cNvSpPr>
          <p:nvPr>
            <p:ph type="title"/>
          </p:nvPr>
        </p:nvSpPr>
        <p:spPr>
          <a:xfrm>
            <a:off x="404813" y="388188"/>
            <a:ext cx="5486400" cy="716711"/>
          </a:xfrm>
        </p:spPr>
        <p:txBody>
          <a:bodyPr/>
          <a:lstStyle/>
          <a:p>
            <a:r>
              <a:rPr lang="en-US" sz="2400"/>
              <a:t>Step 3: Concept Design &amp; Product Roadmap</a:t>
            </a:r>
          </a:p>
        </p:txBody>
      </p:sp>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l="9800" r="31991"/>
          <a:stretch/>
        </p:blipFill>
        <p:spPr>
          <a:xfrm>
            <a:off x="6204012" y="0"/>
            <a:ext cx="5987988" cy="6858000"/>
          </a:xfrm>
          <a:prstGeom prst="rect">
            <a:avLst/>
          </a:prstGeom>
        </p:spPr>
      </p:pic>
      <p:pic>
        <p:nvPicPr>
          <p:cNvPr id="5" name="Picture 4"/>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rot="3600000">
            <a:off x="3206158" y="0"/>
            <a:ext cx="9695699" cy="6858000"/>
          </a:xfrm>
          <a:prstGeom prst="rect">
            <a:avLst/>
          </a:prstGeom>
        </p:spPr>
      </p:pic>
      <p:grpSp>
        <p:nvGrpSpPr>
          <p:cNvPr id="11" name="Group 10"/>
          <p:cNvGrpSpPr/>
          <p:nvPr/>
        </p:nvGrpSpPr>
        <p:grpSpPr>
          <a:xfrm>
            <a:off x="7227070" y="205059"/>
            <a:ext cx="4754529" cy="6532268"/>
            <a:chOff x="7227070" y="205059"/>
            <a:chExt cx="4754529" cy="6532268"/>
          </a:xfrm>
        </p:grpSpPr>
        <p:grpSp>
          <p:nvGrpSpPr>
            <p:cNvPr id="6" name="Groupe 1">
              <a:extLst>
                <a:ext uri="{FF2B5EF4-FFF2-40B4-BE49-F238E27FC236}">
                  <a16:creationId xmlns:a16="http://schemas.microsoft.com/office/drawing/2014/main" id="{11A3E882-4152-49CC-A658-0BA2BD4CCF4E}"/>
                </a:ext>
              </a:extLst>
            </p:cNvPr>
            <p:cNvGrpSpPr>
              <a:grpSpLocks noChangeAspect="1"/>
            </p:cNvGrpSpPr>
            <p:nvPr/>
          </p:nvGrpSpPr>
          <p:grpSpPr>
            <a:xfrm>
              <a:off x="11562163" y="205059"/>
              <a:ext cx="419436" cy="388988"/>
              <a:chOff x="11501102" y="171573"/>
              <a:chExt cx="419436" cy="388988"/>
            </a:xfrm>
          </p:grpSpPr>
          <p:sp>
            <p:nvSpPr>
              <p:cNvPr id="7" name="Freeform 13">
                <a:extLst>
                  <a:ext uri="{FF2B5EF4-FFF2-40B4-BE49-F238E27FC236}">
                    <a16:creationId xmlns:a16="http://schemas.microsoft.com/office/drawing/2014/main" id="{7962C740-AA7F-4225-AF45-30CEC5D85747}"/>
                  </a:ext>
                </a:extLst>
              </p:cNvPr>
              <p:cNvSpPr>
                <a:spLocks/>
              </p:cNvSpPr>
              <p:nvPr userDrawn="1"/>
            </p:nvSpPr>
            <p:spPr bwMode="auto">
              <a:xfrm>
                <a:off x="11644642" y="334376"/>
                <a:ext cx="275896" cy="226185"/>
              </a:xfrm>
              <a:custGeom>
                <a:avLst/>
                <a:gdLst/>
                <a:ahLst/>
                <a:cxnLst>
                  <a:cxn ang="0">
                    <a:pos x="125" y="107"/>
                  </a:cxn>
                  <a:cxn ang="0">
                    <a:pos x="188" y="43"/>
                  </a:cxn>
                  <a:cxn ang="0">
                    <a:pos x="141" y="0"/>
                  </a:cxn>
                  <a:cxn ang="0">
                    <a:pos x="49" y="99"/>
                  </a:cxn>
                  <a:cxn ang="0">
                    <a:pos x="0" y="144"/>
                  </a:cxn>
                  <a:cxn ang="0">
                    <a:pos x="37" y="154"/>
                  </a:cxn>
                  <a:cxn ang="0">
                    <a:pos x="125" y="125"/>
                  </a:cxn>
                  <a:cxn ang="0">
                    <a:pos x="81" y="86"/>
                  </a:cxn>
                  <a:cxn ang="0">
                    <a:pos x="125" y="107"/>
                  </a:cxn>
                </a:cxnLst>
                <a:rect l="0" t="0" r="r" b="b"/>
                <a:pathLst>
                  <a:path w="188" h="154">
                    <a:moveTo>
                      <a:pt x="125" y="107"/>
                    </a:moveTo>
                    <a:cubicBezTo>
                      <a:pt x="160" y="107"/>
                      <a:pt x="188" y="78"/>
                      <a:pt x="188" y="43"/>
                    </a:cubicBezTo>
                    <a:cubicBezTo>
                      <a:pt x="186" y="28"/>
                      <a:pt x="181" y="0"/>
                      <a:pt x="141" y="0"/>
                    </a:cubicBezTo>
                    <a:cubicBezTo>
                      <a:pt x="99" y="0"/>
                      <a:pt x="84" y="60"/>
                      <a:pt x="49" y="99"/>
                    </a:cubicBezTo>
                    <a:cubicBezTo>
                      <a:pt x="47" y="121"/>
                      <a:pt x="26" y="140"/>
                      <a:pt x="0" y="144"/>
                    </a:cubicBezTo>
                    <a:cubicBezTo>
                      <a:pt x="6" y="150"/>
                      <a:pt x="20" y="154"/>
                      <a:pt x="37" y="154"/>
                    </a:cubicBezTo>
                    <a:cubicBezTo>
                      <a:pt x="68" y="154"/>
                      <a:pt x="106" y="145"/>
                      <a:pt x="125" y="125"/>
                    </a:cubicBezTo>
                    <a:cubicBezTo>
                      <a:pt x="99" y="126"/>
                      <a:pt x="82" y="109"/>
                      <a:pt x="81" y="86"/>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8" name="Freeform 14">
                <a:extLst>
                  <a:ext uri="{FF2B5EF4-FFF2-40B4-BE49-F238E27FC236}">
                    <a16:creationId xmlns:a16="http://schemas.microsoft.com/office/drawing/2014/main" id="{8B6BE8F3-0248-42CC-8053-5B10FA1A6457}"/>
                  </a:ext>
                </a:extLst>
              </p:cNvPr>
              <p:cNvSpPr>
                <a:spLocks/>
              </p:cNvSpPr>
              <p:nvPr userDrawn="1"/>
            </p:nvSpPr>
            <p:spPr bwMode="auto">
              <a:xfrm>
                <a:off x="11501102" y="171573"/>
                <a:ext cx="419436" cy="356676"/>
              </a:xfrm>
              <a:custGeom>
                <a:avLst/>
                <a:gdLst/>
                <a:ahLst/>
                <a:cxnLst>
                  <a:cxn ang="0">
                    <a:pos x="286" y="152"/>
                  </a:cxn>
                  <a:cxn ang="0">
                    <a:pos x="237" y="51"/>
                  </a:cxn>
                  <a:cxn ang="0">
                    <a:pos x="160" y="3"/>
                  </a:cxn>
                  <a:cxn ang="0">
                    <a:pos x="153" y="0"/>
                  </a:cxn>
                  <a:cxn ang="0">
                    <a:pos x="153" y="0"/>
                  </a:cxn>
                  <a:cxn ang="0">
                    <a:pos x="0" y="158"/>
                  </a:cxn>
                  <a:cxn ang="0">
                    <a:pos x="53" y="236"/>
                  </a:cxn>
                  <a:cxn ang="0">
                    <a:pos x="107" y="237"/>
                  </a:cxn>
                  <a:cxn ang="0">
                    <a:pos x="147" y="210"/>
                  </a:cxn>
                  <a:cxn ang="0">
                    <a:pos x="239" y="111"/>
                  </a:cxn>
                  <a:cxn ang="0">
                    <a:pos x="286" y="154"/>
                  </a:cxn>
                  <a:cxn ang="0">
                    <a:pos x="286" y="152"/>
                  </a:cxn>
                </a:cxnLst>
                <a:rect l="0" t="0" r="r" b="b"/>
                <a:pathLst>
                  <a:path w="286" h="243">
                    <a:moveTo>
                      <a:pt x="286" y="152"/>
                    </a:moveTo>
                    <a:cubicBezTo>
                      <a:pt x="286" y="112"/>
                      <a:pt x="266" y="78"/>
                      <a:pt x="237" y="51"/>
                    </a:cubicBezTo>
                    <a:cubicBezTo>
                      <a:pt x="215" y="30"/>
                      <a:pt x="188" y="15"/>
                      <a:pt x="160" y="3"/>
                    </a:cubicBezTo>
                    <a:cubicBezTo>
                      <a:pt x="158" y="2"/>
                      <a:pt x="156" y="1"/>
                      <a:pt x="153" y="0"/>
                    </a:cubicBezTo>
                    <a:cubicBezTo>
                      <a:pt x="153" y="0"/>
                      <a:pt x="153" y="0"/>
                      <a:pt x="153" y="0"/>
                    </a:cubicBezTo>
                    <a:cubicBezTo>
                      <a:pt x="119" y="41"/>
                      <a:pt x="0" y="72"/>
                      <a:pt x="0" y="158"/>
                    </a:cubicBezTo>
                    <a:cubicBezTo>
                      <a:pt x="0" y="192"/>
                      <a:pt x="21" y="224"/>
                      <a:pt x="53" y="236"/>
                    </a:cubicBezTo>
                    <a:cubicBezTo>
                      <a:pt x="71" y="243"/>
                      <a:pt x="89" y="243"/>
                      <a:pt x="107" y="237"/>
                    </a:cubicBezTo>
                    <a:cubicBezTo>
                      <a:pt x="123" y="232"/>
                      <a:pt x="136" y="222"/>
                      <a:pt x="147" y="210"/>
                    </a:cubicBezTo>
                    <a:cubicBezTo>
                      <a:pt x="182" y="171"/>
                      <a:pt x="197" y="111"/>
                      <a:pt x="239" y="111"/>
                    </a:cubicBezTo>
                    <a:cubicBezTo>
                      <a:pt x="279" y="111"/>
                      <a:pt x="284" y="139"/>
                      <a:pt x="286" y="154"/>
                    </a:cubicBezTo>
                    <a:cubicBezTo>
                      <a:pt x="286" y="154"/>
                      <a:pt x="286"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endParaRPr lang="en-GB" dirty="0"/>
              </a:p>
            </p:txBody>
          </p:sp>
        </p:grpSp>
        <p:sp>
          <p:nvSpPr>
            <p:cNvPr id="9" name="Retângulo 43">
              <a:extLst>
                <a:ext uri="{FF2B5EF4-FFF2-40B4-BE49-F238E27FC236}">
                  <a16:creationId xmlns:a16="http://schemas.microsoft.com/office/drawing/2014/main" id="{5539996C-DD2A-49D6-AFB0-763FCB2EE440}"/>
                </a:ext>
              </a:extLst>
            </p:cNvPr>
            <p:cNvSpPr/>
            <p:nvPr/>
          </p:nvSpPr>
          <p:spPr>
            <a:xfrm>
              <a:off x="11744128" y="6517658"/>
              <a:ext cx="229263" cy="215444"/>
            </a:xfrm>
            <a:prstGeom prst="rect">
              <a:avLst/>
            </a:prstGeom>
          </p:spPr>
          <p:txBody>
            <a:bodyPr wrap="square" lIns="0" rIns="0">
              <a:spAutoFit/>
            </a:bodyPr>
            <a:lstStyle/>
            <a:p>
              <a:pPr algn="r"/>
              <a:r>
                <a:rPr lang="en-US" sz="800" dirty="0">
                  <a:solidFill>
                    <a:srgbClr val="A6A6A6"/>
                  </a:solidFill>
                  <a:latin typeface="Ubuntu" panose="020B0504030602030204" pitchFamily="34" charset="0"/>
                  <a:cs typeface="Arial" panose="020B0604020202020204" pitchFamily="34" charset="0"/>
                </a:rPr>
                <a:t>31</a:t>
              </a:r>
            </a:p>
          </p:txBody>
        </p:sp>
        <p:sp>
          <p:nvSpPr>
            <p:cNvPr id="10" name="Rectangle 27">
              <a:extLst>
                <a:ext uri="{FF2B5EF4-FFF2-40B4-BE49-F238E27FC236}">
                  <a16:creationId xmlns:a16="http://schemas.microsoft.com/office/drawing/2014/main" id="{01D50803-B26A-4936-A06C-6E086A6DD719}"/>
                </a:ext>
              </a:extLst>
            </p:cNvPr>
            <p:cNvSpPr/>
            <p:nvPr/>
          </p:nvSpPr>
          <p:spPr>
            <a:xfrm>
              <a:off x="7227070" y="6517871"/>
              <a:ext cx="4532162" cy="219456"/>
            </a:xfrm>
            <a:prstGeom prst="rect">
              <a:avLst/>
            </a:prstGeom>
          </p:spPr>
          <p:txBody>
            <a:bodyPr wrap="square" lIns="0" tIns="0" rIns="0" bIns="0" anchor="ctr" anchorCtr="0">
              <a:noAutofit/>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700" dirty="0">
                  <a:solidFill>
                    <a:srgbClr val="A6A6A6"/>
                  </a:solidFill>
                  <a:latin typeface="Ubuntu" panose="020B0504030602030204" pitchFamily="34" charset="0"/>
                  <a:cs typeface="Arial" panose="020B0604020202020204" pitchFamily="34" charset="0"/>
                </a:rPr>
                <a:t>Company Confidential © Capgemini Invent 2021. All rights reserved  |</a:t>
              </a:r>
            </a:p>
          </p:txBody>
        </p:sp>
      </p:grpSp>
    </p:spTree>
    <p:extLst>
      <p:ext uri="{BB962C8B-B14F-4D97-AF65-F5344CB8AC3E}">
        <p14:creationId xmlns:p14="http://schemas.microsoft.com/office/powerpoint/2010/main" val="16255422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A8FB6EE-6286-4395-AB55-DF63AF19E91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5" name="Object 4" hidden="1">
                        <a:extLst>
                          <a:ext uri="{FF2B5EF4-FFF2-40B4-BE49-F238E27FC236}">
                            <a16:creationId xmlns:a16="http://schemas.microsoft.com/office/drawing/2014/main" id="{9A8FB6EE-6286-4395-AB55-DF63AF19E91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Placeholder 4">
            <a:extLst>
              <a:ext uri="{FF2B5EF4-FFF2-40B4-BE49-F238E27FC236}">
                <a16:creationId xmlns:a16="http://schemas.microsoft.com/office/drawing/2014/main" id="{6DF15A65-A3F1-4FA2-83DD-D4A4CDA71627}"/>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1" y="3"/>
            <a:ext cx="8231744" cy="6858000"/>
          </a:xfrm>
          <a:prstGeom prst="rect">
            <a:avLst/>
          </a:prstGeom>
        </p:spPr>
      </p:pic>
      <p:sp>
        <p:nvSpPr>
          <p:cNvPr id="7" name="Rectangle 6">
            <a:extLst>
              <a:ext uri="{FF2B5EF4-FFF2-40B4-BE49-F238E27FC236}">
                <a16:creationId xmlns:a16="http://schemas.microsoft.com/office/drawing/2014/main" id="{A8CA76A9-4D96-47CF-AF05-9E79B860C5C7}"/>
              </a:ext>
            </a:extLst>
          </p:cNvPr>
          <p:cNvSpPr/>
          <p:nvPr/>
        </p:nvSpPr>
        <p:spPr>
          <a:xfrm>
            <a:off x="7040501" y="991122"/>
            <a:ext cx="3728836" cy="48757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dirty="0">
              <a:ln>
                <a:noFill/>
              </a:ln>
              <a:solidFill>
                <a:srgbClr val="FFFFFF"/>
              </a:solidFill>
              <a:effectLst/>
              <a:uLnTx/>
              <a:uFillTx/>
              <a:latin typeface="Verdana"/>
              <a:ea typeface="+mn-ea"/>
              <a:cs typeface="+mn-cs"/>
            </a:endParaRPr>
          </a:p>
        </p:txBody>
      </p:sp>
      <p:grpSp>
        <p:nvGrpSpPr>
          <p:cNvPr id="8" name="Group 7">
            <a:extLst>
              <a:ext uri="{FF2B5EF4-FFF2-40B4-BE49-F238E27FC236}">
                <a16:creationId xmlns:a16="http://schemas.microsoft.com/office/drawing/2014/main" id="{FC0CB7E8-294B-4B0D-B3A9-2C71FACD68A6}"/>
              </a:ext>
            </a:extLst>
          </p:cNvPr>
          <p:cNvGrpSpPr/>
          <p:nvPr/>
        </p:nvGrpSpPr>
        <p:grpSpPr>
          <a:xfrm>
            <a:off x="7375937" y="1997490"/>
            <a:ext cx="3057963" cy="1923373"/>
            <a:chOff x="1554971" y="7375090"/>
            <a:chExt cx="4586945" cy="2885057"/>
          </a:xfrm>
        </p:grpSpPr>
        <p:sp>
          <p:nvSpPr>
            <p:cNvPr id="9" name="TextBox 8">
              <a:extLst>
                <a:ext uri="{FF2B5EF4-FFF2-40B4-BE49-F238E27FC236}">
                  <a16:creationId xmlns:a16="http://schemas.microsoft.com/office/drawing/2014/main" id="{3BAC70AA-7009-4754-99EA-D972E6CB200A}"/>
                </a:ext>
              </a:extLst>
            </p:cNvPr>
            <p:cNvSpPr txBox="1"/>
            <p:nvPr/>
          </p:nvSpPr>
          <p:spPr>
            <a:xfrm>
              <a:off x="1554971" y="9198319"/>
              <a:ext cx="4586945" cy="1061828"/>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solidFill>
                    <a:srgbClr val="FFFFFF"/>
                  </a:solidFill>
                  <a:latin typeface="Montserrat Semi" charset="0"/>
                  <a:ea typeface="Montserrat Semi" charset="0"/>
                  <a:cs typeface="Montserrat Semi" charset="0"/>
                </a:rPr>
                <a:t>KEY ASSUMPTIONS AND RISKS</a:t>
              </a:r>
              <a:r>
                <a:rPr kumimoji="0" lang="en-US" sz="2000" b="1" i="0" u="none" strike="noStrike" kern="1200" cap="none" spc="0" normalizeH="0" baseline="0" noProof="0" dirty="0">
                  <a:ln>
                    <a:noFill/>
                  </a:ln>
                  <a:solidFill>
                    <a:srgbClr val="FFFFFF"/>
                  </a:solidFill>
                  <a:effectLst/>
                  <a:uLnTx/>
                  <a:uFillTx/>
                  <a:latin typeface="Montserrat Semi" charset="0"/>
                  <a:ea typeface="Montserrat Semi" charset="0"/>
                  <a:cs typeface="Montserrat Semi" charset="0"/>
                </a:rPr>
                <a:t> </a:t>
              </a:r>
            </a:p>
          </p:txBody>
        </p:sp>
        <p:sp>
          <p:nvSpPr>
            <p:cNvPr id="10" name="Text Placeholder 33">
              <a:extLst>
                <a:ext uri="{FF2B5EF4-FFF2-40B4-BE49-F238E27FC236}">
                  <a16:creationId xmlns:a16="http://schemas.microsoft.com/office/drawing/2014/main" id="{00BE7F72-FB4A-4264-B914-AD0A0AE019AE}"/>
                </a:ext>
              </a:extLst>
            </p:cNvPr>
            <p:cNvSpPr txBox="1">
              <a:spLocks/>
            </p:cNvSpPr>
            <p:nvPr/>
          </p:nvSpPr>
          <p:spPr>
            <a:xfrm>
              <a:off x="3199460" y="7375090"/>
              <a:ext cx="1817555" cy="926390"/>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AU" sz="6600" b="0" i="0" u="none" strike="noStrike" kern="1200" cap="none" spc="0" normalizeH="0" baseline="0" noProof="0" dirty="0">
                  <a:ln>
                    <a:noFill/>
                  </a:ln>
                  <a:solidFill>
                    <a:srgbClr val="FFFFFF"/>
                  </a:solidFill>
                  <a:effectLst/>
                  <a:uLnTx/>
                  <a:uFillTx/>
                  <a:latin typeface="Lato Light"/>
                  <a:ea typeface="+mn-ea"/>
                  <a:cs typeface="Lato Light"/>
                </a:rPr>
                <a:t>04</a:t>
              </a:r>
            </a:p>
          </p:txBody>
        </p:sp>
      </p:grpSp>
    </p:spTree>
    <p:extLst>
      <p:ext uri="{BB962C8B-B14F-4D97-AF65-F5344CB8AC3E}">
        <p14:creationId xmlns:p14="http://schemas.microsoft.com/office/powerpoint/2010/main" val="235772887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z="2800" dirty="0"/>
              <a:t>Assumptions</a:t>
            </a:r>
          </a:p>
        </p:txBody>
      </p:sp>
      <p:graphicFrame>
        <p:nvGraphicFramePr>
          <p:cNvPr id="25" name="Table 24">
            <a:extLst>
              <a:ext uri="{FF2B5EF4-FFF2-40B4-BE49-F238E27FC236}">
                <a16:creationId xmlns:a16="http://schemas.microsoft.com/office/drawing/2014/main" id="{915B139A-312D-44B9-BEDA-D03376B931D1}"/>
              </a:ext>
            </a:extLst>
          </p:cNvPr>
          <p:cNvGraphicFramePr>
            <a:graphicFrameLocks noGrp="1"/>
          </p:cNvGraphicFramePr>
          <p:nvPr>
            <p:extLst>
              <p:ext uri="{D42A27DB-BD31-4B8C-83A1-F6EECF244321}">
                <p14:modId xmlns:p14="http://schemas.microsoft.com/office/powerpoint/2010/main" val="36690522"/>
              </p:ext>
            </p:extLst>
          </p:nvPr>
        </p:nvGraphicFramePr>
        <p:xfrm>
          <a:off x="446087" y="1104900"/>
          <a:ext cx="11326814" cy="5052862"/>
        </p:xfrm>
        <a:graphic>
          <a:graphicData uri="http://schemas.openxmlformats.org/drawingml/2006/table">
            <a:tbl>
              <a:tblPr>
                <a:tableStyleId>{5C22544A-7EE6-4342-B048-85BDC9FD1C3A}</a:tableStyleId>
              </a:tblPr>
              <a:tblGrid>
                <a:gridCol w="2285238">
                  <a:extLst>
                    <a:ext uri="{9D8B030D-6E8A-4147-A177-3AD203B41FA5}">
                      <a16:colId xmlns:a16="http://schemas.microsoft.com/office/drawing/2014/main" val="20000"/>
                    </a:ext>
                  </a:extLst>
                </a:gridCol>
                <a:gridCol w="9041576">
                  <a:extLst>
                    <a:ext uri="{9D8B030D-6E8A-4147-A177-3AD203B41FA5}">
                      <a16:colId xmlns:a16="http://schemas.microsoft.com/office/drawing/2014/main" val="20001"/>
                    </a:ext>
                  </a:extLst>
                </a:gridCol>
              </a:tblGrid>
              <a:tr h="516351">
                <a:tc>
                  <a:txBody>
                    <a:bodyPr/>
                    <a:lstStyle/>
                    <a:p>
                      <a:pPr marL="0" marR="0" algn="ctr">
                        <a:spcBef>
                          <a:spcPts val="0"/>
                        </a:spcBef>
                        <a:spcAft>
                          <a:spcPts val="0"/>
                        </a:spcAft>
                      </a:pPr>
                      <a:r>
                        <a:rPr lang="en-US" sz="1200" b="1" dirty="0">
                          <a:solidFill>
                            <a:schemeClr val="bg1"/>
                          </a:solidFill>
                          <a:effectLst/>
                          <a:latin typeface="+mj-lt"/>
                          <a:ea typeface="Arial" panose="020B0604020202020204" pitchFamily="34" charset="0"/>
                          <a:cs typeface="Times New Roman" panose="02020603050405020304" pitchFamily="18" charset="0"/>
                        </a:rPr>
                        <a:t>Project Execution</a:t>
                      </a:r>
                    </a:p>
                  </a:txBody>
                  <a:tcPr marL="64008"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1"/>
                    </a:solidFill>
                  </a:tcPr>
                </a:tc>
                <a:tc>
                  <a:txBody>
                    <a:bodyPr/>
                    <a:lstStyle/>
                    <a:p>
                      <a:pPr marL="0" marR="0" lvl="0" indent="0" algn="l">
                        <a:spcBef>
                          <a:spcPts val="0"/>
                        </a:spcBef>
                        <a:spcAft>
                          <a:spcPts val="0"/>
                        </a:spcAft>
                        <a:buClr>
                          <a:schemeClr val="tx2"/>
                        </a:buClr>
                        <a:buFont typeface="Wingdings" panose="05000000000000000000" pitchFamily="2" charset="2"/>
                        <a:buNone/>
                        <a:tabLst/>
                      </a:pPr>
                      <a:r>
                        <a:rPr lang="en-IN" sz="1200" b="0" dirty="0">
                          <a:solidFill>
                            <a:schemeClr val="tx1"/>
                          </a:solidFill>
                          <a:effectLst/>
                          <a:latin typeface="+mj-lt"/>
                          <a:ea typeface="Times New Roman" panose="02020603050405020304" pitchFamily="18" charset="0"/>
                          <a:cs typeface="Wingdings" panose="05000000000000000000" pitchFamily="2" charset="2"/>
                        </a:rPr>
                        <a:t>The project would be executed remotely or with limited in person discussion due to the ongoing covid-19 pandemic. </a:t>
                      </a:r>
                    </a:p>
                  </a:txBody>
                  <a:tcPr marL="182880"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1"/>
                  </a:ext>
                </a:extLst>
              </a:tr>
              <a:tr h="700762">
                <a:tc>
                  <a:txBody>
                    <a:bodyPr/>
                    <a:lstStyle/>
                    <a:p>
                      <a:pPr marL="0" marR="0" algn="ctr">
                        <a:spcBef>
                          <a:spcPts val="0"/>
                        </a:spcBef>
                        <a:spcAft>
                          <a:spcPts val="0"/>
                        </a:spcAft>
                      </a:pPr>
                      <a:r>
                        <a:rPr lang="en-US" sz="1200" b="1" dirty="0">
                          <a:solidFill>
                            <a:schemeClr val="bg1"/>
                          </a:solidFill>
                          <a:effectLst/>
                          <a:latin typeface="+mj-lt"/>
                          <a:ea typeface="Arial" panose="020B0604020202020204" pitchFamily="34" charset="0"/>
                          <a:cs typeface="Times New Roman" panose="02020603050405020304" pitchFamily="18" charset="0"/>
                        </a:rPr>
                        <a:t>Stakeholders Availability</a:t>
                      </a:r>
                    </a:p>
                  </a:txBody>
                  <a:tcPr marL="64008"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1"/>
                    </a:solidFill>
                  </a:tcPr>
                </a:tc>
                <a:tc>
                  <a:txBody>
                    <a:bodyPr/>
                    <a:lstStyle/>
                    <a:p>
                      <a:pPr marL="0" marR="0" lvl="0" indent="0" algn="l">
                        <a:spcBef>
                          <a:spcPts val="0"/>
                        </a:spcBef>
                        <a:spcAft>
                          <a:spcPts val="0"/>
                        </a:spcAft>
                        <a:buClr>
                          <a:schemeClr val="tx2"/>
                        </a:buClr>
                        <a:buFont typeface="Wingdings" panose="05000000000000000000" pitchFamily="2" charset="2"/>
                        <a:buNone/>
                        <a:tabLst/>
                      </a:pPr>
                      <a:r>
                        <a:rPr lang="en-IN" sz="1200" b="0" dirty="0">
                          <a:solidFill>
                            <a:schemeClr val="tx1"/>
                          </a:solidFill>
                          <a:effectLst/>
                          <a:latin typeface="+mj-lt"/>
                          <a:ea typeface="Times New Roman" panose="02020603050405020304" pitchFamily="18" charset="0"/>
                          <a:cs typeface="Wingdings" panose="05000000000000000000" pitchFamily="2" charset="2"/>
                        </a:rPr>
                        <a:t>Daily Thanthi Group will ensure availability of internal stakeholders for interviews and workshops. They will help Capgemini team in scheduling the activities. Daily Thanthi will nominate a Transformation Program Manager who will in-turn bring other Business and technology SPOCs as relevant</a:t>
                      </a:r>
                    </a:p>
                  </a:txBody>
                  <a:tcPr marL="182880"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390864281"/>
                  </a:ext>
                </a:extLst>
              </a:tr>
              <a:tr h="516351">
                <a:tc>
                  <a:txBody>
                    <a:bodyPr/>
                    <a:lstStyle/>
                    <a:p>
                      <a:pPr marL="0" marR="0" algn="ctr">
                        <a:spcBef>
                          <a:spcPts val="0"/>
                        </a:spcBef>
                        <a:spcAft>
                          <a:spcPts val="0"/>
                        </a:spcAft>
                      </a:pPr>
                      <a:r>
                        <a:rPr lang="en-US" sz="1200" b="1" dirty="0">
                          <a:solidFill>
                            <a:schemeClr val="bg1"/>
                          </a:solidFill>
                          <a:effectLst/>
                          <a:latin typeface="+mj-lt"/>
                          <a:ea typeface="Arial" panose="020B0604020202020204" pitchFamily="34" charset="0"/>
                          <a:cs typeface="Times New Roman" panose="02020603050405020304" pitchFamily="18" charset="0"/>
                        </a:rPr>
                        <a:t>Interviews &amp; Workshops</a:t>
                      </a:r>
                    </a:p>
                  </a:txBody>
                  <a:tcPr marL="64008"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1"/>
                    </a:solidFill>
                  </a:tcPr>
                </a:tc>
                <a:tc>
                  <a:txBody>
                    <a:bodyPr/>
                    <a:lstStyle/>
                    <a:p>
                      <a:pPr marL="0" marR="0" lvl="0" indent="0" algn="l">
                        <a:spcBef>
                          <a:spcPts val="0"/>
                        </a:spcBef>
                        <a:spcAft>
                          <a:spcPts val="0"/>
                        </a:spcAft>
                        <a:buClr>
                          <a:schemeClr val="tx2"/>
                        </a:buClr>
                        <a:buFont typeface="Wingdings" panose="05000000000000000000" pitchFamily="2" charset="2"/>
                        <a:buNone/>
                        <a:tabLst/>
                      </a:pPr>
                      <a:r>
                        <a:rPr lang="en-IN" sz="1200" b="0" dirty="0">
                          <a:solidFill>
                            <a:schemeClr val="tx1"/>
                          </a:solidFill>
                          <a:effectLst/>
                          <a:latin typeface="+mj-lt"/>
                          <a:ea typeface="Times New Roman" panose="02020603050405020304" pitchFamily="18" charset="0"/>
                          <a:cs typeface="Wingdings" panose="05000000000000000000" pitchFamily="2" charset="2"/>
                        </a:rPr>
                        <a:t>Daily Thanthi Group will communicate to the interviewees/ participants/ stakeholders and ensure their availability as per the project schedule</a:t>
                      </a:r>
                    </a:p>
                  </a:txBody>
                  <a:tcPr marL="182880"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725132594"/>
                  </a:ext>
                </a:extLst>
              </a:tr>
              <a:tr h="516351">
                <a:tc>
                  <a:txBody>
                    <a:bodyPr/>
                    <a:lstStyle/>
                    <a:p>
                      <a:pPr marL="0" marR="0" algn="ctr">
                        <a:spcBef>
                          <a:spcPts val="0"/>
                        </a:spcBef>
                        <a:spcAft>
                          <a:spcPts val="0"/>
                        </a:spcAft>
                      </a:pPr>
                      <a:r>
                        <a:rPr lang="en-US" sz="1200" b="1" dirty="0">
                          <a:solidFill>
                            <a:schemeClr val="bg1"/>
                          </a:solidFill>
                          <a:effectLst/>
                          <a:latin typeface="+mj-lt"/>
                          <a:ea typeface="Arial" panose="020B0604020202020204" pitchFamily="34" charset="0"/>
                          <a:cs typeface="Times New Roman" panose="02020603050405020304" pitchFamily="18" charset="0"/>
                        </a:rPr>
                        <a:t>Deliverable Sign-off</a:t>
                      </a:r>
                    </a:p>
                  </a:txBody>
                  <a:tcPr marL="64008"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1"/>
                    </a:solidFill>
                  </a:tcPr>
                </a:tc>
                <a:tc>
                  <a:txBody>
                    <a:bodyPr/>
                    <a:lstStyle/>
                    <a:p>
                      <a:pPr marL="0" marR="0" lvl="0" indent="0" algn="l">
                        <a:spcBef>
                          <a:spcPts val="0"/>
                        </a:spcBef>
                        <a:spcAft>
                          <a:spcPts val="0"/>
                        </a:spcAft>
                        <a:buClr>
                          <a:schemeClr val="tx2"/>
                        </a:buClr>
                        <a:buFont typeface="Wingdings" panose="05000000000000000000" pitchFamily="2" charset="2"/>
                        <a:buNone/>
                        <a:tabLst/>
                      </a:pPr>
                      <a:r>
                        <a:rPr lang="en-IN" sz="1200" b="0" dirty="0">
                          <a:solidFill>
                            <a:schemeClr val="tx1"/>
                          </a:solidFill>
                          <a:effectLst/>
                          <a:latin typeface="+mj-lt"/>
                          <a:ea typeface="Times New Roman" panose="02020603050405020304" pitchFamily="18" charset="0"/>
                          <a:cs typeface="Wingdings" panose="05000000000000000000" pitchFamily="2" charset="2"/>
                        </a:rPr>
                        <a:t>Daily Thanthi Group will review and sign-off deliverables within 3 working days of submission. Deliverables will be deemed accepted if we do not receive any feedback within 3 working days of submission</a:t>
                      </a:r>
                    </a:p>
                  </a:txBody>
                  <a:tcPr marL="182880"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114308565"/>
                  </a:ext>
                </a:extLst>
              </a:tr>
              <a:tr h="1438405">
                <a:tc>
                  <a:txBody>
                    <a:bodyPr/>
                    <a:lstStyle/>
                    <a:p>
                      <a:pPr marL="0" marR="0" algn="ctr">
                        <a:spcBef>
                          <a:spcPts val="0"/>
                        </a:spcBef>
                        <a:spcAft>
                          <a:spcPts val="0"/>
                        </a:spcAft>
                      </a:pPr>
                      <a:r>
                        <a:rPr lang="en-US" sz="1200" b="1" dirty="0">
                          <a:solidFill>
                            <a:schemeClr val="bg1"/>
                          </a:solidFill>
                          <a:effectLst/>
                          <a:latin typeface="+mj-lt"/>
                          <a:ea typeface="Arial" panose="020B0604020202020204" pitchFamily="34" charset="0"/>
                          <a:cs typeface="Times New Roman" panose="02020603050405020304" pitchFamily="18" charset="0"/>
                        </a:rPr>
                        <a:t>Request for Data/ Information</a:t>
                      </a:r>
                    </a:p>
                  </a:txBody>
                  <a:tcPr marL="64008"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1"/>
                    </a:solidFill>
                  </a:tcPr>
                </a:tc>
                <a:tc>
                  <a:txBody>
                    <a:bodyPr/>
                    <a:lstStyle/>
                    <a:p>
                      <a:pPr marL="0" marR="0" lvl="0" indent="0" algn="l">
                        <a:spcBef>
                          <a:spcPts val="0"/>
                        </a:spcBef>
                        <a:spcAft>
                          <a:spcPts val="0"/>
                        </a:spcAft>
                        <a:buClr>
                          <a:schemeClr val="tx2"/>
                        </a:buClr>
                        <a:buFont typeface="Wingdings" panose="05000000000000000000" pitchFamily="2" charset="2"/>
                        <a:buNone/>
                        <a:tabLst/>
                      </a:pPr>
                      <a:r>
                        <a:rPr lang="en-IN" sz="1200" b="0" dirty="0">
                          <a:solidFill>
                            <a:schemeClr val="tx1"/>
                          </a:solidFill>
                          <a:effectLst/>
                          <a:latin typeface="+mj-lt"/>
                          <a:ea typeface="Times New Roman" panose="02020603050405020304" pitchFamily="18" charset="0"/>
                          <a:cs typeface="Wingdings" panose="05000000000000000000" pitchFamily="2" charset="2"/>
                        </a:rPr>
                        <a:t>Vision &amp; Business Objectives, Business Processes, IT landscape and other documents ready for consumption will be required at the start of the engagement will be provided by the DT team.</a:t>
                      </a:r>
                    </a:p>
                    <a:p>
                      <a:pPr marL="0" marR="0" lvl="0" indent="0" algn="l">
                        <a:spcBef>
                          <a:spcPts val="0"/>
                        </a:spcBef>
                        <a:spcAft>
                          <a:spcPts val="0"/>
                        </a:spcAft>
                        <a:buClr>
                          <a:schemeClr val="tx2"/>
                        </a:buClr>
                        <a:buFont typeface="Wingdings" panose="05000000000000000000" pitchFamily="2" charset="2"/>
                        <a:buNone/>
                        <a:tabLst/>
                      </a:pPr>
                      <a:r>
                        <a:rPr lang="en-IN" sz="1200" b="0" dirty="0">
                          <a:solidFill>
                            <a:schemeClr val="tx1"/>
                          </a:solidFill>
                          <a:effectLst/>
                          <a:latin typeface="+mj-lt"/>
                          <a:ea typeface="Times New Roman" panose="02020603050405020304" pitchFamily="18" charset="0"/>
                          <a:cs typeface="Wingdings" panose="05000000000000000000" pitchFamily="2" charset="2"/>
                        </a:rPr>
                        <a:t>DT Group will provide relevant data/information that will be needed for analysis and deliverables at the start of phase/ activity</a:t>
                      </a:r>
                    </a:p>
                    <a:p>
                      <a:pPr marL="0" marR="0" lvl="0" indent="0" algn="l">
                        <a:spcBef>
                          <a:spcPts val="0"/>
                        </a:spcBef>
                        <a:spcAft>
                          <a:spcPts val="0"/>
                        </a:spcAft>
                        <a:buClr>
                          <a:schemeClr val="tx2"/>
                        </a:buClr>
                        <a:buFont typeface="Wingdings" panose="05000000000000000000" pitchFamily="2" charset="2"/>
                        <a:buNone/>
                        <a:tabLst/>
                      </a:pPr>
                      <a:r>
                        <a:rPr lang="en-IN" sz="1200" b="0" dirty="0">
                          <a:solidFill>
                            <a:schemeClr val="tx1"/>
                          </a:solidFill>
                          <a:effectLst/>
                          <a:latin typeface="+mj-lt"/>
                          <a:ea typeface="Times New Roman" panose="02020603050405020304" pitchFamily="18" charset="0"/>
                          <a:cs typeface="Wingdings" panose="05000000000000000000" pitchFamily="2" charset="2"/>
                        </a:rPr>
                        <a:t>Requested inputs will be responded within decided timelines</a:t>
                      </a:r>
                    </a:p>
                    <a:p>
                      <a:pPr marL="0" marR="0" lvl="0" indent="0" algn="l">
                        <a:spcBef>
                          <a:spcPts val="0"/>
                        </a:spcBef>
                        <a:spcAft>
                          <a:spcPts val="0"/>
                        </a:spcAft>
                        <a:buClr>
                          <a:schemeClr val="tx2"/>
                        </a:buClr>
                        <a:buFont typeface="Wingdings" panose="05000000000000000000" pitchFamily="2" charset="2"/>
                        <a:buNone/>
                        <a:tabLst/>
                      </a:pPr>
                      <a:r>
                        <a:rPr lang="en-IN" sz="1200" b="0" dirty="0">
                          <a:solidFill>
                            <a:schemeClr val="tx1"/>
                          </a:solidFill>
                          <a:effectLst/>
                          <a:latin typeface="+mj-lt"/>
                          <a:ea typeface="Times New Roman" panose="02020603050405020304" pitchFamily="18" charset="0"/>
                          <a:cs typeface="Wingdings" panose="05000000000000000000" pitchFamily="2" charset="2"/>
                        </a:rPr>
                        <a:t>Any access to the environment to DT systems will be provided by the DT group.</a:t>
                      </a:r>
                    </a:p>
                    <a:p>
                      <a:pPr marL="0" marR="0" lvl="0" indent="0" algn="l">
                        <a:spcBef>
                          <a:spcPts val="0"/>
                        </a:spcBef>
                        <a:spcAft>
                          <a:spcPts val="0"/>
                        </a:spcAft>
                        <a:buClr>
                          <a:schemeClr val="tx2"/>
                        </a:buClr>
                        <a:buFont typeface="Wingdings" panose="05000000000000000000" pitchFamily="2" charset="2"/>
                        <a:buNone/>
                        <a:tabLst/>
                      </a:pPr>
                      <a:r>
                        <a:rPr lang="en-IN" sz="1200" b="0" dirty="0">
                          <a:solidFill>
                            <a:schemeClr val="tx1"/>
                          </a:solidFill>
                          <a:effectLst/>
                          <a:latin typeface="+mj-lt"/>
                          <a:ea typeface="Times New Roman" panose="02020603050405020304" pitchFamily="18" charset="0"/>
                          <a:cs typeface="Wingdings" panose="05000000000000000000" pitchFamily="2" charset="2"/>
                        </a:rPr>
                        <a:t>We will need data on current KPIs/ Cost/ production process/inventory management etc.. from DT Group</a:t>
                      </a:r>
                    </a:p>
                  </a:txBody>
                  <a:tcPr marL="182880"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4259354226"/>
                  </a:ext>
                </a:extLst>
              </a:tr>
              <a:tr h="516351">
                <a:tc>
                  <a:txBody>
                    <a:bodyPr/>
                    <a:lstStyle/>
                    <a:p>
                      <a:pPr marL="0" marR="0" algn="ctr">
                        <a:spcBef>
                          <a:spcPts val="0"/>
                        </a:spcBef>
                        <a:spcAft>
                          <a:spcPts val="0"/>
                        </a:spcAft>
                      </a:pPr>
                      <a:r>
                        <a:rPr lang="en-US" sz="1200" b="1" dirty="0">
                          <a:solidFill>
                            <a:schemeClr val="bg1"/>
                          </a:solidFill>
                          <a:effectLst/>
                          <a:latin typeface="+mj-lt"/>
                          <a:ea typeface="Arial" panose="020B0604020202020204" pitchFamily="34" charset="0"/>
                          <a:cs typeface="Times New Roman" panose="02020603050405020304" pitchFamily="18" charset="0"/>
                        </a:rPr>
                        <a:t>Status Meetings</a:t>
                      </a:r>
                    </a:p>
                  </a:txBody>
                  <a:tcPr marL="64008"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1"/>
                    </a:solidFill>
                  </a:tcPr>
                </a:tc>
                <a:tc>
                  <a:txBody>
                    <a:bodyPr/>
                    <a:lstStyle/>
                    <a:p>
                      <a:pPr marL="0" marR="0" lvl="0" indent="0" algn="l">
                        <a:spcBef>
                          <a:spcPts val="0"/>
                        </a:spcBef>
                        <a:spcAft>
                          <a:spcPts val="0"/>
                        </a:spcAft>
                        <a:buClr>
                          <a:schemeClr val="tx2"/>
                        </a:buClr>
                        <a:buFont typeface="Wingdings" panose="05000000000000000000" pitchFamily="2" charset="2"/>
                        <a:buNone/>
                        <a:tabLst/>
                      </a:pPr>
                      <a:r>
                        <a:rPr lang="en-IN" sz="1200" b="0" dirty="0">
                          <a:solidFill>
                            <a:schemeClr val="tx1"/>
                          </a:solidFill>
                          <a:effectLst/>
                          <a:latin typeface="+mj-lt"/>
                          <a:ea typeface="Times New Roman" panose="02020603050405020304" pitchFamily="18" charset="0"/>
                          <a:cs typeface="Wingdings" panose="05000000000000000000" pitchFamily="2" charset="2"/>
                        </a:rPr>
                        <a:t>Capgemini team will schedule regular status meetings, DT Group chosen participants are expected to attend and align for the status</a:t>
                      </a:r>
                    </a:p>
                  </a:txBody>
                  <a:tcPr marL="182880"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80425812"/>
                  </a:ext>
                </a:extLst>
              </a:tr>
              <a:tr h="331940">
                <a:tc>
                  <a:txBody>
                    <a:bodyPr/>
                    <a:lstStyle/>
                    <a:p>
                      <a:pPr marL="0" marR="0" algn="ctr">
                        <a:spcBef>
                          <a:spcPts val="0"/>
                        </a:spcBef>
                        <a:spcAft>
                          <a:spcPts val="0"/>
                        </a:spcAft>
                      </a:pPr>
                      <a:r>
                        <a:rPr lang="en-US" sz="1200" b="1" dirty="0">
                          <a:solidFill>
                            <a:schemeClr val="bg1"/>
                          </a:solidFill>
                          <a:effectLst/>
                          <a:latin typeface="+mj-lt"/>
                          <a:ea typeface="Arial" panose="020B0604020202020204" pitchFamily="34" charset="0"/>
                          <a:cs typeface="Times New Roman" panose="02020603050405020304" pitchFamily="18" charset="0"/>
                        </a:rPr>
                        <a:t>Business Impact</a:t>
                      </a:r>
                    </a:p>
                  </a:txBody>
                  <a:tcPr marL="64008"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1"/>
                    </a:solidFill>
                  </a:tcPr>
                </a:tc>
                <a:tc>
                  <a:txBody>
                    <a:bodyPr/>
                    <a:lstStyle/>
                    <a:p>
                      <a:pPr marL="0" marR="0" lvl="0" indent="0" algn="l">
                        <a:spcBef>
                          <a:spcPts val="0"/>
                        </a:spcBef>
                        <a:spcAft>
                          <a:spcPts val="0"/>
                        </a:spcAft>
                        <a:buClr>
                          <a:schemeClr val="tx2"/>
                        </a:buClr>
                        <a:buFont typeface="Wingdings" panose="05000000000000000000" pitchFamily="2" charset="2"/>
                        <a:buNone/>
                        <a:tabLst/>
                      </a:pPr>
                      <a:r>
                        <a:rPr lang="en-IN" sz="1200" b="0" dirty="0">
                          <a:solidFill>
                            <a:schemeClr val="tx1"/>
                          </a:solidFill>
                          <a:effectLst/>
                          <a:latin typeface="+mj-lt"/>
                          <a:ea typeface="Times New Roman" panose="02020603050405020304" pitchFamily="18" charset="0"/>
                          <a:cs typeface="Wingdings" panose="05000000000000000000" pitchFamily="2" charset="2"/>
                        </a:rPr>
                        <a:t>Business Impact is the view of the benefits are from a stakeholder point of view</a:t>
                      </a:r>
                    </a:p>
                  </a:txBody>
                  <a:tcPr marL="182880"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584951396"/>
                  </a:ext>
                </a:extLst>
              </a:tr>
              <a:tr h="516351">
                <a:tc>
                  <a:txBody>
                    <a:bodyPr/>
                    <a:lstStyle/>
                    <a:p>
                      <a:pPr marL="0" marR="0" algn="ctr">
                        <a:spcBef>
                          <a:spcPts val="0"/>
                        </a:spcBef>
                        <a:spcAft>
                          <a:spcPts val="0"/>
                        </a:spcAft>
                      </a:pPr>
                      <a:r>
                        <a:rPr lang="en-US" sz="1200" b="1" dirty="0">
                          <a:solidFill>
                            <a:schemeClr val="bg1"/>
                          </a:solidFill>
                          <a:effectLst/>
                          <a:latin typeface="+mj-lt"/>
                          <a:ea typeface="Arial" panose="020B0604020202020204" pitchFamily="34" charset="0"/>
                          <a:cs typeface="Times New Roman" panose="02020603050405020304" pitchFamily="18" charset="0"/>
                        </a:rPr>
                        <a:t>Ease of Implementation</a:t>
                      </a:r>
                    </a:p>
                  </a:txBody>
                  <a:tcPr marL="64008"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1"/>
                    </a:solidFill>
                  </a:tcPr>
                </a:tc>
                <a:tc>
                  <a:txBody>
                    <a:bodyPr/>
                    <a:lstStyle/>
                    <a:p>
                      <a:pPr marL="0" marR="0" lvl="0" indent="0" algn="l">
                        <a:spcBef>
                          <a:spcPts val="0"/>
                        </a:spcBef>
                        <a:spcAft>
                          <a:spcPts val="0"/>
                        </a:spcAft>
                        <a:buClr>
                          <a:schemeClr val="tx2"/>
                        </a:buClr>
                        <a:buFont typeface="Wingdings" panose="05000000000000000000" pitchFamily="2" charset="2"/>
                        <a:buNone/>
                        <a:tabLst/>
                      </a:pPr>
                      <a:r>
                        <a:rPr lang="en-IN" sz="1200" b="0" dirty="0">
                          <a:solidFill>
                            <a:schemeClr val="tx1"/>
                          </a:solidFill>
                          <a:effectLst/>
                          <a:latin typeface="+mj-lt"/>
                          <a:ea typeface="Times New Roman" panose="02020603050405020304" pitchFamily="18" charset="0"/>
                          <a:cs typeface="Wingdings" panose="05000000000000000000" pitchFamily="2" charset="2"/>
                        </a:rPr>
                        <a:t>The ease of implementation will factor in DT’s IT view and dependencies across programs. </a:t>
                      </a:r>
                    </a:p>
                    <a:p>
                      <a:pPr marL="0" marR="0" lvl="0" indent="0" algn="l">
                        <a:spcBef>
                          <a:spcPts val="0"/>
                        </a:spcBef>
                        <a:spcAft>
                          <a:spcPts val="0"/>
                        </a:spcAft>
                        <a:buClr>
                          <a:schemeClr val="tx2"/>
                        </a:buClr>
                        <a:buFont typeface="Wingdings" panose="05000000000000000000" pitchFamily="2" charset="2"/>
                        <a:buNone/>
                        <a:tabLst/>
                      </a:pPr>
                      <a:r>
                        <a:rPr lang="en-IN" sz="1200" b="0" dirty="0">
                          <a:solidFill>
                            <a:schemeClr val="tx1"/>
                          </a:solidFill>
                          <a:effectLst/>
                          <a:latin typeface="+mj-lt"/>
                          <a:ea typeface="Times New Roman" panose="02020603050405020304" pitchFamily="18" charset="0"/>
                          <a:cs typeface="Wingdings" panose="05000000000000000000" pitchFamily="2" charset="2"/>
                        </a:rPr>
                        <a:t>DT Group will provide a walk through of all the ongoing Digital capability building initiatives.</a:t>
                      </a:r>
                    </a:p>
                  </a:txBody>
                  <a:tcPr marL="182880" marR="64008" marT="73152" marB="73152"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3519097509"/>
                  </a:ext>
                </a:extLst>
              </a:tr>
            </a:tbl>
          </a:graphicData>
        </a:graphic>
      </p:graphicFrame>
    </p:spTree>
    <p:extLst>
      <p:ext uri="{BB962C8B-B14F-4D97-AF65-F5344CB8AC3E}">
        <p14:creationId xmlns:p14="http://schemas.microsoft.com/office/powerpoint/2010/main" val="262489801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 name="Object 2" hidden="1">
            <a:extLst>
              <a:ext uri="{FF2B5EF4-FFF2-40B4-BE49-F238E27FC236}">
                <a16:creationId xmlns:a16="http://schemas.microsoft.com/office/drawing/2014/main" id="{867EE8D0-4930-40A8-8938-815CE82C1768}"/>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 imgW="393" imgH="403" progId="TCLayout.ActiveDocument.1">
                  <p:embed/>
                </p:oleObj>
              </mc:Choice>
              <mc:Fallback>
                <p:oleObj name="think-cell Slide" r:id="rId5" imgW="393" imgH="403" progId="TCLayout.ActiveDocument.1">
                  <p:embed/>
                  <p:pic>
                    <p:nvPicPr>
                      <p:cNvPr id="3" name="Object 2" hidden="1">
                        <a:extLst>
                          <a:ext uri="{FF2B5EF4-FFF2-40B4-BE49-F238E27FC236}">
                            <a16:creationId xmlns:a16="http://schemas.microsoft.com/office/drawing/2014/main" id="{867EE8D0-4930-40A8-8938-815CE82C1768}"/>
                          </a:ext>
                        </a:extLst>
                      </p:cNvPr>
                      <p:cNvPicPr/>
                      <p:nvPr/>
                    </p:nvPicPr>
                    <p:blipFill>
                      <a:blip r:embed="rId6"/>
                      <a:stretch>
                        <a:fillRect/>
                      </a:stretch>
                    </p:blipFill>
                    <p:spPr>
                      <a:xfrm>
                        <a:off x="1588" y="1588"/>
                        <a:ext cx="1588" cy="1588"/>
                      </a:xfrm>
                      <a:prstGeom prst="rect">
                        <a:avLst/>
                      </a:prstGeom>
                    </p:spPr>
                  </p:pic>
                </p:oleObj>
              </mc:Fallback>
            </mc:AlternateContent>
          </a:graphicData>
        </a:graphic>
      </p:graphicFrame>
      <p:sp>
        <p:nvSpPr>
          <p:cNvPr id="10" name="Rectangle 9" hidden="1">
            <a:extLst>
              <a:ext uri="{FF2B5EF4-FFF2-40B4-BE49-F238E27FC236}">
                <a16:creationId xmlns:a16="http://schemas.microsoft.com/office/drawing/2014/main" id="{5412D491-CDFE-4797-A947-9032B58815BD}"/>
              </a:ext>
            </a:extLst>
          </p:cNvPr>
          <p:cNvSpPr/>
          <p:nvPr>
            <p:custDataLst>
              <p:tags r:id="rId2"/>
            </p:custDataLst>
          </p:nvPr>
        </p:nvSpPr>
        <p:spPr>
          <a:xfrm>
            <a:off x="0" y="0"/>
            <a:ext cx="158750" cy="15875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wrap="none" lIns="0" tIns="0" rIns="0" bIns="0" numCol="1" spcCol="0" rtlCol="0" anchor="ctr" anchorCtr="0">
            <a:noAutofit/>
          </a:bodyPr>
          <a:lstStyle/>
          <a:p>
            <a:pPr algn="ctr"/>
            <a:endParaRPr lang="en-GB" sz="2600" dirty="0">
              <a:latin typeface="Verdana" panose="020B0604030504040204" pitchFamily="34" charset="0"/>
              <a:ea typeface="Verdana" panose="020B0604030504040204" pitchFamily="34" charset="0"/>
              <a:cs typeface="Verdana" panose="020B0604030504040204" pitchFamily="34" charset="0"/>
              <a:sym typeface="Verdana" panose="020B0604030504040204" pitchFamily="34" charset="0"/>
            </a:endParaRPr>
          </a:p>
        </p:txBody>
      </p:sp>
      <p:sp>
        <p:nvSpPr>
          <p:cNvPr id="2" name="Title 1">
            <a:extLst>
              <a:ext uri="{FF2B5EF4-FFF2-40B4-BE49-F238E27FC236}">
                <a16:creationId xmlns:a16="http://schemas.microsoft.com/office/drawing/2014/main" id="{D6A61F33-B729-48FF-85E8-466046633487}"/>
              </a:ext>
            </a:extLst>
          </p:cNvPr>
          <p:cNvSpPr>
            <a:spLocks noGrp="1"/>
          </p:cNvSpPr>
          <p:nvPr>
            <p:ph type="title"/>
          </p:nvPr>
        </p:nvSpPr>
        <p:spPr/>
        <p:txBody>
          <a:bodyPr/>
          <a:lstStyle/>
          <a:p>
            <a:r>
              <a:rPr lang="en-GB" sz="2800" dirty="0"/>
              <a:t>Risks &amp; Mitigation</a:t>
            </a:r>
          </a:p>
        </p:txBody>
      </p:sp>
      <p:graphicFrame>
        <p:nvGraphicFramePr>
          <p:cNvPr id="17" name="Table 16">
            <a:extLst>
              <a:ext uri="{FF2B5EF4-FFF2-40B4-BE49-F238E27FC236}">
                <a16:creationId xmlns:a16="http://schemas.microsoft.com/office/drawing/2014/main" id="{9832F329-21C8-45D2-9ADE-D09127D0FA9D}"/>
              </a:ext>
            </a:extLst>
          </p:cNvPr>
          <p:cNvGraphicFramePr>
            <a:graphicFrameLocks noGrp="1"/>
          </p:cNvGraphicFramePr>
          <p:nvPr>
            <p:extLst>
              <p:ext uri="{D42A27DB-BD31-4B8C-83A1-F6EECF244321}">
                <p14:modId xmlns:p14="http://schemas.microsoft.com/office/powerpoint/2010/main" val="499552844"/>
              </p:ext>
            </p:extLst>
          </p:nvPr>
        </p:nvGraphicFramePr>
        <p:xfrm>
          <a:off x="446087" y="1104900"/>
          <a:ext cx="11326813" cy="4297680"/>
        </p:xfrm>
        <a:graphic>
          <a:graphicData uri="http://schemas.openxmlformats.org/drawingml/2006/table">
            <a:tbl>
              <a:tblPr firstRow="1">
                <a:tableStyleId>{5C22544A-7EE6-4342-B048-85BDC9FD1C3A}</a:tableStyleId>
              </a:tblPr>
              <a:tblGrid>
                <a:gridCol w="2398713">
                  <a:extLst>
                    <a:ext uri="{9D8B030D-6E8A-4147-A177-3AD203B41FA5}">
                      <a16:colId xmlns:a16="http://schemas.microsoft.com/office/drawing/2014/main" val="20000"/>
                    </a:ext>
                  </a:extLst>
                </a:gridCol>
                <a:gridCol w="7349048">
                  <a:extLst>
                    <a:ext uri="{9D8B030D-6E8A-4147-A177-3AD203B41FA5}">
                      <a16:colId xmlns:a16="http://schemas.microsoft.com/office/drawing/2014/main" val="20001"/>
                    </a:ext>
                  </a:extLst>
                </a:gridCol>
                <a:gridCol w="1579052">
                  <a:extLst>
                    <a:ext uri="{9D8B030D-6E8A-4147-A177-3AD203B41FA5}">
                      <a16:colId xmlns:a16="http://schemas.microsoft.com/office/drawing/2014/main" val="20002"/>
                    </a:ext>
                  </a:extLst>
                </a:gridCol>
              </a:tblGrid>
              <a:tr h="457200">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defTabSz="914400" rtl="0" eaLnBrk="1" latinLnBrk="0" hangingPunct="0">
                        <a:lnSpc>
                          <a:spcPct val="115000"/>
                        </a:lnSpc>
                        <a:spcBef>
                          <a:spcPts val="600"/>
                        </a:spcBef>
                        <a:spcAft>
                          <a:spcPts val="600"/>
                        </a:spcAft>
                      </a:pPr>
                      <a:r>
                        <a:rPr lang="en-US" sz="1400" kern="1200" dirty="0">
                          <a:solidFill>
                            <a:schemeClr val="bg1"/>
                          </a:solidFill>
                          <a:latin typeface="+mj-lt"/>
                        </a:rPr>
                        <a:t>Risk</a:t>
                      </a:r>
                      <a:endParaRPr lang="en-US" sz="1400" b="1" kern="1200" dirty="0">
                        <a:solidFill>
                          <a:schemeClr val="bg1"/>
                        </a:solidFill>
                        <a:latin typeface="+mj-lt"/>
                        <a:ea typeface="Times New Roman"/>
                        <a:cs typeface="Verdana"/>
                      </a:endParaRPr>
                    </a:p>
                  </a:txBody>
                  <a:tcPr marT="91440" marB="9144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defTabSz="914400" rtl="0" eaLnBrk="1" latinLnBrk="0" hangingPunct="0">
                        <a:lnSpc>
                          <a:spcPct val="115000"/>
                        </a:lnSpc>
                        <a:spcBef>
                          <a:spcPts val="600"/>
                        </a:spcBef>
                        <a:spcAft>
                          <a:spcPts val="600"/>
                        </a:spcAft>
                      </a:pPr>
                      <a:r>
                        <a:rPr lang="en-US" sz="1400" kern="1200" dirty="0">
                          <a:solidFill>
                            <a:schemeClr val="bg1"/>
                          </a:solidFill>
                          <a:latin typeface="+mj-lt"/>
                        </a:rPr>
                        <a:t>Mitigation Action</a:t>
                      </a:r>
                      <a:endParaRPr lang="en-US" sz="1400" b="1" kern="1200" dirty="0">
                        <a:solidFill>
                          <a:schemeClr val="bg1"/>
                        </a:solidFill>
                        <a:latin typeface="+mj-lt"/>
                        <a:ea typeface="Times New Roman"/>
                        <a:cs typeface="Verdana"/>
                      </a:endParaRPr>
                    </a:p>
                  </a:txBody>
                  <a:tcPr marT="91440" marB="9144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1"/>
                    </a:solid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hangingPunct="0">
                        <a:lnSpc>
                          <a:spcPct val="115000"/>
                        </a:lnSpc>
                        <a:spcBef>
                          <a:spcPts val="600"/>
                        </a:spcBef>
                        <a:spcAft>
                          <a:spcPts val="600"/>
                        </a:spcAft>
                      </a:pPr>
                      <a:r>
                        <a:rPr lang="en-US" sz="1400" dirty="0">
                          <a:solidFill>
                            <a:schemeClr val="bg1"/>
                          </a:solidFill>
                          <a:latin typeface="+mj-lt"/>
                        </a:rPr>
                        <a:t>Risk Impact</a:t>
                      </a:r>
                      <a:endParaRPr lang="en-US" sz="1400" b="1" dirty="0">
                        <a:solidFill>
                          <a:schemeClr val="bg1"/>
                        </a:solidFill>
                        <a:latin typeface="+mj-lt"/>
                        <a:ea typeface="Times New Roman"/>
                        <a:cs typeface="Verdana"/>
                      </a:endParaRPr>
                    </a:p>
                  </a:txBody>
                  <a:tcPr marT="91440" marB="9144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accent1"/>
                    </a:solidFill>
                  </a:tcPr>
                </a:tc>
                <a:extLst>
                  <a:ext uri="{0D108BD9-81ED-4DB2-BD59-A6C34878D82A}">
                    <a16:rowId xmlns:a16="http://schemas.microsoft.com/office/drawing/2014/main" val="10000"/>
                  </a:ext>
                </a:extLst>
              </a:tr>
              <a:tr h="1280160">
                <a:tc>
                  <a:txBody>
                    <a:bodyPr/>
                    <a:lstStyle/>
                    <a:p>
                      <a:pPr marL="0" marR="0" algn="ctr">
                        <a:spcBef>
                          <a:spcPts val="0"/>
                        </a:spcBef>
                        <a:spcAft>
                          <a:spcPts val="0"/>
                        </a:spcAft>
                      </a:pPr>
                      <a:r>
                        <a:rPr lang="en-US" sz="1200" b="1" dirty="0">
                          <a:solidFill>
                            <a:schemeClr val="tx1">
                              <a:lumMod val="95000"/>
                              <a:lumOff val="5000"/>
                            </a:schemeClr>
                          </a:solidFill>
                          <a:effectLst/>
                          <a:latin typeface="+mj-lt"/>
                        </a:rPr>
                        <a:t>Timely Decision Making</a:t>
                      </a:r>
                      <a:endParaRPr lang="en-US" sz="1200" b="1" dirty="0">
                        <a:solidFill>
                          <a:schemeClr val="tx1">
                            <a:lumMod val="95000"/>
                            <a:lumOff val="5000"/>
                          </a:schemeClr>
                        </a:solidFill>
                        <a:effectLst/>
                        <a:latin typeface="+mj-lt"/>
                        <a:ea typeface="Arial" panose="020B0604020202020204" pitchFamily="34" charset="0"/>
                        <a:cs typeface="Times New Roman" panose="02020603050405020304" pitchFamily="18" charset="0"/>
                      </a:endParaRPr>
                    </a:p>
                  </a:txBody>
                  <a:tcPr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137160" marR="0" lvl="0" indent="-137160" algn="l">
                        <a:spcBef>
                          <a:spcPts val="200"/>
                        </a:spcBef>
                        <a:spcAft>
                          <a:spcPts val="200"/>
                        </a:spcAft>
                        <a:buClr>
                          <a:schemeClr val="tx2"/>
                        </a:buClr>
                        <a:buFont typeface="Wingdings" panose="05000000000000000000" pitchFamily="2" charset="2"/>
                        <a:buChar char="§"/>
                        <a:tabLst>
                          <a:tab pos="365760" algn="l"/>
                        </a:tabLst>
                      </a:pPr>
                      <a:r>
                        <a:rPr lang="en-US" sz="1200" dirty="0">
                          <a:effectLst/>
                          <a:latin typeface="+mj-lt"/>
                        </a:rPr>
                        <a:t>Based on our experience, delayed decision making has significant impact on transformation programs</a:t>
                      </a:r>
                    </a:p>
                    <a:p>
                      <a:pPr marL="137160" marR="0" lvl="0" indent="-137160" algn="l">
                        <a:spcBef>
                          <a:spcPts val="200"/>
                        </a:spcBef>
                        <a:spcAft>
                          <a:spcPts val="200"/>
                        </a:spcAft>
                        <a:buClr>
                          <a:schemeClr val="tx2"/>
                        </a:buClr>
                        <a:buFont typeface="Wingdings" panose="05000000000000000000" pitchFamily="2" charset="2"/>
                        <a:buChar char="§"/>
                        <a:tabLst>
                          <a:tab pos="365760" algn="l"/>
                        </a:tabLst>
                      </a:pPr>
                      <a:r>
                        <a:rPr lang="en-US" sz="1200" dirty="0">
                          <a:effectLst/>
                          <a:latin typeface="+mj-lt"/>
                        </a:rPr>
                        <a:t>Identify empowered, decisions makers early as part of the program plan</a:t>
                      </a:r>
                    </a:p>
                    <a:p>
                      <a:pPr marL="137160" marR="0" lvl="0" indent="-137160" algn="l">
                        <a:spcBef>
                          <a:spcPts val="200"/>
                        </a:spcBef>
                        <a:spcAft>
                          <a:spcPts val="200"/>
                        </a:spcAft>
                        <a:buClr>
                          <a:schemeClr val="tx2"/>
                        </a:buClr>
                        <a:buFont typeface="Wingdings" panose="05000000000000000000" pitchFamily="2" charset="2"/>
                        <a:buChar char="§"/>
                        <a:tabLst>
                          <a:tab pos="365760" algn="l"/>
                        </a:tabLst>
                      </a:pPr>
                      <a:r>
                        <a:rPr lang="en-US" sz="1200" dirty="0">
                          <a:effectLst/>
                          <a:latin typeface="+mj-lt"/>
                        </a:rPr>
                        <a:t>Capgemini will support with full information for decision-makers to take timely decisions</a:t>
                      </a:r>
                      <a:endParaRPr lang="en-US" sz="1200" dirty="0">
                        <a:solidFill>
                          <a:schemeClr val="tx1"/>
                        </a:solidFill>
                        <a:effectLst/>
                        <a:latin typeface="+mj-lt"/>
                        <a:ea typeface="Times New Roman" panose="02020603050405020304" pitchFamily="18" charset="0"/>
                        <a:cs typeface="Wingdings" panose="05000000000000000000" pitchFamily="2" charset="2"/>
                      </a:endParaRPr>
                    </a:p>
                  </a:txBody>
                  <a:tcPr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lvl1pPr marL="0" algn="l" defTabSz="914400" rtl="0" eaLnBrk="1" latinLnBrk="0" hangingPunct="1">
                        <a:defRPr sz="1800" kern="1200">
                          <a:solidFill>
                            <a:schemeClr val="tx1"/>
                          </a:solidFill>
                          <a:latin typeface="Arial"/>
                        </a:defRPr>
                      </a:lvl1pPr>
                      <a:lvl2pPr marL="457200" algn="l" defTabSz="914400" rtl="0" eaLnBrk="1" latinLnBrk="0" hangingPunct="1">
                        <a:defRPr sz="1800" kern="1200">
                          <a:solidFill>
                            <a:schemeClr val="tx1"/>
                          </a:solidFill>
                          <a:latin typeface="Arial"/>
                        </a:defRPr>
                      </a:lvl2pPr>
                      <a:lvl3pPr marL="914400" algn="l" defTabSz="914400" rtl="0" eaLnBrk="1" latinLnBrk="0" hangingPunct="1">
                        <a:defRPr sz="1800" kern="1200">
                          <a:solidFill>
                            <a:schemeClr val="tx1"/>
                          </a:solidFill>
                          <a:latin typeface="Arial"/>
                        </a:defRPr>
                      </a:lvl3pPr>
                      <a:lvl4pPr marL="1371600" algn="l" defTabSz="914400" rtl="0" eaLnBrk="1" latinLnBrk="0" hangingPunct="1">
                        <a:defRPr sz="1800" kern="1200">
                          <a:solidFill>
                            <a:schemeClr val="tx1"/>
                          </a:solidFill>
                          <a:latin typeface="Arial"/>
                        </a:defRPr>
                      </a:lvl4pPr>
                      <a:lvl5pPr marL="1828800" algn="l" defTabSz="914400" rtl="0" eaLnBrk="1" latinLnBrk="0" hangingPunct="1">
                        <a:defRPr sz="1800" kern="1200">
                          <a:solidFill>
                            <a:schemeClr val="tx1"/>
                          </a:solidFill>
                          <a:latin typeface="Arial"/>
                        </a:defRPr>
                      </a:lvl5pPr>
                      <a:lvl6pPr marL="2286000" algn="l" defTabSz="914400" rtl="0" eaLnBrk="1" latinLnBrk="0" hangingPunct="1">
                        <a:defRPr sz="1800" kern="1200">
                          <a:solidFill>
                            <a:schemeClr val="tx1"/>
                          </a:solidFill>
                          <a:latin typeface="Arial"/>
                        </a:defRPr>
                      </a:lvl6pPr>
                      <a:lvl7pPr marL="2743200" algn="l" defTabSz="914400" rtl="0" eaLnBrk="1" latinLnBrk="0" hangingPunct="1">
                        <a:defRPr sz="1800" kern="1200">
                          <a:solidFill>
                            <a:schemeClr val="tx1"/>
                          </a:solidFill>
                          <a:latin typeface="Arial"/>
                        </a:defRPr>
                      </a:lvl7pPr>
                      <a:lvl8pPr marL="3200400" algn="l" defTabSz="914400" rtl="0" eaLnBrk="1" latinLnBrk="0" hangingPunct="1">
                        <a:defRPr sz="1800" kern="1200">
                          <a:solidFill>
                            <a:schemeClr val="tx1"/>
                          </a:solidFill>
                          <a:latin typeface="Arial"/>
                        </a:defRPr>
                      </a:lvl8pPr>
                      <a:lvl9pPr marL="3657600" algn="l" defTabSz="914400" rtl="0" eaLnBrk="1" latinLnBrk="0" hangingPunct="1">
                        <a:defRPr sz="1800" kern="1200">
                          <a:solidFill>
                            <a:schemeClr val="tx1"/>
                          </a:solidFill>
                          <a:latin typeface="Arial"/>
                        </a:defRPr>
                      </a:lvl9pPr>
                    </a:lstStyle>
                    <a:p>
                      <a:pPr marL="0" marR="0" algn="ctr">
                        <a:lnSpc>
                          <a:spcPct val="100000"/>
                        </a:lnSpc>
                        <a:spcBef>
                          <a:spcPts val="300"/>
                        </a:spcBef>
                        <a:spcAft>
                          <a:spcPts val="300"/>
                        </a:spcAft>
                      </a:pPr>
                      <a:r>
                        <a:rPr lang="en-US" sz="1200" b="1" kern="1200" baseline="0" dirty="0">
                          <a:latin typeface="+mj-lt"/>
                        </a:rPr>
                        <a:t>Critical</a:t>
                      </a:r>
                      <a:endParaRPr lang="en-US" sz="1200" b="1" kern="1200" baseline="0" dirty="0">
                        <a:solidFill>
                          <a:schemeClr val="tx1"/>
                        </a:solidFill>
                        <a:latin typeface="+mj-lt"/>
                        <a:ea typeface="Arial Unicode MS"/>
                        <a:cs typeface="Times New Roman"/>
                      </a:endParaRPr>
                    </a:p>
                  </a:txBody>
                  <a:tcPr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0006"/>
                  </a:ext>
                </a:extLst>
              </a:tr>
              <a:tr h="731520">
                <a:tc>
                  <a:txBody>
                    <a:bodyPr/>
                    <a:lstStyle/>
                    <a:p>
                      <a:pPr marL="0" indent="0" algn="ctr">
                        <a:buFont typeface="Arial" panose="020B0604020202020204" pitchFamily="34" charset="0"/>
                        <a:buNone/>
                      </a:pPr>
                      <a:r>
                        <a:rPr lang="en-US" sz="1200" b="1" kern="1200" dirty="0">
                          <a:solidFill>
                            <a:schemeClr val="tx1">
                              <a:lumMod val="95000"/>
                              <a:lumOff val="5000"/>
                            </a:schemeClr>
                          </a:solidFill>
                          <a:effectLst/>
                          <a:latin typeface="+mj-lt"/>
                        </a:rPr>
                        <a:t>Availability of key stakeholders during workshops</a:t>
                      </a:r>
                      <a:endParaRPr lang="en-US" sz="1200" b="1" kern="1200" baseline="0" dirty="0">
                        <a:solidFill>
                          <a:schemeClr val="tx1">
                            <a:lumMod val="95000"/>
                            <a:lumOff val="5000"/>
                          </a:schemeClr>
                        </a:solidFill>
                        <a:latin typeface="+mj-lt"/>
                        <a:ea typeface="+mn-ea"/>
                        <a:cs typeface="Verdana"/>
                        <a:sym typeface="Arial"/>
                      </a:endParaRPr>
                    </a:p>
                  </a:txBody>
                  <a:tcPr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137160" indent="-137160" algn="l">
                        <a:spcBef>
                          <a:spcPts val="200"/>
                        </a:spcBef>
                        <a:spcAft>
                          <a:spcPts val="200"/>
                        </a:spcAft>
                        <a:buFont typeface="Wingdings" panose="05000000000000000000" pitchFamily="2" charset="2"/>
                        <a:buChar char="§"/>
                      </a:pPr>
                      <a:r>
                        <a:rPr lang="en-IN" sz="1200" kern="1200" dirty="0">
                          <a:solidFill>
                            <a:schemeClr val="tx1"/>
                          </a:solidFill>
                          <a:latin typeface="+mj-lt"/>
                          <a:ea typeface="+mn-ea"/>
                          <a:cs typeface="Verdana"/>
                        </a:rPr>
                        <a:t>The key stakeholders will be notified well in advance about their participation for the workshops / one on one sessions</a:t>
                      </a:r>
                    </a:p>
                  </a:txBody>
                  <a:tcPr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algn="ctr">
                        <a:lnSpc>
                          <a:spcPct val="100000"/>
                        </a:lnSpc>
                        <a:spcBef>
                          <a:spcPts val="300"/>
                        </a:spcBef>
                        <a:spcAft>
                          <a:spcPts val="300"/>
                        </a:spcAft>
                      </a:pPr>
                      <a:r>
                        <a:rPr kumimoji="0" lang="en-US" sz="1200" b="1" u="none" strike="noStrike" kern="1200" cap="none" spc="0" normalizeH="0" baseline="0" noProof="0" dirty="0">
                          <a:ln>
                            <a:noFill/>
                          </a:ln>
                          <a:effectLst/>
                          <a:uLnTx/>
                          <a:uFillTx/>
                          <a:latin typeface="+mj-lt"/>
                        </a:rPr>
                        <a:t>High</a:t>
                      </a:r>
                      <a:endParaRPr lang="en-US" sz="1200" b="1" kern="1200" baseline="0" dirty="0">
                        <a:solidFill>
                          <a:schemeClr val="tx1"/>
                        </a:solidFill>
                        <a:latin typeface="+mj-lt"/>
                        <a:ea typeface="Arial Unicode MS"/>
                        <a:cs typeface="Times New Roman"/>
                      </a:endParaRPr>
                    </a:p>
                  </a:txBody>
                  <a:tcPr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2453610723"/>
                  </a:ext>
                </a:extLst>
              </a:tr>
              <a:tr h="731520">
                <a:tc>
                  <a:txBody>
                    <a:bodyPr/>
                    <a:lstStyle/>
                    <a:p>
                      <a:pPr marL="0" marR="0" lvl="0" indent="0" algn="ctr"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US" sz="1200" b="1" i="0" u="none" strike="noStrike" kern="1200" cap="none" spc="0" normalizeH="0" baseline="0" noProof="0" dirty="0">
                          <a:ln>
                            <a:noFill/>
                          </a:ln>
                          <a:solidFill>
                            <a:schemeClr val="tx1">
                              <a:lumMod val="95000"/>
                              <a:lumOff val="5000"/>
                            </a:schemeClr>
                          </a:solidFill>
                          <a:effectLst/>
                          <a:uLnTx/>
                          <a:uFillTx/>
                          <a:latin typeface="+mj-lt"/>
                          <a:ea typeface="+mn-ea"/>
                          <a:cs typeface="+mn-cs"/>
                        </a:rPr>
                        <a:t>Delays in reviews &amp; Approvals Process</a:t>
                      </a:r>
                      <a:endParaRPr kumimoji="0" lang="en-US" sz="1200" b="1" i="0" u="none" strike="noStrike" kern="1200" cap="none" spc="0" normalizeH="0" baseline="0" noProof="0" dirty="0">
                        <a:ln>
                          <a:noFill/>
                        </a:ln>
                        <a:solidFill>
                          <a:schemeClr val="tx1">
                            <a:lumMod val="95000"/>
                            <a:lumOff val="5000"/>
                          </a:schemeClr>
                        </a:solidFill>
                        <a:effectLst/>
                        <a:uLnTx/>
                        <a:uFillTx/>
                        <a:latin typeface="+mj-lt"/>
                        <a:ea typeface="+mn-ea"/>
                        <a:cs typeface="Verdana"/>
                        <a:sym typeface="Arial"/>
                      </a:endParaRPr>
                    </a:p>
                  </a:txBody>
                  <a:tcPr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137160" indent="-137160">
                        <a:spcBef>
                          <a:spcPts val="200"/>
                        </a:spcBef>
                        <a:spcAft>
                          <a:spcPts val="200"/>
                        </a:spcAft>
                        <a:buFont typeface="Wingdings" panose="05000000000000000000" pitchFamily="2" charset="2"/>
                        <a:buChar char="§"/>
                      </a:pPr>
                      <a:r>
                        <a:rPr lang="en-US" sz="1200" kern="1200" dirty="0">
                          <a:solidFill>
                            <a:schemeClr val="tx1"/>
                          </a:solidFill>
                          <a:latin typeface="+mj-lt"/>
                          <a:ea typeface="+mn-ea"/>
                          <a:cs typeface="Verdana"/>
                        </a:rPr>
                        <a:t>Capgemini team will share the documents / deliverables in advance with clear expectation on approval timeline</a:t>
                      </a:r>
                    </a:p>
                  </a:txBody>
                  <a:tcPr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algn="ctr">
                        <a:lnSpc>
                          <a:spcPct val="100000"/>
                        </a:lnSpc>
                        <a:spcBef>
                          <a:spcPts val="300"/>
                        </a:spcBef>
                        <a:spcAft>
                          <a:spcPts val="300"/>
                        </a:spcAft>
                      </a:pPr>
                      <a:r>
                        <a:rPr kumimoji="0" lang="en-US" sz="1200" b="1" u="none" strike="noStrike" kern="1200" cap="none" spc="0" normalizeH="0" baseline="0" noProof="0" dirty="0">
                          <a:ln>
                            <a:noFill/>
                          </a:ln>
                          <a:effectLst/>
                          <a:uLnTx/>
                          <a:uFillTx/>
                          <a:latin typeface="+mj-lt"/>
                        </a:rPr>
                        <a:t>High</a:t>
                      </a:r>
                      <a:endParaRPr lang="en-US" sz="1200" b="1" kern="1200" baseline="0" dirty="0">
                        <a:solidFill>
                          <a:schemeClr val="tx1"/>
                        </a:solidFill>
                        <a:latin typeface="+mj-lt"/>
                        <a:ea typeface="Arial Unicode MS"/>
                        <a:cs typeface="Times New Roman"/>
                      </a:endParaRPr>
                    </a:p>
                  </a:txBody>
                  <a:tcPr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156742503"/>
                  </a:ext>
                </a:extLst>
              </a:tr>
              <a:tr h="731520">
                <a:tc>
                  <a:txBody>
                    <a:bodyPr/>
                    <a:lstStyle/>
                    <a:p>
                      <a:pPr marL="0" marR="0" lvl="0" indent="0" algn="ctr" defTabSz="914126" rtl="0" eaLnBrk="1" fontAlgn="auto" latinLnBrk="0" hangingPunct="1">
                        <a:lnSpc>
                          <a:spcPct val="100000"/>
                        </a:lnSpc>
                        <a:spcBef>
                          <a:spcPts val="0"/>
                        </a:spcBef>
                        <a:spcAft>
                          <a:spcPts val="0"/>
                        </a:spcAft>
                        <a:buClrTx/>
                        <a:buSzTx/>
                        <a:buFont typeface="Arial" panose="020B0604020202020204" pitchFamily="34" charset="0"/>
                        <a:buNone/>
                        <a:tabLst/>
                        <a:defRPr/>
                      </a:pPr>
                      <a:r>
                        <a:rPr lang="en-US" sz="1200" b="1" dirty="0"/>
                        <a:t>Detailed information about existing ways of working /as-is processes and technology may not be available</a:t>
                      </a:r>
                    </a:p>
                    <a:p>
                      <a:pPr marL="0" marR="0" lvl="0" indent="0" algn="ctr" defTabSz="914126" rtl="0" eaLnBrk="1" fontAlgn="auto" latinLnBrk="0" hangingPunct="1">
                        <a:lnSpc>
                          <a:spcPct val="100000"/>
                        </a:lnSpc>
                        <a:spcBef>
                          <a:spcPts val="0"/>
                        </a:spcBef>
                        <a:spcAft>
                          <a:spcPts val="0"/>
                        </a:spcAft>
                        <a:buClrTx/>
                        <a:buSzTx/>
                        <a:buFont typeface="Arial" panose="020B0604020202020204" pitchFamily="34" charset="0"/>
                        <a:buNone/>
                        <a:tabLst/>
                        <a:defRPr/>
                      </a:pPr>
                      <a:endParaRPr kumimoji="0" lang="en-US" sz="1200" b="1" i="0" u="none" strike="noStrike" kern="1200" cap="none" spc="0" normalizeH="0" baseline="0" noProof="0" dirty="0">
                        <a:ln>
                          <a:noFill/>
                        </a:ln>
                        <a:solidFill>
                          <a:schemeClr val="tx1">
                            <a:lumMod val="95000"/>
                            <a:lumOff val="5000"/>
                          </a:schemeClr>
                        </a:solidFill>
                        <a:effectLst/>
                        <a:uLnTx/>
                        <a:uFillTx/>
                        <a:latin typeface="+mj-lt"/>
                        <a:ea typeface="+mn-ea"/>
                        <a:cs typeface="Verdana"/>
                        <a:sym typeface="Arial"/>
                      </a:endParaRPr>
                    </a:p>
                  </a:txBody>
                  <a:tcPr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137160" marR="0" lvl="0" indent="-137160" algn="l" defTabSz="914126" rtl="0" eaLnBrk="1" fontAlgn="auto" latinLnBrk="0" hangingPunct="1">
                        <a:lnSpc>
                          <a:spcPct val="100000"/>
                        </a:lnSpc>
                        <a:spcBef>
                          <a:spcPts val="200"/>
                        </a:spcBef>
                        <a:spcAft>
                          <a:spcPts val="200"/>
                        </a:spcAft>
                        <a:buClrTx/>
                        <a:buSzTx/>
                        <a:buFont typeface="Wingdings" panose="05000000000000000000" pitchFamily="2" charset="2"/>
                        <a:buChar char="§"/>
                        <a:tabLst/>
                        <a:defRPr/>
                      </a:pPr>
                      <a:r>
                        <a:rPr lang="en-US" sz="1200" kern="1200" dirty="0">
                          <a:solidFill>
                            <a:schemeClr val="tx1"/>
                          </a:solidFill>
                          <a:latin typeface="+mn-lt"/>
                          <a:ea typeface="+mn-ea"/>
                          <a:cs typeface="Verdana"/>
                        </a:rPr>
                        <a:t>Capgemini team to share the information needed beforehand with the DT team</a:t>
                      </a:r>
                    </a:p>
                  </a:txBody>
                  <a:tcPr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tc>
                  <a:txBody>
                    <a:bodyPr/>
                    <a:lstStyle/>
                    <a:p>
                      <a:pPr marL="0" marR="0" algn="ctr">
                        <a:lnSpc>
                          <a:spcPct val="100000"/>
                        </a:lnSpc>
                        <a:spcBef>
                          <a:spcPts val="300"/>
                        </a:spcBef>
                        <a:spcAft>
                          <a:spcPts val="300"/>
                        </a:spcAft>
                      </a:pPr>
                      <a:r>
                        <a:rPr lang="en-US" sz="1200" b="1" kern="1200" baseline="0" dirty="0">
                          <a:solidFill>
                            <a:schemeClr val="tx1"/>
                          </a:solidFill>
                          <a:latin typeface="+mj-lt"/>
                          <a:ea typeface="Arial Unicode MS"/>
                          <a:cs typeface="Times New Roman"/>
                        </a:rPr>
                        <a:t>High</a:t>
                      </a:r>
                    </a:p>
                  </a:txBody>
                  <a:tcPr marT="0" marB="0" anchor="ctr">
                    <a:lnL w="9525" cap="flat" cmpd="sng" algn="ctr">
                      <a:solidFill>
                        <a:schemeClr val="bg1">
                          <a:lumMod val="65000"/>
                        </a:schemeClr>
                      </a:solid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noFill/>
                  </a:tcPr>
                </a:tc>
                <a:extLst>
                  <a:ext uri="{0D108BD9-81ED-4DB2-BD59-A6C34878D82A}">
                    <a16:rowId xmlns:a16="http://schemas.microsoft.com/office/drawing/2014/main" val="190842802"/>
                  </a:ext>
                </a:extLst>
              </a:tr>
            </a:tbl>
          </a:graphicData>
        </a:graphic>
      </p:graphicFrame>
    </p:spTree>
    <p:extLst>
      <p:ext uri="{BB962C8B-B14F-4D97-AF65-F5344CB8AC3E}">
        <p14:creationId xmlns:p14="http://schemas.microsoft.com/office/powerpoint/2010/main" val="339116798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A8FB6EE-6286-4395-AB55-DF63AF19E91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5" name="Object 4" hidden="1">
                        <a:extLst>
                          <a:ext uri="{FF2B5EF4-FFF2-40B4-BE49-F238E27FC236}">
                            <a16:creationId xmlns:a16="http://schemas.microsoft.com/office/drawing/2014/main" id="{9A8FB6EE-6286-4395-AB55-DF63AF19E91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Placeholder 4">
            <a:extLst>
              <a:ext uri="{FF2B5EF4-FFF2-40B4-BE49-F238E27FC236}">
                <a16:creationId xmlns:a16="http://schemas.microsoft.com/office/drawing/2014/main" id="{6DF15A65-A3F1-4FA2-83DD-D4A4CDA71627}"/>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1" y="3"/>
            <a:ext cx="8231744" cy="6858000"/>
          </a:xfrm>
          <a:prstGeom prst="rect">
            <a:avLst/>
          </a:prstGeom>
        </p:spPr>
      </p:pic>
      <p:sp>
        <p:nvSpPr>
          <p:cNvPr id="7" name="Rectangle 6">
            <a:extLst>
              <a:ext uri="{FF2B5EF4-FFF2-40B4-BE49-F238E27FC236}">
                <a16:creationId xmlns:a16="http://schemas.microsoft.com/office/drawing/2014/main" id="{A8CA76A9-4D96-47CF-AF05-9E79B860C5C7}"/>
              </a:ext>
            </a:extLst>
          </p:cNvPr>
          <p:cNvSpPr/>
          <p:nvPr/>
        </p:nvSpPr>
        <p:spPr>
          <a:xfrm>
            <a:off x="7040501" y="991122"/>
            <a:ext cx="3728836" cy="48757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dirty="0">
              <a:ln>
                <a:noFill/>
              </a:ln>
              <a:solidFill>
                <a:srgbClr val="FFFFFF"/>
              </a:solidFill>
              <a:effectLst/>
              <a:uLnTx/>
              <a:uFillTx/>
              <a:latin typeface="Verdana"/>
              <a:ea typeface="+mn-ea"/>
              <a:cs typeface="+mn-cs"/>
            </a:endParaRPr>
          </a:p>
        </p:txBody>
      </p:sp>
      <p:grpSp>
        <p:nvGrpSpPr>
          <p:cNvPr id="8" name="Group 7">
            <a:extLst>
              <a:ext uri="{FF2B5EF4-FFF2-40B4-BE49-F238E27FC236}">
                <a16:creationId xmlns:a16="http://schemas.microsoft.com/office/drawing/2014/main" id="{FC0CB7E8-294B-4B0D-B3A9-2C71FACD68A6}"/>
              </a:ext>
            </a:extLst>
          </p:cNvPr>
          <p:cNvGrpSpPr/>
          <p:nvPr/>
        </p:nvGrpSpPr>
        <p:grpSpPr>
          <a:xfrm>
            <a:off x="7375937" y="1997491"/>
            <a:ext cx="3057963" cy="1615597"/>
            <a:chOff x="1554971" y="7375090"/>
            <a:chExt cx="4586945" cy="2423393"/>
          </a:xfrm>
        </p:grpSpPr>
        <p:sp>
          <p:nvSpPr>
            <p:cNvPr id="9" name="TextBox 8">
              <a:extLst>
                <a:ext uri="{FF2B5EF4-FFF2-40B4-BE49-F238E27FC236}">
                  <a16:creationId xmlns:a16="http://schemas.microsoft.com/office/drawing/2014/main" id="{3BAC70AA-7009-4754-99EA-D972E6CB200A}"/>
                </a:ext>
              </a:extLst>
            </p:cNvPr>
            <p:cNvSpPr txBox="1"/>
            <p:nvPr/>
          </p:nvSpPr>
          <p:spPr>
            <a:xfrm>
              <a:off x="1554971" y="9198319"/>
              <a:ext cx="4586945" cy="6001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000" b="1" i="0" u="none" strike="noStrike" kern="1200" cap="none" spc="0" normalizeH="0" baseline="0" noProof="0" dirty="0">
                  <a:ln>
                    <a:noFill/>
                  </a:ln>
                  <a:solidFill>
                    <a:srgbClr val="FFFFFF"/>
                  </a:solidFill>
                  <a:effectLst/>
                  <a:uLnTx/>
                  <a:uFillTx/>
                  <a:latin typeface="Montserrat Semi" charset="0"/>
                  <a:ea typeface="Montserrat Semi" charset="0"/>
                  <a:cs typeface="Montserrat Semi" charset="0"/>
                </a:rPr>
                <a:t>WHY CAPGEMINI</a:t>
              </a:r>
            </a:p>
          </p:txBody>
        </p:sp>
        <p:sp>
          <p:nvSpPr>
            <p:cNvPr id="10" name="Text Placeholder 33">
              <a:extLst>
                <a:ext uri="{FF2B5EF4-FFF2-40B4-BE49-F238E27FC236}">
                  <a16:creationId xmlns:a16="http://schemas.microsoft.com/office/drawing/2014/main" id="{00BE7F72-FB4A-4264-B914-AD0A0AE019AE}"/>
                </a:ext>
              </a:extLst>
            </p:cNvPr>
            <p:cNvSpPr txBox="1">
              <a:spLocks/>
            </p:cNvSpPr>
            <p:nvPr/>
          </p:nvSpPr>
          <p:spPr>
            <a:xfrm>
              <a:off x="3199460" y="7375090"/>
              <a:ext cx="1817555" cy="926390"/>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AU" sz="6600" b="0" i="0" u="none" strike="noStrike" kern="1200" cap="none" spc="0" normalizeH="0" baseline="0" noProof="0" dirty="0">
                  <a:ln>
                    <a:noFill/>
                  </a:ln>
                  <a:solidFill>
                    <a:srgbClr val="FFFFFF"/>
                  </a:solidFill>
                  <a:effectLst/>
                  <a:uLnTx/>
                  <a:uFillTx/>
                  <a:latin typeface="Lato Light"/>
                  <a:ea typeface="+mn-ea"/>
                  <a:cs typeface="Lato Light"/>
                </a:rPr>
                <a:t>05</a:t>
              </a:r>
            </a:p>
          </p:txBody>
        </p:sp>
      </p:grpSp>
    </p:spTree>
    <p:extLst>
      <p:ext uri="{BB962C8B-B14F-4D97-AF65-F5344CB8AC3E}">
        <p14:creationId xmlns:p14="http://schemas.microsoft.com/office/powerpoint/2010/main" val="276536558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itle 22">
            <a:extLst>
              <a:ext uri="{FF2B5EF4-FFF2-40B4-BE49-F238E27FC236}">
                <a16:creationId xmlns:a16="http://schemas.microsoft.com/office/drawing/2014/main" id="{22CA9952-1E53-4CDE-886F-D87F0AAFE820}"/>
              </a:ext>
            </a:extLst>
          </p:cNvPr>
          <p:cNvSpPr>
            <a:spLocks noGrp="1"/>
          </p:cNvSpPr>
          <p:nvPr>
            <p:ph type="title"/>
          </p:nvPr>
        </p:nvSpPr>
        <p:spPr/>
        <p:txBody>
          <a:bodyPr vert="horz" lIns="0" tIns="0" rIns="0" bIns="0" rtlCol="0" anchor="ctr">
            <a:noAutofit/>
          </a:bodyPr>
          <a:lstStyle/>
          <a:p>
            <a:r>
              <a:rPr lang="en-AU" sz="2800" dirty="0"/>
              <a:t>Our Value Proposition – Why choose Capgemini</a:t>
            </a:r>
          </a:p>
        </p:txBody>
      </p:sp>
      <p:sp>
        <p:nvSpPr>
          <p:cNvPr id="26" name="Rectangle 25">
            <a:extLst>
              <a:ext uri="{FF2B5EF4-FFF2-40B4-BE49-F238E27FC236}">
                <a16:creationId xmlns:a16="http://schemas.microsoft.com/office/drawing/2014/main" id="{8FD064C2-A558-404E-BC99-FD6A3AA53D78}"/>
              </a:ext>
            </a:extLst>
          </p:cNvPr>
          <p:cNvSpPr/>
          <p:nvPr/>
        </p:nvSpPr>
        <p:spPr bwMode="auto">
          <a:xfrm>
            <a:off x="1409546" y="4169153"/>
            <a:ext cx="2210400" cy="1476000"/>
          </a:xfrm>
          <a:prstGeom prst="rect">
            <a:avLst/>
          </a:prstGeom>
          <a:noFill/>
          <a:ln w="63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defTabSz="914400" eaLnBrk="0" fontAlgn="base" hangingPunct="0">
              <a:spcBef>
                <a:spcPts val="300"/>
              </a:spcBef>
              <a:spcAft>
                <a:spcPts val="300"/>
              </a:spcAft>
            </a:pPr>
            <a:r>
              <a:rPr lang="en-US" sz="1200" b="1" dirty="0">
                <a:cs typeface="Arial" charset="0"/>
              </a:rPr>
              <a:t>Our People</a:t>
            </a:r>
          </a:p>
          <a:p>
            <a:pPr algn="just" eaLnBrk="0" fontAlgn="base" hangingPunct="0">
              <a:spcBef>
                <a:spcPts val="300"/>
              </a:spcBef>
              <a:spcAft>
                <a:spcPts val="300"/>
              </a:spcAft>
              <a:buClr>
                <a:schemeClr val="accent2"/>
              </a:buClr>
            </a:pPr>
            <a:r>
              <a:rPr lang="en-US" sz="1000" dirty="0">
                <a:cs typeface="Arial" charset="0"/>
              </a:rPr>
              <a:t>Included in our team are individuals who have extensive combined experience across </a:t>
            </a:r>
            <a:r>
              <a:rPr lang="en-US" sz="1000" b="1" dirty="0">
                <a:cs typeface="Arial" charset="0"/>
              </a:rPr>
              <a:t>Media and Entertainment, Advisory and Implementation roadmap, Operating Model Design and Implementation</a:t>
            </a:r>
            <a:r>
              <a:rPr lang="en-US" sz="1000" dirty="0">
                <a:cs typeface="Arial" charset="0"/>
              </a:rPr>
              <a:t>, </a:t>
            </a:r>
            <a:r>
              <a:rPr lang="en-US" sz="1000" b="1" dirty="0">
                <a:cs typeface="Arial" charset="0"/>
              </a:rPr>
              <a:t>Change Management and Training </a:t>
            </a:r>
            <a:r>
              <a:rPr lang="en-US" sz="1000" dirty="0">
                <a:cs typeface="Arial" charset="0"/>
              </a:rPr>
              <a:t>design and delivery across a wide range of industries and clients both locally and globally</a:t>
            </a:r>
          </a:p>
        </p:txBody>
      </p:sp>
      <p:sp>
        <p:nvSpPr>
          <p:cNvPr id="53" name="Rectangle 52">
            <a:extLst>
              <a:ext uri="{FF2B5EF4-FFF2-40B4-BE49-F238E27FC236}">
                <a16:creationId xmlns:a16="http://schemas.microsoft.com/office/drawing/2014/main" id="{9E337D62-8C90-4177-AB9F-53F99586DDF4}"/>
              </a:ext>
            </a:extLst>
          </p:cNvPr>
          <p:cNvSpPr/>
          <p:nvPr/>
        </p:nvSpPr>
        <p:spPr bwMode="auto">
          <a:xfrm>
            <a:off x="6197820" y="4169153"/>
            <a:ext cx="2211924" cy="1476000"/>
          </a:xfrm>
          <a:prstGeom prst="rect">
            <a:avLst/>
          </a:prstGeom>
          <a:noFill/>
          <a:ln w="63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fontAlgn="base" hangingPunct="0">
              <a:spcBef>
                <a:spcPts val="300"/>
              </a:spcBef>
              <a:spcAft>
                <a:spcPts val="300"/>
              </a:spcAft>
            </a:pPr>
            <a:r>
              <a:rPr lang="en-US" sz="1200" b="1" dirty="0">
                <a:cs typeface="Arial" charset="0"/>
              </a:rPr>
              <a:t>Our Experience</a:t>
            </a:r>
          </a:p>
          <a:p>
            <a:pPr algn="ctr" eaLnBrk="0" fontAlgn="base" hangingPunct="0">
              <a:spcBef>
                <a:spcPts val="300"/>
              </a:spcBef>
              <a:spcAft>
                <a:spcPts val="300"/>
              </a:spcAft>
              <a:buClr>
                <a:schemeClr val="accent2"/>
              </a:buClr>
            </a:pPr>
            <a:r>
              <a:rPr lang="en-US" sz="900" dirty="0">
                <a:cs typeface="Arial" charset="0"/>
              </a:rPr>
              <a:t>Locally and globally, we have successfully delivered a wide range of Media &amp; Entertainment advisory engagements, Digital Transformations, operating model/framework designs and implementations as well as change management activities,</a:t>
            </a:r>
          </a:p>
          <a:p>
            <a:pPr algn="just" eaLnBrk="0" fontAlgn="base" hangingPunct="0">
              <a:spcBef>
                <a:spcPts val="300"/>
              </a:spcBef>
              <a:spcAft>
                <a:spcPts val="300"/>
              </a:spcAft>
              <a:buClr>
                <a:schemeClr val="accent2"/>
              </a:buClr>
            </a:pPr>
            <a:r>
              <a:rPr lang="en-AU" sz="900" dirty="0">
                <a:cs typeface="Arial" charset="0"/>
              </a:rPr>
              <a:t>With our Implementation experience we bring </a:t>
            </a:r>
            <a:r>
              <a:rPr lang="en-AU" sz="900" b="1" dirty="0">
                <a:cs typeface="Arial" charset="0"/>
              </a:rPr>
              <a:t>practical advice, grounded in delivery reality</a:t>
            </a:r>
            <a:r>
              <a:rPr lang="en-AU" sz="900" dirty="0">
                <a:cs typeface="Arial" charset="0"/>
              </a:rPr>
              <a:t>, not just theory.</a:t>
            </a:r>
            <a:endParaRPr lang="en-US" sz="900" dirty="0">
              <a:cs typeface="Arial" charset="0"/>
            </a:endParaRPr>
          </a:p>
          <a:p>
            <a:pPr algn="ctr" defTabSz="914400" eaLnBrk="0" fontAlgn="base" hangingPunct="0">
              <a:spcBef>
                <a:spcPts val="300"/>
              </a:spcBef>
              <a:spcAft>
                <a:spcPts val="300"/>
              </a:spcAft>
              <a:buClr>
                <a:schemeClr val="accent2"/>
              </a:buClr>
            </a:pPr>
            <a:endParaRPr lang="en-US" sz="900" dirty="0">
              <a:cs typeface="Arial" charset="0"/>
            </a:endParaRPr>
          </a:p>
        </p:txBody>
      </p:sp>
      <p:sp>
        <p:nvSpPr>
          <p:cNvPr id="57" name="Rectangle 56">
            <a:extLst>
              <a:ext uri="{FF2B5EF4-FFF2-40B4-BE49-F238E27FC236}">
                <a16:creationId xmlns:a16="http://schemas.microsoft.com/office/drawing/2014/main" id="{46C9F8FA-66B3-4CA6-8402-F2CE140D764F}"/>
              </a:ext>
            </a:extLst>
          </p:cNvPr>
          <p:cNvSpPr/>
          <p:nvPr/>
        </p:nvSpPr>
        <p:spPr bwMode="auto">
          <a:xfrm>
            <a:off x="3843559" y="4169153"/>
            <a:ext cx="2211925" cy="1476000"/>
          </a:xfrm>
          <a:prstGeom prst="rect">
            <a:avLst/>
          </a:prstGeom>
          <a:noFill/>
          <a:ln w="63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fontAlgn="base" hangingPunct="0">
              <a:spcBef>
                <a:spcPts val="300"/>
              </a:spcBef>
              <a:spcAft>
                <a:spcPts val="300"/>
              </a:spcAft>
            </a:pPr>
            <a:r>
              <a:rPr lang="en-US" sz="1200" b="1" dirty="0">
                <a:cs typeface="Arial" charset="0"/>
              </a:rPr>
              <a:t>Our Assets and Accelerators</a:t>
            </a:r>
          </a:p>
          <a:p>
            <a:pPr algn="just" eaLnBrk="0" fontAlgn="base" hangingPunct="0">
              <a:spcBef>
                <a:spcPts val="300"/>
              </a:spcBef>
              <a:spcAft>
                <a:spcPts val="300"/>
              </a:spcAft>
              <a:buClr>
                <a:schemeClr val="accent2"/>
              </a:buClr>
            </a:pPr>
            <a:r>
              <a:rPr lang="en-US" sz="900" dirty="0">
                <a:cs typeface="Arial" charset="0"/>
              </a:rPr>
              <a:t>We bring our </a:t>
            </a:r>
            <a:r>
              <a:rPr lang="en-US" sz="900" b="1" dirty="0">
                <a:cs typeface="Arial" charset="0"/>
              </a:rPr>
              <a:t>proven propriety IP, assets and accelerators </a:t>
            </a:r>
            <a:r>
              <a:rPr lang="en-US" sz="900" dirty="0">
                <a:cs typeface="Arial" charset="0"/>
              </a:rPr>
              <a:t>such as our Accelerated Solution Environment sessions and proven frameworks (incl. Ideation, Capability Assessments,  and tools), Operating Model Frameworks and Methodologies and our Change Management toolkit.</a:t>
            </a:r>
          </a:p>
        </p:txBody>
      </p:sp>
      <p:sp>
        <p:nvSpPr>
          <p:cNvPr id="50" name="Rectangle 49">
            <a:extLst>
              <a:ext uri="{FF2B5EF4-FFF2-40B4-BE49-F238E27FC236}">
                <a16:creationId xmlns:a16="http://schemas.microsoft.com/office/drawing/2014/main" id="{53003B08-ECDA-48FA-80B5-49DA5DE1EB1E}"/>
              </a:ext>
            </a:extLst>
          </p:cNvPr>
          <p:cNvSpPr/>
          <p:nvPr/>
        </p:nvSpPr>
        <p:spPr>
          <a:xfrm>
            <a:off x="798385" y="960529"/>
            <a:ext cx="11438717" cy="584775"/>
          </a:xfrm>
          <a:prstGeom prst="rect">
            <a:avLst/>
          </a:prstGeom>
        </p:spPr>
        <p:txBody>
          <a:bodyPr wrap="square">
            <a:spAutoFit/>
          </a:bodyPr>
          <a:lstStyle/>
          <a:p>
            <a:pPr>
              <a:defRPr/>
            </a:pPr>
            <a:r>
              <a:rPr lang="en-GB" sz="1600" dirty="0">
                <a:solidFill>
                  <a:srgbClr val="030303"/>
                </a:solidFill>
                <a:cs typeface="Open Sans Light"/>
                <a:sym typeface="Libre Baskerville"/>
              </a:rPr>
              <a:t>Our value proposition is based on 4 key pillars that will enable an accelerated start and set Daily Thanthi up for success.</a:t>
            </a:r>
          </a:p>
        </p:txBody>
      </p:sp>
      <p:grpSp>
        <p:nvGrpSpPr>
          <p:cNvPr id="3" name="Group 2">
            <a:extLst>
              <a:ext uri="{FF2B5EF4-FFF2-40B4-BE49-F238E27FC236}">
                <a16:creationId xmlns:a16="http://schemas.microsoft.com/office/drawing/2014/main" id="{AFEC85D6-B0E1-453E-8B31-57349483D937}"/>
              </a:ext>
            </a:extLst>
          </p:cNvPr>
          <p:cNvGrpSpPr/>
          <p:nvPr/>
        </p:nvGrpSpPr>
        <p:grpSpPr>
          <a:xfrm>
            <a:off x="1485253" y="1644166"/>
            <a:ext cx="9348952" cy="2301899"/>
            <a:chOff x="1949912" y="2038208"/>
            <a:chExt cx="5294646" cy="1530136"/>
          </a:xfrm>
        </p:grpSpPr>
        <p:sp>
          <p:nvSpPr>
            <p:cNvPr id="111" name="Freeform 5">
              <a:extLst>
                <a:ext uri="{FF2B5EF4-FFF2-40B4-BE49-F238E27FC236}">
                  <a16:creationId xmlns:a16="http://schemas.microsoft.com/office/drawing/2014/main" id="{578DCDAE-94D1-4E11-A016-F45C8C3A7EB7}"/>
                </a:ext>
              </a:extLst>
            </p:cNvPr>
            <p:cNvSpPr>
              <a:spLocks noEditPoints="1"/>
            </p:cNvSpPr>
            <p:nvPr/>
          </p:nvSpPr>
          <p:spPr bwMode="auto">
            <a:xfrm flipV="1">
              <a:off x="3195848" y="2042873"/>
              <a:ext cx="4045133" cy="1525471"/>
            </a:xfrm>
            <a:custGeom>
              <a:avLst/>
              <a:gdLst>
                <a:gd name="T0" fmla="*/ 2639 w 2639"/>
                <a:gd name="T1" fmla="*/ 504 h 1006"/>
                <a:gd name="T2" fmla="*/ 2639 w 2639"/>
                <a:gd name="T3" fmla="*/ 504 h 1006"/>
                <a:gd name="T4" fmla="*/ 1319 w 2639"/>
                <a:gd name="T5" fmla="*/ 0 h 1006"/>
                <a:gd name="T6" fmla="*/ 816 w 2639"/>
                <a:gd name="T7" fmla="*/ 503 h 1006"/>
                <a:gd name="T8" fmla="*/ 816 w 2639"/>
                <a:gd name="T9" fmla="*/ 503 h 1006"/>
                <a:gd name="T10" fmla="*/ 502 w 2639"/>
                <a:gd name="T11" fmla="*/ 817 h 1006"/>
                <a:gd name="T12" fmla="*/ 188 w 2639"/>
                <a:gd name="T13" fmla="*/ 503 h 1006"/>
                <a:gd name="T14" fmla="*/ 0 w 2639"/>
                <a:gd name="T15" fmla="*/ 503 h 1006"/>
                <a:gd name="T16" fmla="*/ 502 w 2639"/>
                <a:gd name="T17" fmla="*/ 1006 h 1006"/>
                <a:gd name="T18" fmla="*/ 1005 w 2639"/>
                <a:gd name="T19" fmla="*/ 503 h 1006"/>
                <a:gd name="T20" fmla="*/ 1005 w 2639"/>
                <a:gd name="T21" fmla="*/ 503 h 1006"/>
                <a:gd name="T22" fmla="*/ 1319 w 2639"/>
                <a:gd name="T23" fmla="*/ 189 h 1006"/>
                <a:gd name="T24" fmla="*/ 1633 w 2639"/>
                <a:gd name="T25" fmla="*/ 503 h 1006"/>
                <a:gd name="T26" fmla="*/ 1634 w 2639"/>
                <a:gd name="T27" fmla="*/ 503 h 1006"/>
                <a:gd name="T28" fmla="*/ 2136 w 2639"/>
                <a:gd name="T29" fmla="*/ 1006 h 1006"/>
                <a:gd name="T30" fmla="*/ 2639 w 2639"/>
                <a:gd name="T31" fmla="*/ 504 h 1006"/>
                <a:gd name="T32" fmla="*/ 2450 w 2639"/>
                <a:gd name="T33" fmla="*/ 504 h 1006"/>
                <a:gd name="T34" fmla="*/ 2136 w 2639"/>
                <a:gd name="T35" fmla="*/ 817 h 1006"/>
                <a:gd name="T36" fmla="*/ 1822 w 2639"/>
                <a:gd name="T37" fmla="*/ 503 h 1006"/>
                <a:gd name="T38" fmla="*/ 1822 w 2639"/>
                <a:gd name="T39" fmla="*/ 503 h 1006"/>
                <a:gd name="T40" fmla="*/ 1319 w 2639"/>
                <a:gd name="T41" fmla="*/ 0 h 10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39" h="1006">
                  <a:moveTo>
                    <a:pt x="2639" y="504"/>
                  </a:moveTo>
                  <a:cubicBezTo>
                    <a:pt x="2639" y="504"/>
                    <a:pt x="2639" y="504"/>
                    <a:pt x="2639" y="504"/>
                  </a:cubicBezTo>
                  <a:moveTo>
                    <a:pt x="1319" y="0"/>
                  </a:moveTo>
                  <a:cubicBezTo>
                    <a:pt x="1041" y="0"/>
                    <a:pt x="816" y="225"/>
                    <a:pt x="816" y="503"/>
                  </a:cubicBezTo>
                  <a:cubicBezTo>
                    <a:pt x="816" y="503"/>
                    <a:pt x="816" y="503"/>
                    <a:pt x="816" y="503"/>
                  </a:cubicBezTo>
                  <a:cubicBezTo>
                    <a:pt x="816" y="676"/>
                    <a:pt x="676" y="817"/>
                    <a:pt x="502" y="817"/>
                  </a:cubicBezTo>
                  <a:cubicBezTo>
                    <a:pt x="329" y="817"/>
                    <a:pt x="188" y="676"/>
                    <a:pt x="188" y="503"/>
                  </a:cubicBezTo>
                  <a:cubicBezTo>
                    <a:pt x="0" y="503"/>
                    <a:pt x="0" y="503"/>
                    <a:pt x="0" y="503"/>
                  </a:cubicBezTo>
                  <a:cubicBezTo>
                    <a:pt x="0" y="781"/>
                    <a:pt x="225" y="1006"/>
                    <a:pt x="502" y="1006"/>
                  </a:cubicBezTo>
                  <a:cubicBezTo>
                    <a:pt x="780" y="1006"/>
                    <a:pt x="1005" y="781"/>
                    <a:pt x="1005" y="503"/>
                  </a:cubicBezTo>
                  <a:cubicBezTo>
                    <a:pt x="1005" y="503"/>
                    <a:pt x="1005" y="503"/>
                    <a:pt x="1005" y="503"/>
                  </a:cubicBezTo>
                  <a:cubicBezTo>
                    <a:pt x="1005" y="330"/>
                    <a:pt x="1146" y="189"/>
                    <a:pt x="1319" y="189"/>
                  </a:cubicBezTo>
                  <a:cubicBezTo>
                    <a:pt x="1492" y="189"/>
                    <a:pt x="1633" y="330"/>
                    <a:pt x="1633" y="503"/>
                  </a:cubicBezTo>
                  <a:cubicBezTo>
                    <a:pt x="1634" y="503"/>
                    <a:pt x="1634" y="503"/>
                    <a:pt x="1634" y="503"/>
                  </a:cubicBezTo>
                  <a:cubicBezTo>
                    <a:pt x="1634" y="781"/>
                    <a:pt x="1859" y="1006"/>
                    <a:pt x="2136" y="1006"/>
                  </a:cubicBezTo>
                  <a:cubicBezTo>
                    <a:pt x="2413" y="1006"/>
                    <a:pt x="2638" y="781"/>
                    <a:pt x="2639" y="504"/>
                  </a:cubicBezTo>
                  <a:cubicBezTo>
                    <a:pt x="2450" y="504"/>
                    <a:pt x="2450" y="504"/>
                    <a:pt x="2450" y="504"/>
                  </a:cubicBezTo>
                  <a:cubicBezTo>
                    <a:pt x="2450" y="677"/>
                    <a:pt x="2309" y="817"/>
                    <a:pt x="2136" y="817"/>
                  </a:cubicBezTo>
                  <a:cubicBezTo>
                    <a:pt x="1963" y="817"/>
                    <a:pt x="1822" y="676"/>
                    <a:pt x="1822" y="503"/>
                  </a:cubicBezTo>
                  <a:cubicBezTo>
                    <a:pt x="1822" y="503"/>
                    <a:pt x="1822" y="503"/>
                    <a:pt x="1822" y="503"/>
                  </a:cubicBezTo>
                  <a:cubicBezTo>
                    <a:pt x="1822" y="225"/>
                    <a:pt x="1597" y="0"/>
                    <a:pt x="1319" y="0"/>
                  </a:cubicBezTo>
                </a:path>
              </a:pathLst>
            </a:custGeom>
            <a:solidFill>
              <a:schemeClr val="bg1">
                <a:lumMod val="75000"/>
              </a:schemeClr>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5" name="Freeform 5">
              <a:extLst>
                <a:ext uri="{FF2B5EF4-FFF2-40B4-BE49-F238E27FC236}">
                  <a16:creationId xmlns:a16="http://schemas.microsoft.com/office/drawing/2014/main" id="{D42B0CCF-12EE-483D-843B-FAB860BDC8C9}"/>
                </a:ext>
              </a:extLst>
            </p:cNvPr>
            <p:cNvSpPr>
              <a:spLocks noEditPoints="1"/>
            </p:cNvSpPr>
            <p:nvPr/>
          </p:nvSpPr>
          <p:spPr bwMode="auto">
            <a:xfrm>
              <a:off x="1951772" y="2038208"/>
              <a:ext cx="4045133" cy="1525471"/>
            </a:xfrm>
            <a:custGeom>
              <a:avLst/>
              <a:gdLst>
                <a:gd name="T0" fmla="*/ 2639 w 2639"/>
                <a:gd name="T1" fmla="*/ 504 h 1006"/>
                <a:gd name="T2" fmla="*/ 2639 w 2639"/>
                <a:gd name="T3" fmla="*/ 504 h 1006"/>
                <a:gd name="T4" fmla="*/ 1319 w 2639"/>
                <a:gd name="T5" fmla="*/ 0 h 1006"/>
                <a:gd name="T6" fmla="*/ 816 w 2639"/>
                <a:gd name="T7" fmla="*/ 503 h 1006"/>
                <a:gd name="T8" fmla="*/ 816 w 2639"/>
                <a:gd name="T9" fmla="*/ 503 h 1006"/>
                <a:gd name="T10" fmla="*/ 502 w 2639"/>
                <a:gd name="T11" fmla="*/ 817 h 1006"/>
                <a:gd name="T12" fmla="*/ 188 w 2639"/>
                <a:gd name="T13" fmla="*/ 503 h 1006"/>
                <a:gd name="T14" fmla="*/ 0 w 2639"/>
                <a:gd name="T15" fmla="*/ 503 h 1006"/>
                <a:gd name="T16" fmla="*/ 502 w 2639"/>
                <a:gd name="T17" fmla="*/ 1006 h 1006"/>
                <a:gd name="T18" fmla="*/ 1005 w 2639"/>
                <a:gd name="T19" fmla="*/ 503 h 1006"/>
                <a:gd name="T20" fmla="*/ 1005 w 2639"/>
                <a:gd name="T21" fmla="*/ 503 h 1006"/>
                <a:gd name="T22" fmla="*/ 1319 w 2639"/>
                <a:gd name="T23" fmla="*/ 189 h 1006"/>
                <a:gd name="T24" fmla="*/ 1633 w 2639"/>
                <a:gd name="T25" fmla="*/ 503 h 1006"/>
                <a:gd name="T26" fmla="*/ 1634 w 2639"/>
                <a:gd name="T27" fmla="*/ 503 h 1006"/>
                <a:gd name="T28" fmla="*/ 2136 w 2639"/>
                <a:gd name="T29" fmla="*/ 1006 h 1006"/>
                <a:gd name="T30" fmla="*/ 2639 w 2639"/>
                <a:gd name="T31" fmla="*/ 504 h 1006"/>
                <a:gd name="T32" fmla="*/ 2450 w 2639"/>
                <a:gd name="T33" fmla="*/ 504 h 1006"/>
                <a:gd name="T34" fmla="*/ 2136 w 2639"/>
                <a:gd name="T35" fmla="*/ 817 h 1006"/>
                <a:gd name="T36" fmla="*/ 1822 w 2639"/>
                <a:gd name="T37" fmla="*/ 503 h 1006"/>
                <a:gd name="T38" fmla="*/ 1822 w 2639"/>
                <a:gd name="T39" fmla="*/ 503 h 1006"/>
                <a:gd name="T40" fmla="*/ 1319 w 2639"/>
                <a:gd name="T41" fmla="*/ 0 h 10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2639" h="1006">
                  <a:moveTo>
                    <a:pt x="2639" y="504"/>
                  </a:moveTo>
                  <a:cubicBezTo>
                    <a:pt x="2639" y="504"/>
                    <a:pt x="2639" y="504"/>
                    <a:pt x="2639" y="504"/>
                  </a:cubicBezTo>
                  <a:moveTo>
                    <a:pt x="1319" y="0"/>
                  </a:moveTo>
                  <a:cubicBezTo>
                    <a:pt x="1041" y="0"/>
                    <a:pt x="816" y="225"/>
                    <a:pt x="816" y="503"/>
                  </a:cubicBezTo>
                  <a:cubicBezTo>
                    <a:pt x="816" y="503"/>
                    <a:pt x="816" y="503"/>
                    <a:pt x="816" y="503"/>
                  </a:cubicBezTo>
                  <a:cubicBezTo>
                    <a:pt x="816" y="676"/>
                    <a:pt x="676" y="817"/>
                    <a:pt x="502" y="817"/>
                  </a:cubicBezTo>
                  <a:cubicBezTo>
                    <a:pt x="329" y="817"/>
                    <a:pt x="188" y="676"/>
                    <a:pt x="188" y="503"/>
                  </a:cubicBezTo>
                  <a:cubicBezTo>
                    <a:pt x="0" y="503"/>
                    <a:pt x="0" y="503"/>
                    <a:pt x="0" y="503"/>
                  </a:cubicBezTo>
                  <a:cubicBezTo>
                    <a:pt x="0" y="781"/>
                    <a:pt x="225" y="1006"/>
                    <a:pt x="502" y="1006"/>
                  </a:cubicBezTo>
                  <a:cubicBezTo>
                    <a:pt x="780" y="1006"/>
                    <a:pt x="1005" y="781"/>
                    <a:pt x="1005" y="503"/>
                  </a:cubicBezTo>
                  <a:cubicBezTo>
                    <a:pt x="1005" y="503"/>
                    <a:pt x="1005" y="503"/>
                    <a:pt x="1005" y="503"/>
                  </a:cubicBezTo>
                  <a:cubicBezTo>
                    <a:pt x="1005" y="330"/>
                    <a:pt x="1146" y="189"/>
                    <a:pt x="1319" y="189"/>
                  </a:cubicBezTo>
                  <a:cubicBezTo>
                    <a:pt x="1492" y="189"/>
                    <a:pt x="1633" y="330"/>
                    <a:pt x="1633" y="503"/>
                  </a:cubicBezTo>
                  <a:cubicBezTo>
                    <a:pt x="1634" y="503"/>
                    <a:pt x="1634" y="503"/>
                    <a:pt x="1634" y="503"/>
                  </a:cubicBezTo>
                  <a:cubicBezTo>
                    <a:pt x="1634" y="781"/>
                    <a:pt x="1859" y="1006"/>
                    <a:pt x="2136" y="1006"/>
                  </a:cubicBezTo>
                  <a:cubicBezTo>
                    <a:pt x="2413" y="1006"/>
                    <a:pt x="2638" y="781"/>
                    <a:pt x="2639" y="504"/>
                  </a:cubicBezTo>
                  <a:cubicBezTo>
                    <a:pt x="2450" y="504"/>
                    <a:pt x="2450" y="504"/>
                    <a:pt x="2450" y="504"/>
                  </a:cubicBezTo>
                  <a:cubicBezTo>
                    <a:pt x="2450" y="677"/>
                    <a:pt x="2309" y="817"/>
                    <a:pt x="2136" y="817"/>
                  </a:cubicBezTo>
                  <a:cubicBezTo>
                    <a:pt x="1963" y="817"/>
                    <a:pt x="1822" y="676"/>
                    <a:pt x="1822" y="503"/>
                  </a:cubicBezTo>
                  <a:cubicBezTo>
                    <a:pt x="1822" y="503"/>
                    <a:pt x="1822" y="503"/>
                    <a:pt x="1822" y="503"/>
                  </a:cubicBezTo>
                  <a:cubicBezTo>
                    <a:pt x="1822" y="225"/>
                    <a:pt x="1597" y="0"/>
                    <a:pt x="1319" y="0"/>
                  </a:cubicBezTo>
                </a:path>
              </a:pathLst>
            </a:custGeom>
            <a:solidFill>
              <a:srgbClr val="BFBFB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6" name="Freeform 6">
              <a:extLst>
                <a:ext uri="{FF2B5EF4-FFF2-40B4-BE49-F238E27FC236}">
                  <a16:creationId xmlns:a16="http://schemas.microsoft.com/office/drawing/2014/main" id="{7064DB79-F679-4FE6-8373-D0B97AD9DF02}"/>
                </a:ext>
              </a:extLst>
            </p:cNvPr>
            <p:cNvSpPr>
              <a:spLocks/>
            </p:cNvSpPr>
            <p:nvPr/>
          </p:nvSpPr>
          <p:spPr bwMode="auto">
            <a:xfrm>
              <a:off x="3203295" y="2801371"/>
              <a:ext cx="1540017" cy="762308"/>
            </a:xfrm>
            <a:custGeom>
              <a:avLst/>
              <a:gdLst>
                <a:gd name="T0" fmla="*/ 0 w 1005"/>
                <a:gd name="T1" fmla="*/ 0 h 503"/>
                <a:gd name="T2" fmla="*/ 503 w 1005"/>
                <a:gd name="T3" fmla="*/ 503 h 503"/>
                <a:gd name="T4" fmla="*/ 1005 w 1005"/>
                <a:gd name="T5" fmla="*/ 0 h 503"/>
                <a:gd name="T6" fmla="*/ 817 w 1005"/>
                <a:gd name="T7" fmla="*/ 0 h 503"/>
                <a:gd name="T8" fmla="*/ 503 w 1005"/>
                <a:gd name="T9" fmla="*/ 314 h 503"/>
                <a:gd name="T10" fmla="*/ 189 w 1005"/>
                <a:gd name="T11" fmla="*/ 0 h 503"/>
                <a:gd name="T12" fmla="*/ 0 w 1005"/>
                <a:gd name="T13" fmla="*/ 0 h 503"/>
              </a:gdLst>
              <a:ahLst/>
              <a:cxnLst>
                <a:cxn ang="0">
                  <a:pos x="T0" y="T1"/>
                </a:cxn>
                <a:cxn ang="0">
                  <a:pos x="T2" y="T3"/>
                </a:cxn>
                <a:cxn ang="0">
                  <a:pos x="T4" y="T5"/>
                </a:cxn>
                <a:cxn ang="0">
                  <a:pos x="T6" y="T7"/>
                </a:cxn>
                <a:cxn ang="0">
                  <a:pos x="T8" y="T9"/>
                </a:cxn>
                <a:cxn ang="0">
                  <a:pos x="T10" y="T11"/>
                </a:cxn>
                <a:cxn ang="0">
                  <a:pos x="T12" y="T13"/>
                </a:cxn>
              </a:cxnLst>
              <a:rect l="0" t="0" r="r" b="b"/>
              <a:pathLst>
                <a:path w="1005" h="503">
                  <a:moveTo>
                    <a:pt x="0" y="0"/>
                  </a:moveTo>
                  <a:cubicBezTo>
                    <a:pt x="0" y="278"/>
                    <a:pt x="225" y="503"/>
                    <a:pt x="503" y="503"/>
                  </a:cubicBezTo>
                  <a:cubicBezTo>
                    <a:pt x="780" y="503"/>
                    <a:pt x="1005" y="278"/>
                    <a:pt x="1005" y="0"/>
                  </a:cubicBezTo>
                  <a:cubicBezTo>
                    <a:pt x="817" y="0"/>
                    <a:pt x="817" y="0"/>
                    <a:pt x="817" y="0"/>
                  </a:cubicBezTo>
                  <a:cubicBezTo>
                    <a:pt x="817" y="173"/>
                    <a:pt x="676" y="314"/>
                    <a:pt x="503" y="314"/>
                  </a:cubicBezTo>
                  <a:cubicBezTo>
                    <a:pt x="329" y="314"/>
                    <a:pt x="189" y="173"/>
                    <a:pt x="189" y="0"/>
                  </a:cubicBezTo>
                  <a:lnTo>
                    <a:pt x="0" y="0"/>
                  </a:lnTo>
                  <a:close/>
                </a:path>
              </a:pathLst>
            </a:custGeom>
            <a:solidFill>
              <a:srgbClr val="0071AD"/>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7" name="Freeform 7">
              <a:extLst>
                <a:ext uri="{FF2B5EF4-FFF2-40B4-BE49-F238E27FC236}">
                  <a16:creationId xmlns:a16="http://schemas.microsoft.com/office/drawing/2014/main" id="{005AA6C8-19BE-49CB-89D1-7A816BF84222}"/>
                </a:ext>
              </a:extLst>
            </p:cNvPr>
            <p:cNvSpPr>
              <a:spLocks/>
            </p:cNvSpPr>
            <p:nvPr/>
          </p:nvSpPr>
          <p:spPr bwMode="auto">
            <a:xfrm>
              <a:off x="4457498" y="2038208"/>
              <a:ext cx="1532469" cy="763163"/>
            </a:xfrm>
            <a:custGeom>
              <a:avLst/>
              <a:gdLst>
                <a:gd name="T0" fmla="*/ 1005 w 1005"/>
                <a:gd name="T1" fmla="*/ 503 h 503"/>
                <a:gd name="T2" fmla="*/ 502 w 1005"/>
                <a:gd name="T3" fmla="*/ 0 h 503"/>
                <a:gd name="T4" fmla="*/ 0 w 1005"/>
                <a:gd name="T5" fmla="*/ 503 h 503"/>
                <a:gd name="T6" fmla="*/ 188 w 1005"/>
                <a:gd name="T7" fmla="*/ 503 h 503"/>
                <a:gd name="T8" fmla="*/ 502 w 1005"/>
                <a:gd name="T9" fmla="*/ 189 h 503"/>
                <a:gd name="T10" fmla="*/ 817 w 1005"/>
                <a:gd name="T11" fmla="*/ 503 h 503"/>
                <a:gd name="T12" fmla="*/ 1005 w 1005"/>
                <a:gd name="T13" fmla="*/ 503 h 503"/>
              </a:gdLst>
              <a:ahLst/>
              <a:cxnLst>
                <a:cxn ang="0">
                  <a:pos x="T0" y="T1"/>
                </a:cxn>
                <a:cxn ang="0">
                  <a:pos x="T2" y="T3"/>
                </a:cxn>
                <a:cxn ang="0">
                  <a:pos x="T4" y="T5"/>
                </a:cxn>
                <a:cxn ang="0">
                  <a:pos x="T6" y="T7"/>
                </a:cxn>
                <a:cxn ang="0">
                  <a:pos x="T8" y="T9"/>
                </a:cxn>
                <a:cxn ang="0">
                  <a:pos x="T10" y="T11"/>
                </a:cxn>
                <a:cxn ang="0">
                  <a:pos x="T12" y="T13"/>
                </a:cxn>
              </a:cxnLst>
              <a:rect l="0" t="0" r="r" b="b"/>
              <a:pathLst>
                <a:path w="1005" h="503">
                  <a:moveTo>
                    <a:pt x="1005" y="503"/>
                  </a:moveTo>
                  <a:cubicBezTo>
                    <a:pt x="1005" y="225"/>
                    <a:pt x="780" y="0"/>
                    <a:pt x="502" y="0"/>
                  </a:cubicBezTo>
                  <a:cubicBezTo>
                    <a:pt x="225" y="0"/>
                    <a:pt x="0" y="225"/>
                    <a:pt x="0" y="503"/>
                  </a:cubicBezTo>
                  <a:cubicBezTo>
                    <a:pt x="188" y="503"/>
                    <a:pt x="188" y="503"/>
                    <a:pt x="188" y="503"/>
                  </a:cubicBezTo>
                  <a:cubicBezTo>
                    <a:pt x="188" y="330"/>
                    <a:pt x="329" y="189"/>
                    <a:pt x="502" y="189"/>
                  </a:cubicBezTo>
                  <a:cubicBezTo>
                    <a:pt x="676" y="189"/>
                    <a:pt x="817" y="330"/>
                    <a:pt x="817" y="503"/>
                  </a:cubicBezTo>
                  <a:lnTo>
                    <a:pt x="1005" y="503"/>
                  </a:lnTo>
                  <a:close/>
                </a:path>
              </a:pathLst>
            </a:custGeom>
            <a:solidFill>
              <a:srgbClr val="0F80A1"/>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8" name="Freeform 8">
              <a:extLst>
                <a:ext uri="{FF2B5EF4-FFF2-40B4-BE49-F238E27FC236}">
                  <a16:creationId xmlns:a16="http://schemas.microsoft.com/office/drawing/2014/main" id="{EDF8DD57-B7EA-4BD1-BF7A-FDCF694C7B57}"/>
                </a:ext>
              </a:extLst>
            </p:cNvPr>
            <p:cNvSpPr>
              <a:spLocks/>
            </p:cNvSpPr>
            <p:nvPr/>
          </p:nvSpPr>
          <p:spPr bwMode="auto">
            <a:xfrm>
              <a:off x="1949912" y="2038208"/>
              <a:ext cx="1540017" cy="763163"/>
            </a:xfrm>
            <a:custGeom>
              <a:avLst/>
              <a:gdLst>
                <a:gd name="T0" fmla="*/ 1005 w 1005"/>
                <a:gd name="T1" fmla="*/ 503 h 503"/>
                <a:gd name="T2" fmla="*/ 502 w 1005"/>
                <a:gd name="T3" fmla="*/ 0 h 503"/>
                <a:gd name="T4" fmla="*/ 0 w 1005"/>
                <a:gd name="T5" fmla="*/ 503 h 503"/>
                <a:gd name="T6" fmla="*/ 188 w 1005"/>
                <a:gd name="T7" fmla="*/ 503 h 503"/>
                <a:gd name="T8" fmla="*/ 502 w 1005"/>
                <a:gd name="T9" fmla="*/ 189 h 503"/>
                <a:gd name="T10" fmla="*/ 817 w 1005"/>
                <a:gd name="T11" fmla="*/ 503 h 503"/>
                <a:gd name="T12" fmla="*/ 1005 w 1005"/>
                <a:gd name="T13" fmla="*/ 503 h 503"/>
              </a:gdLst>
              <a:ahLst/>
              <a:cxnLst>
                <a:cxn ang="0">
                  <a:pos x="T0" y="T1"/>
                </a:cxn>
                <a:cxn ang="0">
                  <a:pos x="T2" y="T3"/>
                </a:cxn>
                <a:cxn ang="0">
                  <a:pos x="T4" y="T5"/>
                </a:cxn>
                <a:cxn ang="0">
                  <a:pos x="T6" y="T7"/>
                </a:cxn>
                <a:cxn ang="0">
                  <a:pos x="T8" y="T9"/>
                </a:cxn>
                <a:cxn ang="0">
                  <a:pos x="T10" y="T11"/>
                </a:cxn>
                <a:cxn ang="0">
                  <a:pos x="T12" y="T13"/>
                </a:cxn>
              </a:cxnLst>
              <a:rect l="0" t="0" r="r" b="b"/>
              <a:pathLst>
                <a:path w="1005" h="503">
                  <a:moveTo>
                    <a:pt x="1005" y="503"/>
                  </a:moveTo>
                  <a:cubicBezTo>
                    <a:pt x="1005" y="225"/>
                    <a:pt x="780" y="0"/>
                    <a:pt x="502" y="0"/>
                  </a:cubicBezTo>
                  <a:cubicBezTo>
                    <a:pt x="225" y="0"/>
                    <a:pt x="0" y="225"/>
                    <a:pt x="0" y="503"/>
                  </a:cubicBezTo>
                  <a:cubicBezTo>
                    <a:pt x="188" y="503"/>
                    <a:pt x="188" y="503"/>
                    <a:pt x="188" y="503"/>
                  </a:cubicBezTo>
                  <a:cubicBezTo>
                    <a:pt x="188" y="330"/>
                    <a:pt x="329" y="189"/>
                    <a:pt x="502" y="189"/>
                  </a:cubicBezTo>
                  <a:cubicBezTo>
                    <a:pt x="676" y="189"/>
                    <a:pt x="817" y="330"/>
                    <a:pt x="817" y="503"/>
                  </a:cubicBezTo>
                  <a:lnTo>
                    <a:pt x="1005" y="503"/>
                  </a:lnTo>
                  <a:close/>
                </a:path>
              </a:pathLst>
            </a:custGeom>
            <a:solidFill>
              <a:srgbClr val="012263"/>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en-US" dirty="0"/>
            </a:p>
          </p:txBody>
        </p:sp>
        <p:sp>
          <p:nvSpPr>
            <p:cNvPr id="129" name="Oval 128">
              <a:extLst>
                <a:ext uri="{FF2B5EF4-FFF2-40B4-BE49-F238E27FC236}">
                  <a16:creationId xmlns:a16="http://schemas.microsoft.com/office/drawing/2014/main" id="{1E49273F-F03C-4B6A-B18E-D21548DD952B}"/>
                </a:ext>
              </a:extLst>
            </p:cNvPr>
            <p:cNvSpPr/>
            <p:nvPr/>
          </p:nvSpPr>
          <p:spPr bwMode="auto">
            <a:xfrm>
              <a:off x="2299871" y="2391041"/>
              <a:ext cx="829771" cy="820553"/>
            </a:xfrm>
            <a:prstGeom prst="ellipse">
              <a:avLst/>
            </a:prstGeom>
            <a:solidFill>
              <a:schemeClr val="bg1"/>
            </a:solidFill>
            <a:ln w="6350" cap="flat" cmpd="sng" algn="ctr">
              <a:solidFill>
                <a:srgbClr val="012263"/>
              </a:solidFill>
              <a:prstDash val="solid"/>
              <a:round/>
              <a:headEnd type="none" w="med" len="med"/>
              <a:tailEnd type="none" w="med" len="med"/>
            </a:ln>
            <a:effectLst>
              <a:outerShdw blurRad="63500" sx="102000" sy="102000" algn="ctr"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US" sz="1600" b="0" i="0" u="none" strike="noStrike" cap="none" normalizeH="0" baseline="0" dirty="0">
                <a:ln>
                  <a:noFill/>
                </a:ln>
                <a:effectLst/>
                <a:cs typeface="Arial" charset="0"/>
              </a:endParaRPr>
            </a:p>
          </p:txBody>
        </p:sp>
        <p:sp>
          <p:nvSpPr>
            <p:cNvPr id="130" name="Oval 129">
              <a:extLst>
                <a:ext uri="{FF2B5EF4-FFF2-40B4-BE49-F238E27FC236}">
                  <a16:creationId xmlns:a16="http://schemas.microsoft.com/office/drawing/2014/main" id="{21C322DA-6480-4A65-B0AF-416E85A4045E}"/>
                </a:ext>
              </a:extLst>
            </p:cNvPr>
            <p:cNvSpPr/>
            <p:nvPr/>
          </p:nvSpPr>
          <p:spPr bwMode="auto">
            <a:xfrm>
              <a:off x="3553027" y="2391041"/>
              <a:ext cx="829771" cy="820553"/>
            </a:xfrm>
            <a:prstGeom prst="ellipse">
              <a:avLst/>
            </a:prstGeom>
            <a:solidFill>
              <a:schemeClr val="bg1"/>
            </a:solidFill>
            <a:ln w="6350" cap="flat" cmpd="sng" algn="ctr">
              <a:solidFill>
                <a:srgbClr val="0071AD"/>
              </a:solidFill>
              <a:prstDash val="solid"/>
              <a:round/>
              <a:headEnd type="none" w="med" len="med"/>
              <a:tailEnd type="none" w="med" len="med"/>
            </a:ln>
            <a:effectLst>
              <a:outerShdw blurRad="63500" sx="102000" sy="102000" algn="ctr"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US" sz="1600" b="0" i="0" u="none" strike="noStrike" cap="none" normalizeH="0" baseline="0" dirty="0">
                <a:ln>
                  <a:noFill/>
                </a:ln>
                <a:effectLst/>
                <a:cs typeface="Arial" charset="0"/>
              </a:endParaRPr>
            </a:p>
          </p:txBody>
        </p:sp>
        <p:sp>
          <p:nvSpPr>
            <p:cNvPr id="131" name="Oval 130">
              <a:extLst>
                <a:ext uri="{FF2B5EF4-FFF2-40B4-BE49-F238E27FC236}">
                  <a16:creationId xmlns:a16="http://schemas.microsoft.com/office/drawing/2014/main" id="{DCAF18E6-D0FD-438F-B4E8-EA57FDE92D34}"/>
                </a:ext>
              </a:extLst>
            </p:cNvPr>
            <p:cNvSpPr/>
            <p:nvPr/>
          </p:nvSpPr>
          <p:spPr bwMode="auto">
            <a:xfrm>
              <a:off x="4811040" y="2391041"/>
              <a:ext cx="829771" cy="820553"/>
            </a:xfrm>
            <a:prstGeom prst="ellipse">
              <a:avLst/>
            </a:prstGeom>
            <a:solidFill>
              <a:schemeClr val="bg1"/>
            </a:solidFill>
            <a:ln w="6350"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US" sz="1600" b="0" i="0" u="none" strike="noStrike" cap="none" normalizeH="0" baseline="0" dirty="0">
                <a:ln>
                  <a:noFill/>
                </a:ln>
                <a:effectLst/>
                <a:cs typeface="Arial" charset="0"/>
              </a:endParaRPr>
            </a:p>
          </p:txBody>
        </p:sp>
        <p:sp>
          <p:nvSpPr>
            <p:cNvPr id="132" name="TextBox 131">
              <a:extLst>
                <a:ext uri="{FF2B5EF4-FFF2-40B4-BE49-F238E27FC236}">
                  <a16:creationId xmlns:a16="http://schemas.microsoft.com/office/drawing/2014/main" id="{B0FFD756-1E19-4B2E-B3A7-5D4CEB5A97A1}"/>
                </a:ext>
              </a:extLst>
            </p:cNvPr>
            <p:cNvSpPr txBox="1"/>
            <p:nvPr/>
          </p:nvSpPr>
          <p:spPr bwMode="auto">
            <a:xfrm>
              <a:off x="2265490" y="2232067"/>
              <a:ext cx="894509" cy="487195"/>
            </a:xfrm>
            <a:prstGeom prst="rect">
              <a:avLst/>
            </a:prstGeom>
            <a:noFill/>
            <a:ln w="9525">
              <a:noFill/>
              <a:miter lim="800000"/>
              <a:headEnd/>
              <a:tailEnd/>
            </a:ln>
          </p:spPr>
          <p:txBody>
            <a:bodyPr wrap="square" rtlCol="0">
              <a:prstTxWarp prst="textArchUp">
                <a:avLst/>
              </a:prstTxWarp>
              <a:spAutoFit/>
            </a:bodyPr>
            <a:lstStyle/>
            <a:p>
              <a:pPr algn="ctr"/>
              <a:r>
                <a:rPr lang="en-GB" sz="1600" dirty="0">
                  <a:solidFill>
                    <a:schemeClr val="bg1"/>
                  </a:solidFill>
                  <a:cs typeface="Calibri" pitchFamily="34" charset="0"/>
                </a:rPr>
                <a:t>OUR PEOPLE</a:t>
              </a:r>
            </a:p>
          </p:txBody>
        </p:sp>
        <p:sp>
          <p:nvSpPr>
            <p:cNvPr id="133" name="TextBox 132">
              <a:extLst>
                <a:ext uri="{FF2B5EF4-FFF2-40B4-BE49-F238E27FC236}">
                  <a16:creationId xmlns:a16="http://schemas.microsoft.com/office/drawing/2014/main" id="{A705EF76-1DBB-4E23-920B-871A29CD6632}"/>
                </a:ext>
              </a:extLst>
            </p:cNvPr>
            <p:cNvSpPr txBox="1"/>
            <p:nvPr/>
          </p:nvSpPr>
          <p:spPr bwMode="auto">
            <a:xfrm rot="10800000" flipH="1" flipV="1">
              <a:off x="3512571" y="2808256"/>
              <a:ext cx="939542" cy="678369"/>
            </a:xfrm>
            <a:prstGeom prst="rect">
              <a:avLst/>
            </a:prstGeom>
            <a:noFill/>
            <a:ln w="9525">
              <a:noFill/>
              <a:miter lim="800000"/>
              <a:headEnd/>
              <a:tailEnd/>
            </a:ln>
          </p:spPr>
          <p:txBody>
            <a:bodyPr spcFirstLastPara="1" wrap="square" numCol="1" rtlCol="0">
              <a:prstTxWarp prst="textArchDown">
                <a:avLst/>
              </a:prstTxWarp>
              <a:spAutoFit/>
            </a:bodyPr>
            <a:lstStyle>
              <a:defPPr>
                <a:defRPr lang="en-US"/>
              </a:defPPr>
              <a:lvl1pPr algn="ctr">
                <a:defRPr sz="1600">
                  <a:solidFill>
                    <a:schemeClr val="bg1"/>
                  </a:solidFill>
                  <a:latin typeface="Calibri" pitchFamily="34" charset="0"/>
                  <a:cs typeface="Calibri" pitchFamily="34" charset="0"/>
                </a:defRPr>
              </a:lvl1pPr>
            </a:lstStyle>
            <a:p>
              <a:r>
                <a:rPr lang="en-GB" dirty="0">
                  <a:latin typeface="+mn-lt"/>
                </a:rPr>
                <a:t>OUR IP AND ASSETS</a:t>
              </a:r>
            </a:p>
          </p:txBody>
        </p:sp>
        <p:sp>
          <p:nvSpPr>
            <p:cNvPr id="134" name="TextBox 133">
              <a:extLst>
                <a:ext uri="{FF2B5EF4-FFF2-40B4-BE49-F238E27FC236}">
                  <a16:creationId xmlns:a16="http://schemas.microsoft.com/office/drawing/2014/main" id="{2AEE748C-646E-4D07-BEE4-0E95C4E11426}"/>
                </a:ext>
              </a:extLst>
            </p:cNvPr>
            <p:cNvSpPr txBox="1"/>
            <p:nvPr/>
          </p:nvSpPr>
          <p:spPr bwMode="auto">
            <a:xfrm>
              <a:off x="4766032" y="2232067"/>
              <a:ext cx="894509" cy="487195"/>
            </a:xfrm>
            <a:prstGeom prst="rect">
              <a:avLst/>
            </a:prstGeom>
            <a:noFill/>
            <a:ln w="9525">
              <a:noFill/>
              <a:miter lim="800000"/>
              <a:headEnd/>
              <a:tailEnd/>
            </a:ln>
          </p:spPr>
          <p:txBody>
            <a:bodyPr wrap="square" rtlCol="0">
              <a:prstTxWarp prst="textArchUp">
                <a:avLst/>
              </a:prstTxWarp>
              <a:spAutoFit/>
            </a:bodyPr>
            <a:lstStyle/>
            <a:p>
              <a:pPr algn="ctr"/>
              <a:r>
                <a:rPr lang="en-GB" sz="1600" dirty="0">
                  <a:solidFill>
                    <a:schemeClr val="bg1"/>
                  </a:solidFill>
                  <a:cs typeface="Calibri" pitchFamily="34" charset="0"/>
                </a:rPr>
                <a:t>OUR EXPERIENCE</a:t>
              </a:r>
            </a:p>
          </p:txBody>
        </p:sp>
        <p:sp>
          <p:nvSpPr>
            <p:cNvPr id="137" name="Freeform 8">
              <a:extLst>
                <a:ext uri="{FF2B5EF4-FFF2-40B4-BE49-F238E27FC236}">
                  <a16:creationId xmlns:a16="http://schemas.microsoft.com/office/drawing/2014/main" id="{9BA5A6E8-D736-4DA4-AE06-D446D15D053B}"/>
                </a:ext>
              </a:extLst>
            </p:cNvPr>
            <p:cNvSpPr>
              <a:spLocks/>
            </p:cNvSpPr>
            <p:nvPr/>
          </p:nvSpPr>
          <p:spPr bwMode="auto">
            <a:xfrm flipV="1">
              <a:off x="5704541" y="2794652"/>
              <a:ext cx="1540017" cy="763163"/>
            </a:xfrm>
            <a:custGeom>
              <a:avLst/>
              <a:gdLst>
                <a:gd name="T0" fmla="*/ 1005 w 1005"/>
                <a:gd name="T1" fmla="*/ 503 h 503"/>
                <a:gd name="T2" fmla="*/ 502 w 1005"/>
                <a:gd name="T3" fmla="*/ 0 h 503"/>
                <a:gd name="T4" fmla="*/ 0 w 1005"/>
                <a:gd name="T5" fmla="*/ 503 h 503"/>
                <a:gd name="T6" fmla="*/ 188 w 1005"/>
                <a:gd name="T7" fmla="*/ 503 h 503"/>
                <a:gd name="T8" fmla="*/ 502 w 1005"/>
                <a:gd name="T9" fmla="*/ 189 h 503"/>
                <a:gd name="T10" fmla="*/ 817 w 1005"/>
                <a:gd name="T11" fmla="*/ 503 h 503"/>
                <a:gd name="T12" fmla="*/ 1005 w 1005"/>
                <a:gd name="T13" fmla="*/ 503 h 503"/>
              </a:gdLst>
              <a:ahLst/>
              <a:cxnLst>
                <a:cxn ang="0">
                  <a:pos x="T0" y="T1"/>
                </a:cxn>
                <a:cxn ang="0">
                  <a:pos x="T2" y="T3"/>
                </a:cxn>
                <a:cxn ang="0">
                  <a:pos x="T4" y="T5"/>
                </a:cxn>
                <a:cxn ang="0">
                  <a:pos x="T6" y="T7"/>
                </a:cxn>
                <a:cxn ang="0">
                  <a:pos x="T8" y="T9"/>
                </a:cxn>
                <a:cxn ang="0">
                  <a:pos x="T10" y="T11"/>
                </a:cxn>
                <a:cxn ang="0">
                  <a:pos x="T12" y="T13"/>
                </a:cxn>
              </a:cxnLst>
              <a:rect l="0" t="0" r="r" b="b"/>
              <a:pathLst>
                <a:path w="1005" h="503">
                  <a:moveTo>
                    <a:pt x="1005" y="503"/>
                  </a:moveTo>
                  <a:cubicBezTo>
                    <a:pt x="1005" y="225"/>
                    <a:pt x="780" y="0"/>
                    <a:pt x="502" y="0"/>
                  </a:cubicBezTo>
                  <a:cubicBezTo>
                    <a:pt x="225" y="0"/>
                    <a:pt x="0" y="225"/>
                    <a:pt x="0" y="503"/>
                  </a:cubicBezTo>
                  <a:cubicBezTo>
                    <a:pt x="188" y="503"/>
                    <a:pt x="188" y="503"/>
                    <a:pt x="188" y="503"/>
                  </a:cubicBezTo>
                  <a:cubicBezTo>
                    <a:pt x="188" y="330"/>
                    <a:pt x="329" y="189"/>
                    <a:pt x="502" y="189"/>
                  </a:cubicBezTo>
                  <a:cubicBezTo>
                    <a:pt x="676" y="189"/>
                    <a:pt x="817" y="330"/>
                    <a:pt x="817" y="503"/>
                  </a:cubicBezTo>
                  <a:lnTo>
                    <a:pt x="1005" y="503"/>
                  </a:lnTo>
                  <a:close/>
                </a:path>
              </a:pathLst>
            </a:custGeom>
            <a:solidFill>
              <a:srgbClr val="35B8FE"/>
            </a:solidFill>
            <a:ln>
              <a:noFill/>
            </a:ln>
          </p:spPr>
          <p:txBody>
            <a:bodyPr vert="horz" wrap="square" lIns="91440" tIns="45720" rIns="91440" bIns="45720" numCol="1" anchor="t" anchorCtr="0" compatLnSpc="1">
              <a:prstTxWarp prst="textNoShape">
                <a:avLst/>
              </a:prstTxWarp>
            </a:bodyPr>
            <a:lstStyle/>
            <a:p>
              <a:endParaRPr lang="en-US" dirty="0"/>
            </a:p>
          </p:txBody>
        </p:sp>
        <p:sp>
          <p:nvSpPr>
            <p:cNvPr id="138" name="Oval 137">
              <a:extLst>
                <a:ext uri="{FF2B5EF4-FFF2-40B4-BE49-F238E27FC236}">
                  <a16:creationId xmlns:a16="http://schemas.microsoft.com/office/drawing/2014/main" id="{7A15B3C7-3B4A-4C05-96F0-22B7A3B5C472}"/>
                </a:ext>
              </a:extLst>
            </p:cNvPr>
            <p:cNvSpPr/>
            <p:nvPr/>
          </p:nvSpPr>
          <p:spPr bwMode="auto">
            <a:xfrm flipV="1">
              <a:off x="6057617" y="2394957"/>
              <a:ext cx="829771" cy="820553"/>
            </a:xfrm>
            <a:prstGeom prst="ellipse">
              <a:avLst/>
            </a:prstGeom>
            <a:solidFill>
              <a:schemeClr val="bg1"/>
            </a:solidFill>
            <a:ln w="6350" cap="flat" cmpd="sng" algn="ctr">
              <a:noFill/>
              <a:prstDash val="solid"/>
              <a:round/>
              <a:headEnd type="none" w="med" len="med"/>
              <a:tailEnd type="none" w="med" len="med"/>
            </a:ln>
            <a:effectLst>
              <a:outerShdw blurRad="63500" sx="102000" sy="102000" algn="ctr" rotWithShape="0">
                <a:prstClr val="black">
                  <a:alpha val="40000"/>
                </a:prstClr>
              </a:outerShdw>
            </a:effectLst>
          </p:spPr>
          <p:txBody>
            <a:bodyPr vert="horz" wrap="none" lIns="91440" tIns="45720" rIns="91440" bIns="45720" numCol="1" rtlCol="0" anchor="ctr" anchorCtr="0" compatLnSpc="1">
              <a:prstTxWarp prst="textNoShape">
                <a:avLst/>
              </a:prstTxWarp>
            </a:bodyPr>
            <a:lstStyle/>
            <a:p>
              <a:pPr marL="0" marR="0" indent="0" algn="ctr" defTabSz="914400" rtl="0" eaLnBrk="0" fontAlgn="base" latinLnBrk="0" hangingPunct="0">
                <a:spcBef>
                  <a:spcPct val="0"/>
                </a:spcBef>
                <a:spcAft>
                  <a:spcPct val="0"/>
                </a:spcAft>
                <a:buClrTx/>
                <a:buSzTx/>
                <a:buFontTx/>
                <a:buNone/>
                <a:tabLst/>
              </a:pPr>
              <a:endParaRPr kumimoji="0" lang="en-US" sz="1600" b="0" i="0" u="none" strike="noStrike" cap="none" normalizeH="0" baseline="0" dirty="0">
                <a:ln>
                  <a:noFill/>
                </a:ln>
                <a:effectLst/>
                <a:cs typeface="Arial" charset="0"/>
              </a:endParaRPr>
            </a:p>
          </p:txBody>
        </p:sp>
        <p:sp>
          <p:nvSpPr>
            <p:cNvPr id="142" name="TextBox 141">
              <a:extLst>
                <a:ext uri="{FF2B5EF4-FFF2-40B4-BE49-F238E27FC236}">
                  <a16:creationId xmlns:a16="http://schemas.microsoft.com/office/drawing/2014/main" id="{2194ACFF-6C21-4B74-8C5F-F9D17B5E7D30}"/>
                </a:ext>
              </a:extLst>
            </p:cNvPr>
            <p:cNvSpPr txBox="1"/>
            <p:nvPr/>
          </p:nvSpPr>
          <p:spPr bwMode="auto">
            <a:xfrm rot="10800000" flipH="1" flipV="1">
              <a:off x="5913645" y="2528431"/>
              <a:ext cx="1133767" cy="912500"/>
            </a:xfrm>
            <a:prstGeom prst="rect">
              <a:avLst/>
            </a:prstGeom>
            <a:noFill/>
            <a:ln w="9525">
              <a:noFill/>
              <a:miter lim="800000"/>
              <a:headEnd/>
              <a:tailEnd/>
            </a:ln>
          </p:spPr>
          <p:txBody>
            <a:bodyPr spcFirstLastPara="1" wrap="square" numCol="1" rtlCol="0">
              <a:prstTxWarp prst="textArchDown">
                <a:avLst/>
              </a:prstTxWarp>
              <a:spAutoFit/>
            </a:bodyPr>
            <a:lstStyle>
              <a:defPPr>
                <a:defRPr lang="en-US"/>
              </a:defPPr>
              <a:lvl1pPr algn="ctr">
                <a:defRPr sz="1600">
                  <a:solidFill>
                    <a:schemeClr val="bg1"/>
                  </a:solidFill>
                  <a:latin typeface="Calibri" pitchFamily="34" charset="0"/>
                  <a:cs typeface="Calibri" pitchFamily="34" charset="0"/>
                </a:defRPr>
              </a:lvl1pPr>
            </a:lstStyle>
            <a:p>
              <a:r>
                <a:rPr lang="en-GB" dirty="0">
                  <a:latin typeface="+mn-lt"/>
                </a:rPr>
                <a:t>OUR CORE SERVICE OFFERING</a:t>
              </a:r>
            </a:p>
          </p:txBody>
        </p:sp>
      </p:grpSp>
      <p:grpSp>
        <p:nvGrpSpPr>
          <p:cNvPr id="46" name="Groupe 641">
            <a:extLst>
              <a:ext uri="{FF2B5EF4-FFF2-40B4-BE49-F238E27FC236}">
                <a16:creationId xmlns:a16="http://schemas.microsoft.com/office/drawing/2014/main" id="{A8233FF0-A9C3-4DD6-9657-F11FDB0A3B98}"/>
              </a:ext>
            </a:extLst>
          </p:cNvPr>
          <p:cNvGrpSpPr>
            <a:grpSpLocks noChangeAspect="1"/>
          </p:cNvGrpSpPr>
          <p:nvPr/>
        </p:nvGrpSpPr>
        <p:grpSpPr>
          <a:xfrm>
            <a:off x="2475109" y="2524434"/>
            <a:ext cx="630515" cy="585339"/>
            <a:chOff x="1735138" y="277813"/>
            <a:chExt cx="485775" cy="415925"/>
          </a:xfrm>
        </p:grpSpPr>
        <p:sp>
          <p:nvSpPr>
            <p:cNvPr id="47" name="Freeform 308">
              <a:extLst>
                <a:ext uri="{FF2B5EF4-FFF2-40B4-BE49-F238E27FC236}">
                  <a16:creationId xmlns:a16="http://schemas.microsoft.com/office/drawing/2014/main" id="{3CB94783-87FB-4D29-8723-4EC382DF82E2}"/>
                </a:ext>
              </a:extLst>
            </p:cNvPr>
            <p:cNvSpPr>
              <a:spLocks/>
            </p:cNvSpPr>
            <p:nvPr/>
          </p:nvSpPr>
          <p:spPr bwMode="auto">
            <a:xfrm>
              <a:off x="1735138" y="287338"/>
              <a:ext cx="279400" cy="406400"/>
            </a:xfrm>
            <a:custGeom>
              <a:avLst/>
              <a:gdLst/>
              <a:ahLst/>
              <a:cxnLst>
                <a:cxn ang="0">
                  <a:pos x="89" y="52"/>
                </a:cxn>
                <a:cxn ang="0">
                  <a:pos x="102" y="52"/>
                </a:cxn>
                <a:cxn ang="0">
                  <a:pos x="176" y="0"/>
                </a:cxn>
                <a:cxn ang="0">
                  <a:pos x="107" y="68"/>
                </a:cxn>
                <a:cxn ang="0">
                  <a:pos x="98" y="136"/>
                </a:cxn>
                <a:cxn ang="0">
                  <a:pos x="118" y="256"/>
                </a:cxn>
                <a:cxn ang="0">
                  <a:pos x="92" y="256"/>
                </a:cxn>
                <a:cxn ang="0">
                  <a:pos x="78" y="149"/>
                </a:cxn>
                <a:cxn ang="0">
                  <a:pos x="54" y="256"/>
                </a:cxn>
                <a:cxn ang="0">
                  <a:pos x="30" y="256"/>
                </a:cxn>
                <a:cxn ang="0">
                  <a:pos x="54" y="138"/>
                </a:cxn>
                <a:cxn ang="0">
                  <a:pos x="54" y="78"/>
                </a:cxn>
                <a:cxn ang="0">
                  <a:pos x="0" y="144"/>
                </a:cxn>
              </a:cxnLst>
              <a:rect l="0" t="0" r="r" b="b"/>
              <a:pathLst>
                <a:path w="176" h="256">
                  <a:moveTo>
                    <a:pt x="89" y="52"/>
                  </a:moveTo>
                  <a:lnTo>
                    <a:pt x="102" y="52"/>
                  </a:lnTo>
                  <a:lnTo>
                    <a:pt x="176" y="0"/>
                  </a:lnTo>
                  <a:lnTo>
                    <a:pt x="107" y="68"/>
                  </a:lnTo>
                  <a:lnTo>
                    <a:pt x="98" y="136"/>
                  </a:lnTo>
                  <a:lnTo>
                    <a:pt x="118" y="256"/>
                  </a:lnTo>
                  <a:lnTo>
                    <a:pt x="92" y="256"/>
                  </a:lnTo>
                  <a:lnTo>
                    <a:pt x="78" y="149"/>
                  </a:lnTo>
                  <a:lnTo>
                    <a:pt x="54" y="256"/>
                  </a:lnTo>
                  <a:lnTo>
                    <a:pt x="30" y="256"/>
                  </a:lnTo>
                  <a:lnTo>
                    <a:pt x="54" y="138"/>
                  </a:lnTo>
                  <a:lnTo>
                    <a:pt x="54" y="78"/>
                  </a:lnTo>
                  <a:lnTo>
                    <a:pt x="0" y="144"/>
                  </a:lnTo>
                </a:path>
              </a:pathLst>
            </a:custGeom>
            <a:noFill/>
            <a:ln w="12700" cap="rnd">
              <a:solidFill>
                <a:srgbClr val="0B6568"/>
              </a:solidFill>
              <a:prstDash val="solid"/>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48" name="Freeform 309">
              <a:extLst>
                <a:ext uri="{FF2B5EF4-FFF2-40B4-BE49-F238E27FC236}">
                  <a16:creationId xmlns:a16="http://schemas.microsoft.com/office/drawing/2014/main" id="{408CC8E5-0017-446C-A266-A0A5A0D0B1F5}"/>
                </a:ext>
              </a:extLst>
            </p:cNvPr>
            <p:cNvSpPr>
              <a:spLocks/>
            </p:cNvSpPr>
            <p:nvPr/>
          </p:nvSpPr>
          <p:spPr bwMode="auto">
            <a:xfrm>
              <a:off x="1771651" y="368300"/>
              <a:ext cx="79375" cy="71438"/>
            </a:xfrm>
            <a:custGeom>
              <a:avLst/>
              <a:gdLst/>
              <a:ahLst/>
              <a:cxnLst>
                <a:cxn ang="0">
                  <a:pos x="0" y="45"/>
                </a:cxn>
                <a:cxn ang="0">
                  <a:pos x="31" y="0"/>
                </a:cxn>
                <a:cxn ang="0">
                  <a:pos x="50" y="0"/>
                </a:cxn>
              </a:cxnLst>
              <a:rect l="0" t="0" r="r" b="b"/>
              <a:pathLst>
                <a:path w="50" h="45">
                  <a:moveTo>
                    <a:pt x="0" y="45"/>
                  </a:moveTo>
                  <a:lnTo>
                    <a:pt x="31" y="0"/>
                  </a:lnTo>
                  <a:lnTo>
                    <a:pt x="50" y="0"/>
                  </a:lnTo>
                </a:path>
              </a:pathLst>
            </a:custGeom>
            <a:noFill/>
            <a:ln w="12700" cap="rnd">
              <a:solidFill>
                <a:srgbClr val="0B6568"/>
              </a:solidFill>
              <a:prstDash val="solid"/>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49" name="Freeform 310">
              <a:extLst>
                <a:ext uri="{FF2B5EF4-FFF2-40B4-BE49-F238E27FC236}">
                  <a16:creationId xmlns:a16="http://schemas.microsoft.com/office/drawing/2014/main" id="{7BEE5215-454C-49FC-933F-CDBAB45C7DED}"/>
                </a:ext>
              </a:extLst>
            </p:cNvPr>
            <p:cNvSpPr>
              <a:spLocks/>
            </p:cNvSpPr>
            <p:nvPr/>
          </p:nvSpPr>
          <p:spPr bwMode="auto">
            <a:xfrm>
              <a:off x="1836738" y="292100"/>
              <a:ext cx="58738" cy="76200"/>
            </a:xfrm>
            <a:custGeom>
              <a:avLst/>
              <a:gdLst/>
              <a:ahLst/>
              <a:cxnLst>
                <a:cxn ang="0">
                  <a:pos x="9" y="39"/>
                </a:cxn>
                <a:cxn ang="0">
                  <a:pos x="8" y="32"/>
                </a:cxn>
                <a:cxn ang="0">
                  <a:pos x="0" y="17"/>
                </a:cxn>
                <a:cxn ang="0">
                  <a:pos x="15" y="0"/>
                </a:cxn>
                <a:cxn ang="0">
                  <a:pos x="30" y="17"/>
                </a:cxn>
                <a:cxn ang="0">
                  <a:pos x="21" y="32"/>
                </a:cxn>
                <a:cxn ang="0">
                  <a:pos x="21" y="39"/>
                </a:cxn>
              </a:cxnLst>
              <a:rect l="0" t="0" r="r" b="b"/>
              <a:pathLst>
                <a:path w="30" h="39">
                  <a:moveTo>
                    <a:pt x="9" y="39"/>
                  </a:moveTo>
                  <a:cubicBezTo>
                    <a:pt x="8" y="32"/>
                    <a:pt x="8" y="32"/>
                    <a:pt x="8" y="32"/>
                  </a:cubicBezTo>
                  <a:cubicBezTo>
                    <a:pt x="4" y="29"/>
                    <a:pt x="0" y="24"/>
                    <a:pt x="0" y="17"/>
                  </a:cubicBezTo>
                  <a:cubicBezTo>
                    <a:pt x="0" y="7"/>
                    <a:pt x="7" y="0"/>
                    <a:pt x="15" y="0"/>
                  </a:cubicBezTo>
                  <a:cubicBezTo>
                    <a:pt x="23" y="0"/>
                    <a:pt x="30" y="7"/>
                    <a:pt x="30" y="17"/>
                  </a:cubicBezTo>
                  <a:cubicBezTo>
                    <a:pt x="30" y="24"/>
                    <a:pt x="27" y="29"/>
                    <a:pt x="21" y="32"/>
                  </a:cubicBezTo>
                  <a:cubicBezTo>
                    <a:pt x="21" y="39"/>
                    <a:pt x="21" y="39"/>
                    <a:pt x="21" y="39"/>
                  </a:cubicBezTo>
                </a:path>
              </a:pathLst>
            </a:custGeom>
            <a:noFill/>
            <a:ln w="12700" cap="rnd">
              <a:solidFill>
                <a:srgbClr val="0B6568"/>
              </a:solidFill>
              <a:prstDash val="solid"/>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51" name="Freeform 311">
              <a:extLst>
                <a:ext uri="{FF2B5EF4-FFF2-40B4-BE49-F238E27FC236}">
                  <a16:creationId xmlns:a16="http://schemas.microsoft.com/office/drawing/2014/main" id="{A077AA9B-E7D0-4938-840D-1B81F4DC02D7}"/>
                </a:ext>
              </a:extLst>
            </p:cNvPr>
            <p:cNvSpPr>
              <a:spLocks/>
            </p:cNvSpPr>
            <p:nvPr/>
          </p:nvSpPr>
          <p:spPr bwMode="auto">
            <a:xfrm>
              <a:off x="1943101" y="277813"/>
              <a:ext cx="233363" cy="409575"/>
            </a:xfrm>
            <a:custGeom>
              <a:avLst/>
              <a:gdLst/>
              <a:ahLst/>
              <a:cxnLst>
                <a:cxn ang="0">
                  <a:pos x="87" y="52"/>
                </a:cxn>
                <a:cxn ang="0">
                  <a:pos x="74" y="52"/>
                </a:cxn>
                <a:cxn ang="0">
                  <a:pos x="0" y="0"/>
                </a:cxn>
                <a:cxn ang="0">
                  <a:pos x="70" y="69"/>
                </a:cxn>
                <a:cxn ang="0">
                  <a:pos x="80" y="117"/>
                </a:cxn>
                <a:cxn ang="0">
                  <a:pos x="65" y="177"/>
                </a:cxn>
                <a:cxn ang="0">
                  <a:pos x="77" y="178"/>
                </a:cxn>
                <a:cxn ang="0">
                  <a:pos x="92" y="258"/>
                </a:cxn>
                <a:cxn ang="0">
                  <a:pos x="91" y="179"/>
                </a:cxn>
                <a:cxn ang="0">
                  <a:pos x="117" y="181"/>
                </a:cxn>
                <a:cxn ang="0">
                  <a:pos x="147" y="253"/>
                </a:cxn>
                <a:cxn ang="0">
                  <a:pos x="111" y="109"/>
                </a:cxn>
                <a:cxn ang="0">
                  <a:pos x="117" y="76"/>
                </a:cxn>
                <a:cxn ang="0">
                  <a:pos x="132" y="91"/>
                </a:cxn>
              </a:cxnLst>
              <a:rect l="0" t="0" r="r" b="b"/>
              <a:pathLst>
                <a:path w="147" h="258">
                  <a:moveTo>
                    <a:pt x="87" y="52"/>
                  </a:moveTo>
                  <a:lnTo>
                    <a:pt x="74" y="52"/>
                  </a:lnTo>
                  <a:lnTo>
                    <a:pt x="0" y="0"/>
                  </a:lnTo>
                  <a:lnTo>
                    <a:pt x="70" y="69"/>
                  </a:lnTo>
                  <a:lnTo>
                    <a:pt x="80" y="117"/>
                  </a:lnTo>
                  <a:lnTo>
                    <a:pt x="65" y="177"/>
                  </a:lnTo>
                  <a:lnTo>
                    <a:pt x="77" y="178"/>
                  </a:lnTo>
                  <a:lnTo>
                    <a:pt x="92" y="258"/>
                  </a:lnTo>
                  <a:lnTo>
                    <a:pt x="91" y="179"/>
                  </a:lnTo>
                  <a:lnTo>
                    <a:pt x="117" y="181"/>
                  </a:lnTo>
                  <a:lnTo>
                    <a:pt x="147" y="253"/>
                  </a:lnTo>
                  <a:lnTo>
                    <a:pt x="111" y="109"/>
                  </a:lnTo>
                  <a:lnTo>
                    <a:pt x="117" y="76"/>
                  </a:lnTo>
                  <a:lnTo>
                    <a:pt x="132" y="91"/>
                  </a:lnTo>
                </a:path>
              </a:pathLst>
            </a:custGeom>
            <a:noFill/>
            <a:ln w="12700" cap="rnd">
              <a:solidFill>
                <a:srgbClr val="0B6568"/>
              </a:solidFill>
              <a:prstDash val="solid"/>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52" name="Freeform 312">
              <a:extLst>
                <a:ext uri="{FF2B5EF4-FFF2-40B4-BE49-F238E27FC236}">
                  <a16:creationId xmlns:a16="http://schemas.microsoft.com/office/drawing/2014/main" id="{FDEA5B8C-795A-49BE-8E79-0980417DF0F8}"/>
                </a:ext>
              </a:extLst>
            </p:cNvPr>
            <p:cNvSpPr>
              <a:spLocks/>
            </p:cNvSpPr>
            <p:nvPr/>
          </p:nvSpPr>
          <p:spPr bwMode="auto">
            <a:xfrm>
              <a:off x="2106613" y="361950"/>
              <a:ext cx="114300" cy="127000"/>
            </a:xfrm>
            <a:custGeom>
              <a:avLst/>
              <a:gdLst/>
              <a:ahLst/>
              <a:cxnLst>
                <a:cxn ang="0">
                  <a:pos x="72" y="80"/>
                </a:cxn>
                <a:cxn ang="0">
                  <a:pos x="11" y="0"/>
                </a:cxn>
                <a:cxn ang="0">
                  <a:pos x="0" y="0"/>
                </a:cxn>
              </a:cxnLst>
              <a:rect l="0" t="0" r="r" b="b"/>
              <a:pathLst>
                <a:path w="72" h="80">
                  <a:moveTo>
                    <a:pt x="72" y="80"/>
                  </a:moveTo>
                  <a:lnTo>
                    <a:pt x="11" y="0"/>
                  </a:lnTo>
                  <a:lnTo>
                    <a:pt x="0" y="0"/>
                  </a:lnTo>
                </a:path>
              </a:pathLst>
            </a:custGeom>
            <a:noFill/>
            <a:ln w="12700" cap="rnd">
              <a:solidFill>
                <a:srgbClr val="0B6568"/>
              </a:solidFill>
              <a:prstDash val="solid"/>
              <a:round/>
              <a:headEnd/>
              <a:tailEnd/>
            </a:ln>
          </p:spPr>
          <p:txBody>
            <a:bodyPr vert="horz" wrap="square" lIns="91440" tIns="45720" rIns="91440" bIns="45720" numCol="1" anchor="t" anchorCtr="0" compatLnSpc="1">
              <a:prstTxWarp prst="textNoShape">
                <a:avLst/>
              </a:prstTxWarp>
            </a:bodyPr>
            <a:lstStyle/>
            <a:p>
              <a:endParaRPr lang="en-GB" dirty="0"/>
            </a:p>
          </p:txBody>
        </p:sp>
        <p:sp>
          <p:nvSpPr>
            <p:cNvPr id="55" name="Freeform 313">
              <a:extLst>
                <a:ext uri="{FF2B5EF4-FFF2-40B4-BE49-F238E27FC236}">
                  <a16:creationId xmlns:a16="http://schemas.microsoft.com/office/drawing/2014/main" id="{FA77C0F1-4A33-457C-9E99-7DE07607049B}"/>
                </a:ext>
              </a:extLst>
            </p:cNvPr>
            <p:cNvSpPr>
              <a:spLocks/>
            </p:cNvSpPr>
            <p:nvPr/>
          </p:nvSpPr>
          <p:spPr bwMode="auto">
            <a:xfrm>
              <a:off x="2070101" y="290513"/>
              <a:ext cx="49213" cy="71438"/>
            </a:xfrm>
            <a:custGeom>
              <a:avLst/>
              <a:gdLst/>
              <a:ahLst/>
              <a:cxnLst>
                <a:cxn ang="0">
                  <a:pos x="18" y="37"/>
                </a:cxn>
                <a:cxn ang="0">
                  <a:pos x="19" y="30"/>
                </a:cxn>
                <a:cxn ang="0">
                  <a:pos x="26" y="15"/>
                </a:cxn>
                <a:cxn ang="0">
                  <a:pos x="13" y="0"/>
                </a:cxn>
                <a:cxn ang="0">
                  <a:pos x="0" y="15"/>
                </a:cxn>
                <a:cxn ang="0">
                  <a:pos x="7" y="30"/>
                </a:cxn>
                <a:cxn ang="0">
                  <a:pos x="7" y="36"/>
                </a:cxn>
              </a:cxnLst>
              <a:rect l="0" t="0" r="r" b="b"/>
              <a:pathLst>
                <a:path w="26" h="37">
                  <a:moveTo>
                    <a:pt x="18" y="37"/>
                  </a:moveTo>
                  <a:cubicBezTo>
                    <a:pt x="19" y="30"/>
                    <a:pt x="19" y="30"/>
                    <a:pt x="19" y="30"/>
                  </a:cubicBezTo>
                  <a:cubicBezTo>
                    <a:pt x="23" y="27"/>
                    <a:pt x="26" y="22"/>
                    <a:pt x="26" y="15"/>
                  </a:cubicBezTo>
                  <a:cubicBezTo>
                    <a:pt x="26" y="7"/>
                    <a:pt x="21" y="0"/>
                    <a:pt x="13" y="0"/>
                  </a:cubicBezTo>
                  <a:cubicBezTo>
                    <a:pt x="6" y="0"/>
                    <a:pt x="0" y="7"/>
                    <a:pt x="0" y="15"/>
                  </a:cubicBezTo>
                  <a:cubicBezTo>
                    <a:pt x="0" y="22"/>
                    <a:pt x="3" y="27"/>
                    <a:pt x="7" y="30"/>
                  </a:cubicBezTo>
                  <a:cubicBezTo>
                    <a:pt x="7" y="36"/>
                    <a:pt x="7" y="36"/>
                    <a:pt x="7" y="36"/>
                  </a:cubicBezTo>
                </a:path>
              </a:pathLst>
            </a:custGeom>
            <a:noFill/>
            <a:ln w="12700" cap="rnd">
              <a:solidFill>
                <a:srgbClr val="0B6568"/>
              </a:solidFill>
              <a:prstDash val="solid"/>
              <a:round/>
              <a:headEnd/>
              <a:tailEnd/>
            </a:ln>
          </p:spPr>
          <p:txBody>
            <a:bodyPr vert="horz" wrap="square" lIns="91440" tIns="45720" rIns="91440" bIns="45720" numCol="1" anchor="t" anchorCtr="0" compatLnSpc="1">
              <a:prstTxWarp prst="textNoShape">
                <a:avLst/>
              </a:prstTxWarp>
            </a:bodyPr>
            <a:lstStyle/>
            <a:p>
              <a:endParaRPr lang="en-GB" dirty="0"/>
            </a:p>
          </p:txBody>
        </p:sp>
      </p:grpSp>
      <p:grpSp>
        <p:nvGrpSpPr>
          <p:cNvPr id="58" name="Groupe 661">
            <a:extLst>
              <a:ext uri="{FF2B5EF4-FFF2-40B4-BE49-F238E27FC236}">
                <a16:creationId xmlns:a16="http://schemas.microsoft.com/office/drawing/2014/main" id="{48D08531-CDD7-4955-94EB-7168F6691F8F}"/>
              </a:ext>
            </a:extLst>
          </p:cNvPr>
          <p:cNvGrpSpPr/>
          <p:nvPr/>
        </p:nvGrpSpPr>
        <p:grpSpPr>
          <a:xfrm>
            <a:off x="6944416" y="2481066"/>
            <a:ext cx="630392" cy="585212"/>
            <a:chOff x="5595938" y="2779713"/>
            <a:chExt cx="392113" cy="328613"/>
          </a:xfrm>
        </p:grpSpPr>
        <p:sp>
          <p:nvSpPr>
            <p:cNvPr id="59" name="Line 314">
              <a:extLst>
                <a:ext uri="{FF2B5EF4-FFF2-40B4-BE49-F238E27FC236}">
                  <a16:creationId xmlns:a16="http://schemas.microsoft.com/office/drawing/2014/main" id="{81C498F4-28E8-4354-80A0-56C51E3CEA75}"/>
                </a:ext>
              </a:extLst>
            </p:cNvPr>
            <p:cNvSpPr>
              <a:spLocks noChangeShapeType="1"/>
            </p:cNvSpPr>
            <p:nvPr/>
          </p:nvSpPr>
          <p:spPr bwMode="auto">
            <a:xfrm>
              <a:off x="5886451" y="2838450"/>
              <a:ext cx="1588" cy="1588"/>
            </a:xfrm>
            <a:prstGeom prst="line">
              <a:avLst/>
            </a:pr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60" name="Freeform 315">
              <a:extLst>
                <a:ext uri="{FF2B5EF4-FFF2-40B4-BE49-F238E27FC236}">
                  <a16:creationId xmlns:a16="http://schemas.microsoft.com/office/drawing/2014/main" id="{64F827E5-1649-401A-AD71-AB12CC03A778}"/>
                </a:ext>
              </a:extLst>
            </p:cNvPr>
            <p:cNvSpPr>
              <a:spLocks/>
            </p:cNvSpPr>
            <p:nvPr/>
          </p:nvSpPr>
          <p:spPr bwMode="auto">
            <a:xfrm>
              <a:off x="5770563" y="3084513"/>
              <a:ext cx="76200" cy="23813"/>
            </a:xfrm>
            <a:custGeom>
              <a:avLst/>
              <a:gdLst/>
              <a:ahLst/>
              <a:cxnLst>
                <a:cxn ang="0">
                  <a:pos x="0" y="13"/>
                </a:cxn>
                <a:cxn ang="0">
                  <a:pos x="39" y="0"/>
                </a:cxn>
              </a:cxnLst>
              <a:rect l="0" t="0" r="r" b="b"/>
              <a:pathLst>
                <a:path w="39" h="13">
                  <a:moveTo>
                    <a:pt x="0" y="13"/>
                  </a:moveTo>
                  <a:cubicBezTo>
                    <a:pt x="10" y="12"/>
                    <a:pt x="29" y="8"/>
                    <a:pt x="39" y="0"/>
                  </a:cubicBezTo>
                </a:path>
              </a:pathLst>
            </a:cu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61" name="Freeform 316">
              <a:extLst>
                <a:ext uri="{FF2B5EF4-FFF2-40B4-BE49-F238E27FC236}">
                  <a16:creationId xmlns:a16="http://schemas.microsoft.com/office/drawing/2014/main" id="{EA71B2FF-2F5D-406E-9BA2-A84760DE5EEA}"/>
                </a:ext>
              </a:extLst>
            </p:cNvPr>
            <p:cNvSpPr>
              <a:spLocks/>
            </p:cNvSpPr>
            <p:nvPr/>
          </p:nvSpPr>
          <p:spPr bwMode="auto">
            <a:xfrm>
              <a:off x="5595938" y="2840038"/>
              <a:ext cx="165100" cy="268288"/>
            </a:xfrm>
            <a:custGeom>
              <a:avLst/>
              <a:gdLst/>
              <a:ahLst/>
              <a:cxnLst>
                <a:cxn ang="0">
                  <a:pos x="20" y="0"/>
                </a:cxn>
                <a:cxn ang="0">
                  <a:pos x="0" y="54"/>
                </a:cxn>
                <a:cxn ang="0">
                  <a:pos x="85" y="139"/>
                </a:cxn>
              </a:cxnLst>
              <a:rect l="0" t="0" r="r" b="b"/>
              <a:pathLst>
                <a:path w="85" h="139">
                  <a:moveTo>
                    <a:pt x="20" y="0"/>
                  </a:moveTo>
                  <a:cubicBezTo>
                    <a:pt x="7" y="14"/>
                    <a:pt x="0" y="33"/>
                    <a:pt x="0" y="54"/>
                  </a:cubicBezTo>
                  <a:cubicBezTo>
                    <a:pt x="0" y="101"/>
                    <a:pt x="38" y="139"/>
                    <a:pt x="85" y="139"/>
                  </a:cubicBezTo>
                </a:path>
              </a:pathLst>
            </a:cu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62" name="Freeform 317">
              <a:extLst>
                <a:ext uri="{FF2B5EF4-FFF2-40B4-BE49-F238E27FC236}">
                  <a16:creationId xmlns:a16="http://schemas.microsoft.com/office/drawing/2014/main" id="{EF3E826F-8065-462D-AA1A-97263D21F9D0}"/>
                </a:ext>
              </a:extLst>
            </p:cNvPr>
            <p:cNvSpPr>
              <a:spLocks/>
            </p:cNvSpPr>
            <p:nvPr/>
          </p:nvSpPr>
          <p:spPr bwMode="auto">
            <a:xfrm>
              <a:off x="5635626" y="2779713"/>
              <a:ext cx="250825" cy="60325"/>
            </a:xfrm>
            <a:custGeom>
              <a:avLst/>
              <a:gdLst/>
              <a:ahLst/>
              <a:cxnLst>
                <a:cxn ang="0">
                  <a:pos x="0" y="31"/>
                </a:cxn>
                <a:cxn ang="0">
                  <a:pos x="65" y="0"/>
                </a:cxn>
                <a:cxn ang="0">
                  <a:pos x="120" y="20"/>
                </a:cxn>
                <a:cxn ang="0">
                  <a:pos x="127" y="27"/>
                </a:cxn>
                <a:cxn ang="0">
                  <a:pos x="130" y="31"/>
                </a:cxn>
              </a:cxnLst>
              <a:rect l="0" t="0" r="r" b="b"/>
              <a:pathLst>
                <a:path w="130" h="31">
                  <a:moveTo>
                    <a:pt x="0" y="31"/>
                  </a:moveTo>
                  <a:cubicBezTo>
                    <a:pt x="15" y="12"/>
                    <a:pt x="39" y="0"/>
                    <a:pt x="65" y="0"/>
                  </a:cubicBezTo>
                  <a:cubicBezTo>
                    <a:pt x="86" y="0"/>
                    <a:pt x="105" y="8"/>
                    <a:pt x="120" y="20"/>
                  </a:cubicBezTo>
                  <a:cubicBezTo>
                    <a:pt x="121" y="21"/>
                    <a:pt x="125" y="25"/>
                    <a:pt x="127" y="27"/>
                  </a:cubicBezTo>
                  <a:cubicBezTo>
                    <a:pt x="128" y="29"/>
                    <a:pt x="130" y="31"/>
                    <a:pt x="130" y="31"/>
                  </a:cubicBezTo>
                </a:path>
              </a:pathLst>
            </a:cu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63" name="Freeform 318">
              <a:extLst>
                <a:ext uri="{FF2B5EF4-FFF2-40B4-BE49-F238E27FC236}">
                  <a16:creationId xmlns:a16="http://schemas.microsoft.com/office/drawing/2014/main" id="{CA2784C1-FEF5-40F8-B785-B62BD3B33E3A}"/>
                </a:ext>
              </a:extLst>
            </p:cNvPr>
            <p:cNvSpPr>
              <a:spLocks/>
            </p:cNvSpPr>
            <p:nvPr/>
          </p:nvSpPr>
          <p:spPr bwMode="auto">
            <a:xfrm>
              <a:off x="5635626" y="2838450"/>
              <a:ext cx="200025" cy="28575"/>
            </a:xfrm>
            <a:custGeom>
              <a:avLst/>
              <a:gdLst/>
              <a:ahLst/>
              <a:cxnLst>
                <a:cxn ang="0">
                  <a:pos x="0" y="0"/>
                </a:cxn>
                <a:cxn ang="0">
                  <a:pos x="65" y="15"/>
                </a:cxn>
                <a:cxn ang="0">
                  <a:pos x="104" y="10"/>
                </a:cxn>
              </a:cxnLst>
              <a:rect l="0" t="0" r="r" b="b"/>
              <a:pathLst>
                <a:path w="104" h="15">
                  <a:moveTo>
                    <a:pt x="0" y="0"/>
                  </a:moveTo>
                  <a:cubicBezTo>
                    <a:pt x="15" y="9"/>
                    <a:pt x="39" y="15"/>
                    <a:pt x="65" y="15"/>
                  </a:cubicBezTo>
                  <a:cubicBezTo>
                    <a:pt x="80" y="15"/>
                    <a:pt x="92" y="14"/>
                    <a:pt x="104" y="10"/>
                  </a:cubicBezTo>
                </a:path>
              </a:pathLst>
            </a:cu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64" name="Freeform 319">
              <a:extLst>
                <a:ext uri="{FF2B5EF4-FFF2-40B4-BE49-F238E27FC236}">
                  <a16:creationId xmlns:a16="http://schemas.microsoft.com/office/drawing/2014/main" id="{405110D7-F331-4776-ABE0-3E906728396C}"/>
                </a:ext>
              </a:extLst>
            </p:cNvPr>
            <p:cNvSpPr>
              <a:spLocks/>
            </p:cNvSpPr>
            <p:nvPr/>
          </p:nvSpPr>
          <p:spPr bwMode="auto">
            <a:xfrm>
              <a:off x="5635626" y="3022600"/>
              <a:ext cx="166688" cy="28575"/>
            </a:xfrm>
            <a:custGeom>
              <a:avLst/>
              <a:gdLst/>
              <a:ahLst/>
              <a:cxnLst>
                <a:cxn ang="0">
                  <a:pos x="86" y="1"/>
                </a:cxn>
                <a:cxn ang="0">
                  <a:pos x="65" y="0"/>
                </a:cxn>
                <a:cxn ang="0">
                  <a:pos x="0" y="15"/>
                </a:cxn>
              </a:cxnLst>
              <a:rect l="0" t="0" r="r" b="b"/>
              <a:pathLst>
                <a:path w="86" h="15">
                  <a:moveTo>
                    <a:pt x="86" y="1"/>
                  </a:moveTo>
                  <a:cubicBezTo>
                    <a:pt x="80" y="0"/>
                    <a:pt x="72" y="0"/>
                    <a:pt x="65" y="0"/>
                  </a:cubicBezTo>
                  <a:cubicBezTo>
                    <a:pt x="39" y="0"/>
                    <a:pt x="15" y="6"/>
                    <a:pt x="0" y="15"/>
                  </a:cubicBezTo>
                </a:path>
              </a:pathLst>
            </a:cu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65" name="Freeform 320">
              <a:extLst>
                <a:ext uri="{FF2B5EF4-FFF2-40B4-BE49-F238E27FC236}">
                  <a16:creationId xmlns:a16="http://schemas.microsoft.com/office/drawing/2014/main" id="{2A2978CD-2613-456D-ADCD-1C363807F608}"/>
                </a:ext>
              </a:extLst>
            </p:cNvPr>
            <p:cNvSpPr>
              <a:spLocks/>
            </p:cNvSpPr>
            <p:nvPr/>
          </p:nvSpPr>
          <p:spPr bwMode="auto">
            <a:xfrm>
              <a:off x="5672138" y="2779713"/>
              <a:ext cx="163513" cy="328613"/>
            </a:xfrm>
            <a:custGeom>
              <a:avLst/>
              <a:gdLst/>
              <a:ahLst/>
              <a:cxnLst>
                <a:cxn ang="0">
                  <a:pos x="75" y="150"/>
                </a:cxn>
                <a:cxn ang="0">
                  <a:pos x="46" y="170"/>
                </a:cxn>
                <a:cxn ang="0">
                  <a:pos x="0" y="85"/>
                </a:cxn>
                <a:cxn ang="0">
                  <a:pos x="46" y="0"/>
                </a:cxn>
                <a:cxn ang="0">
                  <a:pos x="85" y="40"/>
                </a:cxn>
              </a:cxnLst>
              <a:rect l="0" t="0" r="r" b="b"/>
              <a:pathLst>
                <a:path w="85" h="170">
                  <a:moveTo>
                    <a:pt x="75" y="150"/>
                  </a:moveTo>
                  <a:cubicBezTo>
                    <a:pt x="67" y="163"/>
                    <a:pt x="57" y="170"/>
                    <a:pt x="46" y="170"/>
                  </a:cubicBezTo>
                  <a:cubicBezTo>
                    <a:pt x="21" y="170"/>
                    <a:pt x="0" y="132"/>
                    <a:pt x="0" y="85"/>
                  </a:cubicBezTo>
                  <a:cubicBezTo>
                    <a:pt x="0" y="38"/>
                    <a:pt x="21" y="0"/>
                    <a:pt x="46" y="0"/>
                  </a:cubicBezTo>
                  <a:cubicBezTo>
                    <a:pt x="62" y="0"/>
                    <a:pt x="77" y="16"/>
                    <a:pt x="85" y="40"/>
                  </a:cubicBezTo>
                </a:path>
              </a:pathLst>
            </a:cu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66" name="Line 321">
              <a:extLst>
                <a:ext uri="{FF2B5EF4-FFF2-40B4-BE49-F238E27FC236}">
                  <a16:creationId xmlns:a16="http://schemas.microsoft.com/office/drawing/2014/main" id="{290A0101-0FAD-4BBA-BAFE-A5D0BEC1585A}"/>
                </a:ext>
              </a:extLst>
            </p:cNvPr>
            <p:cNvSpPr>
              <a:spLocks noChangeShapeType="1"/>
            </p:cNvSpPr>
            <p:nvPr/>
          </p:nvSpPr>
          <p:spPr bwMode="auto">
            <a:xfrm>
              <a:off x="5595938" y="2944813"/>
              <a:ext cx="114300" cy="1588"/>
            </a:xfrm>
            <a:prstGeom prst="line">
              <a:avLst/>
            </a:pr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67" name="Freeform 322">
              <a:extLst>
                <a:ext uri="{FF2B5EF4-FFF2-40B4-BE49-F238E27FC236}">
                  <a16:creationId xmlns:a16="http://schemas.microsoft.com/office/drawing/2014/main" id="{936B246C-8FD8-4914-9A26-E4A3486829F2}"/>
                </a:ext>
              </a:extLst>
            </p:cNvPr>
            <p:cNvSpPr>
              <a:spLocks/>
            </p:cNvSpPr>
            <p:nvPr/>
          </p:nvSpPr>
          <p:spPr bwMode="auto">
            <a:xfrm>
              <a:off x="5761038" y="2779713"/>
              <a:ext cx="1588" cy="120650"/>
            </a:xfrm>
            <a:custGeom>
              <a:avLst/>
              <a:gdLst/>
              <a:ahLst/>
              <a:cxnLst>
                <a:cxn ang="0">
                  <a:pos x="0" y="76"/>
                </a:cxn>
                <a:cxn ang="0">
                  <a:pos x="0" y="61"/>
                </a:cxn>
                <a:cxn ang="0">
                  <a:pos x="0" y="0"/>
                </a:cxn>
              </a:cxnLst>
              <a:rect l="0" t="0" r="r" b="b"/>
              <a:pathLst>
                <a:path h="76">
                  <a:moveTo>
                    <a:pt x="0" y="76"/>
                  </a:moveTo>
                  <a:lnTo>
                    <a:pt x="0" y="61"/>
                  </a:lnTo>
                  <a:lnTo>
                    <a:pt x="0" y="0"/>
                  </a:lnTo>
                </a:path>
              </a:pathLst>
            </a:cu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68" name="Line 323">
              <a:extLst>
                <a:ext uri="{FF2B5EF4-FFF2-40B4-BE49-F238E27FC236}">
                  <a16:creationId xmlns:a16="http://schemas.microsoft.com/office/drawing/2014/main" id="{D1448055-E1B1-4D85-8E0D-BEB0B603615A}"/>
                </a:ext>
              </a:extLst>
            </p:cNvPr>
            <p:cNvSpPr>
              <a:spLocks noChangeShapeType="1"/>
            </p:cNvSpPr>
            <p:nvPr/>
          </p:nvSpPr>
          <p:spPr bwMode="auto">
            <a:xfrm flipV="1">
              <a:off x="5761038" y="2998788"/>
              <a:ext cx="1588" cy="109538"/>
            </a:xfrm>
            <a:prstGeom prst="line">
              <a:avLst/>
            </a:pr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69" name="Oval 324">
              <a:extLst>
                <a:ext uri="{FF2B5EF4-FFF2-40B4-BE49-F238E27FC236}">
                  <a16:creationId xmlns:a16="http://schemas.microsoft.com/office/drawing/2014/main" id="{3D9874E9-0EB6-461C-B2CA-622F2F829DC7}"/>
                </a:ext>
              </a:extLst>
            </p:cNvPr>
            <p:cNvSpPr>
              <a:spLocks noChangeArrowheads="1"/>
            </p:cNvSpPr>
            <p:nvPr/>
          </p:nvSpPr>
          <p:spPr bwMode="auto">
            <a:xfrm>
              <a:off x="5853113" y="2849563"/>
              <a:ext cx="52388" cy="52388"/>
            </a:xfrm>
            <a:prstGeom prst="ellipse">
              <a:avLst/>
            </a:pr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70" name="Oval 325">
              <a:extLst>
                <a:ext uri="{FF2B5EF4-FFF2-40B4-BE49-F238E27FC236}">
                  <a16:creationId xmlns:a16="http://schemas.microsoft.com/office/drawing/2014/main" id="{0C56B382-5636-47DE-956F-BD52864D931A}"/>
                </a:ext>
              </a:extLst>
            </p:cNvPr>
            <p:cNvSpPr>
              <a:spLocks noChangeArrowheads="1"/>
            </p:cNvSpPr>
            <p:nvPr/>
          </p:nvSpPr>
          <p:spPr bwMode="auto">
            <a:xfrm>
              <a:off x="5870576" y="2857500"/>
              <a:ext cx="15875" cy="17463"/>
            </a:xfrm>
            <a:prstGeom prst="ellipse">
              <a:avLst/>
            </a:pr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71" name="Freeform 326">
              <a:extLst>
                <a:ext uri="{FF2B5EF4-FFF2-40B4-BE49-F238E27FC236}">
                  <a16:creationId xmlns:a16="http://schemas.microsoft.com/office/drawing/2014/main" id="{8519DD42-21B0-471F-A78B-9A481AA36B61}"/>
                </a:ext>
              </a:extLst>
            </p:cNvPr>
            <p:cNvSpPr>
              <a:spLocks/>
            </p:cNvSpPr>
            <p:nvPr/>
          </p:nvSpPr>
          <p:spPr bwMode="auto">
            <a:xfrm>
              <a:off x="5864226" y="2874963"/>
              <a:ext cx="31750" cy="12700"/>
            </a:xfrm>
            <a:custGeom>
              <a:avLst/>
              <a:gdLst/>
              <a:ahLst/>
              <a:cxnLst>
                <a:cxn ang="0">
                  <a:pos x="0" y="7"/>
                </a:cxn>
                <a:cxn ang="0">
                  <a:pos x="8" y="0"/>
                </a:cxn>
                <a:cxn ang="0">
                  <a:pos x="17" y="7"/>
                </a:cxn>
              </a:cxnLst>
              <a:rect l="0" t="0" r="r" b="b"/>
              <a:pathLst>
                <a:path w="17" h="7">
                  <a:moveTo>
                    <a:pt x="0" y="7"/>
                  </a:moveTo>
                  <a:cubicBezTo>
                    <a:pt x="1" y="3"/>
                    <a:pt x="3" y="0"/>
                    <a:pt x="8" y="0"/>
                  </a:cubicBezTo>
                  <a:cubicBezTo>
                    <a:pt x="13" y="0"/>
                    <a:pt x="16" y="3"/>
                    <a:pt x="17" y="7"/>
                  </a:cubicBezTo>
                </a:path>
              </a:pathLst>
            </a:cu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72" name="Oval 327">
              <a:extLst>
                <a:ext uri="{FF2B5EF4-FFF2-40B4-BE49-F238E27FC236}">
                  <a16:creationId xmlns:a16="http://schemas.microsoft.com/office/drawing/2014/main" id="{E8E8EF88-11D1-4440-89CE-83F23D28C349}"/>
                </a:ext>
              </a:extLst>
            </p:cNvPr>
            <p:cNvSpPr>
              <a:spLocks noChangeArrowheads="1"/>
            </p:cNvSpPr>
            <p:nvPr/>
          </p:nvSpPr>
          <p:spPr bwMode="auto">
            <a:xfrm>
              <a:off x="5945188" y="2925763"/>
              <a:ext cx="42863" cy="44450"/>
            </a:xfrm>
            <a:prstGeom prst="ellipse">
              <a:avLst/>
            </a:pr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73" name="Oval 328">
              <a:extLst>
                <a:ext uri="{FF2B5EF4-FFF2-40B4-BE49-F238E27FC236}">
                  <a16:creationId xmlns:a16="http://schemas.microsoft.com/office/drawing/2014/main" id="{A1DA2DD8-EB14-4B50-A20F-9A7D4E03EB6D}"/>
                </a:ext>
              </a:extLst>
            </p:cNvPr>
            <p:cNvSpPr>
              <a:spLocks noChangeArrowheads="1"/>
            </p:cNvSpPr>
            <p:nvPr/>
          </p:nvSpPr>
          <p:spPr bwMode="auto">
            <a:xfrm>
              <a:off x="5961063" y="2932113"/>
              <a:ext cx="11113" cy="14288"/>
            </a:xfrm>
            <a:prstGeom prst="ellipse">
              <a:avLst/>
            </a:pr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74" name="Freeform 329">
              <a:extLst>
                <a:ext uri="{FF2B5EF4-FFF2-40B4-BE49-F238E27FC236}">
                  <a16:creationId xmlns:a16="http://schemas.microsoft.com/office/drawing/2014/main" id="{3A6A2CC9-FA17-4FF8-9B1D-A28A35BECC05}"/>
                </a:ext>
              </a:extLst>
            </p:cNvPr>
            <p:cNvSpPr>
              <a:spLocks/>
            </p:cNvSpPr>
            <p:nvPr/>
          </p:nvSpPr>
          <p:spPr bwMode="auto">
            <a:xfrm>
              <a:off x="5953126" y="2946400"/>
              <a:ext cx="26988" cy="11113"/>
            </a:xfrm>
            <a:custGeom>
              <a:avLst/>
              <a:gdLst/>
              <a:ahLst/>
              <a:cxnLst>
                <a:cxn ang="0">
                  <a:pos x="0" y="6"/>
                </a:cxn>
                <a:cxn ang="0">
                  <a:pos x="7" y="0"/>
                </a:cxn>
                <a:cxn ang="0">
                  <a:pos x="14" y="6"/>
                </a:cxn>
              </a:cxnLst>
              <a:rect l="0" t="0" r="r" b="b"/>
              <a:pathLst>
                <a:path w="14" h="6">
                  <a:moveTo>
                    <a:pt x="0" y="6"/>
                  </a:moveTo>
                  <a:cubicBezTo>
                    <a:pt x="1" y="3"/>
                    <a:pt x="3" y="0"/>
                    <a:pt x="7" y="0"/>
                  </a:cubicBezTo>
                  <a:cubicBezTo>
                    <a:pt x="11" y="0"/>
                    <a:pt x="13" y="3"/>
                    <a:pt x="14" y="6"/>
                  </a:cubicBezTo>
                </a:path>
              </a:pathLst>
            </a:cu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75" name="Oval 330">
              <a:extLst>
                <a:ext uri="{FF2B5EF4-FFF2-40B4-BE49-F238E27FC236}">
                  <a16:creationId xmlns:a16="http://schemas.microsoft.com/office/drawing/2014/main" id="{4AFD96F3-EDDE-493A-A3B7-D144DD71F337}"/>
                </a:ext>
              </a:extLst>
            </p:cNvPr>
            <p:cNvSpPr>
              <a:spLocks noChangeArrowheads="1"/>
            </p:cNvSpPr>
            <p:nvPr/>
          </p:nvSpPr>
          <p:spPr bwMode="auto">
            <a:xfrm>
              <a:off x="5719763" y="2909888"/>
              <a:ext cx="77788" cy="77788"/>
            </a:xfrm>
            <a:prstGeom prst="ellipse">
              <a:avLst/>
            </a:pr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76" name="Freeform 331">
              <a:extLst>
                <a:ext uri="{FF2B5EF4-FFF2-40B4-BE49-F238E27FC236}">
                  <a16:creationId xmlns:a16="http://schemas.microsoft.com/office/drawing/2014/main" id="{5590440B-E1CE-4572-9A8B-A5446D4AF0C8}"/>
                </a:ext>
              </a:extLst>
            </p:cNvPr>
            <p:cNvSpPr>
              <a:spLocks/>
            </p:cNvSpPr>
            <p:nvPr/>
          </p:nvSpPr>
          <p:spPr bwMode="auto">
            <a:xfrm>
              <a:off x="5738813" y="2921000"/>
              <a:ext cx="31750" cy="26988"/>
            </a:xfrm>
            <a:custGeom>
              <a:avLst/>
              <a:gdLst/>
              <a:ahLst/>
              <a:cxnLst>
                <a:cxn ang="0">
                  <a:pos x="5" y="12"/>
                </a:cxn>
                <a:cxn ang="0">
                  <a:pos x="1" y="12"/>
                </a:cxn>
                <a:cxn ang="0">
                  <a:pos x="3" y="11"/>
                </a:cxn>
                <a:cxn ang="0">
                  <a:pos x="0" y="10"/>
                </a:cxn>
                <a:cxn ang="0">
                  <a:pos x="4" y="5"/>
                </a:cxn>
                <a:cxn ang="0">
                  <a:pos x="10" y="0"/>
                </a:cxn>
                <a:cxn ang="0">
                  <a:pos x="16" y="6"/>
                </a:cxn>
                <a:cxn ang="0">
                  <a:pos x="10" y="13"/>
                </a:cxn>
                <a:cxn ang="0">
                  <a:pos x="4" y="6"/>
                </a:cxn>
                <a:cxn ang="0">
                  <a:pos x="5" y="3"/>
                </a:cxn>
              </a:cxnLst>
              <a:rect l="0" t="0" r="r" b="b"/>
              <a:pathLst>
                <a:path w="16" h="14">
                  <a:moveTo>
                    <a:pt x="5" y="12"/>
                  </a:moveTo>
                  <a:cubicBezTo>
                    <a:pt x="5" y="14"/>
                    <a:pt x="2" y="13"/>
                    <a:pt x="1" y="12"/>
                  </a:cubicBezTo>
                  <a:cubicBezTo>
                    <a:pt x="2" y="12"/>
                    <a:pt x="3" y="12"/>
                    <a:pt x="3" y="11"/>
                  </a:cubicBezTo>
                  <a:cubicBezTo>
                    <a:pt x="2" y="11"/>
                    <a:pt x="1" y="11"/>
                    <a:pt x="0" y="10"/>
                  </a:cubicBezTo>
                  <a:cubicBezTo>
                    <a:pt x="3" y="10"/>
                    <a:pt x="4" y="7"/>
                    <a:pt x="4" y="5"/>
                  </a:cubicBezTo>
                  <a:cubicBezTo>
                    <a:pt x="5" y="2"/>
                    <a:pt x="7" y="0"/>
                    <a:pt x="10" y="0"/>
                  </a:cubicBezTo>
                  <a:cubicBezTo>
                    <a:pt x="13" y="0"/>
                    <a:pt x="16" y="3"/>
                    <a:pt x="16" y="6"/>
                  </a:cubicBezTo>
                  <a:cubicBezTo>
                    <a:pt x="16" y="10"/>
                    <a:pt x="13" y="13"/>
                    <a:pt x="10" y="13"/>
                  </a:cubicBezTo>
                  <a:cubicBezTo>
                    <a:pt x="7" y="13"/>
                    <a:pt x="4" y="10"/>
                    <a:pt x="4" y="6"/>
                  </a:cubicBezTo>
                  <a:cubicBezTo>
                    <a:pt x="4" y="5"/>
                    <a:pt x="5" y="4"/>
                    <a:pt x="5" y="3"/>
                  </a:cubicBezTo>
                </a:path>
              </a:pathLst>
            </a:cu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77" name="Freeform 332">
              <a:extLst>
                <a:ext uri="{FF2B5EF4-FFF2-40B4-BE49-F238E27FC236}">
                  <a16:creationId xmlns:a16="http://schemas.microsoft.com/office/drawing/2014/main" id="{1C750D19-CF80-450D-9943-56D4E1F73697}"/>
                </a:ext>
              </a:extLst>
            </p:cNvPr>
            <p:cNvSpPr>
              <a:spLocks/>
            </p:cNvSpPr>
            <p:nvPr/>
          </p:nvSpPr>
          <p:spPr bwMode="auto">
            <a:xfrm>
              <a:off x="5734051" y="2946400"/>
              <a:ext cx="50800" cy="19050"/>
            </a:xfrm>
            <a:custGeom>
              <a:avLst/>
              <a:gdLst/>
              <a:ahLst/>
              <a:cxnLst>
                <a:cxn ang="0">
                  <a:pos x="0" y="10"/>
                </a:cxn>
                <a:cxn ang="0">
                  <a:pos x="13" y="0"/>
                </a:cxn>
                <a:cxn ang="0">
                  <a:pos x="26" y="10"/>
                </a:cxn>
              </a:cxnLst>
              <a:rect l="0" t="0" r="r" b="b"/>
              <a:pathLst>
                <a:path w="26" h="10">
                  <a:moveTo>
                    <a:pt x="0" y="10"/>
                  </a:moveTo>
                  <a:cubicBezTo>
                    <a:pt x="2" y="5"/>
                    <a:pt x="6" y="0"/>
                    <a:pt x="13" y="0"/>
                  </a:cubicBezTo>
                  <a:cubicBezTo>
                    <a:pt x="20" y="0"/>
                    <a:pt x="24" y="4"/>
                    <a:pt x="26" y="10"/>
                  </a:cubicBezTo>
                </a:path>
              </a:pathLst>
            </a:cu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78" name="Oval 333">
              <a:extLst>
                <a:ext uri="{FF2B5EF4-FFF2-40B4-BE49-F238E27FC236}">
                  <a16:creationId xmlns:a16="http://schemas.microsoft.com/office/drawing/2014/main" id="{654745EA-C9D1-4B83-AB93-54693854E015}"/>
                </a:ext>
              </a:extLst>
            </p:cNvPr>
            <p:cNvSpPr>
              <a:spLocks noChangeArrowheads="1"/>
            </p:cNvSpPr>
            <p:nvPr/>
          </p:nvSpPr>
          <p:spPr bwMode="auto">
            <a:xfrm>
              <a:off x="5811838" y="2943225"/>
              <a:ext cx="136525" cy="138113"/>
            </a:xfrm>
            <a:prstGeom prst="ellipse">
              <a:avLst/>
            </a:pr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79" name="Oval 334">
              <a:extLst>
                <a:ext uri="{FF2B5EF4-FFF2-40B4-BE49-F238E27FC236}">
                  <a16:creationId xmlns:a16="http://schemas.microsoft.com/office/drawing/2014/main" id="{524A3BAE-DF27-4588-808C-7B6A77BB7DE5}"/>
                </a:ext>
              </a:extLst>
            </p:cNvPr>
            <p:cNvSpPr>
              <a:spLocks noChangeArrowheads="1"/>
            </p:cNvSpPr>
            <p:nvPr/>
          </p:nvSpPr>
          <p:spPr bwMode="auto">
            <a:xfrm>
              <a:off x="5859463" y="2963863"/>
              <a:ext cx="41275" cy="46038"/>
            </a:xfrm>
            <a:prstGeom prst="ellipse">
              <a:avLst/>
            </a:pr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80" name="Freeform 335">
              <a:extLst>
                <a:ext uri="{FF2B5EF4-FFF2-40B4-BE49-F238E27FC236}">
                  <a16:creationId xmlns:a16="http://schemas.microsoft.com/office/drawing/2014/main" id="{D2162111-F577-4C67-930F-2B48EA09D633}"/>
                </a:ext>
              </a:extLst>
            </p:cNvPr>
            <p:cNvSpPr>
              <a:spLocks/>
            </p:cNvSpPr>
            <p:nvPr/>
          </p:nvSpPr>
          <p:spPr bwMode="auto">
            <a:xfrm>
              <a:off x="5834063" y="3009900"/>
              <a:ext cx="88900" cy="34925"/>
            </a:xfrm>
            <a:custGeom>
              <a:avLst/>
              <a:gdLst/>
              <a:ahLst/>
              <a:cxnLst>
                <a:cxn ang="0">
                  <a:pos x="0" y="18"/>
                </a:cxn>
                <a:cxn ang="0">
                  <a:pos x="23" y="0"/>
                </a:cxn>
                <a:cxn ang="0">
                  <a:pos x="46" y="17"/>
                </a:cxn>
              </a:cxnLst>
              <a:rect l="0" t="0" r="r" b="b"/>
              <a:pathLst>
                <a:path w="46" h="18">
                  <a:moveTo>
                    <a:pt x="0" y="18"/>
                  </a:moveTo>
                  <a:cubicBezTo>
                    <a:pt x="3" y="8"/>
                    <a:pt x="10" y="0"/>
                    <a:pt x="23" y="0"/>
                  </a:cubicBezTo>
                  <a:cubicBezTo>
                    <a:pt x="36" y="0"/>
                    <a:pt x="43" y="7"/>
                    <a:pt x="46" y="17"/>
                  </a:cubicBezTo>
                </a:path>
              </a:pathLst>
            </a:cu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81" name="Line 336">
              <a:extLst>
                <a:ext uri="{FF2B5EF4-FFF2-40B4-BE49-F238E27FC236}">
                  <a16:creationId xmlns:a16="http://schemas.microsoft.com/office/drawing/2014/main" id="{3EDF71A7-29E2-44AD-8A4A-D68567288DE9}"/>
                </a:ext>
              </a:extLst>
            </p:cNvPr>
            <p:cNvSpPr>
              <a:spLocks noChangeShapeType="1"/>
            </p:cNvSpPr>
            <p:nvPr/>
          </p:nvSpPr>
          <p:spPr bwMode="auto">
            <a:xfrm flipH="1" flipV="1">
              <a:off x="5797551" y="2971800"/>
              <a:ext cx="14288" cy="7938"/>
            </a:xfrm>
            <a:prstGeom prst="line">
              <a:avLst/>
            </a:pr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82" name="Line 337">
              <a:extLst>
                <a:ext uri="{FF2B5EF4-FFF2-40B4-BE49-F238E27FC236}">
                  <a16:creationId xmlns:a16="http://schemas.microsoft.com/office/drawing/2014/main" id="{17692C02-1EB3-4B6F-A85D-E54B2769A5D3}"/>
                </a:ext>
              </a:extLst>
            </p:cNvPr>
            <p:cNvSpPr>
              <a:spLocks noChangeShapeType="1"/>
            </p:cNvSpPr>
            <p:nvPr/>
          </p:nvSpPr>
          <p:spPr bwMode="auto">
            <a:xfrm flipH="1">
              <a:off x="5948363" y="2974975"/>
              <a:ext cx="7938" cy="4763"/>
            </a:xfrm>
            <a:prstGeom prst="line">
              <a:avLst/>
            </a:pr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83" name="Line 338">
              <a:extLst>
                <a:ext uri="{FF2B5EF4-FFF2-40B4-BE49-F238E27FC236}">
                  <a16:creationId xmlns:a16="http://schemas.microsoft.com/office/drawing/2014/main" id="{4E3A1D68-48E4-40FE-9335-8632238D1E08}"/>
                </a:ext>
              </a:extLst>
            </p:cNvPr>
            <p:cNvSpPr>
              <a:spLocks noChangeShapeType="1"/>
            </p:cNvSpPr>
            <p:nvPr/>
          </p:nvSpPr>
          <p:spPr bwMode="auto">
            <a:xfrm>
              <a:off x="5910263" y="2887663"/>
              <a:ext cx="46038" cy="31750"/>
            </a:xfrm>
            <a:prstGeom prst="line">
              <a:avLst/>
            </a:pr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84" name="Line 339">
              <a:extLst>
                <a:ext uri="{FF2B5EF4-FFF2-40B4-BE49-F238E27FC236}">
                  <a16:creationId xmlns:a16="http://schemas.microsoft.com/office/drawing/2014/main" id="{89E459F6-7F74-4EE8-9D7B-A8C1BF8A8CB5}"/>
                </a:ext>
              </a:extLst>
            </p:cNvPr>
            <p:cNvSpPr>
              <a:spLocks noChangeShapeType="1"/>
            </p:cNvSpPr>
            <p:nvPr/>
          </p:nvSpPr>
          <p:spPr bwMode="auto">
            <a:xfrm flipV="1">
              <a:off x="5799138" y="2892425"/>
              <a:ext cx="50800" cy="33338"/>
            </a:xfrm>
            <a:prstGeom prst="line">
              <a:avLst/>
            </a:pr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85" name="Freeform 340">
              <a:extLst>
                <a:ext uri="{FF2B5EF4-FFF2-40B4-BE49-F238E27FC236}">
                  <a16:creationId xmlns:a16="http://schemas.microsoft.com/office/drawing/2014/main" id="{5DE007BB-93C3-46C7-939A-5D07F27BBC66}"/>
                </a:ext>
              </a:extLst>
            </p:cNvPr>
            <p:cNvSpPr>
              <a:spLocks/>
            </p:cNvSpPr>
            <p:nvPr/>
          </p:nvSpPr>
          <p:spPr bwMode="auto">
            <a:xfrm>
              <a:off x="5746751" y="2921000"/>
              <a:ext cx="12700" cy="11113"/>
            </a:xfrm>
            <a:custGeom>
              <a:avLst/>
              <a:gdLst/>
              <a:ahLst/>
              <a:cxnLst>
                <a:cxn ang="0">
                  <a:pos x="0" y="6"/>
                </a:cxn>
                <a:cxn ang="0">
                  <a:pos x="4" y="3"/>
                </a:cxn>
                <a:cxn ang="0">
                  <a:pos x="6" y="0"/>
                </a:cxn>
              </a:cxnLst>
              <a:rect l="0" t="0" r="r" b="b"/>
              <a:pathLst>
                <a:path w="6" h="6">
                  <a:moveTo>
                    <a:pt x="0" y="6"/>
                  </a:moveTo>
                  <a:cubicBezTo>
                    <a:pt x="2" y="6"/>
                    <a:pt x="4" y="4"/>
                    <a:pt x="4" y="3"/>
                  </a:cubicBezTo>
                  <a:cubicBezTo>
                    <a:pt x="5" y="2"/>
                    <a:pt x="6" y="1"/>
                    <a:pt x="6" y="0"/>
                  </a:cubicBezTo>
                </a:path>
              </a:pathLst>
            </a:cu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86" name="Freeform 341">
              <a:extLst>
                <a:ext uri="{FF2B5EF4-FFF2-40B4-BE49-F238E27FC236}">
                  <a16:creationId xmlns:a16="http://schemas.microsoft.com/office/drawing/2014/main" id="{5D69501C-89F7-4824-8E8A-1AA25448D519}"/>
                </a:ext>
              </a:extLst>
            </p:cNvPr>
            <p:cNvSpPr>
              <a:spLocks/>
            </p:cNvSpPr>
            <p:nvPr/>
          </p:nvSpPr>
          <p:spPr bwMode="auto">
            <a:xfrm>
              <a:off x="5759451" y="2921000"/>
              <a:ext cx="11113" cy="9525"/>
            </a:xfrm>
            <a:custGeom>
              <a:avLst/>
              <a:gdLst/>
              <a:ahLst/>
              <a:cxnLst>
                <a:cxn ang="0">
                  <a:pos x="0" y="0"/>
                </a:cxn>
                <a:cxn ang="0">
                  <a:pos x="2" y="4"/>
                </a:cxn>
                <a:cxn ang="0">
                  <a:pos x="6" y="5"/>
                </a:cxn>
              </a:cxnLst>
              <a:rect l="0" t="0" r="r" b="b"/>
              <a:pathLst>
                <a:path w="6" h="5">
                  <a:moveTo>
                    <a:pt x="0" y="0"/>
                  </a:moveTo>
                  <a:cubicBezTo>
                    <a:pt x="1" y="1"/>
                    <a:pt x="2" y="3"/>
                    <a:pt x="2" y="4"/>
                  </a:cubicBezTo>
                  <a:cubicBezTo>
                    <a:pt x="4" y="5"/>
                    <a:pt x="5" y="5"/>
                    <a:pt x="6" y="5"/>
                  </a:cubicBezTo>
                </a:path>
              </a:pathLst>
            </a:cu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87" name="Freeform 342">
              <a:extLst>
                <a:ext uri="{FF2B5EF4-FFF2-40B4-BE49-F238E27FC236}">
                  <a16:creationId xmlns:a16="http://schemas.microsoft.com/office/drawing/2014/main" id="{8F84396F-9BE4-4746-8688-1A417604DFE9}"/>
                </a:ext>
              </a:extLst>
            </p:cNvPr>
            <p:cNvSpPr>
              <a:spLocks/>
            </p:cNvSpPr>
            <p:nvPr/>
          </p:nvSpPr>
          <p:spPr bwMode="auto">
            <a:xfrm>
              <a:off x="5768976" y="2930525"/>
              <a:ext cx="9525" cy="17463"/>
            </a:xfrm>
            <a:custGeom>
              <a:avLst/>
              <a:gdLst/>
              <a:ahLst/>
              <a:cxnLst>
                <a:cxn ang="0">
                  <a:pos x="1" y="0"/>
                </a:cxn>
                <a:cxn ang="0">
                  <a:pos x="5" y="5"/>
                </a:cxn>
                <a:cxn ang="0">
                  <a:pos x="2" y="6"/>
                </a:cxn>
                <a:cxn ang="0">
                  <a:pos x="4" y="8"/>
                </a:cxn>
                <a:cxn ang="0">
                  <a:pos x="0" y="7"/>
                </a:cxn>
              </a:cxnLst>
              <a:rect l="0" t="0" r="r" b="b"/>
              <a:pathLst>
                <a:path w="5" h="9">
                  <a:moveTo>
                    <a:pt x="1" y="0"/>
                  </a:moveTo>
                  <a:cubicBezTo>
                    <a:pt x="2" y="1"/>
                    <a:pt x="4" y="7"/>
                    <a:pt x="5" y="5"/>
                  </a:cubicBezTo>
                  <a:cubicBezTo>
                    <a:pt x="4" y="6"/>
                    <a:pt x="4" y="6"/>
                    <a:pt x="2" y="6"/>
                  </a:cubicBezTo>
                  <a:cubicBezTo>
                    <a:pt x="3" y="7"/>
                    <a:pt x="3" y="7"/>
                    <a:pt x="4" y="8"/>
                  </a:cubicBezTo>
                  <a:cubicBezTo>
                    <a:pt x="3" y="9"/>
                    <a:pt x="1" y="7"/>
                    <a:pt x="0" y="7"/>
                  </a:cubicBezTo>
                </a:path>
              </a:pathLst>
            </a:cu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88" name="Freeform 343">
              <a:extLst>
                <a:ext uri="{FF2B5EF4-FFF2-40B4-BE49-F238E27FC236}">
                  <a16:creationId xmlns:a16="http://schemas.microsoft.com/office/drawing/2014/main" id="{C230635A-EF45-428D-A48B-C71F67176ED9}"/>
                </a:ext>
              </a:extLst>
            </p:cNvPr>
            <p:cNvSpPr>
              <a:spLocks/>
            </p:cNvSpPr>
            <p:nvPr/>
          </p:nvSpPr>
          <p:spPr bwMode="auto">
            <a:xfrm>
              <a:off x="5873751" y="2859088"/>
              <a:ext cx="4763" cy="6350"/>
            </a:xfrm>
            <a:custGeom>
              <a:avLst/>
              <a:gdLst/>
              <a:ahLst/>
              <a:cxnLst>
                <a:cxn ang="0">
                  <a:pos x="2" y="0"/>
                </a:cxn>
                <a:cxn ang="0">
                  <a:pos x="0" y="3"/>
                </a:cxn>
              </a:cxnLst>
              <a:rect l="0" t="0" r="r" b="b"/>
              <a:pathLst>
                <a:path w="3" h="3">
                  <a:moveTo>
                    <a:pt x="2" y="0"/>
                  </a:moveTo>
                  <a:cubicBezTo>
                    <a:pt x="3" y="2"/>
                    <a:pt x="2" y="3"/>
                    <a:pt x="0" y="3"/>
                  </a:cubicBezTo>
                </a:path>
              </a:pathLst>
            </a:cu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89" name="Freeform 344">
              <a:extLst>
                <a:ext uri="{FF2B5EF4-FFF2-40B4-BE49-F238E27FC236}">
                  <a16:creationId xmlns:a16="http://schemas.microsoft.com/office/drawing/2014/main" id="{A011B3B2-3716-45CD-B428-7C9D43D8161A}"/>
                </a:ext>
              </a:extLst>
            </p:cNvPr>
            <p:cNvSpPr>
              <a:spLocks/>
            </p:cNvSpPr>
            <p:nvPr/>
          </p:nvSpPr>
          <p:spPr bwMode="auto">
            <a:xfrm>
              <a:off x="5881688" y="2857500"/>
              <a:ext cx="4763" cy="9525"/>
            </a:xfrm>
            <a:custGeom>
              <a:avLst/>
              <a:gdLst/>
              <a:ahLst/>
              <a:cxnLst>
                <a:cxn ang="0">
                  <a:pos x="0" y="0"/>
                </a:cxn>
                <a:cxn ang="0">
                  <a:pos x="3" y="3"/>
                </a:cxn>
              </a:cxnLst>
              <a:rect l="0" t="0" r="r" b="b"/>
              <a:pathLst>
                <a:path w="3" h="5">
                  <a:moveTo>
                    <a:pt x="0" y="0"/>
                  </a:moveTo>
                  <a:cubicBezTo>
                    <a:pt x="0" y="2"/>
                    <a:pt x="1" y="5"/>
                    <a:pt x="3" y="3"/>
                  </a:cubicBezTo>
                </a:path>
              </a:pathLst>
            </a:cu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90" name="Freeform 345">
              <a:extLst>
                <a:ext uri="{FF2B5EF4-FFF2-40B4-BE49-F238E27FC236}">
                  <a16:creationId xmlns:a16="http://schemas.microsoft.com/office/drawing/2014/main" id="{8710619E-DB85-4AF1-BD10-CC6070D014D6}"/>
                </a:ext>
              </a:extLst>
            </p:cNvPr>
            <p:cNvSpPr>
              <a:spLocks/>
            </p:cNvSpPr>
            <p:nvPr/>
          </p:nvSpPr>
          <p:spPr bwMode="auto">
            <a:xfrm>
              <a:off x="5888038" y="2867025"/>
              <a:ext cx="4763" cy="6350"/>
            </a:xfrm>
            <a:custGeom>
              <a:avLst/>
              <a:gdLst/>
              <a:ahLst/>
              <a:cxnLst>
                <a:cxn ang="0">
                  <a:pos x="0" y="0"/>
                </a:cxn>
                <a:cxn ang="0">
                  <a:pos x="2" y="1"/>
                </a:cxn>
              </a:cxnLst>
              <a:rect l="0" t="0" r="r" b="b"/>
              <a:pathLst>
                <a:path w="2" h="3">
                  <a:moveTo>
                    <a:pt x="0" y="0"/>
                  </a:moveTo>
                  <a:cubicBezTo>
                    <a:pt x="0" y="1"/>
                    <a:pt x="1" y="3"/>
                    <a:pt x="2" y="1"/>
                  </a:cubicBezTo>
                </a:path>
              </a:pathLst>
            </a:cu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91" name="Freeform 346">
              <a:extLst>
                <a:ext uri="{FF2B5EF4-FFF2-40B4-BE49-F238E27FC236}">
                  <a16:creationId xmlns:a16="http://schemas.microsoft.com/office/drawing/2014/main" id="{9C424ECF-AFD3-463F-ABDB-34FA7F529455}"/>
                </a:ext>
              </a:extLst>
            </p:cNvPr>
            <p:cNvSpPr>
              <a:spLocks/>
            </p:cNvSpPr>
            <p:nvPr/>
          </p:nvSpPr>
          <p:spPr bwMode="auto">
            <a:xfrm>
              <a:off x="5886451" y="2870200"/>
              <a:ext cx="6350" cy="4763"/>
            </a:xfrm>
            <a:custGeom>
              <a:avLst/>
              <a:gdLst/>
              <a:ahLst/>
              <a:cxnLst>
                <a:cxn ang="0">
                  <a:pos x="0" y="0"/>
                </a:cxn>
                <a:cxn ang="0">
                  <a:pos x="3" y="2"/>
                </a:cxn>
              </a:cxnLst>
              <a:rect l="0" t="0" r="r" b="b"/>
              <a:pathLst>
                <a:path w="3" h="2">
                  <a:moveTo>
                    <a:pt x="0" y="0"/>
                  </a:moveTo>
                  <a:cubicBezTo>
                    <a:pt x="1" y="1"/>
                    <a:pt x="2" y="2"/>
                    <a:pt x="3" y="2"/>
                  </a:cubicBezTo>
                </a:path>
              </a:pathLst>
            </a:cu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92" name="Freeform 347">
              <a:extLst>
                <a:ext uri="{FF2B5EF4-FFF2-40B4-BE49-F238E27FC236}">
                  <a16:creationId xmlns:a16="http://schemas.microsoft.com/office/drawing/2014/main" id="{7E115850-D662-47F1-A219-9F696A9C6608}"/>
                </a:ext>
              </a:extLst>
            </p:cNvPr>
            <p:cNvSpPr>
              <a:spLocks/>
            </p:cNvSpPr>
            <p:nvPr/>
          </p:nvSpPr>
          <p:spPr bwMode="auto">
            <a:xfrm>
              <a:off x="5867401" y="2863850"/>
              <a:ext cx="3175" cy="4763"/>
            </a:xfrm>
            <a:custGeom>
              <a:avLst/>
              <a:gdLst/>
              <a:ahLst/>
              <a:cxnLst>
                <a:cxn ang="0">
                  <a:pos x="2" y="0"/>
                </a:cxn>
                <a:cxn ang="0">
                  <a:pos x="0" y="3"/>
                </a:cxn>
              </a:cxnLst>
              <a:rect l="0" t="0" r="r" b="b"/>
              <a:pathLst>
                <a:path w="2" h="3">
                  <a:moveTo>
                    <a:pt x="2" y="0"/>
                  </a:moveTo>
                  <a:cubicBezTo>
                    <a:pt x="2" y="1"/>
                    <a:pt x="1" y="3"/>
                    <a:pt x="0" y="3"/>
                  </a:cubicBezTo>
                </a:path>
              </a:pathLst>
            </a:cu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93" name="Freeform 348">
              <a:extLst>
                <a:ext uri="{FF2B5EF4-FFF2-40B4-BE49-F238E27FC236}">
                  <a16:creationId xmlns:a16="http://schemas.microsoft.com/office/drawing/2014/main" id="{B57F9763-99B8-4ACF-956E-72F6F192A970}"/>
                </a:ext>
              </a:extLst>
            </p:cNvPr>
            <p:cNvSpPr>
              <a:spLocks/>
            </p:cNvSpPr>
            <p:nvPr/>
          </p:nvSpPr>
          <p:spPr bwMode="auto">
            <a:xfrm>
              <a:off x="5867401" y="2868613"/>
              <a:ext cx="6350" cy="6350"/>
            </a:xfrm>
            <a:custGeom>
              <a:avLst/>
              <a:gdLst/>
              <a:ahLst/>
              <a:cxnLst>
                <a:cxn ang="0">
                  <a:pos x="3" y="0"/>
                </a:cxn>
                <a:cxn ang="0">
                  <a:pos x="0" y="3"/>
                </a:cxn>
              </a:cxnLst>
              <a:rect l="0" t="0" r="r" b="b"/>
              <a:pathLst>
                <a:path w="3" h="3">
                  <a:moveTo>
                    <a:pt x="3" y="0"/>
                  </a:moveTo>
                  <a:cubicBezTo>
                    <a:pt x="2" y="1"/>
                    <a:pt x="2" y="3"/>
                    <a:pt x="0" y="3"/>
                  </a:cubicBezTo>
                </a:path>
              </a:pathLst>
            </a:custGeom>
            <a:noFill/>
            <a:ln w="12700" cap="rnd">
              <a:solidFill>
                <a:srgbClr val="0F80A1"/>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grpSp>
      <p:grpSp>
        <p:nvGrpSpPr>
          <p:cNvPr id="31" name="Groupe 283">
            <a:extLst>
              <a:ext uri="{FF2B5EF4-FFF2-40B4-BE49-F238E27FC236}">
                <a16:creationId xmlns:a16="http://schemas.microsoft.com/office/drawing/2014/main" id="{358F425E-0608-4927-BE4E-55708F8AE953}"/>
              </a:ext>
            </a:extLst>
          </p:cNvPr>
          <p:cNvGrpSpPr/>
          <p:nvPr/>
        </p:nvGrpSpPr>
        <p:grpSpPr>
          <a:xfrm>
            <a:off x="4798817" y="2475012"/>
            <a:ext cx="546325" cy="585338"/>
            <a:chOff x="6229350" y="2817813"/>
            <a:chExt cx="392113" cy="385763"/>
          </a:xfrm>
        </p:grpSpPr>
        <p:sp>
          <p:nvSpPr>
            <p:cNvPr id="32" name="Freeform 877">
              <a:extLst>
                <a:ext uri="{FF2B5EF4-FFF2-40B4-BE49-F238E27FC236}">
                  <a16:creationId xmlns:a16="http://schemas.microsoft.com/office/drawing/2014/main" id="{D64AC2B7-A49F-42C1-B60F-AF5A9D8B0129}"/>
                </a:ext>
              </a:extLst>
            </p:cNvPr>
            <p:cNvSpPr>
              <a:spLocks/>
            </p:cNvSpPr>
            <p:nvPr/>
          </p:nvSpPr>
          <p:spPr bwMode="auto">
            <a:xfrm>
              <a:off x="6297613" y="2974976"/>
              <a:ext cx="117475" cy="228600"/>
            </a:xfrm>
            <a:custGeom>
              <a:avLst/>
              <a:gdLst/>
              <a:ahLst/>
              <a:cxnLst>
                <a:cxn ang="0">
                  <a:pos x="0" y="0"/>
                </a:cxn>
                <a:cxn ang="0">
                  <a:pos x="0" y="101"/>
                </a:cxn>
                <a:cxn ang="0">
                  <a:pos x="74" y="144"/>
                </a:cxn>
                <a:cxn ang="0">
                  <a:pos x="74" y="37"/>
                </a:cxn>
                <a:cxn ang="0">
                  <a:pos x="0" y="0"/>
                </a:cxn>
              </a:cxnLst>
              <a:rect l="0" t="0" r="r" b="b"/>
              <a:pathLst>
                <a:path w="74" h="144">
                  <a:moveTo>
                    <a:pt x="0" y="0"/>
                  </a:moveTo>
                  <a:lnTo>
                    <a:pt x="0" y="101"/>
                  </a:lnTo>
                  <a:lnTo>
                    <a:pt x="74" y="144"/>
                  </a:lnTo>
                  <a:lnTo>
                    <a:pt x="74" y="37"/>
                  </a:lnTo>
                  <a:lnTo>
                    <a:pt x="0" y="0"/>
                  </a:lnTo>
                  <a:close/>
                </a:path>
              </a:pathLst>
            </a:custGeom>
            <a:noFill/>
            <a:ln w="12700" cap="rnd">
              <a:solidFill>
                <a:srgbClr val="0071AD"/>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33" name="Freeform 878">
              <a:extLst>
                <a:ext uri="{FF2B5EF4-FFF2-40B4-BE49-F238E27FC236}">
                  <a16:creationId xmlns:a16="http://schemas.microsoft.com/office/drawing/2014/main" id="{39362B12-5CE2-44AB-9031-A9D239795C25}"/>
                </a:ext>
              </a:extLst>
            </p:cNvPr>
            <p:cNvSpPr>
              <a:spLocks/>
            </p:cNvSpPr>
            <p:nvPr/>
          </p:nvSpPr>
          <p:spPr bwMode="auto">
            <a:xfrm>
              <a:off x="6415088" y="3027363"/>
              <a:ext cx="130175" cy="176213"/>
            </a:xfrm>
            <a:custGeom>
              <a:avLst/>
              <a:gdLst/>
              <a:ahLst/>
              <a:cxnLst>
                <a:cxn ang="0">
                  <a:pos x="82" y="0"/>
                </a:cxn>
                <a:cxn ang="0">
                  <a:pos x="82" y="68"/>
                </a:cxn>
                <a:cxn ang="0">
                  <a:pos x="0" y="111"/>
                </a:cxn>
                <a:cxn ang="0">
                  <a:pos x="0" y="4"/>
                </a:cxn>
              </a:cxnLst>
              <a:rect l="0" t="0" r="r" b="b"/>
              <a:pathLst>
                <a:path w="82" h="111">
                  <a:moveTo>
                    <a:pt x="82" y="0"/>
                  </a:moveTo>
                  <a:lnTo>
                    <a:pt x="82" y="68"/>
                  </a:lnTo>
                  <a:lnTo>
                    <a:pt x="0" y="111"/>
                  </a:lnTo>
                  <a:lnTo>
                    <a:pt x="0" y="4"/>
                  </a:lnTo>
                </a:path>
              </a:pathLst>
            </a:custGeom>
            <a:noFill/>
            <a:ln w="12700" cap="rnd">
              <a:solidFill>
                <a:srgbClr val="0071AD"/>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34" name="Freeform 879">
              <a:extLst>
                <a:ext uri="{FF2B5EF4-FFF2-40B4-BE49-F238E27FC236}">
                  <a16:creationId xmlns:a16="http://schemas.microsoft.com/office/drawing/2014/main" id="{3BD308D4-C6B9-4E19-98DF-0EB71BF23FF8}"/>
                </a:ext>
              </a:extLst>
            </p:cNvPr>
            <p:cNvSpPr>
              <a:spLocks/>
            </p:cNvSpPr>
            <p:nvPr/>
          </p:nvSpPr>
          <p:spPr bwMode="auto">
            <a:xfrm>
              <a:off x="6415088" y="2965451"/>
              <a:ext cx="206375" cy="93663"/>
            </a:xfrm>
            <a:custGeom>
              <a:avLst/>
              <a:gdLst/>
              <a:ahLst/>
              <a:cxnLst>
                <a:cxn ang="0">
                  <a:pos x="0" y="43"/>
                </a:cxn>
                <a:cxn ang="0">
                  <a:pos x="47" y="59"/>
                </a:cxn>
                <a:cxn ang="0">
                  <a:pos x="130" y="9"/>
                </a:cxn>
                <a:cxn ang="0">
                  <a:pos x="77" y="0"/>
                </a:cxn>
                <a:cxn ang="0">
                  <a:pos x="0" y="43"/>
                </a:cxn>
              </a:cxnLst>
              <a:rect l="0" t="0" r="r" b="b"/>
              <a:pathLst>
                <a:path w="130" h="59">
                  <a:moveTo>
                    <a:pt x="0" y="43"/>
                  </a:moveTo>
                  <a:lnTo>
                    <a:pt x="47" y="59"/>
                  </a:lnTo>
                  <a:lnTo>
                    <a:pt x="130" y="9"/>
                  </a:lnTo>
                  <a:lnTo>
                    <a:pt x="77" y="0"/>
                  </a:lnTo>
                  <a:lnTo>
                    <a:pt x="0" y="43"/>
                  </a:lnTo>
                  <a:close/>
                </a:path>
              </a:pathLst>
            </a:custGeom>
            <a:noFill/>
            <a:ln w="12700" cap="rnd">
              <a:solidFill>
                <a:srgbClr val="0071AD"/>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35" name="Freeform 880">
              <a:extLst>
                <a:ext uri="{FF2B5EF4-FFF2-40B4-BE49-F238E27FC236}">
                  <a16:creationId xmlns:a16="http://schemas.microsoft.com/office/drawing/2014/main" id="{276E7FDA-B259-42A8-B54F-B28CC3FA1D22}"/>
                </a:ext>
              </a:extLst>
            </p:cNvPr>
            <p:cNvSpPr>
              <a:spLocks/>
            </p:cNvSpPr>
            <p:nvPr/>
          </p:nvSpPr>
          <p:spPr bwMode="auto">
            <a:xfrm>
              <a:off x="6297613" y="2913063"/>
              <a:ext cx="239713" cy="120650"/>
            </a:xfrm>
            <a:custGeom>
              <a:avLst/>
              <a:gdLst/>
              <a:ahLst/>
              <a:cxnLst>
                <a:cxn ang="0">
                  <a:pos x="0" y="39"/>
                </a:cxn>
                <a:cxn ang="0">
                  <a:pos x="79" y="0"/>
                </a:cxn>
                <a:cxn ang="0">
                  <a:pos x="151" y="33"/>
                </a:cxn>
                <a:cxn ang="0">
                  <a:pos x="74" y="76"/>
                </a:cxn>
                <a:cxn ang="0">
                  <a:pos x="0" y="39"/>
                </a:cxn>
              </a:cxnLst>
              <a:rect l="0" t="0" r="r" b="b"/>
              <a:pathLst>
                <a:path w="151" h="76">
                  <a:moveTo>
                    <a:pt x="0" y="39"/>
                  </a:moveTo>
                  <a:lnTo>
                    <a:pt x="79" y="0"/>
                  </a:lnTo>
                  <a:lnTo>
                    <a:pt x="151" y="33"/>
                  </a:lnTo>
                  <a:lnTo>
                    <a:pt x="74" y="76"/>
                  </a:lnTo>
                  <a:lnTo>
                    <a:pt x="0" y="39"/>
                  </a:lnTo>
                  <a:close/>
                </a:path>
              </a:pathLst>
            </a:custGeom>
            <a:noFill/>
            <a:ln w="12700" cap="rnd">
              <a:solidFill>
                <a:srgbClr val="0071AD"/>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36" name="Freeform 881">
              <a:extLst>
                <a:ext uri="{FF2B5EF4-FFF2-40B4-BE49-F238E27FC236}">
                  <a16:creationId xmlns:a16="http://schemas.microsoft.com/office/drawing/2014/main" id="{4506F1A9-C813-4372-AE30-495333D1A9A4}"/>
                </a:ext>
              </a:extLst>
            </p:cNvPr>
            <p:cNvSpPr>
              <a:spLocks/>
            </p:cNvSpPr>
            <p:nvPr/>
          </p:nvSpPr>
          <p:spPr bwMode="auto">
            <a:xfrm>
              <a:off x="6229350" y="2847976"/>
              <a:ext cx="193675" cy="127000"/>
            </a:xfrm>
            <a:custGeom>
              <a:avLst/>
              <a:gdLst/>
              <a:ahLst/>
              <a:cxnLst>
                <a:cxn ang="0">
                  <a:pos x="0" y="36"/>
                </a:cxn>
                <a:cxn ang="0">
                  <a:pos x="43" y="80"/>
                </a:cxn>
                <a:cxn ang="0">
                  <a:pos x="122" y="41"/>
                </a:cxn>
                <a:cxn ang="0">
                  <a:pos x="82" y="0"/>
                </a:cxn>
                <a:cxn ang="0">
                  <a:pos x="0" y="36"/>
                </a:cxn>
              </a:cxnLst>
              <a:rect l="0" t="0" r="r" b="b"/>
              <a:pathLst>
                <a:path w="122" h="80">
                  <a:moveTo>
                    <a:pt x="0" y="36"/>
                  </a:moveTo>
                  <a:lnTo>
                    <a:pt x="43" y="80"/>
                  </a:lnTo>
                  <a:lnTo>
                    <a:pt x="122" y="41"/>
                  </a:lnTo>
                  <a:lnTo>
                    <a:pt x="82" y="0"/>
                  </a:lnTo>
                  <a:lnTo>
                    <a:pt x="0" y="36"/>
                  </a:lnTo>
                  <a:close/>
                </a:path>
              </a:pathLst>
            </a:custGeom>
            <a:noFill/>
            <a:ln w="12700" cap="rnd">
              <a:solidFill>
                <a:srgbClr val="0071AD"/>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37" name="Freeform 882">
              <a:extLst>
                <a:ext uri="{FF2B5EF4-FFF2-40B4-BE49-F238E27FC236}">
                  <a16:creationId xmlns:a16="http://schemas.microsoft.com/office/drawing/2014/main" id="{DC6F240E-BF81-4D59-9D00-25515EC9A421}"/>
                </a:ext>
              </a:extLst>
            </p:cNvPr>
            <p:cNvSpPr>
              <a:spLocks/>
            </p:cNvSpPr>
            <p:nvPr/>
          </p:nvSpPr>
          <p:spPr bwMode="auto">
            <a:xfrm>
              <a:off x="6424613" y="2841626"/>
              <a:ext cx="184150" cy="119063"/>
            </a:xfrm>
            <a:custGeom>
              <a:avLst/>
              <a:gdLst/>
              <a:ahLst/>
              <a:cxnLst>
                <a:cxn ang="0">
                  <a:pos x="70" y="75"/>
                </a:cxn>
                <a:cxn ang="0">
                  <a:pos x="116" y="27"/>
                </a:cxn>
                <a:cxn ang="0">
                  <a:pos x="41" y="0"/>
                </a:cxn>
                <a:cxn ang="0">
                  <a:pos x="0" y="44"/>
                </a:cxn>
              </a:cxnLst>
              <a:rect l="0" t="0" r="r" b="b"/>
              <a:pathLst>
                <a:path w="116" h="75">
                  <a:moveTo>
                    <a:pt x="70" y="75"/>
                  </a:moveTo>
                  <a:lnTo>
                    <a:pt x="116" y="27"/>
                  </a:lnTo>
                  <a:lnTo>
                    <a:pt x="41" y="0"/>
                  </a:lnTo>
                  <a:lnTo>
                    <a:pt x="0" y="44"/>
                  </a:lnTo>
                </a:path>
              </a:pathLst>
            </a:custGeom>
            <a:noFill/>
            <a:ln w="12700" cap="rnd">
              <a:solidFill>
                <a:srgbClr val="0071AD"/>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38" name="Freeform 883">
              <a:extLst>
                <a:ext uri="{FF2B5EF4-FFF2-40B4-BE49-F238E27FC236}">
                  <a16:creationId xmlns:a16="http://schemas.microsoft.com/office/drawing/2014/main" id="{1DF134CE-5390-453C-964E-C88992CCAC04}"/>
                </a:ext>
              </a:extLst>
            </p:cNvPr>
            <p:cNvSpPr>
              <a:spLocks/>
            </p:cNvSpPr>
            <p:nvPr/>
          </p:nvSpPr>
          <p:spPr bwMode="auto">
            <a:xfrm>
              <a:off x="6489700" y="2817813"/>
              <a:ext cx="115888" cy="66675"/>
            </a:xfrm>
            <a:custGeom>
              <a:avLst/>
              <a:gdLst/>
              <a:ahLst/>
              <a:cxnLst>
                <a:cxn ang="0">
                  <a:pos x="73" y="42"/>
                </a:cxn>
                <a:cxn ang="0">
                  <a:pos x="73" y="25"/>
                </a:cxn>
                <a:cxn ang="0">
                  <a:pos x="2" y="0"/>
                </a:cxn>
                <a:cxn ang="0">
                  <a:pos x="0" y="15"/>
                </a:cxn>
              </a:cxnLst>
              <a:rect l="0" t="0" r="r" b="b"/>
              <a:pathLst>
                <a:path w="73" h="42">
                  <a:moveTo>
                    <a:pt x="73" y="42"/>
                  </a:moveTo>
                  <a:lnTo>
                    <a:pt x="73" y="25"/>
                  </a:lnTo>
                  <a:lnTo>
                    <a:pt x="2" y="0"/>
                  </a:lnTo>
                  <a:lnTo>
                    <a:pt x="0" y="15"/>
                  </a:lnTo>
                </a:path>
              </a:pathLst>
            </a:custGeom>
            <a:noFill/>
            <a:ln w="12700" cap="rnd">
              <a:solidFill>
                <a:srgbClr val="0071AD"/>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grpSp>
      <p:grpSp>
        <p:nvGrpSpPr>
          <p:cNvPr id="94" name="Groupe 658">
            <a:extLst>
              <a:ext uri="{FF2B5EF4-FFF2-40B4-BE49-F238E27FC236}">
                <a16:creationId xmlns:a16="http://schemas.microsoft.com/office/drawing/2014/main" id="{488EE081-1952-4939-8CA1-36938AFB5D49}"/>
              </a:ext>
            </a:extLst>
          </p:cNvPr>
          <p:cNvGrpSpPr/>
          <p:nvPr/>
        </p:nvGrpSpPr>
        <p:grpSpPr>
          <a:xfrm>
            <a:off x="9206326" y="2495241"/>
            <a:ext cx="514277" cy="585339"/>
            <a:chOff x="7277101" y="1771650"/>
            <a:chExt cx="381000" cy="396875"/>
          </a:xfrm>
        </p:grpSpPr>
        <p:sp>
          <p:nvSpPr>
            <p:cNvPr id="95" name="Freeform 496">
              <a:extLst>
                <a:ext uri="{FF2B5EF4-FFF2-40B4-BE49-F238E27FC236}">
                  <a16:creationId xmlns:a16="http://schemas.microsoft.com/office/drawing/2014/main" id="{1AE77D70-B595-40F3-BEBE-794BE73550E6}"/>
                </a:ext>
              </a:extLst>
            </p:cNvPr>
            <p:cNvSpPr>
              <a:spLocks/>
            </p:cNvSpPr>
            <p:nvPr/>
          </p:nvSpPr>
          <p:spPr bwMode="auto">
            <a:xfrm>
              <a:off x="7454901" y="1771650"/>
              <a:ext cx="203200" cy="325438"/>
            </a:xfrm>
            <a:custGeom>
              <a:avLst/>
              <a:gdLst/>
              <a:ahLst/>
              <a:cxnLst>
                <a:cxn ang="0">
                  <a:pos x="0" y="132"/>
                </a:cxn>
                <a:cxn ang="0">
                  <a:pos x="39" y="56"/>
                </a:cxn>
                <a:cxn ang="0">
                  <a:pos x="24" y="29"/>
                </a:cxn>
                <a:cxn ang="0">
                  <a:pos x="50" y="0"/>
                </a:cxn>
                <a:cxn ang="0">
                  <a:pos x="74" y="29"/>
                </a:cxn>
                <a:cxn ang="0">
                  <a:pos x="61" y="56"/>
                </a:cxn>
                <a:cxn ang="0">
                  <a:pos x="100" y="132"/>
                </a:cxn>
                <a:cxn ang="0">
                  <a:pos x="82" y="168"/>
                </a:cxn>
              </a:cxnLst>
              <a:rect l="0" t="0" r="r" b="b"/>
              <a:pathLst>
                <a:path w="105" h="168">
                  <a:moveTo>
                    <a:pt x="0" y="132"/>
                  </a:moveTo>
                  <a:cubicBezTo>
                    <a:pt x="0" y="95"/>
                    <a:pt x="10" y="64"/>
                    <a:pt x="39" y="56"/>
                  </a:cubicBezTo>
                  <a:cubicBezTo>
                    <a:pt x="32" y="50"/>
                    <a:pt x="24" y="39"/>
                    <a:pt x="24" y="29"/>
                  </a:cubicBezTo>
                  <a:cubicBezTo>
                    <a:pt x="24" y="12"/>
                    <a:pt x="35" y="0"/>
                    <a:pt x="50" y="0"/>
                  </a:cubicBezTo>
                  <a:cubicBezTo>
                    <a:pt x="63" y="0"/>
                    <a:pt x="74" y="12"/>
                    <a:pt x="74" y="29"/>
                  </a:cubicBezTo>
                  <a:cubicBezTo>
                    <a:pt x="74" y="39"/>
                    <a:pt x="68" y="50"/>
                    <a:pt x="61" y="56"/>
                  </a:cubicBezTo>
                  <a:cubicBezTo>
                    <a:pt x="91" y="64"/>
                    <a:pt x="100" y="95"/>
                    <a:pt x="100" y="132"/>
                  </a:cubicBezTo>
                  <a:cubicBezTo>
                    <a:pt x="100" y="132"/>
                    <a:pt x="105" y="164"/>
                    <a:pt x="82" y="168"/>
                  </a:cubicBezTo>
                </a:path>
              </a:pathLst>
            </a:custGeom>
            <a:noFill/>
            <a:ln w="12700" cap="rnd">
              <a:solidFill>
                <a:srgbClr val="35B8FE"/>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96" name="Freeform 497">
              <a:extLst>
                <a:ext uri="{FF2B5EF4-FFF2-40B4-BE49-F238E27FC236}">
                  <a16:creationId xmlns:a16="http://schemas.microsoft.com/office/drawing/2014/main" id="{02F0B61C-0D07-43AA-87AA-F4768BA59755}"/>
                </a:ext>
              </a:extLst>
            </p:cNvPr>
            <p:cNvSpPr>
              <a:spLocks/>
            </p:cNvSpPr>
            <p:nvPr/>
          </p:nvSpPr>
          <p:spPr bwMode="auto">
            <a:xfrm>
              <a:off x="7524751" y="1892300"/>
              <a:ext cx="53975" cy="190500"/>
            </a:xfrm>
            <a:custGeom>
              <a:avLst/>
              <a:gdLst/>
              <a:ahLst/>
              <a:cxnLst>
                <a:cxn ang="0">
                  <a:pos x="14" y="98"/>
                </a:cxn>
                <a:cxn ang="0">
                  <a:pos x="1" y="84"/>
                </a:cxn>
                <a:cxn ang="0">
                  <a:pos x="9" y="10"/>
                </a:cxn>
                <a:cxn ang="0">
                  <a:pos x="6" y="0"/>
                </a:cxn>
                <a:cxn ang="0">
                  <a:pos x="21" y="0"/>
                </a:cxn>
                <a:cxn ang="0">
                  <a:pos x="19" y="10"/>
                </a:cxn>
                <a:cxn ang="0">
                  <a:pos x="28" y="85"/>
                </a:cxn>
                <a:cxn ang="0">
                  <a:pos x="21" y="92"/>
                </a:cxn>
              </a:cxnLst>
              <a:rect l="0" t="0" r="r" b="b"/>
              <a:pathLst>
                <a:path w="28" h="98">
                  <a:moveTo>
                    <a:pt x="14" y="98"/>
                  </a:moveTo>
                  <a:cubicBezTo>
                    <a:pt x="10" y="94"/>
                    <a:pt x="7" y="92"/>
                    <a:pt x="1" y="84"/>
                  </a:cubicBezTo>
                  <a:cubicBezTo>
                    <a:pt x="0" y="69"/>
                    <a:pt x="8" y="22"/>
                    <a:pt x="9" y="10"/>
                  </a:cubicBezTo>
                  <a:cubicBezTo>
                    <a:pt x="7" y="6"/>
                    <a:pt x="6" y="5"/>
                    <a:pt x="6" y="0"/>
                  </a:cubicBezTo>
                  <a:cubicBezTo>
                    <a:pt x="12" y="2"/>
                    <a:pt x="16" y="2"/>
                    <a:pt x="21" y="0"/>
                  </a:cubicBezTo>
                  <a:cubicBezTo>
                    <a:pt x="22" y="4"/>
                    <a:pt x="20" y="6"/>
                    <a:pt x="19" y="10"/>
                  </a:cubicBezTo>
                  <a:cubicBezTo>
                    <a:pt x="20" y="22"/>
                    <a:pt x="27" y="71"/>
                    <a:pt x="28" y="85"/>
                  </a:cubicBezTo>
                  <a:cubicBezTo>
                    <a:pt x="26" y="88"/>
                    <a:pt x="24" y="89"/>
                    <a:pt x="21" y="92"/>
                  </a:cubicBezTo>
                </a:path>
              </a:pathLst>
            </a:custGeom>
            <a:noFill/>
            <a:ln w="12700" cap="rnd">
              <a:solidFill>
                <a:srgbClr val="35B8FE"/>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97" name="Freeform 498">
              <a:extLst>
                <a:ext uri="{FF2B5EF4-FFF2-40B4-BE49-F238E27FC236}">
                  <a16:creationId xmlns:a16="http://schemas.microsoft.com/office/drawing/2014/main" id="{E9AE318F-D135-46FB-80C3-F35D354E5E7E}"/>
                </a:ext>
              </a:extLst>
            </p:cNvPr>
            <p:cNvSpPr>
              <a:spLocks/>
            </p:cNvSpPr>
            <p:nvPr/>
          </p:nvSpPr>
          <p:spPr bwMode="auto">
            <a:xfrm>
              <a:off x="7288213" y="1819275"/>
              <a:ext cx="165100" cy="212725"/>
            </a:xfrm>
            <a:custGeom>
              <a:avLst/>
              <a:gdLst/>
              <a:ahLst/>
              <a:cxnLst>
                <a:cxn ang="0">
                  <a:pos x="0" y="105"/>
                </a:cxn>
                <a:cxn ang="0">
                  <a:pos x="33" y="47"/>
                </a:cxn>
                <a:cxn ang="0">
                  <a:pos x="21" y="24"/>
                </a:cxn>
                <a:cxn ang="0">
                  <a:pos x="42" y="0"/>
                </a:cxn>
                <a:cxn ang="0">
                  <a:pos x="63" y="24"/>
                </a:cxn>
                <a:cxn ang="0">
                  <a:pos x="52" y="47"/>
                </a:cxn>
                <a:cxn ang="0">
                  <a:pos x="85" y="110"/>
                </a:cxn>
              </a:cxnLst>
              <a:rect l="0" t="0" r="r" b="b"/>
              <a:pathLst>
                <a:path w="85" h="110">
                  <a:moveTo>
                    <a:pt x="0" y="105"/>
                  </a:moveTo>
                  <a:cubicBezTo>
                    <a:pt x="0" y="73"/>
                    <a:pt x="9" y="53"/>
                    <a:pt x="33" y="47"/>
                  </a:cubicBezTo>
                  <a:cubicBezTo>
                    <a:pt x="28" y="41"/>
                    <a:pt x="21" y="32"/>
                    <a:pt x="21" y="24"/>
                  </a:cubicBezTo>
                  <a:cubicBezTo>
                    <a:pt x="21" y="10"/>
                    <a:pt x="30" y="0"/>
                    <a:pt x="42" y="0"/>
                  </a:cubicBezTo>
                  <a:cubicBezTo>
                    <a:pt x="53" y="0"/>
                    <a:pt x="63" y="10"/>
                    <a:pt x="63" y="24"/>
                  </a:cubicBezTo>
                  <a:cubicBezTo>
                    <a:pt x="63" y="32"/>
                    <a:pt x="57" y="41"/>
                    <a:pt x="52" y="47"/>
                  </a:cubicBezTo>
                  <a:cubicBezTo>
                    <a:pt x="76" y="53"/>
                    <a:pt x="85" y="79"/>
                    <a:pt x="85" y="110"/>
                  </a:cubicBezTo>
                </a:path>
              </a:pathLst>
            </a:custGeom>
            <a:noFill/>
            <a:ln w="12700" cap="rnd">
              <a:solidFill>
                <a:srgbClr val="35B8FE"/>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98" name="Freeform 499">
              <a:extLst>
                <a:ext uri="{FF2B5EF4-FFF2-40B4-BE49-F238E27FC236}">
                  <a16:creationId xmlns:a16="http://schemas.microsoft.com/office/drawing/2014/main" id="{F2107D15-3481-4273-AC01-8F860219756E}"/>
                </a:ext>
              </a:extLst>
            </p:cNvPr>
            <p:cNvSpPr>
              <a:spLocks/>
            </p:cNvSpPr>
            <p:nvPr/>
          </p:nvSpPr>
          <p:spPr bwMode="auto">
            <a:xfrm>
              <a:off x="7277101" y="2097087"/>
              <a:ext cx="111125" cy="71438"/>
            </a:xfrm>
            <a:custGeom>
              <a:avLst/>
              <a:gdLst/>
              <a:ahLst/>
              <a:cxnLst>
                <a:cxn ang="0">
                  <a:pos x="56" y="27"/>
                </a:cxn>
                <a:cxn ang="0">
                  <a:pos x="56" y="35"/>
                </a:cxn>
                <a:cxn ang="0">
                  <a:pos x="56" y="35"/>
                </a:cxn>
                <a:cxn ang="0">
                  <a:pos x="48" y="35"/>
                </a:cxn>
                <a:cxn ang="0">
                  <a:pos x="20" y="6"/>
                </a:cxn>
                <a:cxn ang="0">
                  <a:pos x="0" y="1"/>
                </a:cxn>
              </a:cxnLst>
              <a:rect l="0" t="0" r="r" b="b"/>
              <a:pathLst>
                <a:path w="58" h="37">
                  <a:moveTo>
                    <a:pt x="56" y="27"/>
                  </a:moveTo>
                  <a:cubicBezTo>
                    <a:pt x="58" y="29"/>
                    <a:pt x="58" y="32"/>
                    <a:pt x="56" y="35"/>
                  </a:cubicBezTo>
                  <a:cubicBezTo>
                    <a:pt x="56" y="35"/>
                    <a:pt x="56" y="35"/>
                    <a:pt x="56" y="35"/>
                  </a:cubicBezTo>
                  <a:cubicBezTo>
                    <a:pt x="54" y="37"/>
                    <a:pt x="50" y="37"/>
                    <a:pt x="48" y="35"/>
                  </a:cubicBezTo>
                  <a:cubicBezTo>
                    <a:pt x="48" y="35"/>
                    <a:pt x="28" y="10"/>
                    <a:pt x="20" y="6"/>
                  </a:cubicBezTo>
                  <a:cubicBezTo>
                    <a:pt x="9" y="0"/>
                    <a:pt x="0" y="1"/>
                    <a:pt x="0" y="1"/>
                  </a:cubicBezTo>
                </a:path>
              </a:pathLst>
            </a:custGeom>
            <a:noFill/>
            <a:ln w="12700" cap="rnd">
              <a:solidFill>
                <a:srgbClr val="35B8FE"/>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99" name="Freeform 500">
              <a:extLst>
                <a:ext uri="{FF2B5EF4-FFF2-40B4-BE49-F238E27FC236}">
                  <a16:creationId xmlns:a16="http://schemas.microsoft.com/office/drawing/2014/main" id="{C31A7DBE-8030-487B-BA95-8AA13CC7F306}"/>
                </a:ext>
              </a:extLst>
            </p:cNvPr>
            <p:cNvSpPr>
              <a:spLocks/>
            </p:cNvSpPr>
            <p:nvPr/>
          </p:nvSpPr>
          <p:spPr bwMode="auto">
            <a:xfrm>
              <a:off x="7353301" y="2103437"/>
              <a:ext cx="55563" cy="52388"/>
            </a:xfrm>
            <a:custGeom>
              <a:avLst/>
              <a:gdLst/>
              <a:ahLst/>
              <a:cxnLst>
                <a:cxn ang="0">
                  <a:pos x="8" y="0"/>
                </a:cxn>
                <a:cxn ang="0">
                  <a:pos x="26" y="17"/>
                </a:cxn>
                <a:cxn ang="0">
                  <a:pos x="26" y="25"/>
                </a:cxn>
                <a:cxn ang="0">
                  <a:pos x="26" y="25"/>
                </a:cxn>
                <a:cxn ang="0">
                  <a:pos x="18" y="25"/>
                </a:cxn>
                <a:cxn ang="0">
                  <a:pos x="0" y="7"/>
                </a:cxn>
              </a:cxnLst>
              <a:rect l="0" t="0" r="r" b="b"/>
              <a:pathLst>
                <a:path w="28" h="27">
                  <a:moveTo>
                    <a:pt x="8" y="0"/>
                  </a:moveTo>
                  <a:cubicBezTo>
                    <a:pt x="26" y="17"/>
                    <a:pt x="26" y="17"/>
                    <a:pt x="26" y="17"/>
                  </a:cubicBezTo>
                  <a:cubicBezTo>
                    <a:pt x="28" y="19"/>
                    <a:pt x="28" y="23"/>
                    <a:pt x="26" y="25"/>
                  </a:cubicBezTo>
                  <a:cubicBezTo>
                    <a:pt x="26" y="25"/>
                    <a:pt x="26" y="25"/>
                    <a:pt x="26" y="25"/>
                  </a:cubicBezTo>
                  <a:cubicBezTo>
                    <a:pt x="24" y="27"/>
                    <a:pt x="20" y="27"/>
                    <a:pt x="18" y="25"/>
                  </a:cubicBezTo>
                  <a:cubicBezTo>
                    <a:pt x="0" y="7"/>
                    <a:pt x="0" y="7"/>
                    <a:pt x="0" y="7"/>
                  </a:cubicBezTo>
                </a:path>
              </a:pathLst>
            </a:custGeom>
            <a:noFill/>
            <a:ln w="12700" cap="rnd">
              <a:solidFill>
                <a:srgbClr val="35B8FE"/>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100" name="Freeform 501">
              <a:extLst>
                <a:ext uri="{FF2B5EF4-FFF2-40B4-BE49-F238E27FC236}">
                  <a16:creationId xmlns:a16="http://schemas.microsoft.com/office/drawing/2014/main" id="{D7DC11CB-278C-4375-BE28-E25943C739A6}"/>
                </a:ext>
              </a:extLst>
            </p:cNvPr>
            <p:cNvSpPr>
              <a:spLocks/>
            </p:cNvSpPr>
            <p:nvPr/>
          </p:nvSpPr>
          <p:spPr bwMode="auto">
            <a:xfrm>
              <a:off x="7385051" y="2071687"/>
              <a:ext cx="68263" cy="69850"/>
            </a:xfrm>
            <a:custGeom>
              <a:avLst/>
              <a:gdLst/>
              <a:ahLst/>
              <a:cxnLst>
                <a:cxn ang="0">
                  <a:pos x="11" y="0"/>
                </a:cxn>
                <a:cxn ang="0">
                  <a:pos x="32" y="26"/>
                </a:cxn>
                <a:cxn ang="0">
                  <a:pos x="32" y="34"/>
                </a:cxn>
                <a:cxn ang="0">
                  <a:pos x="32" y="34"/>
                </a:cxn>
                <a:cxn ang="0">
                  <a:pos x="25" y="34"/>
                </a:cxn>
                <a:cxn ang="0">
                  <a:pos x="0" y="9"/>
                </a:cxn>
              </a:cxnLst>
              <a:rect l="0" t="0" r="r" b="b"/>
              <a:pathLst>
                <a:path w="35" h="36">
                  <a:moveTo>
                    <a:pt x="11" y="0"/>
                  </a:moveTo>
                  <a:cubicBezTo>
                    <a:pt x="32" y="26"/>
                    <a:pt x="32" y="26"/>
                    <a:pt x="32" y="26"/>
                  </a:cubicBezTo>
                  <a:cubicBezTo>
                    <a:pt x="35" y="29"/>
                    <a:pt x="35" y="32"/>
                    <a:pt x="32" y="34"/>
                  </a:cubicBezTo>
                  <a:cubicBezTo>
                    <a:pt x="32" y="34"/>
                    <a:pt x="32" y="34"/>
                    <a:pt x="32" y="34"/>
                  </a:cubicBezTo>
                  <a:cubicBezTo>
                    <a:pt x="30" y="36"/>
                    <a:pt x="27" y="36"/>
                    <a:pt x="25" y="34"/>
                  </a:cubicBezTo>
                  <a:cubicBezTo>
                    <a:pt x="0" y="9"/>
                    <a:pt x="0" y="9"/>
                    <a:pt x="0" y="9"/>
                  </a:cubicBezTo>
                </a:path>
              </a:pathLst>
            </a:custGeom>
            <a:noFill/>
            <a:ln w="12700" cap="rnd">
              <a:solidFill>
                <a:srgbClr val="35B8FE"/>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101" name="Freeform 502">
              <a:extLst>
                <a:ext uri="{FF2B5EF4-FFF2-40B4-BE49-F238E27FC236}">
                  <a16:creationId xmlns:a16="http://schemas.microsoft.com/office/drawing/2014/main" id="{2F24E363-2B2F-4509-9C74-FD0141FB198D}"/>
                </a:ext>
              </a:extLst>
            </p:cNvPr>
            <p:cNvSpPr>
              <a:spLocks/>
            </p:cNvSpPr>
            <p:nvPr/>
          </p:nvSpPr>
          <p:spPr bwMode="auto">
            <a:xfrm>
              <a:off x="7331076" y="2024062"/>
              <a:ext cx="171450" cy="58738"/>
            </a:xfrm>
            <a:custGeom>
              <a:avLst/>
              <a:gdLst/>
              <a:ahLst/>
              <a:cxnLst>
                <a:cxn ang="0">
                  <a:pos x="89" y="5"/>
                </a:cxn>
                <a:cxn ang="0">
                  <a:pos x="69" y="13"/>
                </a:cxn>
                <a:cxn ang="0">
                  <a:pos x="37" y="0"/>
                </a:cxn>
                <a:cxn ang="0">
                  <a:pos x="4" y="14"/>
                </a:cxn>
                <a:cxn ang="0">
                  <a:pos x="1" y="21"/>
                </a:cxn>
                <a:cxn ang="0">
                  <a:pos x="1" y="21"/>
                </a:cxn>
                <a:cxn ang="0">
                  <a:pos x="8" y="24"/>
                </a:cxn>
                <a:cxn ang="0">
                  <a:pos x="31" y="15"/>
                </a:cxn>
                <a:cxn ang="0">
                  <a:pos x="50" y="29"/>
                </a:cxn>
                <a:cxn ang="0">
                  <a:pos x="62" y="29"/>
                </a:cxn>
              </a:cxnLst>
              <a:rect l="0" t="0" r="r" b="b"/>
              <a:pathLst>
                <a:path w="89" h="30">
                  <a:moveTo>
                    <a:pt x="89" y="5"/>
                  </a:moveTo>
                  <a:cubicBezTo>
                    <a:pt x="89" y="5"/>
                    <a:pt x="75" y="13"/>
                    <a:pt x="69" y="13"/>
                  </a:cubicBezTo>
                  <a:cubicBezTo>
                    <a:pt x="60" y="12"/>
                    <a:pt x="46" y="1"/>
                    <a:pt x="37" y="0"/>
                  </a:cubicBezTo>
                  <a:cubicBezTo>
                    <a:pt x="31" y="0"/>
                    <a:pt x="4" y="14"/>
                    <a:pt x="4" y="14"/>
                  </a:cubicBezTo>
                  <a:cubicBezTo>
                    <a:pt x="1" y="15"/>
                    <a:pt x="0" y="19"/>
                    <a:pt x="1" y="21"/>
                  </a:cubicBezTo>
                  <a:cubicBezTo>
                    <a:pt x="1" y="21"/>
                    <a:pt x="1" y="21"/>
                    <a:pt x="1" y="21"/>
                  </a:cubicBezTo>
                  <a:cubicBezTo>
                    <a:pt x="2" y="24"/>
                    <a:pt x="6" y="25"/>
                    <a:pt x="8" y="24"/>
                  </a:cubicBezTo>
                  <a:cubicBezTo>
                    <a:pt x="31" y="15"/>
                    <a:pt x="31" y="15"/>
                    <a:pt x="31" y="15"/>
                  </a:cubicBezTo>
                  <a:cubicBezTo>
                    <a:pt x="31" y="15"/>
                    <a:pt x="41" y="27"/>
                    <a:pt x="50" y="29"/>
                  </a:cubicBezTo>
                  <a:cubicBezTo>
                    <a:pt x="58" y="30"/>
                    <a:pt x="62" y="29"/>
                    <a:pt x="62" y="29"/>
                  </a:cubicBezTo>
                </a:path>
              </a:pathLst>
            </a:custGeom>
            <a:noFill/>
            <a:ln w="12700" cap="rnd">
              <a:solidFill>
                <a:srgbClr val="35B8FE"/>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102" name="Freeform 503">
              <a:extLst>
                <a:ext uri="{FF2B5EF4-FFF2-40B4-BE49-F238E27FC236}">
                  <a16:creationId xmlns:a16="http://schemas.microsoft.com/office/drawing/2014/main" id="{9D40724E-584B-4E64-8AAD-AAD366F8607C}"/>
                </a:ext>
              </a:extLst>
            </p:cNvPr>
            <p:cNvSpPr>
              <a:spLocks/>
            </p:cNvSpPr>
            <p:nvPr/>
          </p:nvSpPr>
          <p:spPr bwMode="auto">
            <a:xfrm>
              <a:off x="7405688" y="2125662"/>
              <a:ext cx="19050" cy="19050"/>
            </a:xfrm>
            <a:custGeom>
              <a:avLst/>
              <a:gdLst/>
              <a:ahLst/>
              <a:cxnLst>
                <a:cxn ang="0">
                  <a:pos x="8" y="0"/>
                </a:cxn>
                <a:cxn ang="0">
                  <a:pos x="8" y="8"/>
                </a:cxn>
                <a:cxn ang="0">
                  <a:pos x="8" y="8"/>
                </a:cxn>
                <a:cxn ang="0">
                  <a:pos x="0" y="8"/>
                </a:cxn>
              </a:cxnLst>
              <a:rect l="0" t="0" r="r" b="b"/>
              <a:pathLst>
                <a:path w="10" h="10">
                  <a:moveTo>
                    <a:pt x="8" y="0"/>
                  </a:moveTo>
                  <a:cubicBezTo>
                    <a:pt x="10" y="2"/>
                    <a:pt x="10" y="6"/>
                    <a:pt x="8" y="8"/>
                  </a:cubicBezTo>
                  <a:cubicBezTo>
                    <a:pt x="8" y="8"/>
                    <a:pt x="8" y="8"/>
                    <a:pt x="8" y="8"/>
                  </a:cubicBezTo>
                  <a:cubicBezTo>
                    <a:pt x="6" y="10"/>
                    <a:pt x="2" y="10"/>
                    <a:pt x="0" y="8"/>
                  </a:cubicBezTo>
                </a:path>
              </a:pathLst>
            </a:custGeom>
            <a:noFill/>
            <a:ln w="12700" cap="rnd">
              <a:solidFill>
                <a:srgbClr val="35B8FE"/>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103" name="Freeform 504">
              <a:extLst>
                <a:ext uri="{FF2B5EF4-FFF2-40B4-BE49-F238E27FC236}">
                  <a16:creationId xmlns:a16="http://schemas.microsoft.com/office/drawing/2014/main" id="{3CF13811-E10D-4F7E-AEF7-E44072E342A9}"/>
                </a:ext>
              </a:extLst>
            </p:cNvPr>
            <p:cNvSpPr>
              <a:spLocks/>
            </p:cNvSpPr>
            <p:nvPr/>
          </p:nvSpPr>
          <p:spPr bwMode="auto">
            <a:xfrm>
              <a:off x="7445376" y="2097087"/>
              <a:ext cx="168275" cy="20638"/>
            </a:xfrm>
            <a:custGeom>
              <a:avLst/>
              <a:gdLst/>
              <a:ahLst/>
              <a:cxnLst>
                <a:cxn ang="0">
                  <a:pos x="0" y="11"/>
                </a:cxn>
                <a:cxn ang="0">
                  <a:pos x="87" y="0"/>
                </a:cxn>
              </a:cxnLst>
              <a:rect l="0" t="0" r="r" b="b"/>
              <a:pathLst>
                <a:path w="87" h="11">
                  <a:moveTo>
                    <a:pt x="0" y="11"/>
                  </a:moveTo>
                  <a:cubicBezTo>
                    <a:pt x="0" y="11"/>
                    <a:pt x="80" y="9"/>
                    <a:pt x="87" y="0"/>
                  </a:cubicBezTo>
                </a:path>
              </a:pathLst>
            </a:custGeom>
            <a:noFill/>
            <a:ln w="12700" cap="rnd">
              <a:solidFill>
                <a:srgbClr val="35B8FE"/>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sp>
          <p:nvSpPr>
            <p:cNvPr id="104" name="Freeform 505">
              <a:extLst>
                <a:ext uri="{FF2B5EF4-FFF2-40B4-BE49-F238E27FC236}">
                  <a16:creationId xmlns:a16="http://schemas.microsoft.com/office/drawing/2014/main" id="{20EC2B6D-1E22-45B2-8222-A9E00811F306}"/>
                </a:ext>
              </a:extLst>
            </p:cNvPr>
            <p:cNvSpPr>
              <a:spLocks/>
            </p:cNvSpPr>
            <p:nvPr/>
          </p:nvSpPr>
          <p:spPr bwMode="auto">
            <a:xfrm>
              <a:off x="7286626" y="2022475"/>
              <a:ext cx="92075" cy="22225"/>
            </a:xfrm>
            <a:custGeom>
              <a:avLst/>
              <a:gdLst/>
              <a:ahLst/>
              <a:cxnLst>
                <a:cxn ang="0">
                  <a:pos x="0" y="0"/>
                </a:cxn>
                <a:cxn ang="0">
                  <a:pos x="48" y="5"/>
                </a:cxn>
              </a:cxnLst>
              <a:rect l="0" t="0" r="r" b="b"/>
              <a:pathLst>
                <a:path w="48" h="11">
                  <a:moveTo>
                    <a:pt x="0" y="0"/>
                  </a:moveTo>
                  <a:cubicBezTo>
                    <a:pt x="0" y="11"/>
                    <a:pt x="48" y="5"/>
                    <a:pt x="48" y="5"/>
                  </a:cubicBezTo>
                </a:path>
              </a:pathLst>
            </a:custGeom>
            <a:noFill/>
            <a:ln w="12700" cap="rnd">
              <a:solidFill>
                <a:srgbClr val="35B8FE"/>
              </a:solidFill>
              <a:prstDash val="solid"/>
              <a:round/>
              <a:headEnd/>
              <a:tailEnd/>
            </a:ln>
          </p:spPr>
          <p:txBody>
            <a:bodyPr vert="horz" wrap="square" lIns="91440" tIns="45720" rIns="91440" bIns="45720" numCol="1" anchor="t" anchorCtr="0" compatLnSpc="1">
              <a:prstTxWarp prst="textNoShape">
                <a:avLst/>
              </a:prstTxWarp>
            </a:bodyPr>
            <a:lstStyle/>
            <a:p>
              <a:endParaRPr lang="en-GB" sz="700" dirty="0">
                <a:cs typeface="Arial" pitchFamily="34" charset="0"/>
              </a:endParaRPr>
            </a:p>
          </p:txBody>
        </p:sp>
      </p:grpSp>
      <p:sp>
        <p:nvSpPr>
          <p:cNvPr id="150" name="Rectangle 149">
            <a:extLst>
              <a:ext uri="{FF2B5EF4-FFF2-40B4-BE49-F238E27FC236}">
                <a16:creationId xmlns:a16="http://schemas.microsoft.com/office/drawing/2014/main" id="{7BE7E22A-CB0F-4862-A773-D2B999F59B8A}"/>
              </a:ext>
            </a:extLst>
          </p:cNvPr>
          <p:cNvSpPr/>
          <p:nvPr/>
        </p:nvSpPr>
        <p:spPr bwMode="auto">
          <a:xfrm>
            <a:off x="8623805" y="4169151"/>
            <a:ext cx="2210400" cy="1649297"/>
          </a:xfrm>
          <a:prstGeom prst="rect">
            <a:avLst/>
          </a:prstGeom>
          <a:noFill/>
          <a:ln w="6350"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ctr" eaLnBrk="0" fontAlgn="base" hangingPunct="0">
              <a:spcBef>
                <a:spcPts val="300"/>
              </a:spcBef>
              <a:spcAft>
                <a:spcPts val="300"/>
              </a:spcAft>
            </a:pPr>
            <a:r>
              <a:rPr lang="en-US" sz="1200" b="1" dirty="0">
                <a:cs typeface="Arial" charset="0"/>
              </a:rPr>
              <a:t>Our Core Service Offering</a:t>
            </a:r>
          </a:p>
          <a:p>
            <a:pPr algn="just" eaLnBrk="0" fontAlgn="base" hangingPunct="0">
              <a:spcBef>
                <a:spcPts val="300"/>
              </a:spcBef>
              <a:spcAft>
                <a:spcPts val="300"/>
              </a:spcAft>
              <a:buClr>
                <a:schemeClr val="accent2"/>
              </a:buClr>
            </a:pPr>
            <a:r>
              <a:rPr lang="en-AU" sz="900" dirty="0">
                <a:cs typeface="Arial" charset="0"/>
              </a:rPr>
              <a:t>Our offering for </a:t>
            </a:r>
            <a:r>
              <a:rPr lang="en-AU" sz="900" b="1" dirty="0">
                <a:cs typeface="Arial" charset="0"/>
              </a:rPr>
              <a:t>a Media and Entertainment operations assessment </a:t>
            </a:r>
            <a:r>
              <a:rPr lang="en-AU" sz="900" dirty="0">
                <a:cs typeface="Arial" charset="0"/>
              </a:rPr>
              <a:t>helps businesses establish a prudent strategy for Digital Transformations, while saving time and decreasing lost revenue. We believe it is important for businesses to </a:t>
            </a:r>
            <a:r>
              <a:rPr lang="en-AU" sz="900" b="1" dirty="0">
                <a:cs typeface="Arial" charset="0"/>
              </a:rPr>
              <a:t>maximize value</a:t>
            </a:r>
            <a:r>
              <a:rPr lang="en-AU" sz="900" dirty="0">
                <a:cs typeface="Arial" charset="0"/>
              </a:rPr>
              <a:t> from their operations, but also protect their interests and minimize value leakage. We recognize this, and tailor our approach accordingly to look after your best interests.</a:t>
            </a:r>
            <a:endParaRPr lang="en-US" sz="900" dirty="0">
              <a:solidFill>
                <a:srgbClr val="FF0000"/>
              </a:solidFill>
              <a:cs typeface="Arial" charset="0"/>
            </a:endParaRPr>
          </a:p>
        </p:txBody>
      </p:sp>
    </p:spTree>
    <p:extLst>
      <p:ext uri="{BB962C8B-B14F-4D97-AF65-F5344CB8AC3E}">
        <p14:creationId xmlns:p14="http://schemas.microsoft.com/office/powerpoint/2010/main" val="41022195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72936"/>
        </a:solidFill>
        <a:effectLst/>
      </p:bgPr>
    </p:bg>
    <p:spTree>
      <p:nvGrpSpPr>
        <p:cNvPr id="1" name="Shape 963"/>
        <p:cNvGrpSpPr/>
        <p:nvPr/>
      </p:nvGrpSpPr>
      <p:grpSpPr>
        <a:xfrm>
          <a:off x="0" y="0"/>
          <a:ext cx="0" cy="0"/>
          <a:chOff x="0" y="0"/>
          <a:chExt cx="0" cy="0"/>
        </a:xfrm>
      </p:grpSpPr>
      <p:pic>
        <p:nvPicPr>
          <p:cNvPr id="11" name="Picture 10">
            <a:extLst>
              <a:ext uri="{FF2B5EF4-FFF2-40B4-BE49-F238E27FC236}">
                <a16:creationId xmlns:a16="http://schemas.microsoft.com/office/drawing/2014/main" id="{D861D90D-67EE-4D88-83C6-5400888AEBBB}"/>
              </a:ext>
            </a:extLst>
          </p:cNvPr>
          <p:cNvPicPr>
            <a:picLocks noChangeAspect="1"/>
          </p:cNvPicPr>
          <p:nvPr/>
        </p:nvPicPr>
        <p:blipFill>
          <a:blip r:embed="rId3">
            <a:alphaModFix amt="85000"/>
            <a:extLst>
              <a:ext uri="{28A0092B-C50C-407E-A947-70E740481C1C}">
                <a14:useLocalDpi xmlns:a14="http://schemas.microsoft.com/office/drawing/2010/main" val="0"/>
              </a:ext>
            </a:extLst>
          </a:blip>
          <a:stretch>
            <a:fillRect/>
          </a:stretch>
        </p:blipFill>
        <p:spPr>
          <a:xfrm>
            <a:off x="2146016" y="1447800"/>
            <a:ext cx="7899969" cy="3082915"/>
          </a:xfrm>
          <a:prstGeom prst="rect">
            <a:avLst/>
          </a:prstGeom>
        </p:spPr>
      </p:pic>
      <p:sp>
        <p:nvSpPr>
          <p:cNvPr id="964" name="Google Shape;964;p112"/>
          <p:cNvSpPr txBox="1">
            <a:spLocks noGrp="1"/>
          </p:cNvSpPr>
          <p:nvPr>
            <p:ph type="title"/>
          </p:nvPr>
        </p:nvSpPr>
        <p:spPr>
          <a:xfrm>
            <a:off x="227348" y="76200"/>
            <a:ext cx="9754851" cy="1104900"/>
          </a:xfrm>
        </p:spPr>
        <p:txBody>
          <a:bodyPr/>
          <a:lstStyle/>
          <a:p>
            <a:r>
              <a:rPr lang="en-US" sz="2800" dirty="0"/>
              <a:t>The media industry is at a crossroads. </a:t>
            </a:r>
            <a:br>
              <a:rPr lang="en-US" sz="2800" dirty="0"/>
            </a:br>
            <a:r>
              <a:rPr lang="en-US" sz="2800" dirty="0"/>
              <a:t>Adapt to the ever-changing ecosystem.</a:t>
            </a:r>
          </a:p>
        </p:txBody>
      </p:sp>
      <p:sp>
        <p:nvSpPr>
          <p:cNvPr id="12" name="Rectangle 11">
            <a:extLst>
              <a:ext uri="{FF2B5EF4-FFF2-40B4-BE49-F238E27FC236}">
                <a16:creationId xmlns:a16="http://schemas.microsoft.com/office/drawing/2014/main" id="{4B7C818F-A4FE-40DA-B012-F85EEB494AA6}"/>
              </a:ext>
            </a:extLst>
          </p:cNvPr>
          <p:cNvSpPr/>
          <p:nvPr/>
        </p:nvSpPr>
        <p:spPr>
          <a:xfrm>
            <a:off x="189864" y="3850837"/>
            <a:ext cx="2151892" cy="479747"/>
          </a:xfrm>
          <a:prstGeom prst="rect">
            <a:avLst/>
          </a:prstGeom>
        </p:spPr>
        <p:txBody>
          <a:bodyPr wrap="square">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Changing competitive landscape</a:t>
            </a:r>
          </a:p>
        </p:txBody>
      </p:sp>
      <p:sp>
        <p:nvSpPr>
          <p:cNvPr id="13" name="Oval 12">
            <a:extLst>
              <a:ext uri="{FF2B5EF4-FFF2-40B4-BE49-F238E27FC236}">
                <a16:creationId xmlns:a16="http://schemas.microsoft.com/office/drawing/2014/main" id="{6B2FFB49-622C-4F61-B117-7A72E6E722FE}"/>
              </a:ext>
            </a:extLst>
          </p:cNvPr>
          <p:cNvSpPr/>
          <p:nvPr/>
        </p:nvSpPr>
        <p:spPr>
          <a:xfrm>
            <a:off x="1211942" y="3613933"/>
            <a:ext cx="107735" cy="107735"/>
          </a:xfrm>
          <a:prstGeom prst="ellipse">
            <a:avLst/>
          </a:prstGeom>
          <a:solidFill>
            <a:srgbClr val="2292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sp>
        <p:nvSpPr>
          <p:cNvPr id="14" name="Oval 13">
            <a:extLst>
              <a:ext uri="{FF2B5EF4-FFF2-40B4-BE49-F238E27FC236}">
                <a16:creationId xmlns:a16="http://schemas.microsoft.com/office/drawing/2014/main" id="{A72FB417-C1F9-4180-8199-F3D8DB8C9C99}"/>
              </a:ext>
            </a:extLst>
          </p:cNvPr>
          <p:cNvSpPr/>
          <p:nvPr/>
        </p:nvSpPr>
        <p:spPr>
          <a:xfrm>
            <a:off x="3174325" y="3613933"/>
            <a:ext cx="107735" cy="107735"/>
          </a:xfrm>
          <a:prstGeom prst="ellipse">
            <a:avLst/>
          </a:prstGeom>
          <a:solidFill>
            <a:srgbClr val="2292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cxnSp>
        <p:nvCxnSpPr>
          <p:cNvPr id="15" name="Straight Connector 14">
            <a:extLst>
              <a:ext uri="{FF2B5EF4-FFF2-40B4-BE49-F238E27FC236}">
                <a16:creationId xmlns:a16="http://schemas.microsoft.com/office/drawing/2014/main" id="{23DB26CE-6630-4BC8-B4A8-AB1FA5EFE631}"/>
              </a:ext>
            </a:extLst>
          </p:cNvPr>
          <p:cNvCxnSpPr/>
          <p:nvPr/>
        </p:nvCxnSpPr>
        <p:spPr>
          <a:xfrm>
            <a:off x="1400479" y="3667801"/>
            <a:ext cx="1705811" cy="0"/>
          </a:xfrm>
          <a:prstGeom prst="line">
            <a:avLst/>
          </a:prstGeom>
          <a:ln>
            <a:solidFill>
              <a:srgbClr val="2292E8"/>
            </a:solidFill>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948217FA-6A05-46A6-ABBE-382B5205B361}"/>
              </a:ext>
            </a:extLst>
          </p:cNvPr>
          <p:cNvCxnSpPr/>
          <p:nvPr/>
        </p:nvCxnSpPr>
        <p:spPr>
          <a:xfrm>
            <a:off x="3375628" y="3667801"/>
            <a:ext cx="1705811" cy="0"/>
          </a:xfrm>
          <a:prstGeom prst="line">
            <a:avLst/>
          </a:prstGeom>
          <a:ln>
            <a:solidFill>
              <a:srgbClr val="22BEF1"/>
            </a:solidFill>
          </a:ln>
        </p:spPr>
        <p:style>
          <a:lnRef idx="1">
            <a:schemeClr val="accent1"/>
          </a:lnRef>
          <a:fillRef idx="0">
            <a:schemeClr val="accent1"/>
          </a:fillRef>
          <a:effectRef idx="0">
            <a:schemeClr val="accent1"/>
          </a:effectRef>
          <a:fontRef idx="minor">
            <a:schemeClr val="tx1"/>
          </a:fontRef>
        </p:style>
      </p:cxnSp>
      <p:sp>
        <p:nvSpPr>
          <p:cNvPr id="17" name="Rectangle 16">
            <a:extLst>
              <a:ext uri="{FF2B5EF4-FFF2-40B4-BE49-F238E27FC236}">
                <a16:creationId xmlns:a16="http://schemas.microsoft.com/office/drawing/2014/main" id="{F0DA3697-D10A-4693-A039-0FAEB9E80DD0}"/>
              </a:ext>
            </a:extLst>
          </p:cNvPr>
          <p:cNvSpPr/>
          <p:nvPr/>
        </p:nvSpPr>
        <p:spPr>
          <a:xfrm>
            <a:off x="2299863" y="3850837"/>
            <a:ext cx="1858758" cy="479747"/>
          </a:xfrm>
          <a:prstGeom prst="rect">
            <a:avLst/>
          </a:prstGeom>
        </p:spPr>
        <p:txBody>
          <a:bodyPr wrap="square">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Mergers and acquisitions</a:t>
            </a:r>
          </a:p>
        </p:txBody>
      </p:sp>
      <p:sp>
        <p:nvSpPr>
          <p:cNvPr id="18" name="Rectangle 17">
            <a:extLst>
              <a:ext uri="{FF2B5EF4-FFF2-40B4-BE49-F238E27FC236}">
                <a16:creationId xmlns:a16="http://schemas.microsoft.com/office/drawing/2014/main" id="{74D1A5B8-4A5A-497C-ACE4-4A94DEF83D0C}"/>
              </a:ext>
            </a:extLst>
          </p:cNvPr>
          <p:cNvSpPr/>
          <p:nvPr/>
        </p:nvSpPr>
        <p:spPr>
          <a:xfrm>
            <a:off x="4261198" y="3850837"/>
            <a:ext cx="1858758" cy="479747"/>
          </a:xfrm>
          <a:prstGeom prst="rect">
            <a:avLst/>
          </a:prstGeom>
        </p:spPr>
        <p:txBody>
          <a:bodyPr wrap="square">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Changing consumer behavior</a:t>
            </a:r>
          </a:p>
        </p:txBody>
      </p:sp>
      <p:sp>
        <p:nvSpPr>
          <p:cNvPr id="19" name="Oval 18">
            <a:extLst>
              <a:ext uri="{FF2B5EF4-FFF2-40B4-BE49-F238E27FC236}">
                <a16:creationId xmlns:a16="http://schemas.microsoft.com/office/drawing/2014/main" id="{C8A2FDFB-743C-4490-A1CD-E75ADB3FE69A}"/>
              </a:ext>
            </a:extLst>
          </p:cNvPr>
          <p:cNvSpPr/>
          <p:nvPr/>
        </p:nvSpPr>
        <p:spPr>
          <a:xfrm>
            <a:off x="5136709" y="3613933"/>
            <a:ext cx="107735" cy="107735"/>
          </a:xfrm>
          <a:prstGeom prst="ellipse">
            <a:avLst/>
          </a:prstGeom>
          <a:solidFill>
            <a:srgbClr val="22BE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sp>
        <p:nvSpPr>
          <p:cNvPr id="20" name="Oval 19">
            <a:extLst>
              <a:ext uri="{FF2B5EF4-FFF2-40B4-BE49-F238E27FC236}">
                <a16:creationId xmlns:a16="http://schemas.microsoft.com/office/drawing/2014/main" id="{D24AA068-D912-4C20-9236-C77924254FAF}"/>
              </a:ext>
            </a:extLst>
          </p:cNvPr>
          <p:cNvSpPr/>
          <p:nvPr/>
        </p:nvSpPr>
        <p:spPr>
          <a:xfrm>
            <a:off x="7099093" y="3613933"/>
            <a:ext cx="107735" cy="107735"/>
          </a:xfrm>
          <a:prstGeom prst="ellipse">
            <a:avLst/>
          </a:prstGeom>
          <a:solidFill>
            <a:srgbClr val="15DB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cxnSp>
        <p:nvCxnSpPr>
          <p:cNvPr id="21" name="Straight Connector 20">
            <a:extLst>
              <a:ext uri="{FF2B5EF4-FFF2-40B4-BE49-F238E27FC236}">
                <a16:creationId xmlns:a16="http://schemas.microsoft.com/office/drawing/2014/main" id="{B76A8EF7-AA4F-4BCD-80C8-2AC86FC68D26}"/>
              </a:ext>
            </a:extLst>
          </p:cNvPr>
          <p:cNvCxnSpPr/>
          <p:nvPr/>
        </p:nvCxnSpPr>
        <p:spPr>
          <a:xfrm>
            <a:off x="5325246" y="3667801"/>
            <a:ext cx="1705811" cy="0"/>
          </a:xfrm>
          <a:prstGeom prst="line">
            <a:avLst/>
          </a:prstGeom>
          <a:ln>
            <a:solidFill>
              <a:srgbClr val="15DBB9"/>
            </a:solidFill>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FD73D384-FBF3-4F56-B627-FDC997746950}"/>
              </a:ext>
            </a:extLst>
          </p:cNvPr>
          <p:cNvCxnSpPr/>
          <p:nvPr/>
        </p:nvCxnSpPr>
        <p:spPr>
          <a:xfrm>
            <a:off x="7300395" y="3667801"/>
            <a:ext cx="1705811" cy="0"/>
          </a:xfrm>
          <a:prstGeom prst="line">
            <a:avLst/>
          </a:prstGeom>
          <a:ln>
            <a:solidFill>
              <a:srgbClr val="21D66D"/>
            </a:solidFill>
          </a:ln>
        </p:spPr>
        <p:style>
          <a:lnRef idx="1">
            <a:schemeClr val="accent1"/>
          </a:lnRef>
          <a:fillRef idx="0">
            <a:schemeClr val="accent1"/>
          </a:fillRef>
          <a:effectRef idx="0">
            <a:schemeClr val="accent1"/>
          </a:effectRef>
          <a:fontRef idx="minor">
            <a:schemeClr val="tx1"/>
          </a:fontRef>
        </p:style>
      </p:cxnSp>
      <p:sp>
        <p:nvSpPr>
          <p:cNvPr id="23" name="Rectangle 22">
            <a:extLst>
              <a:ext uri="{FF2B5EF4-FFF2-40B4-BE49-F238E27FC236}">
                <a16:creationId xmlns:a16="http://schemas.microsoft.com/office/drawing/2014/main" id="{CAA6FC01-B561-4E68-BDDD-37A476A275E9}"/>
              </a:ext>
            </a:extLst>
          </p:cNvPr>
          <p:cNvSpPr/>
          <p:nvPr/>
        </p:nvSpPr>
        <p:spPr>
          <a:xfrm>
            <a:off x="6167628" y="3850837"/>
            <a:ext cx="1972762" cy="479747"/>
          </a:xfrm>
          <a:prstGeom prst="rect">
            <a:avLst/>
          </a:prstGeom>
        </p:spPr>
        <p:txBody>
          <a:bodyPr wrap="square">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Content distribution across platforms</a:t>
            </a:r>
          </a:p>
        </p:txBody>
      </p:sp>
      <p:sp>
        <p:nvSpPr>
          <p:cNvPr id="24" name="Oval 23">
            <a:extLst>
              <a:ext uri="{FF2B5EF4-FFF2-40B4-BE49-F238E27FC236}">
                <a16:creationId xmlns:a16="http://schemas.microsoft.com/office/drawing/2014/main" id="{4EBBF907-C01C-4094-A244-59AEE454A851}"/>
              </a:ext>
            </a:extLst>
          </p:cNvPr>
          <p:cNvSpPr/>
          <p:nvPr/>
        </p:nvSpPr>
        <p:spPr>
          <a:xfrm>
            <a:off x="9060428" y="3613933"/>
            <a:ext cx="107735" cy="107735"/>
          </a:xfrm>
          <a:prstGeom prst="ellipse">
            <a:avLst/>
          </a:prstGeom>
          <a:solidFill>
            <a:srgbClr val="21D6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sp>
        <p:nvSpPr>
          <p:cNvPr id="25" name="Oval 24">
            <a:extLst>
              <a:ext uri="{FF2B5EF4-FFF2-40B4-BE49-F238E27FC236}">
                <a16:creationId xmlns:a16="http://schemas.microsoft.com/office/drawing/2014/main" id="{1A8A9E89-F242-463D-9C2F-EA4D460EB22F}"/>
              </a:ext>
            </a:extLst>
          </p:cNvPr>
          <p:cNvSpPr/>
          <p:nvPr/>
        </p:nvSpPr>
        <p:spPr>
          <a:xfrm>
            <a:off x="11022812" y="3613933"/>
            <a:ext cx="107735" cy="107735"/>
          </a:xfrm>
          <a:prstGeom prst="ellipse">
            <a:avLst/>
          </a:prstGeom>
          <a:solidFill>
            <a:srgbClr val="A7CA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cxnSp>
        <p:nvCxnSpPr>
          <p:cNvPr id="26" name="Straight Connector 25">
            <a:extLst>
              <a:ext uri="{FF2B5EF4-FFF2-40B4-BE49-F238E27FC236}">
                <a16:creationId xmlns:a16="http://schemas.microsoft.com/office/drawing/2014/main" id="{AECDD4B4-C5B4-440D-93F1-F8C248A4C8B2}"/>
              </a:ext>
            </a:extLst>
          </p:cNvPr>
          <p:cNvCxnSpPr/>
          <p:nvPr/>
        </p:nvCxnSpPr>
        <p:spPr>
          <a:xfrm>
            <a:off x="9261731" y="3667800"/>
            <a:ext cx="1705811" cy="0"/>
          </a:xfrm>
          <a:prstGeom prst="line">
            <a:avLst/>
          </a:prstGeom>
          <a:ln>
            <a:solidFill>
              <a:srgbClr val="A7CA0B"/>
            </a:solidFill>
          </a:ln>
        </p:spPr>
        <p:style>
          <a:lnRef idx="1">
            <a:schemeClr val="accent1"/>
          </a:lnRef>
          <a:fillRef idx="0">
            <a:schemeClr val="accent1"/>
          </a:fillRef>
          <a:effectRef idx="0">
            <a:schemeClr val="accent1"/>
          </a:effectRef>
          <a:fontRef idx="minor">
            <a:schemeClr val="tx1"/>
          </a:fontRef>
        </p:style>
      </p:cxnSp>
      <p:sp>
        <p:nvSpPr>
          <p:cNvPr id="27" name="Rectangle 26">
            <a:extLst>
              <a:ext uri="{FF2B5EF4-FFF2-40B4-BE49-F238E27FC236}">
                <a16:creationId xmlns:a16="http://schemas.microsoft.com/office/drawing/2014/main" id="{9595EFBE-0FAC-4063-8341-65C325F6DBD1}"/>
              </a:ext>
            </a:extLst>
          </p:cNvPr>
          <p:cNvSpPr/>
          <p:nvPr/>
        </p:nvSpPr>
        <p:spPr>
          <a:xfrm>
            <a:off x="8185966" y="3850837"/>
            <a:ext cx="1858758" cy="479747"/>
          </a:xfrm>
          <a:prstGeom prst="rect">
            <a:avLst/>
          </a:prstGeom>
        </p:spPr>
        <p:txBody>
          <a:bodyPr wrap="square">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Advertiser expectations</a:t>
            </a: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sp>
        <p:nvSpPr>
          <p:cNvPr id="28" name="Rectangle 27">
            <a:extLst>
              <a:ext uri="{FF2B5EF4-FFF2-40B4-BE49-F238E27FC236}">
                <a16:creationId xmlns:a16="http://schemas.microsoft.com/office/drawing/2014/main" id="{81378CAF-EA8B-416D-B3EE-F6C4E1388209}"/>
              </a:ext>
            </a:extLst>
          </p:cNvPr>
          <p:cNvSpPr/>
          <p:nvPr/>
        </p:nvSpPr>
        <p:spPr>
          <a:xfrm>
            <a:off x="10147301" y="3850836"/>
            <a:ext cx="1858758" cy="479747"/>
          </a:xfrm>
          <a:prstGeom prst="rect">
            <a:avLst/>
          </a:prstGeom>
        </p:spPr>
        <p:txBody>
          <a:bodyPr wrap="square">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Privacy and security</a:t>
            </a: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sp>
        <p:nvSpPr>
          <p:cNvPr id="47" name="Oval 46">
            <a:extLst>
              <a:ext uri="{FF2B5EF4-FFF2-40B4-BE49-F238E27FC236}">
                <a16:creationId xmlns:a16="http://schemas.microsoft.com/office/drawing/2014/main" id="{28ADC1A9-58A2-4909-AD3F-09BAA6A932B9}"/>
              </a:ext>
            </a:extLst>
          </p:cNvPr>
          <p:cNvSpPr/>
          <p:nvPr/>
        </p:nvSpPr>
        <p:spPr>
          <a:xfrm>
            <a:off x="1211941" y="3613933"/>
            <a:ext cx="107735" cy="107735"/>
          </a:xfrm>
          <a:prstGeom prst="ellipse">
            <a:avLst/>
          </a:prstGeom>
          <a:solidFill>
            <a:srgbClr val="A75C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sp>
        <p:nvSpPr>
          <p:cNvPr id="44" name="Isosceles Triangle 43">
            <a:extLst>
              <a:ext uri="{FF2B5EF4-FFF2-40B4-BE49-F238E27FC236}">
                <a16:creationId xmlns:a16="http://schemas.microsoft.com/office/drawing/2014/main" id="{ED569FF3-6C33-4CE2-8BB1-E66EB019FB78}"/>
              </a:ext>
            </a:extLst>
          </p:cNvPr>
          <p:cNvSpPr/>
          <p:nvPr/>
        </p:nvSpPr>
        <p:spPr>
          <a:xfrm rot="10800000">
            <a:off x="936729" y="3164016"/>
            <a:ext cx="658163" cy="395012"/>
          </a:xfrm>
          <a:prstGeom prst="triangle">
            <a:avLst/>
          </a:prstGeom>
          <a:solidFill>
            <a:srgbClr val="A75CCE"/>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sp>
        <p:nvSpPr>
          <p:cNvPr id="45" name="Oval 44">
            <a:extLst>
              <a:ext uri="{FF2B5EF4-FFF2-40B4-BE49-F238E27FC236}">
                <a16:creationId xmlns:a16="http://schemas.microsoft.com/office/drawing/2014/main" id="{5D1655BD-C736-4D73-B10F-0F5989734FA3}"/>
              </a:ext>
            </a:extLst>
          </p:cNvPr>
          <p:cNvSpPr/>
          <p:nvPr/>
        </p:nvSpPr>
        <p:spPr>
          <a:xfrm>
            <a:off x="807595" y="2416154"/>
            <a:ext cx="916430" cy="900350"/>
          </a:xfrm>
          <a:prstGeom prst="ellipse">
            <a:avLst/>
          </a:prstGeom>
          <a:solidFill>
            <a:srgbClr val="A75CCE"/>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Big Bets</a:t>
            </a:r>
          </a:p>
        </p:txBody>
      </p:sp>
      <p:sp>
        <p:nvSpPr>
          <p:cNvPr id="46" name="Oval 45">
            <a:extLst>
              <a:ext uri="{FF2B5EF4-FFF2-40B4-BE49-F238E27FC236}">
                <a16:creationId xmlns:a16="http://schemas.microsoft.com/office/drawing/2014/main" id="{E98EDAF6-3B96-49B3-B599-10FADC182BEA}"/>
              </a:ext>
            </a:extLst>
          </p:cNvPr>
          <p:cNvSpPr/>
          <p:nvPr/>
        </p:nvSpPr>
        <p:spPr>
          <a:xfrm>
            <a:off x="853417" y="2461172"/>
            <a:ext cx="824787" cy="810315"/>
          </a:xfrm>
          <a:prstGeom prst="ellipse">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sp>
        <p:nvSpPr>
          <p:cNvPr id="29" name="Isosceles Triangle 28">
            <a:extLst>
              <a:ext uri="{FF2B5EF4-FFF2-40B4-BE49-F238E27FC236}">
                <a16:creationId xmlns:a16="http://schemas.microsoft.com/office/drawing/2014/main" id="{F45277C6-A2FC-43C0-BC0E-7296F748ED71}"/>
              </a:ext>
            </a:extLst>
          </p:cNvPr>
          <p:cNvSpPr/>
          <p:nvPr/>
        </p:nvSpPr>
        <p:spPr>
          <a:xfrm rot="10800000">
            <a:off x="2898412" y="3164016"/>
            <a:ext cx="658163" cy="395014"/>
          </a:xfrm>
          <a:prstGeom prst="triangle">
            <a:avLst/>
          </a:prstGeom>
          <a:solidFill>
            <a:srgbClr val="2292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sp>
        <p:nvSpPr>
          <p:cNvPr id="30" name="Oval 29">
            <a:extLst>
              <a:ext uri="{FF2B5EF4-FFF2-40B4-BE49-F238E27FC236}">
                <a16:creationId xmlns:a16="http://schemas.microsoft.com/office/drawing/2014/main" id="{4769E23A-FC10-44E5-BA1C-006EA2E6F1AC}"/>
              </a:ext>
            </a:extLst>
          </p:cNvPr>
          <p:cNvSpPr/>
          <p:nvPr/>
        </p:nvSpPr>
        <p:spPr>
          <a:xfrm>
            <a:off x="2769278" y="2416152"/>
            <a:ext cx="916430" cy="900353"/>
          </a:xfrm>
          <a:prstGeom prst="ellipse">
            <a:avLst/>
          </a:prstGeom>
          <a:solidFill>
            <a:srgbClr val="2292E8"/>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Big Bets</a:t>
            </a:r>
          </a:p>
        </p:txBody>
      </p:sp>
      <p:sp>
        <p:nvSpPr>
          <p:cNvPr id="31" name="Oval 30">
            <a:extLst>
              <a:ext uri="{FF2B5EF4-FFF2-40B4-BE49-F238E27FC236}">
                <a16:creationId xmlns:a16="http://schemas.microsoft.com/office/drawing/2014/main" id="{CA65AEBA-2946-4EAB-A765-7CE91C540677}"/>
              </a:ext>
            </a:extLst>
          </p:cNvPr>
          <p:cNvSpPr/>
          <p:nvPr/>
        </p:nvSpPr>
        <p:spPr>
          <a:xfrm>
            <a:off x="2815100" y="2461170"/>
            <a:ext cx="824787" cy="810318"/>
          </a:xfrm>
          <a:prstGeom prst="ellipse">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sp>
        <p:nvSpPr>
          <p:cNvPr id="35" name="Isosceles Triangle 34">
            <a:extLst>
              <a:ext uri="{FF2B5EF4-FFF2-40B4-BE49-F238E27FC236}">
                <a16:creationId xmlns:a16="http://schemas.microsoft.com/office/drawing/2014/main" id="{56B6C1E9-32D4-4BAE-B598-1CA036C6E693}"/>
              </a:ext>
            </a:extLst>
          </p:cNvPr>
          <p:cNvSpPr/>
          <p:nvPr/>
        </p:nvSpPr>
        <p:spPr>
          <a:xfrm rot="10800000">
            <a:off x="6823179" y="3164016"/>
            <a:ext cx="658163" cy="395014"/>
          </a:xfrm>
          <a:prstGeom prst="triangle">
            <a:avLst/>
          </a:prstGeom>
          <a:solidFill>
            <a:srgbClr val="15DBB9"/>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sp>
        <p:nvSpPr>
          <p:cNvPr id="36" name="Oval 35">
            <a:extLst>
              <a:ext uri="{FF2B5EF4-FFF2-40B4-BE49-F238E27FC236}">
                <a16:creationId xmlns:a16="http://schemas.microsoft.com/office/drawing/2014/main" id="{67DC7C47-7228-4958-8FB7-DD0539AB77DB}"/>
              </a:ext>
            </a:extLst>
          </p:cNvPr>
          <p:cNvSpPr/>
          <p:nvPr/>
        </p:nvSpPr>
        <p:spPr>
          <a:xfrm>
            <a:off x="6694045" y="2416152"/>
            <a:ext cx="916430" cy="900353"/>
          </a:xfrm>
          <a:prstGeom prst="ellipse">
            <a:avLst/>
          </a:prstGeom>
          <a:solidFill>
            <a:srgbClr val="15DBB9"/>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Big Bets</a:t>
            </a:r>
          </a:p>
        </p:txBody>
      </p:sp>
      <p:sp>
        <p:nvSpPr>
          <p:cNvPr id="37" name="Oval 36">
            <a:extLst>
              <a:ext uri="{FF2B5EF4-FFF2-40B4-BE49-F238E27FC236}">
                <a16:creationId xmlns:a16="http://schemas.microsoft.com/office/drawing/2014/main" id="{E1097CA5-AC2C-41ED-9B6F-085BA8923E3C}"/>
              </a:ext>
            </a:extLst>
          </p:cNvPr>
          <p:cNvSpPr/>
          <p:nvPr/>
        </p:nvSpPr>
        <p:spPr>
          <a:xfrm>
            <a:off x="6739867" y="2461170"/>
            <a:ext cx="824787" cy="810318"/>
          </a:xfrm>
          <a:prstGeom prst="ellipse">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sp>
        <p:nvSpPr>
          <p:cNvPr id="38" name="Isosceles Triangle 37">
            <a:extLst>
              <a:ext uri="{FF2B5EF4-FFF2-40B4-BE49-F238E27FC236}">
                <a16:creationId xmlns:a16="http://schemas.microsoft.com/office/drawing/2014/main" id="{979FC879-257D-4398-BBF4-2EC9B87F3998}"/>
              </a:ext>
            </a:extLst>
          </p:cNvPr>
          <p:cNvSpPr/>
          <p:nvPr/>
        </p:nvSpPr>
        <p:spPr>
          <a:xfrm rot="10800000">
            <a:off x="8786264" y="3164016"/>
            <a:ext cx="658163" cy="395014"/>
          </a:xfrm>
          <a:prstGeom prst="triangle">
            <a:avLst/>
          </a:prstGeom>
          <a:solidFill>
            <a:srgbClr val="21D66D"/>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sp>
        <p:nvSpPr>
          <p:cNvPr id="39" name="Oval 38">
            <a:extLst>
              <a:ext uri="{FF2B5EF4-FFF2-40B4-BE49-F238E27FC236}">
                <a16:creationId xmlns:a16="http://schemas.microsoft.com/office/drawing/2014/main" id="{FC3FB88E-553F-47DE-AB59-33D737B5E721}"/>
              </a:ext>
            </a:extLst>
          </p:cNvPr>
          <p:cNvSpPr/>
          <p:nvPr/>
        </p:nvSpPr>
        <p:spPr>
          <a:xfrm>
            <a:off x="8657130" y="2416152"/>
            <a:ext cx="916430" cy="900353"/>
          </a:xfrm>
          <a:prstGeom prst="ellipse">
            <a:avLst/>
          </a:prstGeom>
          <a:solidFill>
            <a:srgbClr val="21D66D"/>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Big Bets</a:t>
            </a:r>
          </a:p>
        </p:txBody>
      </p:sp>
      <p:sp>
        <p:nvSpPr>
          <p:cNvPr id="40" name="Oval 39">
            <a:extLst>
              <a:ext uri="{FF2B5EF4-FFF2-40B4-BE49-F238E27FC236}">
                <a16:creationId xmlns:a16="http://schemas.microsoft.com/office/drawing/2014/main" id="{7BA9820B-D53B-40FA-A711-9D22ED8F367C}"/>
              </a:ext>
            </a:extLst>
          </p:cNvPr>
          <p:cNvSpPr/>
          <p:nvPr/>
        </p:nvSpPr>
        <p:spPr>
          <a:xfrm>
            <a:off x="8702952" y="2461170"/>
            <a:ext cx="824787" cy="810318"/>
          </a:xfrm>
          <a:prstGeom prst="ellipse">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sp>
        <p:nvSpPr>
          <p:cNvPr id="41" name="Isosceles Triangle 40">
            <a:extLst>
              <a:ext uri="{FF2B5EF4-FFF2-40B4-BE49-F238E27FC236}">
                <a16:creationId xmlns:a16="http://schemas.microsoft.com/office/drawing/2014/main" id="{FFA9845C-4740-4C2A-810D-9393A7BB3414}"/>
              </a:ext>
            </a:extLst>
          </p:cNvPr>
          <p:cNvSpPr/>
          <p:nvPr/>
        </p:nvSpPr>
        <p:spPr>
          <a:xfrm rot="10800000">
            <a:off x="10747600" y="3164016"/>
            <a:ext cx="658163" cy="395012"/>
          </a:xfrm>
          <a:prstGeom prst="triangle">
            <a:avLst/>
          </a:prstGeom>
          <a:solidFill>
            <a:srgbClr val="A7CA0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sp>
        <p:nvSpPr>
          <p:cNvPr id="42" name="Oval 41">
            <a:extLst>
              <a:ext uri="{FF2B5EF4-FFF2-40B4-BE49-F238E27FC236}">
                <a16:creationId xmlns:a16="http://schemas.microsoft.com/office/drawing/2014/main" id="{9F856E66-E6BB-4957-9F2A-1FA6BA6D0050}"/>
              </a:ext>
            </a:extLst>
          </p:cNvPr>
          <p:cNvSpPr/>
          <p:nvPr/>
        </p:nvSpPr>
        <p:spPr>
          <a:xfrm>
            <a:off x="10618466" y="2416154"/>
            <a:ext cx="916430" cy="900350"/>
          </a:xfrm>
          <a:prstGeom prst="ellipse">
            <a:avLst/>
          </a:prstGeom>
          <a:solidFill>
            <a:srgbClr val="A7CA0B"/>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Big Bets</a:t>
            </a:r>
          </a:p>
        </p:txBody>
      </p:sp>
      <p:sp>
        <p:nvSpPr>
          <p:cNvPr id="43" name="Oval 42">
            <a:extLst>
              <a:ext uri="{FF2B5EF4-FFF2-40B4-BE49-F238E27FC236}">
                <a16:creationId xmlns:a16="http://schemas.microsoft.com/office/drawing/2014/main" id="{67A18128-61C2-421C-9D1A-9EABC2A16E0E}"/>
              </a:ext>
            </a:extLst>
          </p:cNvPr>
          <p:cNvSpPr/>
          <p:nvPr/>
        </p:nvSpPr>
        <p:spPr>
          <a:xfrm>
            <a:off x="10664288" y="2461172"/>
            <a:ext cx="824787" cy="810315"/>
          </a:xfrm>
          <a:prstGeom prst="ellipse">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pic>
        <p:nvPicPr>
          <p:cNvPr id="52" name="Picture 51" descr="A close up of a logo&#10;&#10;Description automatically generated">
            <a:extLst>
              <a:ext uri="{FF2B5EF4-FFF2-40B4-BE49-F238E27FC236}">
                <a16:creationId xmlns:a16="http://schemas.microsoft.com/office/drawing/2014/main" id="{463FA4AE-EE15-4720-BEB0-FAB895441719}"/>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8916" t="13821" r="8916" b="28293"/>
          <a:stretch/>
        </p:blipFill>
        <p:spPr>
          <a:xfrm>
            <a:off x="995534" y="2675923"/>
            <a:ext cx="540553" cy="380812"/>
          </a:xfrm>
          <a:prstGeom prst="rect">
            <a:avLst/>
          </a:prstGeom>
        </p:spPr>
      </p:pic>
      <p:sp>
        <p:nvSpPr>
          <p:cNvPr id="32" name="Isosceles Triangle 31">
            <a:extLst>
              <a:ext uri="{FF2B5EF4-FFF2-40B4-BE49-F238E27FC236}">
                <a16:creationId xmlns:a16="http://schemas.microsoft.com/office/drawing/2014/main" id="{096E5565-028A-452D-889E-BDE0A5A0EF30}"/>
              </a:ext>
            </a:extLst>
          </p:cNvPr>
          <p:cNvSpPr/>
          <p:nvPr/>
        </p:nvSpPr>
        <p:spPr>
          <a:xfrm rot="10800000">
            <a:off x="4861497" y="3164016"/>
            <a:ext cx="658163" cy="395014"/>
          </a:xfrm>
          <a:prstGeom prst="triangle">
            <a:avLst/>
          </a:prstGeom>
          <a:solidFill>
            <a:srgbClr val="22BEF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sp>
        <p:nvSpPr>
          <p:cNvPr id="33" name="Oval 32">
            <a:extLst>
              <a:ext uri="{FF2B5EF4-FFF2-40B4-BE49-F238E27FC236}">
                <a16:creationId xmlns:a16="http://schemas.microsoft.com/office/drawing/2014/main" id="{4088C775-5437-447A-A31D-B5CEB30E85E7}"/>
              </a:ext>
            </a:extLst>
          </p:cNvPr>
          <p:cNvSpPr/>
          <p:nvPr/>
        </p:nvSpPr>
        <p:spPr>
          <a:xfrm>
            <a:off x="4732363" y="2416152"/>
            <a:ext cx="916430" cy="900353"/>
          </a:xfrm>
          <a:prstGeom prst="ellipse">
            <a:avLst/>
          </a:prstGeom>
          <a:solidFill>
            <a:srgbClr val="22BEF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Verdana"/>
                <a:ea typeface="+mn-ea"/>
                <a:cs typeface="+mn-cs"/>
              </a:rPr>
              <a:t>Big Bets</a:t>
            </a:r>
          </a:p>
        </p:txBody>
      </p:sp>
      <p:sp>
        <p:nvSpPr>
          <p:cNvPr id="34" name="Oval 33">
            <a:extLst>
              <a:ext uri="{FF2B5EF4-FFF2-40B4-BE49-F238E27FC236}">
                <a16:creationId xmlns:a16="http://schemas.microsoft.com/office/drawing/2014/main" id="{8BD7F7A4-3222-49EE-B2E7-01817B037879}"/>
              </a:ext>
            </a:extLst>
          </p:cNvPr>
          <p:cNvSpPr/>
          <p:nvPr/>
        </p:nvSpPr>
        <p:spPr>
          <a:xfrm>
            <a:off x="4778185" y="2461170"/>
            <a:ext cx="824787" cy="810318"/>
          </a:xfrm>
          <a:prstGeom prst="ellipse">
            <a:avLst/>
          </a:prstGeom>
          <a:solidFill>
            <a:schemeClr val="bg1"/>
          </a:solidFill>
          <a:ln>
            <a:noFill/>
          </a:ln>
          <a:effectLst>
            <a:outerShdw blurRad="50800" dist="38100" dir="5400000" algn="t"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dirty="0">
              <a:ln>
                <a:noFill/>
              </a:ln>
              <a:solidFill>
                <a:srgbClr val="FFFFFF"/>
              </a:solidFill>
              <a:effectLst/>
              <a:uLnTx/>
              <a:uFillTx/>
              <a:latin typeface="Verdana"/>
              <a:ea typeface="+mn-ea"/>
              <a:cs typeface="+mn-cs"/>
            </a:endParaRPr>
          </a:p>
        </p:txBody>
      </p:sp>
      <p:sp>
        <p:nvSpPr>
          <p:cNvPr id="53" name="Freeform 14">
            <a:extLst>
              <a:ext uri="{FF2B5EF4-FFF2-40B4-BE49-F238E27FC236}">
                <a16:creationId xmlns:a16="http://schemas.microsoft.com/office/drawing/2014/main" id="{866FA7EE-EA01-43DB-8156-15116C740409}"/>
              </a:ext>
            </a:extLst>
          </p:cNvPr>
          <p:cNvSpPr>
            <a:spLocks noEditPoints="1"/>
          </p:cNvSpPr>
          <p:nvPr/>
        </p:nvSpPr>
        <p:spPr bwMode="auto">
          <a:xfrm>
            <a:off x="6940009" y="2668993"/>
            <a:ext cx="424502" cy="394672"/>
          </a:xfrm>
          <a:custGeom>
            <a:avLst/>
            <a:gdLst>
              <a:gd name="T0" fmla="*/ 190 w 381"/>
              <a:gd name="T1" fmla="*/ 0 h 354"/>
              <a:gd name="T2" fmla="*/ 109 w 381"/>
              <a:gd name="T3" fmla="*/ 81 h 354"/>
              <a:gd name="T4" fmla="*/ 163 w 381"/>
              <a:gd name="T5" fmla="*/ 81 h 354"/>
              <a:gd name="T6" fmla="*/ 272 w 381"/>
              <a:gd name="T7" fmla="*/ 81 h 354"/>
              <a:gd name="T8" fmla="*/ 190 w 381"/>
              <a:gd name="T9" fmla="*/ 0 h 354"/>
              <a:gd name="T10" fmla="*/ 266 w 381"/>
              <a:gd name="T11" fmla="*/ 109 h 354"/>
              <a:gd name="T12" fmla="*/ 302 w 381"/>
              <a:gd name="T13" fmla="*/ 145 h 354"/>
              <a:gd name="T14" fmla="*/ 266 w 381"/>
              <a:gd name="T15" fmla="*/ 182 h 354"/>
              <a:gd name="T16" fmla="*/ 229 w 381"/>
              <a:gd name="T17" fmla="*/ 228 h 354"/>
              <a:gd name="T18" fmla="*/ 209 w 381"/>
              <a:gd name="T19" fmla="*/ 257 h 354"/>
              <a:gd name="T20" fmla="*/ 218 w 381"/>
              <a:gd name="T21" fmla="*/ 81 h 354"/>
              <a:gd name="T22" fmla="*/ 163 w 381"/>
              <a:gd name="T23" fmla="*/ 81 h 354"/>
              <a:gd name="T24" fmla="*/ 172 w 381"/>
              <a:gd name="T25" fmla="*/ 257 h 354"/>
              <a:gd name="T26" fmla="*/ 152 w 381"/>
              <a:gd name="T27" fmla="*/ 228 h 354"/>
              <a:gd name="T28" fmla="*/ 115 w 381"/>
              <a:gd name="T29" fmla="*/ 182 h 354"/>
              <a:gd name="T30" fmla="*/ 79 w 381"/>
              <a:gd name="T31" fmla="*/ 145 h 354"/>
              <a:gd name="T32" fmla="*/ 115 w 381"/>
              <a:gd name="T33" fmla="*/ 109 h 354"/>
              <a:gd name="T34" fmla="*/ 0 w 381"/>
              <a:gd name="T35" fmla="*/ 109 h 354"/>
              <a:gd name="T36" fmla="*/ 0 w 381"/>
              <a:gd name="T37" fmla="*/ 225 h 354"/>
              <a:gd name="T38" fmla="*/ 36 w 381"/>
              <a:gd name="T39" fmla="*/ 188 h 354"/>
              <a:gd name="T40" fmla="*/ 79 w 381"/>
              <a:gd name="T41" fmla="*/ 220 h 354"/>
              <a:gd name="T42" fmla="*/ 121 w 381"/>
              <a:gd name="T43" fmla="*/ 256 h 354"/>
              <a:gd name="T44" fmla="*/ 158 w 381"/>
              <a:gd name="T45" fmla="*/ 296 h 354"/>
              <a:gd name="T46" fmla="*/ 175 w 381"/>
              <a:gd name="T47" fmla="*/ 326 h 354"/>
              <a:gd name="T48" fmla="*/ 177 w 381"/>
              <a:gd name="T49" fmla="*/ 354 h 354"/>
              <a:gd name="T50" fmla="*/ 204 w 381"/>
              <a:gd name="T51" fmla="*/ 354 h 354"/>
              <a:gd name="T52" fmla="*/ 205 w 381"/>
              <a:gd name="T53" fmla="*/ 326 h 354"/>
              <a:gd name="T54" fmla="*/ 223 w 381"/>
              <a:gd name="T55" fmla="*/ 296 h 354"/>
              <a:gd name="T56" fmla="*/ 260 w 381"/>
              <a:gd name="T57" fmla="*/ 256 h 354"/>
              <a:gd name="T58" fmla="*/ 302 w 381"/>
              <a:gd name="T59" fmla="*/ 220 h 354"/>
              <a:gd name="T60" fmla="*/ 345 w 381"/>
              <a:gd name="T61" fmla="*/ 188 h 354"/>
              <a:gd name="T62" fmla="*/ 381 w 381"/>
              <a:gd name="T63" fmla="*/ 225 h 354"/>
              <a:gd name="T64" fmla="*/ 381 w 381"/>
              <a:gd name="T65" fmla="*/ 109 h 354"/>
              <a:gd name="T66" fmla="*/ 266 w 381"/>
              <a:gd name="T67" fmla="*/ 109 h 35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Lst>
            <a:rect l="0" t="0" r="r" b="b"/>
            <a:pathLst>
              <a:path w="381" h="354">
                <a:moveTo>
                  <a:pt x="190" y="0"/>
                </a:moveTo>
                <a:cubicBezTo>
                  <a:pt x="109" y="81"/>
                  <a:pt x="109" y="81"/>
                  <a:pt x="109" y="81"/>
                </a:cubicBezTo>
                <a:cubicBezTo>
                  <a:pt x="163" y="81"/>
                  <a:pt x="163" y="81"/>
                  <a:pt x="163" y="81"/>
                </a:cubicBezTo>
                <a:cubicBezTo>
                  <a:pt x="272" y="81"/>
                  <a:pt x="272" y="81"/>
                  <a:pt x="272" y="81"/>
                </a:cubicBezTo>
                <a:lnTo>
                  <a:pt x="190" y="0"/>
                </a:lnTo>
                <a:close/>
                <a:moveTo>
                  <a:pt x="266" y="109"/>
                </a:moveTo>
                <a:cubicBezTo>
                  <a:pt x="302" y="145"/>
                  <a:pt x="302" y="145"/>
                  <a:pt x="302" y="145"/>
                </a:cubicBezTo>
                <a:cubicBezTo>
                  <a:pt x="289" y="157"/>
                  <a:pt x="278" y="169"/>
                  <a:pt x="266" y="182"/>
                </a:cubicBezTo>
                <a:cubicBezTo>
                  <a:pt x="253" y="197"/>
                  <a:pt x="240" y="212"/>
                  <a:pt x="229" y="228"/>
                </a:cubicBezTo>
                <a:cubicBezTo>
                  <a:pt x="222" y="237"/>
                  <a:pt x="215" y="247"/>
                  <a:pt x="209" y="257"/>
                </a:cubicBezTo>
                <a:cubicBezTo>
                  <a:pt x="218" y="81"/>
                  <a:pt x="218" y="81"/>
                  <a:pt x="218" y="81"/>
                </a:cubicBezTo>
                <a:cubicBezTo>
                  <a:pt x="163" y="81"/>
                  <a:pt x="163" y="81"/>
                  <a:pt x="163" y="81"/>
                </a:cubicBezTo>
                <a:cubicBezTo>
                  <a:pt x="172" y="257"/>
                  <a:pt x="172" y="257"/>
                  <a:pt x="172" y="257"/>
                </a:cubicBezTo>
                <a:cubicBezTo>
                  <a:pt x="166" y="247"/>
                  <a:pt x="159" y="237"/>
                  <a:pt x="152" y="228"/>
                </a:cubicBezTo>
                <a:cubicBezTo>
                  <a:pt x="140" y="212"/>
                  <a:pt x="128" y="197"/>
                  <a:pt x="115" y="182"/>
                </a:cubicBezTo>
                <a:cubicBezTo>
                  <a:pt x="103" y="169"/>
                  <a:pt x="92" y="157"/>
                  <a:pt x="79" y="145"/>
                </a:cubicBezTo>
                <a:cubicBezTo>
                  <a:pt x="115" y="109"/>
                  <a:pt x="115" y="109"/>
                  <a:pt x="115" y="109"/>
                </a:cubicBezTo>
                <a:cubicBezTo>
                  <a:pt x="0" y="109"/>
                  <a:pt x="0" y="109"/>
                  <a:pt x="0" y="109"/>
                </a:cubicBezTo>
                <a:cubicBezTo>
                  <a:pt x="0" y="225"/>
                  <a:pt x="0" y="225"/>
                  <a:pt x="0" y="225"/>
                </a:cubicBezTo>
                <a:cubicBezTo>
                  <a:pt x="36" y="188"/>
                  <a:pt x="36" y="188"/>
                  <a:pt x="36" y="188"/>
                </a:cubicBezTo>
                <a:cubicBezTo>
                  <a:pt x="50" y="198"/>
                  <a:pt x="65" y="209"/>
                  <a:pt x="79" y="220"/>
                </a:cubicBezTo>
                <a:cubicBezTo>
                  <a:pt x="94" y="231"/>
                  <a:pt x="108" y="243"/>
                  <a:pt x="121" y="256"/>
                </a:cubicBezTo>
                <a:cubicBezTo>
                  <a:pt x="134" y="268"/>
                  <a:pt x="147" y="282"/>
                  <a:pt x="158" y="296"/>
                </a:cubicBezTo>
                <a:cubicBezTo>
                  <a:pt x="165" y="305"/>
                  <a:pt x="171" y="316"/>
                  <a:pt x="175" y="326"/>
                </a:cubicBezTo>
                <a:cubicBezTo>
                  <a:pt x="177" y="354"/>
                  <a:pt x="177" y="354"/>
                  <a:pt x="177" y="354"/>
                </a:cubicBezTo>
                <a:cubicBezTo>
                  <a:pt x="204" y="354"/>
                  <a:pt x="204" y="354"/>
                  <a:pt x="204" y="354"/>
                </a:cubicBezTo>
                <a:cubicBezTo>
                  <a:pt x="205" y="326"/>
                  <a:pt x="205" y="326"/>
                  <a:pt x="205" y="326"/>
                </a:cubicBezTo>
                <a:cubicBezTo>
                  <a:pt x="210" y="316"/>
                  <a:pt x="216" y="305"/>
                  <a:pt x="223" y="296"/>
                </a:cubicBezTo>
                <a:cubicBezTo>
                  <a:pt x="234" y="282"/>
                  <a:pt x="247" y="268"/>
                  <a:pt x="260" y="256"/>
                </a:cubicBezTo>
                <a:cubicBezTo>
                  <a:pt x="273" y="243"/>
                  <a:pt x="287" y="231"/>
                  <a:pt x="302" y="220"/>
                </a:cubicBezTo>
                <a:cubicBezTo>
                  <a:pt x="316" y="209"/>
                  <a:pt x="330" y="198"/>
                  <a:pt x="345" y="188"/>
                </a:cubicBezTo>
                <a:cubicBezTo>
                  <a:pt x="381" y="225"/>
                  <a:pt x="381" y="225"/>
                  <a:pt x="381" y="225"/>
                </a:cubicBezTo>
                <a:cubicBezTo>
                  <a:pt x="381" y="109"/>
                  <a:pt x="381" y="109"/>
                  <a:pt x="381" y="109"/>
                </a:cubicBezTo>
                <a:lnTo>
                  <a:pt x="266" y="109"/>
                </a:lnTo>
                <a:close/>
              </a:path>
            </a:pathLst>
          </a:custGeom>
          <a:solidFill>
            <a:schemeClr val="tx1"/>
          </a:solidFill>
          <a:ln>
            <a:solidFill>
              <a:schemeClr val="bg1"/>
            </a:solid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600" b="0" i="0" u="none" strike="noStrike" kern="1200" cap="none" spc="0" normalizeH="0" baseline="0" noProof="0" dirty="0">
              <a:ln>
                <a:noFill/>
              </a:ln>
              <a:solidFill>
                <a:srgbClr val="FFFFFF"/>
              </a:solidFill>
              <a:effectLst/>
              <a:uLnTx/>
              <a:uFillTx/>
              <a:latin typeface="Verdana"/>
              <a:ea typeface="+mn-ea"/>
              <a:cs typeface="+mn-cs"/>
            </a:endParaRPr>
          </a:p>
        </p:txBody>
      </p:sp>
      <p:sp>
        <p:nvSpPr>
          <p:cNvPr id="54" name="Rectangle 53">
            <a:extLst>
              <a:ext uri="{FF2B5EF4-FFF2-40B4-BE49-F238E27FC236}">
                <a16:creationId xmlns:a16="http://schemas.microsoft.com/office/drawing/2014/main" id="{725087AD-D695-4310-8246-ACB33C76C80C}"/>
              </a:ext>
            </a:extLst>
          </p:cNvPr>
          <p:cNvSpPr/>
          <p:nvPr/>
        </p:nvSpPr>
        <p:spPr>
          <a:xfrm>
            <a:off x="336431" y="4419600"/>
            <a:ext cx="1858758" cy="1378454"/>
          </a:xfrm>
          <a:prstGeom prst="rect">
            <a:avLst/>
          </a:prstGeom>
        </p:spPr>
        <p:txBody>
          <a:bodyPr wrap="square">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Verdana"/>
                <a:ea typeface="+mn-ea"/>
                <a:cs typeface="+mn-cs"/>
              </a:rPr>
              <a:t>Creating on-demand streaming trends are vastly growing as VOD, SVOD, TVOD, and AVOD streaming TV usage nearly doubles in less than two years.</a:t>
            </a:r>
          </a:p>
        </p:txBody>
      </p:sp>
      <p:sp>
        <p:nvSpPr>
          <p:cNvPr id="55" name="Rectangle 54">
            <a:extLst>
              <a:ext uri="{FF2B5EF4-FFF2-40B4-BE49-F238E27FC236}">
                <a16:creationId xmlns:a16="http://schemas.microsoft.com/office/drawing/2014/main" id="{C50EBB17-780B-44E8-9B21-2C2BE044C710}"/>
              </a:ext>
            </a:extLst>
          </p:cNvPr>
          <p:cNvSpPr/>
          <p:nvPr/>
        </p:nvSpPr>
        <p:spPr>
          <a:xfrm>
            <a:off x="2299863" y="4419600"/>
            <a:ext cx="1858758" cy="1750864"/>
          </a:xfrm>
          <a:prstGeom prst="rect">
            <a:avLst/>
          </a:prstGeom>
        </p:spPr>
        <p:txBody>
          <a:bodyPr wrap="square">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Verdana"/>
                <a:ea typeface="+mn-ea"/>
                <a:cs typeface="+mn-cs"/>
              </a:rPr>
              <a:t>Creative media and tech companies have changed the industry landscape, including with major M&amp;As from Disney (Fox), Viacom (CBS), ATT (Time Warner) over the past two years</a:t>
            </a:r>
          </a:p>
        </p:txBody>
      </p:sp>
      <p:sp>
        <p:nvSpPr>
          <p:cNvPr id="56" name="Rectangle 55">
            <a:extLst>
              <a:ext uri="{FF2B5EF4-FFF2-40B4-BE49-F238E27FC236}">
                <a16:creationId xmlns:a16="http://schemas.microsoft.com/office/drawing/2014/main" id="{962CE97C-2C92-4A48-B9B8-0E81BFB44774}"/>
              </a:ext>
            </a:extLst>
          </p:cNvPr>
          <p:cNvSpPr/>
          <p:nvPr/>
        </p:nvSpPr>
        <p:spPr>
          <a:xfrm>
            <a:off x="4261198" y="4419600"/>
            <a:ext cx="1858758" cy="1378454"/>
          </a:xfrm>
          <a:prstGeom prst="rect">
            <a:avLst/>
          </a:prstGeom>
        </p:spPr>
        <p:txBody>
          <a:bodyPr wrap="square">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Verdana"/>
                <a:ea typeface="+mn-ea"/>
                <a:cs typeface="+mn-cs"/>
              </a:rPr>
              <a:t>Understanding consumer interests is the key to generating content relevant to them, enabling personalized advertising</a:t>
            </a:r>
          </a:p>
        </p:txBody>
      </p:sp>
      <p:sp>
        <p:nvSpPr>
          <p:cNvPr id="57" name="Rectangle 56">
            <a:extLst>
              <a:ext uri="{FF2B5EF4-FFF2-40B4-BE49-F238E27FC236}">
                <a16:creationId xmlns:a16="http://schemas.microsoft.com/office/drawing/2014/main" id="{850D50D2-B025-4F99-9460-1F86D2195A7E}"/>
              </a:ext>
            </a:extLst>
          </p:cNvPr>
          <p:cNvSpPr/>
          <p:nvPr/>
        </p:nvSpPr>
        <p:spPr>
          <a:xfrm>
            <a:off x="6205418" y="4419600"/>
            <a:ext cx="1897182" cy="819840"/>
          </a:xfrm>
          <a:prstGeom prst="rect">
            <a:avLst/>
          </a:prstGeom>
        </p:spPr>
        <p:txBody>
          <a:bodyPr wrap="square">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Verdana"/>
                <a:ea typeface="+mn-ea"/>
                <a:cs typeface="+mn-cs"/>
              </a:rPr>
              <a:t>Reinvent customer engagement to drive relevance in a convergent world</a:t>
            </a:r>
          </a:p>
        </p:txBody>
      </p:sp>
      <p:sp>
        <p:nvSpPr>
          <p:cNvPr id="58" name="Rectangle 57">
            <a:extLst>
              <a:ext uri="{FF2B5EF4-FFF2-40B4-BE49-F238E27FC236}">
                <a16:creationId xmlns:a16="http://schemas.microsoft.com/office/drawing/2014/main" id="{0048FC86-25CA-4F4B-956C-663BC75028A0}"/>
              </a:ext>
            </a:extLst>
          </p:cNvPr>
          <p:cNvSpPr/>
          <p:nvPr/>
        </p:nvSpPr>
        <p:spPr>
          <a:xfrm>
            <a:off x="8185966" y="4419600"/>
            <a:ext cx="1858758" cy="1006045"/>
          </a:xfrm>
          <a:prstGeom prst="rect">
            <a:avLst/>
          </a:prstGeom>
        </p:spPr>
        <p:txBody>
          <a:bodyPr wrap="square">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Verdana"/>
                <a:ea typeface="+mn-ea"/>
                <a:cs typeface="+mn-cs"/>
              </a:rPr>
              <a:t>Developing new opportunities to launch and support the impending 5G disruption</a:t>
            </a:r>
          </a:p>
        </p:txBody>
      </p:sp>
      <p:sp>
        <p:nvSpPr>
          <p:cNvPr id="59" name="Rectangle 58">
            <a:extLst>
              <a:ext uri="{FF2B5EF4-FFF2-40B4-BE49-F238E27FC236}">
                <a16:creationId xmlns:a16="http://schemas.microsoft.com/office/drawing/2014/main" id="{3017B897-1FFA-4E6A-A88F-A3295C1E16AF}"/>
              </a:ext>
            </a:extLst>
          </p:cNvPr>
          <p:cNvSpPr/>
          <p:nvPr/>
        </p:nvSpPr>
        <p:spPr>
          <a:xfrm>
            <a:off x="10147301" y="4419600"/>
            <a:ext cx="1858758" cy="1006045"/>
          </a:xfrm>
          <a:prstGeom prst="rect">
            <a:avLst/>
          </a:prstGeom>
        </p:spPr>
        <p:txBody>
          <a:bodyPr wrap="square">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100" b="0" i="0" u="none" strike="noStrike" kern="1200" cap="none" spc="0" normalizeH="0" baseline="0" noProof="0" dirty="0">
                <a:ln>
                  <a:noFill/>
                </a:ln>
                <a:solidFill>
                  <a:srgbClr val="FFFFFF"/>
                </a:solidFill>
                <a:effectLst/>
                <a:uLnTx/>
                <a:uFillTx/>
                <a:latin typeface="Verdana"/>
                <a:ea typeface="+mn-ea"/>
                <a:cs typeface="+mn-cs"/>
              </a:rPr>
              <a:t>The future of the security business in the evolving, connected, digital and physical ecosystem</a:t>
            </a:r>
          </a:p>
        </p:txBody>
      </p:sp>
      <p:pic>
        <p:nvPicPr>
          <p:cNvPr id="48" name="Picture 47" descr="A close up of a logo&#10;&#10;Description automatically generated">
            <a:extLst>
              <a:ext uri="{FF2B5EF4-FFF2-40B4-BE49-F238E27FC236}">
                <a16:creationId xmlns:a16="http://schemas.microsoft.com/office/drawing/2014/main" id="{A51BE233-61B7-4E87-B4A9-A1EB1B923D2C}"/>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0569" t="19512" r="10569" b="33658"/>
          <a:stretch/>
        </p:blipFill>
        <p:spPr>
          <a:xfrm>
            <a:off x="2933625" y="2691827"/>
            <a:ext cx="587736" cy="349005"/>
          </a:xfrm>
          <a:prstGeom prst="rect">
            <a:avLst/>
          </a:prstGeom>
        </p:spPr>
      </p:pic>
      <p:pic>
        <p:nvPicPr>
          <p:cNvPr id="49" name="Graphic 48">
            <a:extLst>
              <a:ext uri="{FF2B5EF4-FFF2-40B4-BE49-F238E27FC236}">
                <a16:creationId xmlns:a16="http://schemas.microsoft.com/office/drawing/2014/main" id="{501F3825-458F-4A06-A5EE-E7E1F8A427FE}"/>
              </a:ext>
            </a:extLst>
          </p:cNvPr>
          <p:cNvPicPr>
            <a:picLocks noChangeAspect="1"/>
          </p:cNvPicPr>
          <p:nvPr/>
        </p:nvPicPr>
        <p:blipFill rotWithShape="1">
          <a:blip r:embed="rId6" cstate="print">
            <a:extLst>
              <a:ext uri="{28A0092B-C50C-407E-A947-70E740481C1C}">
                <a14:useLocalDpi xmlns:a14="http://schemas.microsoft.com/office/drawing/2010/main" val="0"/>
              </a:ext>
              <a:ext uri="{96DAC541-7B7A-43D3-8B79-37D633B846F1}">
                <asvg:svgBlip xmlns:asvg="http://schemas.microsoft.com/office/drawing/2016/SVG/main" r:embed="rId7"/>
              </a:ext>
            </a:extLst>
          </a:blip>
          <a:srcRect l="4222" t="10177" r="4222" b="29461"/>
          <a:stretch/>
        </p:blipFill>
        <p:spPr>
          <a:xfrm>
            <a:off x="4947437" y="2665955"/>
            <a:ext cx="486282" cy="400748"/>
          </a:xfrm>
          <a:prstGeom prst="rect">
            <a:avLst/>
          </a:prstGeom>
        </p:spPr>
      </p:pic>
      <p:pic>
        <p:nvPicPr>
          <p:cNvPr id="50" name="Picture 49" descr="A close up of a logo&#10;&#10;Description automatically generated">
            <a:extLst>
              <a:ext uri="{FF2B5EF4-FFF2-40B4-BE49-F238E27FC236}">
                <a16:creationId xmlns:a16="http://schemas.microsoft.com/office/drawing/2014/main" id="{BE3BA75D-C30B-4E6C-B376-4C81DFA181D4}"/>
              </a:ext>
            </a:extLst>
          </p:cNvPr>
          <p:cNvPicPr>
            <a:picLocks noChangeAspect="1"/>
          </p:cNvPicPr>
          <p:nvPr/>
        </p:nvPicPr>
        <p:blipFill rotWithShape="1">
          <a:blip r:embed="rId8" cstate="print">
            <a:extLst>
              <a:ext uri="{28A0092B-C50C-407E-A947-70E740481C1C}">
                <a14:useLocalDpi xmlns:a14="http://schemas.microsoft.com/office/drawing/2010/main" val="0"/>
              </a:ext>
            </a:extLst>
          </a:blip>
          <a:srcRect l="24445" t="18537" r="21204" b="32846"/>
          <a:stretch/>
        </p:blipFill>
        <p:spPr>
          <a:xfrm>
            <a:off x="8878594" y="2654555"/>
            <a:ext cx="473502" cy="423548"/>
          </a:xfrm>
          <a:prstGeom prst="rect">
            <a:avLst/>
          </a:prstGeom>
        </p:spPr>
      </p:pic>
      <p:pic>
        <p:nvPicPr>
          <p:cNvPr id="60" name="Picture 59">
            <a:extLst>
              <a:ext uri="{FF2B5EF4-FFF2-40B4-BE49-F238E27FC236}">
                <a16:creationId xmlns:a16="http://schemas.microsoft.com/office/drawing/2014/main" id="{7AE704E6-C9FB-4237-8E98-6B83C4B38959}"/>
              </a:ext>
            </a:extLst>
          </p:cNvPr>
          <p:cNvPicPr>
            <a:picLocks noChangeAspect="1"/>
          </p:cNvPicPr>
          <p:nvPr/>
        </p:nvPicPr>
        <p:blipFill rotWithShape="1">
          <a:blip r:embed="rId9">
            <a:extLst>
              <a:ext uri="{28A0092B-C50C-407E-A947-70E740481C1C}">
                <a14:useLocalDpi xmlns:a14="http://schemas.microsoft.com/office/drawing/2010/main" val="0"/>
              </a:ext>
            </a:extLst>
          </a:blip>
          <a:srcRect/>
          <a:stretch/>
        </p:blipFill>
        <p:spPr>
          <a:xfrm>
            <a:off x="10913936" y="2661774"/>
            <a:ext cx="325490" cy="409110"/>
          </a:xfrm>
          <a:prstGeom prst="rect">
            <a:avLst/>
          </a:prstGeom>
        </p:spPr>
      </p:pic>
      <p:sp>
        <p:nvSpPr>
          <p:cNvPr id="61" name="Rectangle 60">
            <a:extLst>
              <a:ext uri="{FF2B5EF4-FFF2-40B4-BE49-F238E27FC236}">
                <a16:creationId xmlns:a16="http://schemas.microsoft.com/office/drawing/2014/main" id="{945D72DD-8265-476C-A1AF-29E322C5B53D}"/>
              </a:ext>
            </a:extLst>
          </p:cNvPr>
          <p:cNvSpPr/>
          <p:nvPr/>
        </p:nvSpPr>
        <p:spPr>
          <a:xfrm>
            <a:off x="58290" y="-2133600"/>
            <a:ext cx="6096000" cy="369332"/>
          </a:xfrm>
          <a:prstGeom prst="rect">
            <a:avLst/>
          </a:prstGeom>
          <a:solidFill>
            <a:srgbClr val="FFFF00"/>
          </a:solidFill>
        </p:spPr>
        <p:txBody>
          <a:bodyPr>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Calibri" panose="020F0502020204030204" pitchFamily="34" charset="0"/>
              </a:rPr>
              <a:t>I wouldn’t use the word “ prepare to be left behind”</a:t>
            </a:r>
            <a:endParaRPr kumimoji="0" lang="en-US" sz="1800" b="0" i="0" u="none" strike="noStrike" kern="1200" cap="none" spc="0" normalizeH="0" baseline="0" noProof="0" dirty="0">
              <a:ln>
                <a:noFill/>
              </a:ln>
              <a:solidFill>
                <a:prstClr val="black"/>
              </a:solidFill>
              <a:effectLst/>
              <a:uLnTx/>
              <a:uFillTx/>
              <a:latin typeface="Calibri" panose="020F0502020204030204" pitchFamily="34" charset="0"/>
              <a:ea typeface="Times New Roman" panose="02020603050405020304" pitchFamily="18" charset="0"/>
              <a:cs typeface="Times New Roman" panose="02020603050405020304" pitchFamily="18" charset="0"/>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 name="Rectangle 59">
            <a:extLst>
              <a:ext uri="{FF2B5EF4-FFF2-40B4-BE49-F238E27FC236}">
                <a16:creationId xmlns:a16="http://schemas.microsoft.com/office/drawing/2014/main" id="{E1658AAD-7846-43C7-880C-AF09BBDE040C}"/>
              </a:ext>
            </a:extLst>
          </p:cNvPr>
          <p:cNvSpPr/>
          <p:nvPr/>
        </p:nvSpPr>
        <p:spPr>
          <a:xfrm>
            <a:off x="-3771" y="2932164"/>
            <a:ext cx="2440093" cy="3474720"/>
          </a:xfrm>
          <a:prstGeom prst="rect">
            <a:avLst/>
          </a:prstGeom>
          <a:solidFill>
            <a:schemeClr val="accent5">
              <a:alpha val="20000"/>
            </a:schemeClr>
          </a:solidFill>
          <a:ln w="25400" cap="flat" cmpd="sng" algn="ctr">
            <a:noFill/>
            <a:prstDash val="solid"/>
          </a:ln>
          <a:effectLst/>
        </p:spPr>
        <p:txBody>
          <a:bodyPr anchor="ctr"/>
          <a:lstStyle/>
          <a:p>
            <a:pPr marL="0" marR="0" lvl="0" indent="0" algn="ctr" defTabSz="957756" rtl="0" eaLnBrk="1" fontAlgn="auto" latinLnBrk="0" hangingPunct="1">
              <a:lnSpc>
                <a:spcPct val="100000"/>
              </a:lnSpc>
              <a:spcBef>
                <a:spcPts val="0"/>
              </a:spcBef>
              <a:spcAft>
                <a:spcPts val="0"/>
              </a:spcAft>
              <a:buClrTx/>
              <a:buSzTx/>
              <a:buFontTx/>
              <a:buNone/>
              <a:tabLst/>
              <a:defRPr/>
            </a:pPr>
            <a:endParaRPr kumimoji="0" lang="ja-JP" altLang="en-US" sz="2400" b="0" i="0" u="none" strike="noStrike" kern="0" cap="none" spc="0" normalizeH="0" baseline="0" noProof="0">
              <a:ln>
                <a:noFill/>
              </a:ln>
              <a:solidFill>
                <a:srgbClr val="FFFFFF"/>
              </a:solidFill>
              <a:effectLst/>
              <a:uLnTx/>
              <a:uFillTx/>
              <a:latin typeface="Ubuntu"/>
              <a:ea typeface="ＭＳ Ｐゴシック" charset="0"/>
              <a:cs typeface="+mn-cs"/>
            </a:endParaRPr>
          </a:p>
        </p:txBody>
      </p:sp>
      <p:sp>
        <p:nvSpPr>
          <p:cNvPr id="69" name="Rectangle 68">
            <a:extLst>
              <a:ext uri="{FF2B5EF4-FFF2-40B4-BE49-F238E27FC236}">
                <a16:creationId xmlns:a16="http://schemas.microsoft.com/office/drawing/2014/main" id="{292FB88B-183D-44DA-81DE-0B6583A180A4}"/>
              </a:ext>
            </a:extLst>
          </p:cNvPr>
          <p:cNvSpPr/>
          <p:nvPr/>
        </p:nvSpPr>
        <p:spPr>
          <a:xfrm>
            <a:off x="0" y="1166577"/>
            <a:ext cx="2440093" cy="1855434"/>
          </a:xfrm>
          <a:prstGeom prst="rect">
            <a:avLst/>
          </a:prstGeom>
          <a:solidFill>
            <a:schemeClr val="accent5"/>
          </a:solidFill>
          <a:ln w="25400" cap="flat" cmpd="sng" algn="ctr">
            <a:noFill/>
            <a:prstDash val="solid"/>
          </a:ln>
          <a:effectLst>
            <a:outerShdw blurRad="50800" dist="38100" dir="5400000" algn="t" rotWithShape="0">
              <a:prstClr val="black">
                <a:alpha val="20000"/>
              </a:prstClr>
            </a:outerShdw>
          </a:effectLst>
        </p:spPr>
        <p:txBody>
          <a:bodyPr anchor="ctr"/>
          <a:lstStyle/>
          <a:p>
            <a:pPr marL="0" marR="0" lvl="0" indent="0" algn="ctr" defTabSz="957756" rtl="0" eaLnBrk="1" fontAlgn="auto" latinLnBrk="0" hangingPunct="1">
              <a:lnSpc>
                <a:spcPct val="100000"/>
              </a:lnSpc>
              <a:spcBef>
                <a:spcPts val="0"/>
              </a:spcBef>
              <a:spcAft>
                <a:spcPts val="0"/>
              </a:spcAft>
              <a:buClrTx/>
              <a:buSzTx/>
              <a:buFontTx/>
              <a:buNone/>
              <a:tabLst/>
              <a:defRPr/>
            </a:pPr>
            <a:endParaRPr kumimoji="0" lang="ja-JP" altLang="en-US" sz="2400" b="0" i="0" u="none" strike="noStrike" kern="0" cap="none" spc="0" normalizeH="0" baseline="0" noProof="0">
              <a:ln>
                <a:noFill/>
              </a:ln>
              <a:solidFill>
                <a:srgbClr val="FFFFFF"/>
              </a:solidFill>
              <a:effectLst/>
              <a:uLnTx/>
              <a:uFillTx/>
              <a:latin typeface="Ubuntu"/>
              <a:ea typeface="ＭＳ Ｐゴシック" charset="0"/>
              <a:cs typeface="+mn-cs"/>
            </a:endParaRPr>
          </a:p>
        </p:txBody>
      </p:sp>
      <p:sp>
        <p:nvSpPr>
          <p:cNvPr id="2" name="Title 1">
            <a:extLst>
              <a:ext uri="{FF2B5EF4-FFF2-40B4-BE49-F238E27FC236}">
                <a16:creationId xmlns:a16="http://schemas.microsoft.com/office/drawing/2014/main" id="{13798636-2FC1-4245-8B2C-EDAF7EFDDCD2}"/>
              </a:ext>
            </a:extLst>
          </p:cNvPr>
          <p:cNvSpPr>
            <a:spLocks noGrp="1"/>
          </p:cNvSpPr>
          <p:nvPr>
            <p:ph type="title"/>
          </p:nvPr>
        </p:nvSpPr>
        <p:spPr>
          <a:xfrm>
            <a:off x="157400" y="204024"/>
            <a:ext cx="10947772" cy="716711"/>
          </a:xfrm>
        </p:spPr>
        <p:txBody>
          <a:bodyPr/>
          <a:lstStyle/>
          <a:p>
            <a:r>
              <a:rPr lang="en-US" sz="2800" dirty="0"/>
              <a:t>Linear TV – Digital – OTT Experience and Focus areas</a:t>
            </a:r>
          </a:p>
        </p:txBody>
      </p:sp>
      <p:sp>
        <p:nvSpPr>
          <p:cNvPr id="3" name="TextBox 2">
            <a:extLst>
              <a:ext uri="{FF2B5EF4-FFF2-40B4-BE49-F238E27FC236}">
                <a16:creationId xmlns:a16="http://schemas.microsoft.com/office/drawing/2014/main" id="{9FADFB74-3801-468F-BEFB-7C0A6A82CCB5}"/>
              </a:ext>
            </a:extLst>
          </p:cNvPr>
          <p:cNvSpPr txBox="1"/>
          <p:nvPr/>
        </p:nvSpPr>
        <p:spPr>
          <a:xfrm>
            <a:off x="4498272" y="5966951"/>
            <a:ext cx="4419600" cy="276999"/>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421F5D"/>
                </a:solidFill>
                <a:effectLst/>
                <a:uLnTx/>
                <a:uFillTx/>
                <a:latin typeface="Ubuntu"/>
                <a:ea typeface="+mn-ea"/>
                <a:cs typeface="+mn-cs"/>
              </a:rPr>
              <a:t>Key Reference Accounts</a:t>
            </a:r>
          </a:p>
        </p:txBody>
      </p:sp>
      <p:sp>
        <p:nvSpPr>
          <p:cNvPr id="65" name="Rectangle 64">
            <a:extLst>
              <a:ext uri="{FF2B5EF4-FFF2-40B4-BE49-F238E27FC236}">
                <a16:creationId xmlns:a16="http://schemas.microsoft.com/office/drawing/2014/main" id="{29F4BE51-6A01-497F-BC36-A152481B5FFC}"/>
              </a:ext>
            </a:extLst>
          </p:cNvPr>
          <p:cNvSpPr/>
          <p:nvPr/>
        </p:nvSpPr>
        <p:spPr>
          <a:xfrm>
            <a:off x="2402980" y="2875864"/>
            <a:ext cx="2440093" cy="3475377"/>
          </a:xfrm>
          <a:prstGeom prst="rect">
            <a:avLst/>
          </a:prstGeom>
          <a:solidFill>
            <a:schemeClr val="accent3">
              <a:lumMod val="75000"/>
              <a:lumOff val="25000"/>
              <a:alpha val="20000"/>
            </a:schemeClr>
          </a:solidFill>
          <a:ln w="25400" cap="flat" cmpd="sng" algn="ctr">
            <a:noFill/>
            <a:prstDash val="solid"/>
          </a:ln>
          <a:effectLst/>
        </p:spPr>
        <p:txBody>
          <a:bodyPr anchor="ctr"/>
          <a:lstStyle/>
          <a:p>
            <a:pPr marL="0" marR="0" lvl="0" indent="0" algn="ctr" defTabSz="685800" rtl="0" eaLnBrk="1" fontAlgn="auto" latinLnBrk="0" hangingPunct="1">
              <a:lnSpc>
                <a:spcPct val="110000"/>
              </a:lnSpc>
              <a:spcBef>
                <a:spcPts val="0"/>
              </a:spcBef>
              <a:spcAft>
                <a:spcPts val="300"/>
              </a:spcAft>
              <a:buClrTx/>
              <a:buSzTx/>
              <a:buFontTx/>
              <a:buNone/>
              <a:tabLst/>
              <a:defRPr/>
            </a:pPr>
            <a:endParaRPr kumimoji="0" lang="en-US" altLang="ja-JP" sz="900" b="0" i="0" u="none" strike="noStrike" kern="1200" cap="none" spc="0" normalizeH="0" baseline="0" noProof="0" dirty="0">
              <a:ln>
                <a:noFill/>
              </a:ln>
              <a:solidFill>
                <a:srgbClr val="FFFFFF"/>
              </a:solidFill>
              <a:effectLst/>
              <a:uLnTx/>
              <a:uFillTx/>
              <a:latin typeface="Ubuntu"/>
              <a:ea typeface="+mn-ea"/>
              <a:cs typeface="+mn-cs"/>
            </a:endParaRPr>
          </a:p>
          <a:p>
            <a:pPr marL="0" marR="0" lvl="0" indent="0" algn="ctr" defTabSz="685800" rtl="0" eaLnBrk="1" fontAlgn="auto" latinLnBrk="0" hangingPunct="1">
              <a:lnSpc>
                <a:spcPct val="110000"/>
              </a:lnSpc>
              <a:spcBef>
                <a:spcPts val="0"/>
              </a:spcBef>
              <a:spcAft>
                <a:spcPts val="300"/>
              </a:spcAft>
              <a:buClrTx/>
              <a:buSzTx/>
              <a:buFontTx/>
              <a:buNone/>
              <a:tabLst/>
              <a:defRPr/>
            </a:pPr>
            <a:endParaRPr kumimoji="0" lang="en-US" altLang="ja-JP" sz="900" b="0" i="0" u="none" strike="noStrike" kern="1200" cap="none" spc="0" normalizeH="0" baseline="0" noProof="0" dirty="0">
              <a:ln>
                <a:noFill/>
              </a:ln>
              <a:solidFill>
                <a:srgbClr val="FFFFFF"/>
              </a:solidFill>
              <a:effectLst/>
              <a:uLnTx/>
              <a:uFillTx/>
              <a:latin typeface="Ubuntu"/>
              <a:ea typeface="+mn-ea"/>
              <a:cs typeface="+mn-cs"/>
            </a:endParaRPr>
          </a:p>
          <a:p>
            <a:pPr marL="0" marR="0" lvl="0" indent="0" algn="ctr" defTabSz="685800" rtl="0" eaLnBrk="1" fontAlgn="auto" latinLnBrk="0" hangingPunct="1">
              <a:lnSpc>
                <a:spcPct val="110000"/>
              </a:lnSpc>
              <a:spcBef>
                <a:spcPts val="0"/>
              </a:spcBef>
              <a:spcAft>
                <a:spcPts val="300"/>
              </a:spcAft>
              <a:buClrTx/>
              <a:buSzTx/>
              <a:buFontTx/>
              <a:buNone/>
              <a:tabLst/>
              <a:defRPr/>
            </a:pPr>
            <a:endParaRPr kumimoji="0" lang="ja-JP" altLang="en-US" sz="900" b="0" i="0" u="none" strike="noStrike" kern="1200" cap="none" spc="0" normalizeH="0" baseline="0" noProof="0">
              <a:ln>
                <a:noFill/>
              </a:ln>
              <a:solidFill>
                <a:srgbClr val="FFFFFF"/>
              </a:solidFill>
              <a:effectLst/>
              <a:uLnTx/>
              <a:uFillTx/>
              <a:latin typeface="Ubuntu"/>
              <a:ea typeface="+mn-ea"/>
              <a:cs typeface="+mn-cs"/>
            </a:endParaRPr>
          </a:p>
        </p:txBody>
      </p:sp>
      <p:sp>
        <p:nvSpPr>
          <p:cNvPr id="66" name="Rectangle 65">
            <a:extLst>
              <a:ext uri="{FF2B5EF4-FFF2-40B4-BE49-F238E27FC236}">
                <a16:creationId xmlns:a16="http://schemas.microsoft.com/office/drawing/2014/main" id="{4C223653-584E-4190-AC82-559C86E5B3A5}"/>
              </a:ext>
            </a:extLst>
          </p:cNvPr>
          <p:cNvSpPr/>
          <p:nvPr/>
        </p:nvSpPr>
        <p:spPr>
          <a:xfrm>
            <a:off x="4876801" y="2904886"/>
            <a:ext cx="2412218" cy="3474720"/>
          </a:xfrm>
          <a:prstGeom prst="rect">
            <a:avLst/>
          </a:prstGeom>
          <a:solidFill>
            <a:schemeClr val="accent1">
              <a:alpha val="20000"/>
            </a:schemeClr>
          </a:solidFill>
          <a:ln w="25400" cap="flat" cmpd="sng" algn="ctr">
            <a:noFill/>
            <a:prstDash val="solid"/>
          </a:ln>
          <a:effectLst/>
        </p:spPr>
        <p:txBody>
          <a:bodyPr anchor="ctr"/>
          <a:lstStyle/>
          <a:p>
            <a:pPr marL="0" marR="0" lvl="0" indent="0" algn="ctr" defTabSz="957756" rtl="0" eaLnBrk="1" fontAlgn="auto" latinLnBrk="0" hangingPunct="1">
              <a:lnSpc>
                <a:spcPct val="100000"/>
              </a:lnSpc>
              <a:spcBef>
                <a:spcPts val="0"/>
              </a:spcBef>
              <a:spcAft>
                <a:spcPts val="0"/>
              </a:spcAft>
              <a:buClrTx/>
              <a:buSzTx/>
              <a:buFontTx/>
              <a:buNone/>
              <a:tabLst/>
              <a:defRPr/>
            </a:pPr>
            <a:endParaRPr kumimoji="0" lang="ja-JP" altLang="en-US" sz="2400" b="0" i="0" u="none" strike="noStrike" kern="0" cap="none" spc="0" normalizeH="0" baseline="0" noProof="0">
              <a:ln>
                <a:noFill/>
              </a:ln>
              <a:solidFill>
                <a:srgbClr val="FFFFFF"/>
              </a:solidFill>
              <a:effectLst/>
              <a:uLnTx/>
              <a:uFillTx/>
              <a:latin typeface="Ubuntu"/>
              <a:ea typeface="ＭＳ Ｐゴシック" charset="0"/>
              <a:cs typeface="+mn-cs"/>
            </a:endParaRPr>
          </a:p>
        </p:txBody>
      </p:sp>
      <p:sp>
        <p:nvSpPr>
          <p:cNvPr id="67" name="Rectangle 66">
            <a:extLst>
              <a:ext uri="{FF2B5EF4-FFF2-40B4-BE49-F238E27FC236}">
                <a16:creationId xmlns:a16="http://schemas.microsoft.com/office/drawing/2014/main" id="{D954307C-DCE2-490C-8433-54EF1C4FACC2}"/>
              </a:ext>
            </a:extLst>
          </p:cNvPr>
          <p:cNvSpPr/>
          <p:nvPr/>
        </p:nvSpPr>
        <p:spPr>
          <a:xfrm>
            <a:off x="9727421" y="2904886"/>
            <a:ext cx="2446293" cy="3474720"/>
          </a:xfrm>
          <a:prstGeom prst="rect">
            <a:avLst/>
          </a:prstGeom>
          <a:solidFill>
            <a:schemeClr val="accent2">
              <a:alpha val="20000"/>
            </a:schemeClr>
          </a:solidFill>
          <a:ln w="25400" cap="flat" cmpd="sng" algn="ctr">
            <a:noFill/>
            <a:prstDash val="solid"/>
          </a:ln>
          <a:effectLst/>
        </p:spPr>
        <p:txBody>
          <a:bodyPr anchor="ctr"/>
          <a:lstStyle/>
          <a:p>
            <a:pPr marL="0" marR="0" lvl="0" indent="0" algn="ctr" defTabSz="957756" rtl="0" eaLnBrk="1" fontAlgn="auto" latinLnBrk="0" hangingPunct="1">
              <a:lnSpc>
                <a:spcPct val="100000"/>
              </a:lnSpc>
              <a:spcBef>
                <a:spcPts val="0"/>
              </a:spcBef>
              <a:spcAft>
                <a:spcPts val="0"/>
              </a:spcAft>
              <a:buClrTx/>
              <a:buSzTx/>
              <a:buFontTx/>
              <a:buNone/>
              <a:tabLst/>
              <a:defRPr/>
            </a:pPr>
            <a:endParaRPr kumimoji="0" lang="ja-JP" altLang="en-US" sz="2400" b="0" i="0" u="none" strike="noStrike" kern="0" cap="none" spc="0" normalizeH="0" baseline="0" noProof="0">
              <a:ln>
                <a:noFill/>
              </a:ln>
              <a:solidFill>
                <a:srgbClr val="FFFFFF"/>
              </a:solidFill>
              <a:effectLst/>
              <a:uLnTx/>
              <a:uFillTx/>
              <a:latin typeface="Ubuntu"/>
              <a:ea typeface="ＭＳ Ｐゴシック" charset="0"/>
              <a:cs typeface="+mn-cs"/>
            </a:endParaRPr>
          </a:p>
        </p:txBody>
      </p:sp>
      <p:sp>
        <p:nvSpPr>
          <p:cNvPr id="68" name="Rectangle 67">
            <a:extLst>
              <a:ext uri="{FF2B5EF4-FFF2-40B4-BE49-F238E27FC236}">
                <a16:creationId xmlns:a16="http://schemas.microsoft.com/office/drawing/2014/main" id="{850770AF-ECCC-4C2F-81F0-912981D94FFA}"/>
              </a:ext>
            </a:extLst>
          </p:cNvPr>
          <p:cNvSpPr/>
          <p:nvPr/>
        </p:nvSpPr>
        <p:spPr>
          <a:xfrm>
            <a:off x="7292323" y="2904886"/>
            <a:ext cx="2441708" cy="3474720"/>
          </a:xfrm>
          <a:prstGeom prst="rect">
            <a:avLst/>
          </a:prstGeom>
          <a:solidFill>
            <a:srgbClr val="00C27A">
              <a:alpha val="20000"/>
            </a:srgbClr>
          </a:solidFill>
          <a:ln w="25400" cap="flat" cmpd="sng" algn="ctr">
            <a:noFill/>
            <a:prstDash val="solid"/>
          </a:ln>
          <a:effectLst/>
        </p:spPr>
        <p:txBody>
          <a:bodyPr anchor="ctr"/>
          <a:lstStyle/>
          <a:p>
            <a:pPr marL="0" marR="0" lvl="0" indent="0" algn="ctr" defTabSz="957756" rtl="0" eaLnBrk="1" fontAlgn="auto" latinLnBrk="0" hangingPunct="1">
              <a:lnSpc>
                <a:spcPct val="100000"/>
              </a:lnSpc>
              <a:spcBef>
                <a:spcPts val="0"/>
              </a:spcBef>
              <a:spcAft>
                <a:spcPts val="0"/>
              </a:spcAft>
              <a:buClrTx/>
              <a:buSzTx/>
              <a:buFontTx/>
              <a:buNone/>
              <a:tabLst/>
              <a:defRPr/>
            </a:pPr>
            <a:endParaRPr kumimoji="0" lang="ja-JP" altLang="en-US" sz="2400" b="0" i="0" u="none" strike="noStrike" kern="0" cap="none" spc="0" normalizeH="0" baseline="0" noProof="0">
              <a:ln>
                <a:noFill/>
              </a:ln>
              <a:solidFill>
                <a:srgbClr val="FFFFFF"/>
              </a:solidFill>
              <a:effectLst/>
              <a:uLnTx/>
              <a:uFillTx/>
              <a:latin typeface="Ubuntu"/>
              <a:ea typeface="ＭＳ Ｐゴシック" charset="0"/>
              <a:cs typeface="+mn-cs"/>
            </a:endParaRPr>
          </a:p>
        </p:txBody>
      </p:sp>
      <p:sp>
        <p:nvSpPr>
          <p:cNvPr id="70" name="Rectangle 69">
            <a:extLst>
              <a:ext uri="{FF2B5EF4-FFF2-40B4-BE49-F238E27FC236}">
                <a16:creationId xmlns:a16="http://schemas.microsoft.com/office/drawing/2014/main" id="{0F96E1EF-D3A3-408A-A96D-CDB544A951F6}"/>
              </a:ext>
            </a:extLst>
          </p:cNvPr>
          <p:cNvSpPr/>
          <p:nvPr/>
        </p:nvSpPr>
        <p:spPr>
          <a:xfrm>
            <a:off x="2433652" y="1166577"/>
            <a:ext cx="2508108" cy="1855434"/>
          </a:xfrm>
          <a:prstGeom prst="rect">
            <a:avLst/>
          </a:prstGeom>
          <a:solidFill>
            <a:schemeClr val="accent3">
              <a:lumMod val="75000"/>
              <a:lumOff val="25000"/>
            </a:schemeClr>
          </a:solidFill>
          <a:ln w="25400" cap="flat" cmpd="sng" algn="ctr">
            <a:noFill/>
            <a:prstDash val="solid"/>
          </a:ln>
          <a:effectLst>
            <a:outerShdw blurRad="50800" dist="38100" dir="5400000" algn="t" rotWithShape="0">
              <a:prstClr val="black">
                <a:alpha val="20000"/>
              </a:prstClr>
            </a:outerShdw>
          </a:effectLst>
        </p:spPr>
        <p:txBody>
          <a:bodyPr anchor="ctr"/>
          <a:lstStyle/>
          <a:p>
            <a:pPr marL="0" marR="0" lvl="0" indent="0" algn="ctr" defTabSz="957756" rtl="0" eaLnBrk="1" fontAlgn="auto" latinLnBrk="0" hangingPunct="1">
              <a:lnSpc>
                <a:spcPct val="100000"/>
              </a:lnSpc>
              <a:spcBef>
                <a:spcPts val="0"/>
              </a:spcBef>
              <a:spcAft>
                <a:spcPts val="0"/>
              </a:spcAft>
              <a:buClrTx/>
              <a:buSzTx/>
              <a:buFontTx/>
              <a:buNone/>
              <a:tabLst/>
              <a:defRPr/>
            </a:pPr>
            <a:endParaRPr kumimoji="0" lang="ja-JP" altLang="en-US" sz="2400" b="0" i="0" u="none" strike="noStrike" kern="0" cap="none" spc="0" normalizeH="0" baseline="0" noProof="0">
              <a:ln>
                <a:noFill/>
              </a:ln>
              <a:solidFill>
                <a:srgbClr val="FFFFFF"/>
              </a:solidFill>
              <a:effectLst/>
              <a:uLnTx/>
              <a:uFillTx/>
              <a:latin typeface="Ubuntu"/>
              <a:ea typeface="ＭＳ Ｐゴシック" charset="0"/>
              <a:cs typeface="+mn-cs"/>
            </a:endParaRPr>
          </a:p>
        </p:txBody>
      </p:sp>
      <p:sp>
        <p:nvSpPr>
          <p:cNvPr id="71" name="Rectangle 70">
            <a:extLst>
              <a:ext uri="{FF2B5EF4-FFF2-40B4-BE49-F238E27FC236}">
                <a16:creationId xmlns:a16="http://schemas.microsoft.com/office/drawing/2014/main" id="{530B97C1-0943-4F55-A413-1741C102A1F8}"/>
              </a:ext>
            </a:extLst>
          </p:cNvPr>
          <p:cNvSpPr/>
          <p:nvPr/>
        </p:nvSpPr>
        <p:spPr>
          <a:xfrm>
            <a:off x="4876800" y="1166577"/>
            <a:ext cx="2440093" cy="1855434"/>
          </a:xfrm>
          <a:prstGeom prst="rect">
            <a:avLst/>
          </a:prstGeom>
          <a:solidFill>
            <a:schemeClr val="accent1"/>
          </a:solidFill>
          <a:ln w="25400" cap="flat" cmpd="sng" algn="ctr">
            <a:noFill/>
            <a:prstDash val="solid"/>
          </a:ln>
          <a:effectLst>
            <a:outerShdw blurRad="50800" dist="38100" dir="5400000" algn="t" rotWithShape="0">
              <a:prstClr val="black">
                <a:alpha val="20000"/>
              </a:prstClr>
            </a:outerShdw>
          </a:effectLst>
        </p:spPr>
        <p:txBody>
          <a:bodyPr anchor="ctr"/>
          <a:lstStyle/>
          <a:p>
            <a:pPr marL="0" marR="0" lvl="0" indent="0" algn="ctr" defTabSz="957756" rtl="0" eaLnBrk="1" fontAlgn="auto" latinLnBrk="0" hangingPunct="1">
              <a:lnSpc>
                <a:spcPct val="100000"/>
              </a:lnSpc>
              <a:spcBef>
                <a:spcPts val="0"/>
              </a:spcBef>
              <a:spcAft>
                <a:spcPts val="0"/>
              </a:spcAft>
              <a:buClrTx/>
              <a:buSzTx/>
              <a:buFontTx/>
              <a:buNone/>
              <a:tabLst/>
              <a:defRPr/>
            </a:pPr>
            <a:endParaRPr kumimoji="0" lang="ja-JP" altLang="en-US" sz="2400" b="0" i="0" u="none" strike="noStrike" kern="0" cap="none" spc="0" normalizeH="0" baseline="0" noProof="0">
              <a:ln>
                <a:noFill/>
              </a:ln>
              <a:solidFill>
                <a:srgbClr val="FFFFFF"/>
              </a:solidFill>
              <a:effectLst/>
              <a:uLnTx/>
              <a:uFillTx/>
              <a:latin typeface="Ubuntu"/>
              <a:ea typeface="ＭＳ Ｐゴシック" charset="0"/>
              <a:cs typeface="+mn-cs"/>
            </a:endParaRPr>
          </a:p>
        </p:txBody>
      </p:sp>
      <p:sp>
        <p:nvSpPr>
          <p:cNvPr id="72" name="Rectangle 71">
            <a:extLst>
              <a:ext uri="{FF2B5EF4-FFF2-40B4-BE49-F238E27FC236}">
                <a16:creationId xmlns:a16="http://schemas.microsoft.com/office/drawing/2014/main" id="{A723084D-B22E-4E5B-AE73-DDEAA6ED0FCF}"/>
              </a:ext>
            </a:extLst>
          </p:cNvPr>
          <p:cNvSpPr/>
          <p:nvPr/>
        </p:nvSpPr>
        <p:spPr>
          <a:xfrm>
            <a:off x="9730726" y="1166577"/>
            <a:ext cx="2461274" cy="1855434"/>
          </a:xfrm>
          <a:prstGeom prst="rect">
            <a:avLst/>
          </a:prstGeom>
          <a:solidFill>
            <a:schemeClr val="accent2"/>
          </a:solidFill>
          <a:ln w="25400" cap="flat" cmpd="sng" algn="ctr">
            <a:noFill/>
            <a:prstDash val="solid"/>
          </a:ln>
          <a:effectLst>
            <a:outerShdw blurRad="50800" dist="38100" dir="5400000" algn="t" rotWithShape="0">
              <a:prstClr val="black">
                <a:alpha val="20000"/>
              </a:prstClr>
            </a:outerShdw>
          </a:effectLst>
        </p:spPr>
        <p:txBody>
          <a:bodyPr anchor="ctr"/>
          <a:lstStyle/>
          <a:p>
            <a:pPr marL="0" marR="0" lvl="0" indent="0" algn="ctr" defTabSz="957756" rtl="0" eaLnBrk="1" fontAlgn="auto" latinLnBrk="0" hangingPunct="1">
              <a:lnSpc>
                <a:spcPct val="100000"/>
              </a:lnSpc>
              <a:spcBef>
                <a:spcPts val="0"/>
              </a:spcBef>
              <a:spcAft>
                <a:spcPts val="0"/>
              </a:spcAft>
              <a:buClrTx/>
              <a:buSzTx/>
              <a:buFontTx/>
              <a:buNone/>
              <a:tabLst/>
              <a:defRPr/>
            </a:pPr>
            <a:endParaRPr kumimoji="0" lang="ja-JP" altLang="en-US" sz="2400" b="0" i="0" u="none" strike="noStrike" kern="0" cap="none" spc="0" normalizeH="0" baseline="0" noProof="0">
              <a:ln>
                <a:noFill/>
              </a:ln>
              <a:solidFill>
                <a:srgbClr val="FFFFFF"/>
              </a:solidFill>
              <a:effectLst/>
              <a:uLnTx/>
              <a:uFillTx/>
              <a:latin typeface="Ubuntu"/>
              <a:ea typeface="ＭＳ Ｐゴシック" charset="0"/>
              <a:cs typeface="+mn-cs"/>
            </a:endParaRPr>
          </a:p>
        </p:txBody>
      </p:sp>
      <p:sp>
        <p:nvSpPr>
          <p:cNvPr id="73" name="Rectangle 72">
            <a:extLst>
              <a:ext uri="{FF2B5EF4-FFF2-40B4-BE49-F238E27FC236}">
                <a16:creationId xmlns:a16="http://schemas.microsoft.com/office/drawing/2014/main" id="{41129967-95A5-4A39-ADDD-C6B464DF4EC1}"/>
              </a:ext>
            </a:extLst>
          </p:cNvPr>
          <p:cNvSpPr/>
          <p:nvPr/>
        </p:nvSpPr>
        <p:spPr>
          <a:xfrm>
            <a:off x="7292323" y="1166577"/>
            <a:ext cx="2438403" cy="1855434"/>
          </a:xfrm>
          <a:prstGeom prst="rect">
            <a:avLst/>
          </a:prstGeom>
          <a:solidFill>
            <a:srgbClr val="00C27A"/>
          </a:solidFill>
          <a:ln w="25400" cap="flat" cmpd="sng" algn="ctr">
            <a:noFill/>
            <a:prstDash val="solid"/>
          </a:ln>
          <a:effectLst>
            <a:outerShdw blurRad="50800" dist="38100" dir="5400000" algn="t" rotWithShape="0">
              <a:prstClr val="black">
                <a:alpha val="20000"/>
              </a:prstClr>
            </a:outerShdw>
          </a:effectLst>
        </p:spPr>
        <p:txBody>
          <a:bodyPr anchor="ctr"/>
          <a:lstStyle/>
          <a:p>
            <a:pPr marL="0" marR="0" lvl="0" indent="0" algn="ctr" defTabSz="957756" rtl="0" eaLnBrk="1" fontAlgn="auto" latinLnBrk="0" hangingPunct="1">
              <a:lnSpc>
                <a:spcPct val="100000"/>
              </a:lnSpc>
              <a:spcBef>
                <a:spcPts val="0"/>
              </a:spcBef>
              <a:spcAft>
                <a:spcPts val="0"/>
              </a:spcAft>
              <a:buClrTx/>
              <a:buSzTx/>
              <a:buFontTx/>
              <a:buNone/>
              <a:tabLst/>
              <a:defRPr/>
            </a:pPr>
            <a:endParaRPr kumimoji="0" lang="ja-JP" altLang="en-US" sz="2400" b="0" i="0" u="none" strike="noStrike" kern="0" cap="none" spc="0" normalizeH="0" baseline="0" noProof="0">
              <a:ln>
                <a:noFill/>
              </a:ln>
              <a:solidFill>
                <a:srgbClr val="FFFFFF"/>
              </a:solidFill>
              <a:effectLst/>
              <a:uLnTx/>
              <a:uFillTx/>
              <a:latin typeface="Ubuntu"/>
              <a:ea typeface="ＭＳ Ｐゴシック" charset="0"/>
              <a:cs typeface="+mn-cs"/>
            </a:endParaRPr>
          </a:p>
        </p:txBody>
      </p:sp>
      <p:sp>
        <p:nvSpPr>
          <p:cNvPr id="74" name="Oval 73">
            <a:extLst>
              <a:ext uri="{FF2B5EF4-FFF2-40B4-BE49-F238E27FC236}">
                <a16:creationId xmlns:a16="http://schemas.microsoft.com/office/drawing/2014/main" id="{5CD96D82-BADB-4AC1-B0D2-E01EF27807D3}"/>
              </a:ext>
            </a:extLst>
          </p:cNvPr>
          <p:cNvSpPr/>
          <p:nvPr/>
        </p:nvSpPr>
        <p:spPr>
          <a:xfrm>
            <a:off x="942970" y="2740688"/>
            <a:ext cx="567356" cy="56735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Ubuntu"/>
                <a:ea typeface="+mn-ea"/>
                <a:cs typeface="+mn-cs"/>
              </a:rPr>
              <a:t>01</a:t>
            </a:r>
          </a:p>
        </p:txBody>
      </p:sp>
      <p:sp>
        <p:nvSpPr>
          <p:cNvPr id="75" name="Oval 74">
            <a:extLst>
              <a:ext uri="{FF2B5EF4-FFF2-40B4-BE49-F238E27FC236}">
                <a16:creationId xmlns:a16="http://schemas.microsoft.com/office/drawing/2014/main" id="{26935422-D4D8-4967-BF80-B34B4243B85A}"/>
              </a:ext>
            </a:extLst>
          </p:cNvPr>
          <p:cNvSpPr/>
          <p:nvPr/>
        </p:nvSpPr>
        <p:spPr>
          <a:xfrm>
            <a:off x="3378069" y="2740688"/>
            <a:ext cx="567356" cy="56735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Ubuntu"/>
                <a:ea typeface="+mn-ea"/>
                <a:cs typeface="+mn-cs"/>
              </a:rPr>
              <a:t>02</a:t>
            </a:r>
          </a:p>
        </p:txBody>
      </p:sp>
      <p:sp>
        <p:nvSpPr>
          <p:cNvPr id="76" name="Oval 75">
            <a:extLst>
              <a:ext uri="{FF2B5EF4-FFF2-40B4-BE49-F238E27FC236}">
                <a16:creationId xmlns:a16="http://schemas.microsoft.com/office/drawing/2014/main" id="{B9B12A9D-EDC8-43B3-B809-6076E4A04590}"/>
              </a:ext>
            </a:extLst>
          </p:cNvPr>
          <p:cNvSpPr/>
          <p:nvPr/>
        </p:nvSpPr>
        <p:spPr>
          <a:xfrm>
            <a:off x="5813168" y="2740688"/>
            <a:ext cx="567356" cy="56735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Ubuntu"/>
                <a:ea typeface="+mn-ea"/>
                <a:cs typeface="+mn-cs"/>
              </a:rPr>
              <a:t>03</a:t>
            </a:r>
          </a:p>
        </p:txBody>
      </p:sp>
      <p:sp>
        <p:nvSpPr>
          <p:cNvPr id="77" name="Oval 76">
            <a:extLst>
              <a:ext uri="{FF2B5EF4-FFF2-40B4-BE49-F238E27FC236}">
                <a16:creationId xmlns:a16="http://schemas.microsoft.com/office/drawing/2014/main" id="{A96941DF-6A32-4D03-9C72-DDD159C02698}"/>
              </a:ext>
            </a:extLst>
          </p:cNvPr>
          <p:cNvSpPr/>
          <p:nvPr/>
        </p:nvSpPr>
        <p:spPr>
          <a:xfrm>
            <a:off x="8227846" y="2740688"/>
            <a:ext cx="567356" cy="56735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Ubuntu"/>
                <a:ea typeface="+mn-ea"/>
                <a:cs typeface="+mn-cs"/>
              </a:rPr>
              <a:t>04</a:t>
            </a:r>
          </a:p>
        </p:txBody>
      </p:sp>
      <p:sp>
        <p:nvSpPr>
          <p:cNvPr id="78" name="Oval 77">
            <a:extLst>
              <a:ext uri="{FF2B5EF4-FFF2-40B4-BE49-F238E27FC236}">
                <a16:creationId xmlns:a16="http://schemas.microsoft.com/office/drawing/2014/main" id="{8D7F8AA2-C05D-4F46-842A-8B39A68A4A39}"/>
              </a:ext>
            </a:extLst>
          </p:cNvPr>
          <p:cNvSpPr/>
          <p:nvPr/>
        </p:nvSpPr>
        <p:spPr>
          <a:xfrm>
            <a:off x="10677685" y="2740688"/>
            <a:ext cx="567356" cy="567356"/>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none"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1" i="0" u="none" strike="noStrike" kern="1200" cap="none" spc="0" normalizeH="0" baseline="0" noProof="0" dirty="0">
                <a:ln>
                  <a:noFill/>
                </a:ln>
                <a:solidFill>
                  <a:prstClr val="black"/>
                </a:solidFill>
                <a:effectLst/>
                <a:uLnTx/>
                <a:uFillTx/>
                <a:latin typeface="Ubuntu"/>
                <a:ea typeface="+mn-ea"/>
                <a:cs typeface="+mn-cs"/>
              </a:rPr>
              <a:t>05</a:t>
            </a:r>
          </a:p>
        </p:txBody>
      </p:sp>
      <p:sp>
        <p:nvSpPr>
          <p:cNvPr id="80" name="Rectangle 79">
            <a:extLst>
              <a:ext uri="{FF2B5EF4-FFF2-40B4-BE49-F238E27FC236}">
                <a16:creationId xmlns:a16="http://schemas.microsoft.com/office/drawing/2014/main" id="{1364B66D-594E-48F9-81AF-4452F7EFA76C}"/>
              </a:ext>
            </a:extLst>
          </p:cNvPr>
          <p:cNvSpPr/>
          <p:nvPr/>
        </p:nvSpPr>
        <p:spPr>
          <a:xfrm>
            <a:off x="157400" y="2057754"/>
            <a:ext cx="2125292" cy="276614"/>
          </a:xfrm>
          <a:prstGeom prst="rect">
            <a:avLst/>
          </a:prstGeom>
        </p:spPr>
        <p:txBody>
          <a:bodyPr wrap="square">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Ubuntu"/>
                <a:ea typeface="+mn-ea"/>
                <a:cs typeface="+mn-cs"/>
              </a:rPr>
              <a:t>Ad Sales</a:t>
            </a:r>
          </a:p>
        </p:txBody>
      </p:sp>
      <p:sp>
        <p:nvSpPr>
          <p:cNvPr id="81" name="Rectangle 80">
            <a:extLst>
              <a:ext uri="{FF2B5EF4-FFF2-40B4-BE49-F238E27FC236}">
                <a16:creationId xmlns:a16="http://schemas.microsoft.com/office/drawing/2014/main" id="{A95EE2BD-D4AE-4436-AF0B-5E1DB1CA12A3}"/>
              </a:ext>
            </a:extLst>
          </p:cNvPr>
          <p:cNvSpPr/>
          <p:nvPr/>
        </p:nvSpPr>
        <p:spPr>
          <a:xfrm>
            <a:off x="2547962" y="2057754"/>
            <a:ext cx="2224355" cy="478977"/>
          </a:xfrm>
          <a:prstGeom prst="rect">
            <a:avLst/>
          </a:prstGeom>
        </p:spPr>
        <p:txBody>
          <a:bodyPr wrap="square">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Ubuntu"/>
                <a:ea typeface="+mn-ea"/>
                <a:cs typeface="+mn-cs"/>
              </a:rPr>
              <a:t>Production, operations, and distribution</a:t>
            </a:r>
          </a:p>
        </p:txBody>
      </p:sp>
      <p:sp>
        <p:nvSpPr>
          <p:cNvPr id="82" name="Rectangle 81">
            <a:extLst>
              <a:ext uri="{FF2B5EF4-FFF2-40B4-BE49-F238E27FC236}">
                <a16:creationId xmlns:a16="http://schemas.microsoft.com/office/drawing/2014/main" id="{6DEBC2CC-CE34-4A76-914B-D19A5E0F4A7F}"/>
              </a:ext>
            </a:extLst>
          </p:cNvPr>
          <p:cNvSpPr/>
          <p:nvPr/>
        </p:nvSpPr>
        <p:spPr>
          <a:xfrm>
            <a:off x="5037586" y="2057754"/>
            <a:ext cx="2125292" cy="276614"/>
          </a:xfrm>
          <a:prstGeom prst="rect">
            <a:avLst/>
          </a:prstGeom>
        </p:spPr>
        <p:txBody>
          <a:bodyPr wrap="square">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Ubuntu"/>
                <a:ea typeface="+mn-ea"/>
                <a:cs typeface="+mn-cs"/>
              </a:rPr>
              <a:t>Sports</a:t>
            </a:r>
          </a:p>
        </p:txBody>
      </p:sp>
      <p:sp>
        <p:nvSpPr>
          <p:cNvPr id="83" name="Rectangle 82">
            <a:extLst>
              <a:ext uri="{FF2B5EF4-FFF2-40B4-BE49-F238E27FC236}">
                <a16:creationId xmlns:a16="http://schemas.microsoft.com/office/drawing/2014/main" id="{5DF77110-0D0C-41AA-881D-31F72A1F7C68}"/>
              </a:ext>
            </a:extLst>
          </p:cNvPr>
          <p:cNvSpPr/>
          <p:nvPr/>
        </p:nvSpPr>
        <p:spPr>
          <a:xfrm>
            <a:off x="7477679" y="2057754"/>
            <a:ext cx="2125292" cy="276614"/>
          </a:xfrm>
          <a:prstGeom prst="rect">
            <a:avLst/>
          </a:prstGeom>
        </p:spPr>
        <p:txBody>
          <a:bodyPr wrap="square">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Ubuntu"/>
                <a:ea typeface="+mn-ea"/>
                <a:cs typeface="+mn-cs"/>
              </a:rPr>
              <a:t>News and Publishing</a:t>
            </a:r>
          </a:p>
        </p:txBody>
      </p:sp>
      <p:sp>
        <p:nvSpPr>
          <p:cNvPr id="84" name="Rectangle 83">
            <a:extLst>
              <a:ext uri="{FF2B5EF4-FFF2-40B4-BE49-F238E27FC236}">
                <a16:creationId xmlns:a16="http://schemas.microsoft.com/office/drawing/2014/main" id="{EDE45D40-711B-4729-AE9F-D0672DBF90FE}"/>
              </a:ext>
            </a:extLst>
          </p:cNvPr>
          <p:cNvSpPr/>
          <p:nvPr/>
        </p:nvSpPr>
        <p:spPr>
          <a:xfrm>
            <a:off x="9917773" y="2057754"/>
            <a:ext cx="2125292" cy="479747"/>
          </a:xfrm>
          <a:prstGeom prst="rect">
            <a:avLst/>
          </a:prstGeom>
        </p:spPr>
        <p:txBody>
          <a:bodyPr wrap="square">
            <a:spAutoFit/>
          </a:bodyPr>
          <a:lstStyle/>
          <a:p>
            <a:pPr marL="0" marR="0" lvl="0" indent="0" algn="ctr" defTabSz="914400" rtl="0" eaLnBrk="1" fontAlgn="auto" latinLnBrk="0" hangingPunct="1">
              <a:lnSpc>
                <a:spcPct val="110000"/>
              </a:lnSpc>
              <a:spcBef>
                <a:spcPts val="0"/>
              </a:spcBef>
              <a:spcAft>
                <a:spcPts val="0"/>
              </a:spcAft>
              <a:buClrTx/>
              <a:buSzTx/>
              <a:buFontTx/>
              <a:buNone/>
              <a:tabLst/>
              <a:defRPr/>
            </a:pPr>
            <a:r>
              <a:rPr kumimoji="0" lang="en-US" sz="1200" b="1" i="0" u="none" strike="noStrike" kern="1200" cap="none" spc="0" normalizeH="0" baseline="0" noProof="0" dirty="0">
                <a:ln>
                  <a:noFill/>
                </a:ln>
                <a:solidFill>
                  <a:srgbClr val="FFFFFF"/>
                </a:solidFill>
                <a:effectLst/>
                <a:uLnTx/>
                <a:uFillTx/>
                <a:latin typeface="Ubuntu"/>
                <a:ea typeface="+mn-ea"/>
                <a:cs typeface="+mn-cs"/>
              </a:rPr>
              <a:t>Analytics and Consumer Intelligence</a:t>
            </a:r>
          </a:p>
        </p:txBody>
      </p:sp>
      <p:sp>
        <p:nvSpPr>
          <p:cNvPr id="92" name="Rectangle 91">
            <a:extLst>
              <a:ext uri="{FF2B5EF4-FFF2-40B4-BE49-F238E27FC236}">
                <a16:creationId xmlns:a16="http://schemas.microsoft.com/office/drawing/2014/main" id="{90389011-4B02-451A-8B7E-6AFDC20BC99B}"/>
              </a:ext>
            </a:extLst>
          </p:cNvPr>
          <p:cNvSpPr/>
          <p:nvPr/>
        </p:nvSpPr>
        <p:spPr>
          <a:xfrm>
            <a:off x="-28442" y="5572066"/>
            <a:ext cx="12220441" cy="862411"/>
          </a:xfrm>
          <a:prstGeom prst="rect">
            <a:avLst/>
          </a:prstGeom>
          <a:solidFill>
            <a:schemeClr val="bg1">
              <a:alpha val="7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Ubuntu"/>
              <a:ea typeface="+mn-ea"/>
              <a:cs typeface="+mn-cs"/>
            </a:endParaRPr>
          </a:p>
        </p:txBody>
      </p:sp>
      <p:sp>
        <p:nvSpPr>
          <p:cNvPr id="108" name="Text Placeholder 32">
            <a:extLst>
              <a:ext uri="{FF2B5EF4-FFF2-40B4-BE49-F238E27FC236}">
                <a16:creationId xmlns:a16="http://schemas.microsoft.com/office/drawing/2014/main" id="{D0F6A7E9-A723-41C2-85F5-CF514DE779A8}"/>
              </a:ext>
            </a:extLst>
          </p:cNvPr>
          <p:cNvSpPr txBox="1">
            <a:spLocks/>
          </p:cNvSpPr>
          <p:nvPr/>
        </p:nvSpPr>
        <p:spPr>
          <a:xfrm>
            <a:off x="122726" y="3436573"/>
            <a:ext cx="2219453" cy="1846659"/>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marR="0" lvl="0" indent="-171450" algn="l" defTabSz="6858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IN" altLang="ja-JP" sz="1000" b="1" i="0" u="none" strike="noStrike" kern="1200" cap="none" spc="0" normalizeH="0" baseline="0" noProof="0" dirty="0">
                <a:ln>
                  <a:noFill/>
                </a:ln>
                <a:solidFill>
                  <a:srgbClr val="FFFFFF"/>
                </a:solidFill>
                <a:effectLst/>
                <a:uLnTx/>
                <a:uFillTx/>
                <a:latin typeface="Ubuntu"/>
                <a:ea typeface="Garamond" charset="0"/>
                <a:cs typeface="Garamond" charset="0"/>
              </a:rPr>
              <a:t>Linear &amp; Digital Sales Rationalization</a:t>
            </a:r>
          </a:p>
          <a:p>
            <a:pPr marL="171450" marR="0" lvl="0" indent="-171450" algn="l" defTabSz="6858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IN" altLang="ja-JP" sz="1000" b="1" i="0" u="none" strike="noStrike" kern="1200" cap="none" spc="0" normalizeH="0" baseline="0" noProof="0" dirty="0">
                <a:ln>
                  <a:noFill/>
                </a:ln>
                <a:solidFill>
                  <a:srgbClr val="FFFFFF"/>
                </a:solidFill>
                <a:effectLst/>
                <a:uLnTx/>
                <a:uFillTx/>
                <a:latin typeface="Ubuntu"/>
                <a:ea typeface="Garamond" charset="0"/>
                <a:cs typeface="Garamond" charset="0"/>
              </a:rPr>
              <a:t>Viewership Forecasting</a:t>
            </a:r>
          </a:p>
          <a:p>
            <a:pPr marL="171450" marR="0" lvl="0" indent="-171450" algn="l" defTabSz="6858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IN" altLang="ja-JP" sz="1000" b="1" i="0" u="none" strike="noStrike" kern="1200" cap="none" spc="0" normalizeH="0" baseline="0" noProof="0" dirty="0">
                <a:ln>
                  <a:noFill/>
                </a:ln>
                <a:solidFill>
                  <a:srgbClr val="FFFFFF"/>
                </a:solidFill>
                <a:effectLst/>
                <a:uLnTx/>
                <a:uFillTx/>
                <a:latin typeface="Ubuntu"/>
                <a:ea typeface="Garamond" charset="0"/>
                <a:cs typeface="Garamond" charset="0"/>
              </a:rPr>
              <a:t>Unified Campaign Management</a:t>
            </a:r>
          </a:p>
          <a:p>
            <a:pPr marL="171450" marR="0" lvl="0" indent="-171450" algn="l" defTabSz="6858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IN" altLang="ja-JP" sz="1000" b="0" i="0" u="none" strike="noStrike" kern="1200" cap="none" spc="0" normalizeH="0" baseline="0" noProof="0" dirty="0">
                <a:ln>
                  <a:noFill/>
                </a:ln>
                <a:solidFill>
                  <a:srgbClr val="FFFFFF"/>
                </a:solidFill>
                <a:effectLst/>
                <a:uLnTx/>
                <a:uFillTx/>
                <a:latin typeface="Ubuntu"/>
                <a:ea typeface="Garamond" charset="0"/>
                <a:cs typeface="Garamond" charset="0"/>
              </a:rPr>
              <a:t>Optimized Ad Impression</a:t>
            </a:r>
          </a:p>
          <a:p>
            <a:pPr marL="171450" marR="0" lvl="0" indent="-171450" algn="l" defTabSz="6858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IN" altLang="ja-JP" sz="1000" b="0" i="0" u="none" strike="noStrike" kern="1200" cap="none" spc="0" normalizeH="0" baseline="0" noProof="0" dirty="0">
                <a:ln>
                  <a:noFill/>
                </a:ln>
                <a:solidFill>
                  <a:srgbClr val="FFFFFF"/>
                </a:solidFill>
                <a:effectLst/>
                <a:uLnTx/>
                <a:uFillTx/>
                <a:latin typeface="Ubuntu"/>
                <a:ea typeface="Garamond" charset="0"/>
                <a:cs typeface="Garamond" charset="0"/>
              </a:rPr>
              <a:t>Audience targeting platform</a:t>
            </a:r>
          </a:p>
          <a:p>
            <a:pPr marL="171450" marR="0" lvl="0" indent="-171450" algn="l" defTabSz="6858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IN" altLang="ja-JP" sz="1000" b="1" i="0" u="none" strike="noStrike" kern="1200" cap="none" spc="0" normalizeH="0" baseline="0" noProof="0" dirty="0">
                <a:ln>
                  <a:noFill/>
                </a:ln>
                <a:solidFill>
                  <a:srgbClr val="FFFFFF"/>
                </a:solidFill>
                <a:effectLst/>
                <a:uLnTx/>
                <a:uFillTx/>
                <a:latin typeface="Ubuntu"/>
                <a:ea typeface="Garamond" charset="0"/>
                <a:cs typeface="Garamond" charset="0"/>
              </a:rPr>
              <a:t>Forecast management with AI/ML</a:t>
            </a:r>
          </a:p>
          <a:p>
            <a:pPr marL="171450" marR="0" lvl="0" indent="-171450" algn="l" defTabSz="6858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IN" altLang="ja-JP" sz="1000" b="0" i="0" u="none" strike="noStrike" kern="1200" cap="none" spc="0" normalizeH="0" baseline="0" noProof="0" dirty="0">
                <a:ln>
                  <a:noFill/>
                </a:ln>
                <a:solidFill>
                  <a:srgbClr val="FFFFFF"/>
                </a:solidFill>
                <a:effectLst/>
                <a:uLnTx/>
                <a:uFillTx/>
                <a:latin typeface="Ubuntu"/>
                <a:ea typeface="Garamond" charset="0"/>
                <a:cs typeface="Garamond" charset="0"/>
              </a:rPr>
              <a:t>Programmatic ad sales </a:t>
            </a:r>
            <a:endParaRPr kumimoji="0" lang="en-US" altLang="ja-JP" sz="1000" b="0" i="0" u="none" strike="noStrike" kern="1200" cap="none" spc="0" normalizeH="0" baseline="0" noProof="0" dirty="0">
              <a:ln>
                <a:noFill/>
              </a:ln>
              <a:solidFill>
                <a:srgbClr val="FFFFFF"/>
              </a:solidFill>
              <a:effectLst/>
              <a:uLnTx/>
              <a:uFillTx/>
              <a:latin typeface="Ubuntu"/>
              <a:ea typeface="Garamond" charset="0"/>
              <a:cs typeface="Garamond" charset="0"/>
            </a:endParaRPr>
          </a:p>
        </p:txBody>
      </p:sp>
      <p:sp>
        <p:nvSpPr>
          <p:cNvPr id="109" name="Text Placeholder 32">
            <a:extLst>
              <a:ext uri="{FF2B5EF4-FFF2-40B4-BE49-F238E27FC236}">
                <a16:creationId xmlns:a16="http://schemas.microsoft.com/office/drawing/2014/main" id="{57F7EAD8-5FD2-4546-A392-900F5029758E}"/>
              </a:ext>
            </a:extLst>
          </p:cNvPr>
          <p:cNvSpPr txBox="1">
            <a:spLocks/>
          </p:cNvSpPr>
          <p:nvPr/>
        </p:nvSpPr>
        <p:spPr>
          <a:xfrm>
            <a:off x="2575892" y="3436573"/>
            <a:ext cx="2221992" cy="1615827"/>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marR="0" lvl="0" indent="-171450" algn="l" defTabSz="6858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IN" sz="1000" b="1" i="0" u="none" strike="noStrike" kern="1200" cap="none" spc="0" normalizeH="0" baseline="0" noProof="0" dirty="0">
                <a:ln>
                  <a:noFill/>
                </a:ln>
                <a:solidFill>
                  <a:srgbClr val="FFFFFF"/>
                </a:solidFill>
                <a:effectLst/>
                <a:uLnTx/>
                <a:uFillTx/>
                <a:latin typeface="Ubuntu"/>
                <a:ea typeface="Garamond" charset="0"/>
                <a:cs typeface="Garamond" charset="0"/>
                <a:sym typeface="Open Sans"/>
              </a:rPr>
              <a:t>Sales availability and contract administration</a:t>
            </a:r>
            <a:r>
              <a:rPr kumimoji="0" lang="en-IN" sz="1000" b="0" i="0" u="none" strike="noStrike" kern="1200" cap="none" spc="0" normalizeH="0" baseline="0" noProof="0" dirty="0">
                <a:ln>
                  <a:noFill/>
                </a:ln>
                <a:solidFill>
                  <a:srgbClr val="FFFFFF"/>
                </a:solidFill>
                <a:effectLst/>
                <a:uLnTx/>
                <a:uFillTx/>
                <a:latin typeface="Ubuntu"/>
                <a:ea typeface="Garamond" charset="0"/>
                <a:cs typeface="Garamond" charset="0"/>
                <a:sym typeface="Open Sans"/>
              </a:rPr>
              <a:t> for licensing television products through the television mechanism of delivery, which includes pay television, pay per view, free television, and basic cable​</a:t>
            </a:r>
          </a:p>
          <a:p>
            <a:pPr marL="171450" marR="0" lvl="0" indent="-171450" algn="l" defTabSz="6858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IN" sz="1000" b="1" i="0" u="none" strike="noStrike" kern="1200" cap="none" spc="0" normalizeH="0" baseline="0" noProof="0" dirty="0">
                <a:ln>
                  <a:noFill/>
                </a:ln>
                <a:solidFill>
                  <a:srgbClr val="FFFFFF"/>
                </a:solidFill>
                <a:effectLst/>
                <a:uLnTx/>
                <a:uFillTx/>
                <a:latin typeface="Ubuntu"/>
                <a:ea typeface="Garamond" charset="0"/>
                <a:cs typeface="Garamond" charset="0"/>
                <a:sym typeface="Open Sans"/>
              </a:rPr>
              <a:t>Implementation and ongoing support to develop, produce and schedule, promote</a:t>
            </a:r>
          </a:p>
        </p:txBody>
      </p:sp>
      <p:sp>
        <p:nvSpPr>
          <p:cNvPr id="110" name="Text Placeholder 32">
            <a:extLst>
              <a:ext uri="{FF2B5EF4-FFF2-40B4-BE49-F238E27FC236}">
                <a16:creationId xmlns:a16="http://schemas.microsoft.com/office/drawing/2014/main" id="{8EC0DA48-06A3-4268-A191-50C15A29CDAA}"/>
              </a:ext>
            </a:extLst>
          </p:cNvPr>
          <p:cNvSpPr txBox="1">
            <a:spLocks/>
          </p:cNvSpPr>
          <p:nvPr/>
        </p:nvSpPr>
        <p:spPr>
          <a:xfrm>
            <a:off x="4996010" y="3436573"/>
            <a:ext cx="2221992" cy="1692771"/>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marR="0" lvl="0" indent="-171450" algn="l" defTabSz="6858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IN" altLang="ja-JP" sz="1000" b="1" i="0" u="none" strike="noStrike" kern="1200" cap="none" spc="0" normalizeH="0" baseline="0" noProof="0" dirty="0">
                <a:ln>
                  <a:noFill/>
                </a:ln>
                <a:solidFill>
                  <a:srgbClr val="FFFFFF"/>
                </a:solidFill>
                <a:effectLst/>
                <a:uLnTx/>
                <a:uFillTx/>
                <a:latin typeface="Ubuntu"/>
                <a:ea typeface="Garamond" charset="0"/>
                <a:cs typeface="Garamond" charset="0"/>
              </a:rPr>
              <a:t>Enterprise-level event management </a:t>
            </a:r>
            <a:r>
              <a:rPr kumimoji="0" lang="en-IN" altLang="ja-JP" sz="1000" b="0" i="0" u="none" strike="noStrike" kern="1200" cap="none" spc="0" normalizeH="0" baseline="0" noProof="0" dirty="0">
                <a:ln>
                  <a:noFill/>
                </a:ln>
                <a:solidFill>
                  <a:srgbClr val="FFFFFF"/>
                </a:solidFill>
                <a:effectLst/>
                <a:uLnTx/>
                <a:uFillTx/>
                <a:latin typeface="Ubuntu"/>
                <a:ea typeface="Garamond" charset="0"/>
                <a:cs typeface="Garamond" charset="0"/>
              </a:rPr>
              <a:t>handling 487+ events per year with 10,000 crew, hiring for 8,000 positions, ancillary systems to track effort, expenses, and run payroll </a:t>
            </a:r>
          </a:p>
          <a:p>
            <a:pPr marL="171450" marR="0" lvl="0" indent="-171450" algn="l" defTabSz="6858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IN" altLang="ja-JP" sz="1000" b="1" i="0" u="none" strike="noStrike" kern="1200" cap="none" spc="0" normalizeH="0" baseline="0" noProof="0" dirty="0">
                <a:ln>
                  <a:noFill/>
                </a:ln>
                <a:solidFill>
                  <a:srgbClr val="FFFFFF"/>
                </a:solidFill>
                <a:effectLst/>
                <a:uLnTx/>
                <a:uFillTx/>
                <a:latin typeface="Ubuntu"/>
                <a:ea typeface="Garamond" charset="0"/>
                <a:cs typeface="Garamond" charset="0"/>
              </a:rPr>
              <a:t>End-to-end analytics for OTT platform</a:t>
            </a:r>
            <a:r>
              <a:rPr kumimoji="0" lang="en-IN" altLang="ja-JP" sz="1000" b="0" i="0" u="none" strike="noStrike" kern="1200" cap="none" spc="0" normalizeH="0" baseline="0" noProof="0" dirty="0">
                <a:ln>
                  <a:noFill/>
                </a:ln>
                <a:solidFill>
                  <a:srgbClr val="FFFFFF"/>
                </a:solidFill>
                <a:effectLst/>
                <a:uLnTx/>
                <a:uFillTx/>
                <a:latin typeface="Ubuntu"/>
                <a:ea typeface="Garamond" charset="0"/>
                <a:cs typeface="Garamond" charset="0"/>
              </a:rPr>
              <a:t>, e.g. Sports Gold</a:t>
            </a:r>
          </a:p>
          <a:p>
            <a:pPr marL="171450" marR="0" lvl="0" indent="-171450" algn="l" defTabSz="6858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IN" altLang="ja-JP" sz="1000" b="0" i="0" u="none" strike="noStrike" kern="1200" cap="none" spc="0" normalizeH="0" baseline="0" noProof="0" dirty="0">
                <a:ln>
                  <a:noFill/>
                </a:ln>
                <a:solidFill>
                  <a:srgbClr val="FFFFFF"/>
                </a:solidFill>
                <a:effectLst/>
                <a:uLnTx/>
                <a:uFillTx/>
                <a:latin typeface="Ubuntu"/>
                <a:ea typeface="Garamond" charset="0"/>
                <a:cs typeface="Garamond" charset="0"/>
              </a:rPr>
              <a:t>Ratings forecast and campaign management</a:t>
            </a:r>
            <a:endParaRPr kumimoji="0" lang="en-US" altLang="ja-JP" sz="1000" b="0" i="0" u="none" strike="noStrike" kern="1200" cap="none" spc="0" normalizeH="0" baseline="0" noProof="0" dirty="0">
              <a:ln>
                <a:noFill/>
              </a:ln>
              <a:solidFill>
                <a:srgbClr val="FFFFFF"/>
              </a:solidFill>
              <a:effectLst/>
              <a:uLnTx/>
              <a:uFillTx/>
              <a:latin typeface="Ubuntu"/>
              <a:ea typeface="Garamond" charset="0"/>
              <a:cs typeface="Garamond" charset="0"/>
            </a:endParaRPr>
          </a:p>
        </p:txBody>
      </p:sp>
      <p:sp>
        <p:nvSpPr>
          <p:cNvPr id="111" name="Text Placeholder 32">
            <a:extLst>
              <a:ext uri="{FF2B5EF4-FFF2-40B4-BE49-F238E27FC236}">
                <a16:creationId xmlns:a16="http://schemas.microsoft.com/office/drawing/2014/main" id="{3B8C8955-88A6-403D-BFC3-76AB905AF0FB}"/>
              </a:ext>
            </a:extLst>
          </p:cNvPr>
          <p:cNvSpPr txBox="1">
            <a:spLocks/>
          </p:cNvSpPr>
          <p:nvPr/>
        </p:nvSpPr>
        <p:spPr>
          <a:xfrm>
            <a:off x="7418738" y="3436573"/>
            <a:ext cx="2221992" cy="1154162"/>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marR="0" lvl="0" indent="-171450" algn="l" defTabSz="6858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IN" altLang="ja-JP" sz="1000" b="1" i="0" u="none" strike="noStrike" kern="1200" cap="none" spc="0" normalizeH="0" baseline="0" noProof="0" dirty="0">
                <a:ln>
                  <a:noFill/>
                </a:ln>
                <a:solidFill>
                  <a:srgbClr val="FFFFFF"/>
                </a:solidFill>
                <a:effectLst/>
                <a:uLnTx/>
                <a:uFillTx/>
                <a:latin typeface="Ubuntu"/>
                <a:ea typeface="Garamond" charset="0"/>
                <a:cs typeface="Garamond" charset="0"/>
              </a:rPr>
              <a:t>Ingest content </a:t>
            </a:r>
            <a:r>
              <a:rPr kumimoji="0" lang="en-IN" altLang="ja-JP" sz="1000" b="0" i="0" u="none" strike="noStrike" kern="1200" cap="none" spc="0" normalizeH="0" baseline="0" noProof="0" dirty="0">
                <a:ln>
                  <a:noFill/>
                </a:ln>
                <a:solidFill>
                  <a:srgbClr val="FFFFFF"/>
                </a:solidFill>
                <a:effectLst/>
                <a:uLnTx/>
                <a:uFillTx/>
                <a:latin typeface="Ubuntu"/>
                <a:ea typeface="Garamond" charset="0"/>
                <a:cs typeface="Garamond" charset="0"/>
              </a:rPr>
              <a:t>from multiple sources i.e. live, archive, tape. </a:t>
            </a:r>
            <a:r>
              <a:rPr kumimoji="0" lang="en-IN" altLang="ja-JP" sz="1000" b="1" i="0" u="none" strike="noStrike" kern="1200" cap="none" spc="0" normalizeH="0" baseline="0" noProof="0" dirty="0">
                <a:ln>
                  <a:noFill/>
                </a:ln>
                <a:solidFill>
                  <a:srgbClr val="FFFFFF"/>
                </a:solidFill>
                <a:effectLst/>
                <a:uLnTx/>
                <a:uFillTx/>
                <a:latin typeface="Ubuntu"/>
                <a:ea typeface="Garamond" charset="0"/>
                <a:cs typeface="Garamond" charset="0"/>
              </a:rPr>
              <a:t>Media Asset Management </a:t>
            </a:r>
            <a:r>
              <a:rPr kumimoji="0" lang="en-IN" altLang="ja-JP" sz="1000" b="0" i="0" u="none" strike="noStrike" kern="1200" cap="none" spc="0" normalizeH="0" baseline="0" noProof="0" dirty="0">
                <a:ln>
                  <a:noFill/>
                </a:ln>
                <a:solidFill>
                  <a:srgbClr val="FFFFFF"/>
                </a:solidFill>
                <a:effectLst/>
                <a:uLnTx/>
                <a:uFillTx/>
                <a:latin typeface="Ubuntu"/>
                <a:ea typeface="Garamond" charset="0"/>
                <a:cs typeface="Garamond" charset="0"/>
              </a:rPr>
              <a:t>manages media assets </a:t>
            </a:r>
            <a:r>
              <a:rPr kumimoji="0" lang="en-IN" altLang="ja-JP" sz="1000" b="1" i="0" u="none" strike="noStrike" kern="1200" cap="none" spc="0" normalizeH="0" baseline="0" noProof="0" dirty="0">
                <a:ln>
                  <a:noFill/>
                </a:ln>
                <a:solidFill>
                  <a:srgbClr val="FFFFFF"/>
                </a:solidFill>
                <a:effectLst/>
                <a:uLnTx/>
                <a:uFillTx/>
                <a:latin typeface="Ubuntu"/>
                <a:ea typeface="Garamond" charset="0"/>
                <a:cs typeface="Garamond" charset="0"/>
              </a:rPr>
              <a:t>archive to distribution</a:t>
            </a:r>
          </a:p>
          <a:p>
            <a:pPr marL="171450" marR="0" lvl="0" indent="-171450" algn="l" defTabSz="685800" rtl="0" eaLnBrk="1" fontAlgn="auto" latinLnBrk="0" hangingPunct="1">
              <a:lnSpc>
                <a:spcPct val="100000"/>
              </a:lnSpc>
              <a:spcBef>
                <a:spcPts val="300"/>
              </a:spcBef>
              <a:spcAft>
                <a:spcPts val="300"/>
              </a:spcAft>
              <a:buClrTx/>
              <a:buSzTx/>
              <a:buFont typeface="Wingdings" panose="05000000000000000000" pitchFamily="2" charset="2"/>
              <a:buChar char="§"/>
              <a:tabLst/>
              <a:defRPr/>
            </a:pPr>
            <a:r>
              <a:rPr kumimoji="0" lang="en-IN" altLang="ja-JP" sz="1000" b="1" i="0" u="none" strike="noStrike" kern="1200" cap="none" spc="0" normalizeH="0" baseline="0" noProof="0" dirty="0">
                <a:ln>
                  <a:noFill/>
                </a:ln>
                <a:solidFill>
                  <a:srgbClr val="FFFFFF"/>
                </a:solidFill>
                <a:effectLst/>
                <a:uLnTx/>
                <a:uFillTx/>
                <a:latin typeface="Ubuntu"/>
                <a:ea typeface="Garamond" charset="0"/>
                <a:cs typeface="Garamond" charset="0"/>
              </a:rPr>
              <a:t>Faster news by collaboration </a:t>
            </a:r>
            <a:r>
              <a:rPr kumimoji="0" lang="en-IN" altLang="ja-JP" sz="1000" b="0" i="0" u="none" strike="noStrike" kern="1200" cap="none" spc="0" normalizeH="0" baseline="0" noProof="0" dirty="0">
                <a:ln>
                  <a:noFill/>
                </a:ln>
                <a:solidFill>
                  <a:srgbClr val="FFFFFF"/>
                </a:solidFill>
                <a:effectLst/>
                <a:uLnTx/>
                <a:uFillTx/>
                <a:latin typeface="Ubuntu"/>
                <a:ea typeface="Garamond" charset="0"/>
                <a:cs typeface="Garamond" charset="0"/>
              </a:rPr>
              <a:t>and end-to-end workflow management </a:t>
            </a:r>
            <a:endParaRPr kumimoji="0" lang="en-US" altLang="ja-JP" sz="1000" b="0" i="0" u="none" strike="noStrike" kern="1200" cap="none" spc="0" normalizeH="0" baseline="0" noProof="0" dirty="0">
              <a:ln>
                <a:noFill/>
              </a:ln>
              <a:solidFill>
                <a:srgbClr val="FFFFFF"/>
              </a:solidFill>
              <a:effectLst/>
              <a:uLnTx/>
              <a:uFillTx/>
              <a:latin typeface="Ubuntu"/>
              <a:ea typeface="Garamond" charset="0"/>
              <a:cs typeface="Garamond" charset="0"/>
            </a:endParaRPr>
          </a:p>
        </p:txBody>
      </p:sp>
      <p:sp>
        <p:nvSpPr>
          <p:cNvPr id="112" name="Text Placeholder 32">
            <a:extLst>
              <a:ext uri="{FF2B5EF4-FFF2-40B4-BE49-F238E27FC236}">
                <a16:creationId xmlns:a16="http://schemas.microsoft.com/office/drawing/2014/main" id="{7218A8DA-0EF7-4CD1-A7DC-04C6359E0DB6}"/>
              </a:ext>
            </a:extLst>
          </p:cNvPr>
          <p:cNvSpPr txBox="1">
            <a:spLocks/>
          </p:cNvSpPr>
          <p:nvPr/>
        </p:nvSpPr>
        <p:spPr>
          <a:xfrm>
            <a:off x="9832082" y="3436573"/>
            <a:ext cx="2221992" cy="1077218"/>
          </a:xfrm>
          <a:prstGeom prst="rect">
            <a:avLst/>
          </a:prstGeom>
        </p:spPr>
        <p:txBody>
          <a:bodyPr wrap="square" lIns="0" tIns="0" rIns="0" bIns="0">
            <a:sp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171450" marR="0" lvl="0" indent="-171450" algn="l" defTabSz="685800" rtl="0" eaLnBrk="1" fontAlgn="auto" latinLnBrk="0" hangingPunct="1">
              <a:lnSpc>
                <a:spcPct val="100000"/>
              </a:lnSpc>
              <a:spcBef>
                <a:spcPts val="300"/>
              </a:spcBef>
              <a:spcAft>
                <a:spcPts val="300"/>
              </a:spcAft>
              <a:buClr>
                <a:srgbClr val="FFFFFF"/>
              </a:buClr>
              <a:buSzTx/>
              <a:buFont typeface="Wingdings" panose="05000000000000000000" pitchFamily="2" charset="2"/>
              <a:buChar char="§"/>
              <a:tabLst/>
              <a:defRPr/>
            </a:pPr>
            <a:r>
              <a:rPr kumimoji="0" lang="en-IN" altLang="ja-JP" sz="1000" b="1" i="0" u="none" strike="noStrike" kern="1200" cap="none" spc="0" normalizeH="0" baseline="0" noProof="0" dirty="0">
                <a:ln>
                  <a:noFill/>
                </a:ln>
                <a:solidFill>
                  <a:srgbClr val="FFFFFF"/>
                </a:solidFill>
                <a:effectLst/>
                <a:uLnTx/>
                <a:uFillTx/>
                <a:latin typeface="Ubuntu"/>
                <a:ea typeface="Garamond" charset="0"/>
                <a:cs typeface="Garamond" charset="0"/>
              </a:rPr>
              <a:t>End-to-end analytics </a:t>
            </a:r>
            <a:r>
              <a:rPr kumimoji="0" lang="en-IN" altLang="ja-JP" sz="1000" b="0" i="0" u="none" strike="noStrike" kern="1200" cap="none" spc="0" normalizeH="0" baseline="0" noProof="0" dirty="0">
                <a:ln>
                  <a:noFill/>
                </a:ln>
                <a:solidFill>
                  <a:srgbClr val="FFFFFF"/>
                </a:solidFill>
                <a:effectLst/>
                <a:uLnTx/>
                <a:uFillTx/>
                <a:latin typeface="Ubuntu"/>
                <a:ea typeface="Garamond" charset="0"/>
                <a:cs typeface="Garamond" charset="0"/>
              </a:rPr>
              <a:t>to handle major events e.g. three Summer and three Winter Olympics and ongoing focus on advance ad sales</a:t>
            </a:r>
          </a:p>
          <a:p>
            <a:pPr marL="171450" marR="0" lvl="0" indent="-171450" algn="l" defTabSz="685800" rtl="0" eaLnBrk="1" fontAlgn="auto" latinLnBrk="0" hangingPunct="1">
              <a:lnSpc>
                <a:spcPct val="100000"/>
              </a:lnSpc>
              <a:spcBef>
                <a:spcPts val="300"/>
              </a:spcBef>
              <a:spcAft>
                <a:spcPts val="300"/>
              </a:spcAft>
              <a:buClr>
                <a:srgbClr val="FFFFFF"/>
              </a:buClr>
              <a:buSzTx/>
              <a:buFont typeface="Wingdings" panose="05000000000000000000" pitchFamily="2" charset="2"/>
              <a:buChar char="§"/>
              <a:tabLst/>
              <a:defRPr/>
            </a:pPr>
            <a:r>
              <a:rPr kumimoji="0" lang="en-IN" altLang="ja-JP" sz="1000" b="1" i="0" u="none" strike="noStrike" kern="1200" cap="none" spc="0" normalizeH="0" baseline="0" noProof="0" dirty="0">
                <a:ln>
                  <a:noFill/>
                </a:ln>
                <a:solidFill>
                  <a:srgbClr val="FFFFFF"/>
                </a:solidFill>
                <a:effectLst/>
                <a:uLnTx/>
                <a:uFillTx/>
                <a:latin typeface="Ubuntu"/>
                <a:ea typeface="Garamond" charset="0"/>
                <a:cs typeface="Garamond" charset="0"/>
              </a:rPr>
              <a:t>Consumer Intelligence</a:t>
            </a:r>
          </a:p>
          <a:p>
            <a:pPr marL="171450" marR="0" lvl="0" indent="-171450" algn="l" defTabSz="685800" rtl="0" eaLnBrk="1" fontAlgn="auto" latinLnBrk="0" hangingPunct="1">
              <a:lnSpc>
                <a:spcPct val="100000"/>
              </a:lnSpc>
              <a:spcBef>
                <a:spcPts val="300"/>
              </a:spcBef>
              <a:spcAft>
                <a:spcPts val="300"/>
              </a:spcAft>
              <a:buClr>
                <a:srgbClr val="FFFFFF"/>
              </a:buClr>
              <a:buSzTx/>
              <a:buFont typeface="Wingdings" panose="05000000000000000000" pitchFamily="2" charset="2"/>
              <a:buChar char="§"/>
              <a:tabLst/>
              <a:defRPr/>
            </a:pPr>
            <a:r>
              <a:rPr kumimoji="0" lang="en-IN" altLang="ja-JP" sz="1000" b="0" i="0" u="none" strike="noStrike" kern="1200" cap="none" spc="0" normalizeH="0" baseline="0" noProof="0" dirty="0">
                <a:ln>
                  <a:noFill/>
                </a:ln>
                <a:solidFill>
                  <a:srgbClr val="FFFFFF"/>
                </a:solidFill>
                <a:effectLst/>
                <a:uLnTx/>
                <a:uFillTx/>
                <a:latin typeface="Ubuntu"/>
                <a:ea typeface="Garamond" charset="0"/>
                <a:cs typeface="Garamond" charset="0"/>
              </a:rPr>
              <a:t>Audience Assurance Analytics</a:t>
            </a:r>
          </a:p>
        </p:txBody>
      </p:sp>
      <p:pic>
        <p:nvPicPr>
          <p:cNvPr id="38914" name="Picture 2" descr="advertisement Icon 2949825"/>
          <p:cNvPicPr>
            <a:picLocks noChangeAspect="1" noChangeArrowheads="1"/>
          </p:cNvPicPr>
          <p:nvPr/>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885500" y="1267482"/>
            <a:ext cx="807905" cy="807905"/>
          </a:xfrm>
          <a:prstGeom prst="rect">
            <a:avLst/>
          </a:prstGeom>
          <a:noFill/>
          <a:extLst>
            <a:ext uri="{909E8E84-426E-40DD-AFC4-6F175D3DCCD1}">
              <a14:hiddenFill xmlns:a14="http://schemas.microsoft.com/office/drawing/2010/main">
                <a:solidFill>
                  <a:srgbClr val="FFFFFF"/>
                </a:solidFill>
              </a14:hiddenFill>
            </a:ext>
          </a:extLst>
        </p:spPr>
      </p:pic>
      <p:pic>
        <p:nvPicPr>
          <p:cNvPr id="38916" name="Picture 4" descr="Supply Chain Icon 2803134"/>
          <p:cNvPicPr>
            <a:picLocks noChangeAspect="1" noChangeArrowheads="1"/>
          </p:cNvPicPr>
          <p:nvPr/>
        </p:nvPicPr>
        <p:blipFill>
          <a:blip r:embed="rId5">
            <a:lum bright="70000" contrast="-70000"/>
            <a:extLst>
              <a:ext uri="{28A0092B-C50C-407E-A947-70E740481C1C}">
                <a14:useLocalDpi xmlns:a14="http://schemas.microsoft.com/office/drawing/2010/main" val="0"/>
              </a:ext>
            </a:extLst>
          </a:blip>
          <a:srcRect/>
          <a:stretch>
            <a:fillRect/>
          </a:stretch>
        </p:blipFill>
        <p:spPr bwMode="auto">
          <a:xfrm>
            <a:off x="3326398" y="1322241"/>
            <a:ext cx="734459" cy="734459"/>
          </a:xfrm>
          <a:prstGeom prst="rect">
            <a:avLst/>
          </a:prstGeom>
          <a:noFill/>
          <a:extLst>
            <a:ext uri="{909E8E84-426E-40DD-AFC4-6F175D3DCCD1}">
              <a14:hiddenFill xmlns:a14="http://schemas.microsoft.com/office/drawing/2010/main">
                <a:solidFill>
                  <a:srgbClr val="FFFFFF"/>
                </a:solidFill>
              </a14:hiddenFill>
            </a:ext>
          </a:extLst>
        </p:spPr>
      </p:pic>
      <p:pic>
        <p:nvPicPr>
          <p:cNvPr id="38918" name="Picture 6" descr="Sports Icon 1843319"/>
          <p:cNvPicPr>
            <a:picLocks noChangeAspect="1" noChangeArrowheads="1"/>
          </p:cNvPicPr>
          <p:nvPr/>
        </p:nvPicPr>
        <p:blipFill>
          <a:blip r:embed="rId6">
            <a:extLst>
              <a:ext uri="{BEBA8EAE-BF5A-486C-A8C5-ECC9F3942E4B}">
                <a14:imgProps xmlns:a14="http://schemas.microsoft.com/office/drawing/2010/main">
                  <a14:imgLayer r:embed="rId7">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5768740" y="1322241"/>
            <a:ext cx="734459" cy="734459"/>
          </a:xfrm>
          <a:prstGeom prst="rect">
            <a:avLst/>
          </a:prstGeom>
          <a:noFill/>
          <a:extLst>
            <a:ext uri="{909E8E84-426E-40DD-AFC4-6F175D3DCCD1}">
              <a14:hiddenFill xmlns:a14="http://schemas.microsoft.com/office/drawing/2010/main">
                <a:solidFill>
                  <a:srgbClr val="FFFFFF"/>
                </a:solidFill>
              </a14:hiddenFill>
            </a:ext>
          </a:extLst>
        </p:spPr>
      </p:pic>
      <p:pic>
        <p:nvPicPr>
          <p:cNvPr id="38920" name="Picture 8" descr="news Icon 2614222"/>
          <p:cNvPicPr>
            <a:picLocks noChangeAspect="1" noChangeArrowheads="1"/>
          </p:cNvPicPr>
          <p:nvPr/>
        </p:nvPicPr>
        <p:blipFill rotWithShape="1">
          <a:blip r:embed="rId8">
            <a:extLst>
              <a:ext uri="{BEBA8EAE-BF5A-486C-A8C5-ECC9F3942E4B}">
                <a14:imgProps xmlns:a14="http://schemas.microsoft.com/office/drawing/2010/main">
                  <a14:imgLayer r:embed="rId9">
                    <a14:imgEffect>
                      <a14:brightnessContrast bright="100000"/>
                    </a14:imgEffect>
                  </a14:imgLayer>
                </a14:imgProps>
              </a:ext>
              <a:ext uri="{28A0092B-C50C-407E-A947-70E740481C1C}">
                <a14:useLocalDpi xmlns:a14="http://schemas.microsoft.com/office/drawing/2010/main" val="0"/>
              </a:ext>
            </a:extLst>
          </a:blip>
          <a:srcRect l="9077" t="19042" r="9077" b="19042"/>
          <a:stretch/>
        </p:blipFill>
        <p:spPr bwMode="auto">
          <a:xfrm>
            <a:off x="7979055" y="1210734"/>
            <a:ext cx="1064938" cy="805616"/>
          </a:xfrm>
          <a:prstGeom prst="rect">
            <a:avLst/>
          </a:prstGeom>
          <a:noFill/>
          <a:extLst>
            <a:ext uri="{909E8E84-426E-40DD-AFC4-6F175D3DCCD1}">
              <a14:hiddenFill xmlns:a14="http://schemas.microsoft.com/office/drawing/2010/main">
                <a:solidFill>
                  <a:srgbClr val="FFFFFF"/>
                </a:solidFill>
              </a14:hiddenFill>
            </a:ext>
          </a:extLst>
        </p:spPr>
      </p:pic>
      <p:pic>
        <p:nvPicPr>
          <p:cNvPr id="38922" name="Picture 10" descr="Market Analysis Icon 1456751"/>
          <p:cNvPicPr>
            <a:picLocks noChangeAspect="1" noChangeArrowheads="1"/>
          </p:cNvPicPr>
          <p:nvPr/>
        </p:nvPicPr>
        <p:blipFill>
          <a:blip r:embed="rId10">
            <a:extLst>
              <a:ext uri="{BEBA8EAE-BF5A-486C-A8C5-ECC9F3942E4B}">
                <a14:imgProps xmlns:a14="http://schemas.microsoft.com/office/drawing/2010/main">
                  <a14:imgLayer r:embed="rId11">
                    <a14:imgEffect>
                      <a14:brightnessContrast bright="100000"/>
                    </a14:imgEffect>
                  </a14:imgLayer>
                </a14:imgProps>
              </a:ext>
              <a:ext uri="{28A0092B-C50C-407E-A947-70E740481C1C}">
                <a14:useLocalDpi xmlns:a14="http://schemas.microsoft.com/office/drawing/2010/main" val="0"/>
              </a:ext>
            </a:extLst>
          </a:blip>
          <a:srcRect/>
          <a:stretch>
            <a:fillRect/>
          </a:stretch>
        </p:blipFill>
        <p:spPr bwMode="auto">
          <a:xfrm>
            <a:off x="10627517" y="1290437"/>
            <a:ext cx="667690" cy="66769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181752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1">
            <a:extLst>
              <a:ext uri="{FF2B5EF4-FFF2-40B4-BE49-F238E27FC236}">
                <a16:creationId xmlns:a16="http://schemas.microsoft.com/office/drawing/2014/main" id="{90D6843E-89CF-2D40-9EC0-D94178FEE391}"/>
              </a:ext>
            </a:extLst>
          </p:cNvPr>
          <p:cNvSpPr/>
          <p:nvPr/>
        </p:nvSpPr>
        <p:spPr>
          <a:xfrm flipH="1">
            <a:off x="2791738" y="1863378"/>
            <a:ext cx="9400262" cy="5044276"/>
          </a:xfrm>
          <a:custGeom>
            <a:avLst/>
            <a:gdLst>
              <a:gd name="connsiteX0" fmla="*/ 4014216 w 9290304"/>
              <a:gd name="connsiteY0" fmla="*/ 0 h 5267787"/>
              <a:gd name="connsiteX1" fmla="*/ 9290304 w 9290304"/>
              <a:gd name="connsiteY1" fmla="*/ 4590288 h 5267787"/>
              <a:gd name="connsiteX2" fmla="*/ 9263064 w 9290304"/>
              <a:gd name="connsiteY2" fmla="*/ 5059619 h 5267787"/>
              <a:gd name="connsiteX3" fmla="*/ 9232660 w 9290304"/>
              <a:gd name="connsiteY3" fmla="*/ 5267787 h 5267787"/>
              <a:gd name="connsiteX4" fmla="*/ 0 w 9290304"/>
              <a:gd name="connsiteY4" fmla="*/ 5267787 h 5267787"/>
              <a:gd name="connsiteX5" fmla="*/ 0 w 9290304"/>
              <a:gd name="connsiteY5" fmla="*/ 1615808 h 5267787"/>
              <a:gd name="connsiteX6" fmla="*/ 283459 w 9290304"/>
              <a:gd name="connsiteY6" fmla="*/ 1344465 h 5267787"/>
              <a:gd name="connsiteX7" fmla="*/ 4014216 w 9290304"/>
              <a:gd name="connsiteY7" fmla="*/ 0 h 52677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9290304" h="5267787">
                <a:moveTo>
                  <a:pt x="4014216" y="0"/>
                </a:moveTo>
                <a:cubicBezTo>
                  <a:pt x="6928119" y="0"/>
                  <a:pt x="9290304" y="2055142"/>
                  <a:pt x="9290304" y="4590288"/>
                </a:cubicBezTo>
                <a:cubicBezTo>
                  <a:pt x="9290304" y="4748735"/>
                  <a:pt x="9281077" y="4905307"/>
                  <a:pt x="9263064" y="5059619"/>
                </a:cubicBezTo>
                <a:lnTo>
                  <a:pt x="9232660" y="5267787"/>
                </a:lnTo>
                <a:lnTo>
                  <a:pt x="0" y="5267787"/>
                </a:lnTo>
                <a:lnTo>
                  <a:pt x="0" y="1615808"/>
                </a:lnTo>
                <a:lnTo>
                  <a:pt x="283459" y="1344465"/>
                </a:lnTo>
                <a:cubicBezTo>
                  <a:pt x="1238243" y="513786"/>
                  <a:pt x="2557265" y="0"/>
                  <a:pt x="4014216"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srgbClr val="FFFFFF"/>
              </a:solidFill>
              <a:effectLst/>
              <a:uLnTx/>
              <a:uFillTx/>
              <a:latin typeface="Calibri" panose="020F0502020204030204"/>
              <a:ea typeface="+mn-ea"/>
              <a:cs typeface="+mn-cs"/>
            </a:endParaRPr>
          </a:p>
        </p:txBody>
      </p:sp>
      <p:pic>
        <p:nvPicPr>
          <p:cNvPr id="3" name="Picture 2">
            <a:extLst>
              <a:ext uri="{FF2B5EF4-FFF2-40B4-BE49-F238E27FC236}">
                <a16:creationId xmlns:a16="http://schemas.microsoft.com/office/drawing/2014/main" id="{87FF9043-0FC5-5A4B-AC89-99CA90C8BA76}"/>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a:xfrm>
            <a:off x="3402419" y="1863378"/>
            <a:ext cx="8716428" cy="5044275"/>
          </a:xfrm>
          <a:prstGeom prst="rect">
            <a:avLst/>
          </a:prstGeom>
        </p:spPr>
      </p:pic>
      <p:sp>
        <p:nvSpPr>
          <p:cNvPr id="7" name="Rectangle 6">
            <a:extLst>
              <a:ext uri="{FF2B5EF4-FFF2-40B4-BE49-F238E27FC236}">
                <a16:creationId xmlns:a16="http://schemas.microsoft.com/office/drawing/2014/main" id="{EFD7B38A-0B61-7E47-BED2-E261BE5F40F1}"/>
              </a:ext>
            </a:extLst>
          </p:cNvPr>
          <p:cNvSpPr/>
          <p:nvPr/>
        </p:nvSpPr>
        <p:spPr>
          <a:xfrm>
            <a:off x="307587" y="670459"/>
            <a:ext cx="11027924" cy="923330"/>
          </a:xfrm>
          <a:prstGeom prst="rect">
            <a:avLst/>
          </a:prstGeom>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Capgemini proposes its </a:t>
            </a:r>
            <a:r>
              <a:rPr kumimoji="0" lang="en-IN" sz="1800" b="1"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proprietary </a:t>
            </a:r>
            <a:r>
              <a:rPr kumimoji="0" lang="en-IN"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a:t>
            </a:r>
            <a:r>
              <a:rPr kumimoji="0" lang="en-IN" sz="1800" b="1"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Accelerated Solutions Environment</a:t>
            </a:r>
            <a:r>
              <a:rPr kumimoji="0" lang="en-IN"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 which brings a </a:t>
            </a: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0" i="0" u="none" strike="noStrike" kern="1200" cap="none" spc="0" normalizeH="0" baseline="0" noProof="0" dirty="0">
                <a:ln>
                  <a:noFill/>
                </a:ln>
                <a:solidFill>
                  <a:srgbClr val="000000"/>
                </a:solidFill>
                <a:effectLst/>
                <a:uLnTx/>
                <a:uFillTx/>
                <a:latin typeface="Verdana" panose="020B0604030504040204" pitchFamily="34" charset="0"/>
                <a:ea typeface="+mn-ea"/>
                <a:cs typeface="+mn-cs"/>
              </a:rPr>
              <a:t>unique combination of a creative environment and an approach designed to drive key decisions and stakeholder alignment </a:t>
            </a:r>
          </a:p>
        </p:txBody>
      </p:sp>
      <p:sp>
        <p:nvSpPr>
          <p:cNvPr id="8" name="Title 13">
            <a:extLst>
              <a:ext uri="{FF2B5EF4-FFF2-40B4-BE49-F238E27FC236}">
                <a16:creationId xmlns:a16="http://schemas.microsoft.com/office/drawing/2014/main" id="{104F4D0A-FB12-4904-A767-060CE9530A74}"/>
              </a:ext>
            </a:extLst>
          </p:cNvPr>
          <p:cNvSpPr txBox="1">
            <a:spLocks/>
          </p:cNvSpPr>
          <p:nvPr/>
        </p:nvSpPr>
        <p:spPr>
          <a:xfrm>
            <a:off x="347663" y="66976"/>
            <a:ext cx="10947772" cy="716711"/>
          </a:xfrm>
          <a:prstGeom prst="rect">
            <a:avLst/>
          </a:prstGeom>
        </p:spPr>
        <p:txBody>
          <a:bodyPr anchor="t" anchorCtr="0"/>
          <a:lstStyle>
            <a:lvl1pPr algn="l" defTabSz="914400" rtl="0" eaLnBrk="1" latinLnBrk="0" hangingPunct="1">
              <a:lnSpc>
                <a:spcPct val="90000"/>
              </a:lnSpc>
              <a:spcBef>
                <a:spcPct val="0"/>
              </a:spcBef>
              <a:buNone/>
              <a:defRPr sz="4400" kern="1200">
                <a:solidFill>
                  <a:schemeClr val="bg1"/>
                </a:solidFill>
                <a:latin typeface="Garamond" panose="02020404030301010803" pitchFamily="18" charset="0"/>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IN" sz="2800" b="1" i="0" u="none" strike="noStrike" kern="1200" cap="all" spc="0" normalizeH="0" baseline="0" noProof="0" dirty="0">
                <a:ln>
                  <a:noFill/>
                </a:ln>
                <a:solidFill>
                  <a:srgbClr val="FFFFFF"/>
                </a:solidFill>
                <a:effectLst/>
                <a:uLnTx/>
                <a:uFillTx/>
                <a:latin typeface="Calibri Light" panose="020F0302020204030204"/>
                <a:ea typeface="+mj-ea"/>
                <a:cs typeface="+mj-cs"/>
              </a:rPr>
              <a:t>Accelerated Solutions Environments (ASE)</a:t>
            </a:r>
          </a:p>
        </p:txBody>
      </p:sp>
      <p:sp>
        <p:nvSpPr>
          <p:cNvPr id="10" name="TextBox 9">
            <a:extLst>
              <a:ext uri="{FF2B5EF4-FFF2-40B4-BE49-F238E27FC236}">
                <a16:creationId xmlns:a16="http://schemas.microsoft.com/office/drawing/2014/main" id="{B8CE05E7-C4E9-46A0-9BE7-27E538AFC8A9}"/>
              </a:ext>
            </a:extLst>
          </p:cNvPr>
          <p:cNvSpPr txBox="1"/>
          <p:nvPr/>
        </p:nvSpPr>
        <p:spPr>
          <a:xfrm>
            <a:off x="272489" y="1924707"/>
            <a:ext cx="3851824" cy="1323439"/>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0" cap="none" spc="0" normalizeH="0" baseline="0" noProof="0" dirty="0">
                <a:ln>
                  <a:noFill/>
                </a:ln>
                <a:solidFill>
                  <a:srgbClr val="FFFFFF"/>
                </a:solidFill>
                <a:effectLst/>
                <a:uLnTx/>
                <a:uFillTx/>
                <a:latin typeface="Franklin Gothic Medium" panose="020B0603020102020204" pitchFamily="34" charset="0"/>
                <a:ea typeface="+mn-ea"/>
                <a:cs typeface="+mn-cs"/>
              </a:rPr>
              <a:t>The ASE is the unique combination of a creative environment and a proven methodology designed to speed up decision making and alignment.</a:t>
            </a:r>
            <a:br>
              <a:rPr kumimoji="0" lang="en-US" sz="1600" b="0" i="0" u="none" strike="noStrike" kern="0" cap="none" spc="0" normalizeH="0" baseline="0" noProof="0" dirty="0">
                <a:ln>
                  <a:noFill/>
                </a:ln>
                <a:solidFill>
                  <a:srgbClr val="FFFFFF"/>
                </a:solidFill>
                <a:effectLst/>
                <a:uLnTx/>
                <a:uFillTx/>
                <a:latin typeface="Franklin Gothic Medium" panose="020B0603020102020204" pitchFamily="34" charset="0"/>
                <a:ea typeface="+mn-ea"/>
                <a:cs typeface="+mn-cs"/>
              </a:rPr>
            </a:br>
            <a:endParaRPr kumimoji="0" lang="en-US" sz="1600" b="0" i="0" u="none" strike="noStrike" kern="0" cap="none" spc="0" normalizeH="0" baseline="0" noProof="0" dirty="0">
              <a:ln>
                <a:noFill/>
              </a:ln>
              <a:solidFill>
                <a:srgbClr val="FFFFFF"/>
              </a:solidFill>
              <a:effectLst/>
              <a:uLnTx/>
              <a:uFillTx/>
              <a:latin typeface="Franklin Gothic Medium" panose="020B0603020102020204" pitchFamily="34" charset="0"/>
              <a:ea typeface="+mn-ea"/>
              <a:cs typeface="+mn-cs"/>
            </a:endParaRPr>
          </a:p>
        </p:txBody>
      </p:sp>
      <p:sp>
        <p:nvSpPr>
          <p:cNvPr id="9" name="TextBox 8">
            <a:extLst>
              <a:ext uri="{FF2B5EF4-FFF2-40B4-BE49-F238E27FC236}">
                <a16:creationId xmlns:a16="http://schemas.microsoft.com/office/drawing/2014/main" id="{2028F9D4-E6DB-4488-8308-F473D1BE1478}"/>
              </a:ext>
            </a:extLst>
          </p:cNvPr>
          <p:cNvSpPr txBox="1"/>
          <p:nvPr/>
        </p:nvSpPr>
        <p:spPr>
          <a:xfrm>
            <a:off x="273933" y="3168520"/>
            <a:ext cx="2623380" cy="2062103"/>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600" b="0" i="0" u="none" strike="noStrike" kern="0" cap="none" spc="0" normalizeH="0" baseline="0" noProof="0" dirty="0">
                <a:ln>
                  <a:noFill/>
                </a:ln>
                <a:solidFill>
                  <a:srgbClr val="FFFFFF"/>
                </a:solidFill>
                <a:effectLst/>
                <a:uLnTx/>
                <a:uFillTx/>
                <a:latin typeface="Franklin Gothic Medium" panose="020B0603020102020204" pitchFamily="34" charset="0"/>
                <a:ea typeface="+mn-ea"/>
                <a:cs typeface="+mn-cs"/>
              </a:rPr>
              <a:t>The ASE takes place in ASE centres, specially developed by Capgemini for this purpose, which provide an unique, creative environment and specially trained moderators​</a:t>
            </a:r>
          </a:p>
        </p:txBody>
      </p:sp>
    </p:spTree>
    <p:extLst>
      <p:ext uri="{BB962C8B-B14F-4D97-AF65-F5344CB8AC3E}">
        <p14:creationId xmlns:p14="http://schemas.microsoft.com/office/powerpoint/2010/main" val="428169982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86C5BA0D-E2CF-46DC-9295-453BAF67565B}"/>
              </a:ext>
            </a:extLst>
          </p:cNvPr>
          <p:cNvSpPr>
            <a:spLocks noGrp="1"/>
          </p:cNvSpPr>
          <p:nvPr>
            <p:ph type="title"/>
          </p:nvPr>
        </p:nvSpPr>
        <p:spPr/>
        <p:txBody>
          <a:bodyPr/>
          <a:lstStyle/>
          <a:p>
            <a:endParaRPr lang="en-AU" dirty="0"/>
          </a:p>
        </p:txBody>
      </p:sp>
      <p:pic>
        <p:nvPicPr>
          <p:cNvPr id="6" name="Picture 5" descr="Diagram, timeline&#10;&#10;Description automatically generated">
            <a:extLst>
              <a:ext uri="{FF2B5EF4-FFF2-40B4-BE49-F238E27FC236}">
                <a16:creationId xmlns:a16="http://schemas.microsoft.com/office/drawing/2014/main" id="{4D09DFA7-0B2C-4FCA-B252-99F7E130A6D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92000" cy="6890906"/>
          </a:xfrm>
          <a:prstGeom prst="rect">
            <a:avLst/>
          </a:prstGeom>
        </p:spPr>
      </p:pic>
    </p:spTree>
    <p:extLst>
      <p:ext uri="{BB962C8B-B14F-4D97-AF65-F5344CB8AC3E}">
        <p14:creationId xmlns:p14="http://schemas.microsoft.com/office/powerpoint/2010/main" val="114077570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9DB0B00-D902-4CF5-84D1-F2C0967BCCA5}"/>
              </a:ext>
            </a:extLst>
          </p:cNvPr>
          <p:cNvSpPr>
            <a:spLocks noGrp="1"/>
          </p:cNvSpPr>
          <p:nvPr>
            <p:ph type="title"/>
          </p:nvPr>
        </p:nvSpPr>
        <p:spPr/>
        <p:txBody>
          <a:bodyPr/>
          <a:lstStyle/>
          <a:p>
            <a:endParaRPr lang="en-AU" dirty="0"/>
          </a:p>
        </p:txBody>
      </p:sp>
      <p:pic>
        <p:nvPicPr>
          <p:cNvPr id="3" name="Picture 2" descr="Diagram, application&#10;&#10;Description automatically generated">
            <a:extLst>
              <a:ext uri="{FF2B5EF4-FFF2-40B4-BE49-F238E27FC236}">
                <a16:creationId xmlns:a16="http://schemas.microsoft.com/office/drawing/2014/main" id="{3C7821DF-33BE-4AD8-B6C4-E1E8963A6DF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 y="-18954"/>
            <a:ext cx="12276000" cy="6927989"/>
          </a:xfrm>
          <a:prstGeom prst="rect">
            <a:avLst/>
          </a:prstGeom>
        </p:spPr>
      </p:pic>
    </p:spTree>
    <p:extLst>
      <p:ext uri="{BB962C8B-B14F-4D97-AF65-F5344CB8AC3E}">
        <p14:creationId xmlns:p14="http://schemas.microsoft.com/office/powerpoint/2010/main" val="3166743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 name="Object 4" hidden="1">
            <a:extLst>
              <a:ext uri="{FF2B5EF4-FFF2-40B4-BE49-F238E27FC236}">
                <a16:creationId xmlns:a16="http://schemas.microsoft.com/office/drawing/2014/main" id="{9A8FB6EE-6286-4395-AB55-DF63AF19E912}"/>
              </a:ext>
            </a:extLst>
          </p:cNvPr>
          <p:cNvGraphicFramePr>
            <a:graphicFrameLocks noChangeAspect="1"/>
          </p:cNvGraphicFramePr>
          <p:nvPr>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95" imgH="394" progId="TCLayout.ActiveDocument.1">
                  <p:embed/>
                </p:oleObj>
              </mc:Choice>
              <mc:Fallback>
                <p:oleObj name="think-cell Slide" r:id="rId3" imgW="395" imgH="394" progId="TCLayout.ActiveDocument.1">
                  <p:embed/>
                  <p:pic>
                    <p:nvPicPr>
                      <p:cNvPr id="5" name="Object 4" hidden="1">
                        <a:extLst>
                          <a:ext uri="{FF2B5EF4-FFF2-40B4-BE49-F238E27FC236}">
                            <a16:creationId xmlns:a16="http://schemas.microsoft.com/office/drawing/2014/main" id="{9A8FB6EE-6286-4395-AB55-DF63AF19E912}"/>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pic>
        <p:nvPicPr>
          <p:cNvPr id="6" name="Picture Placeholder 4">
            <a:extLst>
              <a:ext uri="{FF2B5EF4-FFF2-40B4-BE49-F238E27FC236}">
                <a16:creationId xmlns:a16="http://schemas.microsoft.com/office/drawing/2014/main" id="{6DF15A65-A3F1-4FA2-83DD-D4A4CDA71627}"/>
              </a:ext>
            </a:extLst>
          </p:cNvPr>
          <p:cNvPicPr>
            <a:picLocks noChangeAspect="1"/>
          </p:cNvPicPr>
          <p:nvPr/>
        </p:nvPicPr>
        <p:blipFill>
          <a:blip r:embed="rId5" cstate="print">
            <a:extLst>
              <a:ext uri="{28A0092B-C50C-407E-A947-70E740481C1C}">
                <a14:useLocalDpi xmlns:a14="http://schemas.microsoft.com/office/drawing/2010/main" val="0"/>
              </a:ext>
            </a:extLst>
          </a:blip>
          <a:srcRect/>
          <a:stretch>
            <a:fillRect/>
          </a:stretch>
        </p:blipFill>
        <p:spPr>
          <a:xfrm>
            <a:off x="1" y="3"/>
            <a:ext cx="8231744" cy="6858000"/>
          </a:xfrm>
          <a:prstGeom prst="rect">
            <a:avLst/>
          </a:prstGeom>
        </p:spPr>
      </p:pic>
      <p:sp>
        <p:nvSpPr>
          <p:cNvPr id="7" name="Rectangle 6">
            <a:extLst>
              <a:ext uri="{FF2B5EF4-FFF2-40B4-BE49-F238E27FC236}">
                <a16:creationId xmlns:a16="http://schemas.microsoft.com/office/drawing/2014/main" id="{A8CA76A9-4D96-47CF-AF05-9E79B860C5C7}"/>
              </a:ext>
            </a:extLst>
          </p:cNvPr>
          <p:cNvSpPr/>
          <p:nvPr/>
        </p:nvSpPr>
        <p:spPr>
          <a:xfrm>
            <a:off x="7040501" y="991122"/>
            <a:ext cx="3728836" cy="487576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1" b="0" i="0" u="none" strike="noStrike" kern="1200" cap="none" spc="0" normalizeH="0" baseline="0" noProof="0" dirty="0">
              <a:ln>
                <a:noFill/>
              </a:ln>
              <a:solidFill>
                <a:srgbClr val="FFFFFF"/>
              </a:solidFill>
              <a:effectLst/>
              <a:uLnTx/>
              <a:uFillTx/>
              <a:latin typeface="Verdana"/>
              <a:ea typeface="+mn-ea"/>
              <a:cs typeface="+mn-cs"/>
            </a:endParaRPr>
          </a:p>
        </p:txBody>
      </p:sp>
      <p:grpSp>
        <p:nvGrpSpPr>
          <p:cNvPr id="8" name="Group 7">
            <a:extLst>
              <a:ext uri="{FF2B5EF4-FFF2-40B4-BE49-F238E27FC236}">
                <a16:creationId xmlns:a16="http://schemas.microsoft.com/office/drawing/2014/main" id="{FC0CB7E8-294B-4B0D-B3A9-2C71FACD68A6}"/>
              </a:ext>
            </a:extLst>
          </p:cNvPr>
          <p:cNvGrpSpPr/>
          <p:nvPr/>
        </p:nvGrpSpPr>
        <p:grpSpPr>
          <a:xfrm>
            <a:off x="7375937" y="1997491"/>
            <a:ext cx="3057963" cy="1615597"/>
            <a:chOff x="1554971" y="7375090"/>
            <a:chExt cx="4586945" cy="2423393"/>
          </a:xfrm>
        </p:grpSpPr>
        <p:sp>
          <p:nvSpPr>
            <p:cNvPr id="9" name="TextBox 8">
              <a:extLst>
                <a:ext uri="{FF2B5EF4-FFF2-40B4-BE49-F238E27FC236}">
                  <a16:creationId xmlns:a16="http://schemas.microsoft.com/office/drawing/2014/main" id="{3BAC70AA-7009-4754-99EA-D972E6CB200A}"/>
                </a:ext>
              </a:extLst>
            </p:cNvPr>
            <p:cNvSpPr txBox="1"/>
            <p:nvPr/>
          </p:nvSpPr>
          <p:spPr>
            <a:xfrm>
              <a:off x="1554971" y="9198319"/>
              <a:ext cx="4586945" cy="60016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2000" b="1" dirty="0">
                  <a:solidFill>
                    <a:srgbClr val="FFFFFF"/>
                  </a:solidFill>
                  <a:latin typeface="Montserrat Semi" charset="0"/>
                  <a:ea typeface="Montserrat Semi" charset="0"/>
                  <a:cs typeface="Montserrat Semi" charset="0"/>
                </a:rPr>
                <a:t>ABOUT CAPGEMINI</a:t>
              </a:r>
              <a:endParaRPr kumimoji="0" lang="en-US" sz="2000" b="1" i="0" u="none" strike="noStrike" kern="1200" cap="none" spc="0" normalizeH="0" baseline="0" noProof="0" dirty="0">
                <a:ln>
                  <a:noFill/>
                </a:ln>
                <a:solidFill>
                  <a:srgbClr val="FFFFFF"/>
                </a:solidFill>
                <a:effectLst/>
                <a:uLnTx/>
                <a:uFillTx/>
                <a:latin typeface="Montserrat Semi" charset="0"/>
                <a:ea typeface="Montserrat Semi" charset="0"/>
                <a:cs typeface="Montserrat Semi" charset="0"/>
              </a:endParaRPr>
            </a:p>
          </p:txBody>
        </p:sp>
        <p:sp>
          <p:nvSpPr>
            <p:cNvPr id="10" name="Text Placeholder 33">
              <a:extLst>
                <a:ext uri="{FF2B5EF4-FFF2-40B4-BE49-F238E27FC236}">
                  <a16:creationId xmlns:a16="http://schemas.microsoft.com/office/drawing/2014/main" id="{00BE7F72-FB4A-4264-B914-AD0A0AE019AE}"/>
                </a:ext>
              </a:extLst>
            </p:cNvPr>
            <p:cNvSpPr txBox="1">
              <a:spLocks/>
            </p:cNvSpPr>
            <p:nvPr/>
          </p:nvSpPr>
          <p:spPr>
            <a:xfrm>
              <a:off x="3199460" y="7375090"/>
              <a:ext cx="1817555" cy="926390"/>
            </a:xfrm>
            <a:prstGeom prst="rect">
              <a:avLst/>
            </a:prstGeom>
          </p:spPr>
          <p:txBody>
            <a:bodyPr lIns="0" tIns="0" rIns="0" bIns="0"/>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Neris Thin" panose="00000300000000000000" pitchFamily="50" charset="0"/>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Neris Thin" panose="00000300000000000000" pitchFamily="50" charset="0"/>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Neris Thin" panose="00000300000000000000" pitchFamily="50" charset="0"/>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Neris Thin" panose="00000300000000000000" pitchFamily="50" charset="0"/>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100000"/>
                </a:lnSpc>
                <a:spcBef>
                  <a:spcPts val="0"/>
                </a:spcBef>
                <a:spcAft>
                  <a:spcPts val="0"/>
                </a:spcAft>
                <a:buClrTx/>
                <a:buSzTx/>
                <a:buFont typeface="Arial" panose="020B0604020202020204" pitchFamily="34" charset="0"/>
                <a:buNone/>
                <a:tabLst/>
                <a:defRPr/>
              </a:pPr>
              <a:r>
                <a:rPr kumimoji="0" lang="en-AU" sz="6600" b="0" i="0" u="none" strike="noStrike" kern="1200" cap="none" spc="0" normalizeH="0" baseline="0" noProof="0" dirty="0">
                  <a:ln>
                    <a:noFill/>
                  </a:ln>
                  <a:solidFill>
                    <a:srgbClr val="FFFFFF"/>
                  </a:solidFill>
                  <a:effectLst/>
                  <a:uLnTx/>
                  <a:uFillTx/>
                  <a:latin typeface="Lato Light"/>
                  <a:ea typeface="+mn-ea"/>
                  <a:cs typeface="Lato Light"/>
                </a:rPr>
                <a:t>06</a:t>
              </a:r>
            </a:p>
          </p:txBody>
        </p:sp>
      </p:grpSp>
    </p:spTree>
    <p:extLst>
      <p:ext uri="{BB962C8B-B14F-4D97-AF65-F5344CB8AC3E}">
        <p14:creationId xmlns:p14="http://schemas.microsoft.com/office/powerpoint/2010/main" val="36776878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3" name="Object 22" hidden="1"/>
          <p:cNvGraphicFramePr>
            <a:graphicFrameLocks noChangeAspect="1"/>
          </p:cNvGraphicFramePr>
          <p:nvPr>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think-cell Slide" r:id="rId3" imgW="270" imgH="270" progId="TCLayout.ActiveDocument.1">
                  <p:embed/>
                </p:oleObj>
              </mc:Choice>
              <mc:Fallback>
                <p:oleObj name="think-cell Slide" r:id="rId3" imgW="270" imgH="270" progId="TCLayout.ActiveDocument.1">
                  <p:embed/>
                  <p:pic>
                    <p:nvPicPr>
                      <p:cNvPr id="23" name="Object 2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p:nvPr>
        </p:nvSpPr>
        <p:spPr/>
        <p:txBody>
          <a:bodyPr/>
          <a:lstStyle/>
          <a:p>
            <a:r>
              <a:rPr lang="en-US" sz="2800" dirty="0"/>
              <a:t>A complete range of businesses </a:t>
            </a:r>
          </a:p>
        </p:txBody>
      </p:sp>
      <p:grpSp>
        <p:nvGrpSpPr>
          <p:cNvPr id="14" name="Group 13">
            <a:extLst>
              <a:ext uri="{FF2B5EF4-FFF2-40B4-BE49-F238E27FC236}">
                <a16:creationId xmlns:a16="http://schemas.microsoft.com/office/drawing/2014/main" id="{DADD21B8-F9E7-4086-B8D4-C9702BBBAB80}"/>
              </a:ext>
            </a:extLst>
          </p:cNvPr>
          <p:cNvGrpSpPr/>
          <p:nvPr/>
        </p:nvGrpSpPr>
        <p:grpSpPr>
          <a:xfrm>
            <a:off x="408679" y="1548458"/>
            <a:ext cx="3771152" cy="840768"/>
            <a:chOff x="236616" y="1548458"/>
            <a:chExt cx="3771152" cy="840768"/>
          </a:xfrm>
        </p:grpSpPr>
        <p:grpSp>
          <p:nvGrpSpPr>
            <p:cNvPr id="8" name="Group 7">
              <a:extLst>
                <a:ext uri="{FF2B5EF4-FFF2-40B4-BE49-F238E27FC236}">
                  <a16:creationId xmlns:a16="http://schemas.microsoft.com/office/drawing/2014/main" id="{BA46E770-FE4F-43C8-AFA9-205332CB671D}"/>
                </a:ext>
              </a:extLst>
            </p:cNvPr>
            <p:cNvGrpSpPr/>
            <p:nvPr/>
          </p:nvGrpSpPr>
          <p:grpSpPr>
            <a:xfrm>
              <a:off x="236616" y="1560757"/>
              <a:ext cx="3065668" cy="828469"/>
              <a:chOff x="236616" y="1560757"/>
              <a:chExt cx="3065668" cy="828469"/>
            </a:xfrm>
          </p:grpSpPr>
          <p:sp>
            <p:nvSpPr>
              <p:cNvPr id="35" name="Freeform 13">
                <a:extLst>
                  <a:ext uri="{FF2B5EF4-FFF2-40B4-BE49-F238E27FC236}">
                    <a16:creationId xmlns:a16="http://schemas.microsoft.com/office/drawing/2014/main" id="{2998D6FA-D803-7F49-B6B9-871973CA81EB}"/>
                  </a:ext>
                </a:extLst>
              </p:cNvPr>
              <p:cNvSpPr>
                <a:spLocks/>
              </p:cNvSpPr>
              <p:nvPr userDrawn="1"/>
            </p:nvSpPr>
            <p:spPr bwMode="auto">
              <a:xfrm>
                <a:off x="2549843" y="1602124"/>
                <a:ext cx="84971" cy="89443"/>
              </a:xfrm>
              <a:custGeom>
                <a:avLst/>
                <a:gdLst/>
                <a:ahLst/>
                <a:cxnLst>
                  <a:cxn ang="0">
                    <a:pos x="19" y="39"/>
                  </a:cxn>
                  <a:cxn ang="0">
                    <a:pos x="37" y="19"/>
                  </a:cxn>
                  <a:cxn ang="0">
                    <a:pos x="19" y="0"/>
                  </a:cxn>
                  <a:cxn ang="0">
                    <a:pos x="0" y="20"/>
                  </a:cxn>
                  <a:cxn ang="0">
                    <a:pos x="19" y="39"/>
                  </a:cxn>
                </a:cxnLst>
                <a:rect l="0" t="0" r="r" b="b"/>
                <a:pathLst>
                  <a:path w="37" h="39">
                    <a:moveTo>
                      <a:pt x="19" y="39"/>
                    </a:moveTo>
                    <a:cubicBezTo>
                      <a:pt x="30" y="38"/>
                      <a:pt x="37" y="29"/>
                      <a:pt x="37" y="19"/>
                    </a:cubicBezTo>
                    <a:cubicBezTo>
                      <a:pt x="37" y="8"/>
                      <a:pt x="30" y="0"/>
                      <a:pt x="19" y="0"/>
                    </a:cubicBezTo>
                    <a:cubicBezTo>
                      <a:pt x="9" y="1"/>
                      <a:pt x="0" y="9"/>
                      <a:pt x="0" y="20"/>
                    </a:cubicBezTo>
                    <a:cubicBezTo>
                      <a:pt x="0" y="31"/>
                      <a:pt x="9" y="39"/>
                      <a:pt x="19" y="39"/>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Ubuntu"/>
                  <a:ea typeface="+mn-ea"/>
                  <a:cs typeface="+mn-cs"/>
                </a:endParaRPr>
              </a:p>
            </p:txBody>
          </p:sp>
          <p:sp>
            <p:nvSpPr>
              <p:cNvPr id="36" name="Freeform 14">
                <a:extLst>
                  <a:ext uri="{FF2B5EF4-FFF2-40B4-BE49-F238E27FC236}">
                    <a16:creationId xmlns:a16="http://schemas.microsoft.com/office/drawing/2014/main" id="{C6F853A2-BE8D-A449-9DA1-221BF47F2FE9}"/>
                  </a:ext>
                </a:extLst>
              </p:cNvPr>
              <p:cNvSpPr>
                <a:spLocks/>
              </p:cNvSpPr>
              <p:nvPr userDrawn="1"/>
            </p:nvSpPr>
            <p:spPr bwMode="auto">
              <a:xfrm>
                <a:off x="3153585" y="1617777"/>
                <a:ext cx="79381" cy="88326"/>
              </a:xfrm>
              <a:custGeom>
                <a:avLst/>
                <a:gdLst/>
                <a:ahLst/>
                <a:cxnLst>
                  <a:cxn ang="0">
                    <a:pos x="17" y="37"/>
                  </a:cxn>
                  <a:cxn ang="0">
                    <a:pos x="34" y="18"/>
                  </a:cxn>
                  <a:cxn ang="0">
                    <a:pos x="17" y="0"/>
                  </a:cxn>
                  <a:cxn ang="0">
                    <a:pos x="0" y="19"/>
                  </a:cxn>
                  <a:cxn ang="0">
                    <a:pos x="17" y="37"/>
                  </a:cxn>
                </a:cxnLst>
                <a:rect l="0" t="0" r="r" b="b"/>
                <a:pathLst>
                  <a:path w="34" h="38">
                    <a:moveTo>
                      <a:pt x="17" y="37"/>
                    </a:moveTo>
                    <a:cubicBezTo>
                      <a:pt x="26" y="37"/>
                      <a:pt x="34" y="28"/>
                      <a:pt x="34" y="18"/>
                    </a:cubicBezTo>
                    <a:cubicBezTo>
                      <a:pt x="34" y="8"/>
                      <a:pt x="26" y="0"/>
                      <a:pt x="17" y="0"/>
                    </a:cubicBezTo>
                    <a:cubicBezTo>
                      <a:pt x="7" y="1"/>
                      <a:pt x="0" y="9"/>
                      <a:pt x="0" y="19"/>
                    </a:cubicBezTo>
                    <a:cubicBezTo>
                      <a:pt x="0" y="30"/>
                      <a:pt x="7" y="38"/>
                      <a:pt x="17" y="37"/>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Ubuntu"/>
                  <a:ea typeface="+mn-ea"/>
                  <a:cs typeface="+mn-cs"/>
                </a:endParaRPr>
              </a:p>
            </p:txBody>
          </p:sp>
          <p:sp>
            <p:nvSpPr>
              <p:cNvPr id="34" name="Freeform 12">
                <a:extLst>
                  <a:ext uri="{FF2B5EF4-FFF2-40B4-BE49-F238E27FC236}">
                    <a16:creationId xmlns:a16="http://schemas.microsoft.com/office/drawing/2014/main" id="{A83A3E4E-366A-3B4A-A28A-0639900CE3C8}"/>
                  </a:ext>
                </a:extLst>
              </p:cNvPr>
              <p:cNvSpPr>
                <a:spLocks noEditPoints="1"/>
              </p:cNvSpPr>
              <p:nvPr userDrawn="1"/>
            </p:nvSpPr>
            <p:spPr bwMode="auto">
              <a:xfrm>
                <a:off x="236616" y="1560757"/>
                <a:ext cx="3065668" cy="828469"/>
              </a:xfrm>
              <a:custGeom>
                <a:avLst/>
                <a:gdLst/>
                <a:ahLst/>
                <a:cxnLst>
                  <a:cxn ang="0">
                    <a:pos x="1281" y="86"/>
                  </a:cxn>
                  <a:cxn ang="0">
                    <a:pos x="1240" y="210"/>
                  </a:cxn>
                  <a:cxn ang="0">
                    <a:pos x="1122" y="182"/>
                  </a:cxn>
                  <a:cxn ang="0">
                    <a:pos x="1121" y="104"/>
                  </a:cxn>
                  <a:cxn ang="0">
                    <a:pos x="1061" y="211"/>
                  </a:cxn>
                  <a:cxn ang="0">
                    <a:pos x="1007" y="84"/>
                  </a:cxn>
                  <a:cxn ang="0">
                    <a:pos x="924" y="86"/>
                  </a:cxn>
                  <a:cxn ang="0">
                    <a:pos x="830" y="72"/>
                  </a:cxn>
                  <a:cxn ang="0">
                    <a:pos x="781" y="160"/>
                  </a:cxn>
                  <a:cxn ang="0">
                    <a:pos x="756" y="81"/>
                  </a:cxn>
                  <a:cxn ang="0">
                    <a:pos x="666" y="200"/>
                  </a:cxn>
                  <a:cxn ang="0">
                    <a:pos x="677" y="82"/>
                  </a:cxn>
                  <a:cxn ang="0">
                    <a:pos x="628" y="196"/>
                  </a:cxn>
                  <a:cxn ang="0">
                    <a:pos x="585" y="113"/>
                  </a:cxn>
                  <a:cxn ang="0">
                    <a:pos x="527" y="198"/>
                  </a:cxn>
                  <a:cxn ang="0">
                    <a:pos x="586" y="102"/>
                  </a:cxn>
                  <a:cxn ang="0">
                    <a:pos x="493" y="118"/>
                  </a:cxn>
                  <a:cxn ang="0">
                    <a:pos x="454" y="147"/>
                  </a:cxn>
                  <a:cxn ang="0">
                    <a:pos x="368" y="111"/>
                  </a:cxn>
                  <a:cxn ang="0">
                    <a:pos x="335" y="90"/>
                  </a:cxn>
                  <a:cxn ang="0">
                    <a:pos x="309" y="215"/>
                  </a:cxn>
                  <a:cxn ang="0">
                    <a:pos x="280" y="124"/>
                  </a:cxn>
                  <a:cxn ang="0">
                    <a:pos x="224" y="211"/>
                  </a:cxn>
                  <a:cxn ang="0">
                    <a:pos x="286" y="113"/>
                  </a:cxn>
                  <a:cxn ang="0">
                    <a:pos x="182" y="145"/>
                  </a:cxn>
                  <a:cxn ang="0">
                    <a:pos x="39" y="128"/>
                  </a:cxn>
                  <a:cxn ang="0">
                    <a:pos x="136" y="72"/>
                  </a:cxn>
                  <a:cxn ang="0">
                    <a:pos x="109" y="0"/>
                  </a:cxn>
                  <a:cxn ang="0">
                    <a:pos x="90" y="249"/>
                  </a:cxn>
                  <a:cxn ang="0">
                    <a:pos x="218" y="238"/>
                  </a:cxn>
                  <a:cxn ang="0">
                    <a:pos x="306" y="238"/>
                  </a:cxn>
                  <a:cxn ang="0">
                    <a:pos x="377" y="337"/>
                  </a:cxn>
                  <a:cxn ang="0">
                    <a:pos x="404" y="109"/>
                  </a:cxn>
                  <a:cxn ang="0">
                    <a:pos x="420" y="182"/>
                  </a:cxn>
                  <a:cxn ang="0">
                    <a:pos x="392" y="239"/>
                  </a:cxn>
                  <a:cxn ang="0">
                    <a:pos x="480" y="160"/>
                  </a:cxn>
                  <a:cxn ang="0">
                    <a:pos x="519" y="227"/>
                  </a:cxn>
                  <a:cxn ang="0">
                    <a:pos x="564" y="226"/>
                  </a:cxn>
                  <a:cxn ang="0">
                    <a:pos x="526" y="359"/>
                  </a:cxn>
                  <a:cxn ang="0">
                    <a:pos x="639" y="214"/>
                  </a:cxn>
                  <a:cxn ang="0">
                    <a:pos x="758" y="189"/>
                  </a:cxn>
                  <a:cxn ang="0">
                    <a:pos x="829" y="111"/>
                  </a:cxn>
                  <a:cxn ang="0">
                    <a:pos x="920" y="128"/>
                  </a:cxn>
                  <a:cxn ang="0">
                    <a:pos x="1010" y="176"/>
                  </a:cxn>
                  <a:cxn ang="0">
                    <a:pos x="1097" y="200"/>
                  </a:cxn>
                  <a:cxn ang="0">
                    <a:pos x="1174" y="112"/>
                  </a:cxn>
                  <a:cxn ang="0">
                    <a:pos x="1274" y="196"/>
                  </a:cxn>
                  <a:cxn ang="0">
                    <a:pos x="1328" y="227"/>
                  </a:cxn>
                  <a:cxn ang="0">
                    <a:pos x="528" y="335"/>
                  </a:cxn>
                  <a:cxn ang="0">
                    <a:pos x="564" y="248"/>
                  </a:cxn>
                  <a:cxn ang="0">
                    <a:pos x="674" y="105"/>
                  </a:cxn>
                  <a:cxn ang="0">
                    <a:pos x="655" y="181"/>
                  </a:cxn>
                </a:cxnLst>
                <a:rect l="0" t="0" r="r" b="b"/>
                <a:pathLst>
                  <a:path w="1328" h="359">
                    <a:moveTo>
                      <a:pt x="1295" y="118"/>
                    </a:moveTo>
                    <a:cubicBezTo>
                      <a:pt x="1295" y="99"/>
                      <a:pt x="1294" y="86"/>
                      <a:pt x="1281" y="86"/>
                    </a:cubicBezTo>
                    <a:cubicBezTo>
                      <a:pt x="1275" y="86"/>
                      <a:pt x="1273" y="87"/>
                      <a:pt x="1268" y="89"/>
                    </a:cubicBezTo>
                    <a:cubicBezTo>
                      <a:pt x="1272" y="153"/>
                      <a:pt x="1258" y="210"/>
                      <a:pt x="1240" y="210"/>
                    </a:cubicBezTo>
                    <a:cubicBezTo>
                      <a:pt x="1217" y="210"/>
                      <a:pt x="1228" y="72"/>
                      <a:pt x="1179" y="72"/>
                    </a:cubicBezTo>
                    <a:cubicBezTo>
                      <a:pt x="1133" y="72"/>
                      <a:pt x="1127" y="182"/>
                      <a:pt x="1122" y="182"/>
                    </a:cubicBezTo>
                    <a:cubicBezTo>
                      <a:pt x="1118" y="182"/>
                      <a:pt x="1118" y="153"/>
                      <a:pt x="1118" y="131"/>
                    </a:cubicBezTo>
                    <a:cubicBezTo>
                      <a:pt x="1120" y="120"/>
                      <a:pt x="1121" y="111"/>
                      <a:pt x="1121" y="104"/>
                    </a:cubicBezTo>
                    <a:cubicBezTo>
                      <a:pt x="1121" y="93"/>
                      <a:pt x="1117" y="76"/>
                      <a:pt x="1093" y="84"/>
                    </a:cubicBezTo>
                    <a:cubicBezTo>
                      <a:pt x="1094" y="163"/>
                      <a:pt x="1078" y="211"/>
                      <a:pt x="1061" y="211"/>
                    </a:cubicBezTo>
                    <a:cubicBezTo>
                      <a:pt x="1035" y="211"/>
                      <a:pt x="1034" y="139"/>
                      <a:pt x="1034" y="120"/>
                    </a:cubicBezTo>
                    <a:cubicBezTo>
                      <a:pt x="1034" y="101"/>
                      <a:pt x="1036" y="75"/>
                      <a:pt x="1007" y="84"/>
                    </a:cubicBezTo>
                    <a:cubicBezTo>
                      <a:pt x="1003" y="153"/>
                      <a:pt x="985" y="204"/>
                      <a:pt x="974" y="204"/>
                    </a:cubicBezTo>
                    <a:cubicBezTo>
                      <a:pt x="957" y="204"/>
                      <a:pt x="960" y="86"/>
                      <a:pt x="924" y="86"/>
                    </a:cubicBezTo>
                    <a:cubicBezTo>
                      <a:pt x="891" y="86"/>
                      <a:pt x="881" y="198"/>
                      <a:pt x="874" y="198"/>
                    </a:cubicBezTo>
                    <a:cubicBezTo>
                      <a:pt x="861" y="198"/>
                      <a:pt x="877" y="72"/>
                      <a:pt x="830" y="72"/>
                    </a:cubicBezTo>
                    <a:cubicBezTo>
                      <a:pt x="805" y="72"/>
                      <a:pt x="795" y="114"/>
                      <a:pt x="785" y="161"/>
                    </a:cubicBezTo>
                    <a:cubicBezTo>
                      <a:pt x="784" y="170"/>
                      <a:pt x="782" y="171"/>
                      <a:pt x="781" y="160"/>
                    </a:cubicBezTo>
                    <a:cubicBezTo>
                      <a:pt x="781" y="152"/>
                      <a:pt x="781" y="142"/>
                      <a:pt x="781" y="134"/>
                    </a:cubicBezTo>
                    <a:cubicBezTo>
                      <a:pt x="793" y="86"/>
                      <a:pt x="778" y="69"/>
                      <a:pt x="756" y="81"/>
                    </a:cubicBezTo>
                    <a:cubicBezTo>
                      <a:pt x="763" y="169"/>
                      <a:pt x="723" y="212"/>
                      <a:pt x="692" y="212"/>
                    </a:cubicBezTo>
                    <a:cubicBezTo>
                      <a:pt x="681" y="212"/>
                      <a:pt x="672" y="207"/>
                      <a:pt x="666" y="200"/>
                    </a:cubicBezTo>
                    <a:cubicBezTo>
                      <a:pt x="703" y="177"/>
                      <a:pt x="719" y="151"/>
                      <a:pt x="719" y="126"/>
                    </a:cubicBezTo>
                    <a:cubicBezTo>
                      <a:pt x="719" y="98"/>
                      <a:pt x="704" y="82"/>
                      <a:pt x="677" y="82"/>
                    </a:cubicBezTo>
                    <a:cubicBezTo>
                      <a:pt x="640" y="82"/>
                      <a:pt x="620" y="120"/>
                      <a:pt x="620" y="152"/>
                    </a:cubicBezTo>
                    <a:cubicBezTo>
                      <a:pt x="620" y="169"/>
                      <a:pt x="623" y="184"/>
                      <a:pt x="628" y="196"/>
                    </a:cubicBezTo>
                    <a:cubicBezTo>
                      <a:pt x="616" y="202"/>
                      <a:pt x="604" y="207"/>
                      <a:pt x="593" y="212"/>
                    </a:cubicBezTo>
                    <a:cubicBezTo>
                      <a:pt x="592" y="179"/>
                      <a:pt x="588" y="145"/>
                      <a:pt x="585" y="113"/>
                    </a:cubicBezTo>
                    <a:cubicBezTo>
                      <a:pt x="566" y="107"/>
                      <a:pt x="560" y="117"/>
                      <a:pt x="559" y="134"/>
                    </a:cubicBezTo>
                    <a:cubicBezTo>
                      <a:pt x="555" y="174"/>
                      <a:pt x="540" y="198"/>
                      <a:pt x="527" y="198"/>
                    </a:cubicBezTo>
                    <a:cubicBezTo>
                      <a:pt x="518" y="198"/>
                      <a:pt x="512" y="186"/>
                      <a:pt x="511" y="174"/>
                    </a:cubicBezTo>
                    <a:cubicBezTo>
                      <a:pt x="507" y="110"/>
                      <a:pt x="559" y="92"/>
                      <a:pt x="586" y="102"/>
                    </a:cubicBezTo>
                    <a:cubicBezTo>
                      <a:pt x="592" y="88"/>
                      <a:pt x="585" y="77"/>
                      <a:pt x="561" y="77"/>
                    </a:cubicBezTo>
                    <a:cubicBezTo>
                      <a:pt x="531" y="77"/>
                      <a:pt x="509" y="95"/>
                      <a:pt x="493" y="118"/>
                    </a:cubicBezTo>
                    <a:cubicBezTo>
                      <a:pt x="482" y="134"/>
                      <a:pt x="470" y="145"/>
                      <a:pt x="453" y="158"/>
                    </a:cubicBezTo>
                    <a:cubicBezTo>
                      <a:pt x="454" y="154"/>
                      <a:pt x="454" y="150"/>
                      <a:pt x="454" y="147"/>
                    </a:cubicBezTo>
                    <a:cubicBezTo>
                      <a:pt x="454" y="102"/>
                      <a:pt x="430" y="82"/>
                      <a:pt x="406" y="82"/>
                    </a:cubicBezTo>
                    <a:cubicBezTo>
                      <a:pt x="387" y="82"/>
                      <a:pt x="375" y="94"/>
                      <a:pt x="368" y="111"/>
                    </a:cubicBezTo>
                    <a:cubicBezTo>
                      <a:pt x="366" y="94"/>
                      <a:pt x="363" y="86"/>
                      <a:pt x="353" y="86"/>
                    </a:cubicBezTo>
                    <a:cubicBezTo>
                      <a:pt x="348" y="86"/>
                      <a:pt x="342" y="87"/>
                      <a:pt x="335" y="90"/>
                    </a:cubicBezTo>
                    <a:cubicBezTo>
                      <a:pt x="338" y="100"/>
                      <a:pt x="340" y="122"/>
                      <a:pt x="340" y="137"/>
                    </a:cubicBezTo>
                    <a:cubicBezTo>
                      <a:pt x="340" y="191"/>
                      <a:pt x="324" y="215"/>
                      <a:pt x="309" y="215"/>
                    </a:cubicBezTo>
                    <a:cubicBezTo>
                      <a:pt x="292" y="215"/>
                      <a:pt x="290" y="151"/>
                      <a:pt x="288" y="126"/>
                    </a:cubicBezTo>
                    <a:cubicBezTo>
                      <a:pt x="286" y="125"/>
                      <a:pt x="284" y="124"/>
                      <a:pt x="280" y="124"/>
                    </a:cubicBezTo>
                    <a:cubicBezTo>
                      <a:pt x="264" y="124"/>
                      <a:pt x="262" y="145"/>
                      <a:pt x="259" y="164"/>
                    </a:cubicBezTo>
                    <a:cubicBezTo>
                      <a:pt x="254" y="185"/>
                      <a:pt x="242" y="211"/>
                      <a:pt x="224" y="211"/>
                    </a:cubicBezTo>
                    <a:cubicBezTo>
                      <a:pt x="214" y="211"/>
                      <a:pt x="207" y="201"/>
                      <a:pt x="206" y="182"/>
                    </a:cubicBezTo>
                    <a:cubicBezTo>
                      <a:pt x="204" y="144"/>
                      <a:pt x="236" y="99"/>
                      <a:pt x="286" y="113"/>
                    </a:cubicBezTo>
                    <a:cubicBezTo>
                      <a:pt x="292" y="98"/>
                      <a:pt x="282" y="86"/>
                      <a:pt x="261" y="86"/>
                    </a:cubicBezTo>
                    <a:cubicBezTo>
                      <a:pt x="225" y="86"/>
                      <a:pt x="195" y="113"/>
                      <a:pt x="182" y="145"/>
                    </a:cubicBezTo>
                    <a:cubicBezTo>
                      <a:pt x="169" y="175"/>
                      <a:pt x="145" y="218"/>
                      <a:pt x="98" y="218"/>
                    </a:cubicBezTo>
                    <a:cubicBezTo>
                      <a:pt x="65" y="218"/>
                      <a:pt x="39" y="189"/>
                      <a:pt x="39" y="128"/>
                    </a:cubicBezTo>
                    <a:cubicBezTo>
                      <a:pt x="39" y="75"/>
                      <a:pt x="72" y="25"/>
                      <a:pt x="108" y="25"/>
                    </a:cubicBezTo>
                    <a:cubicBezTo>
                      <a:pt x="132" y="25"/>
                      <a:pt x="138" y="50"/>
                      <a:pt x="136" y="72"/>
                    </a:cubicBezTo>
                    <a:cubicBezTo>
                      <a:pt x="149" y="83"/>
                      <a:pt x="170" y="73"/>
                      <a:pt x="170" y="47"/>
                    </a:cubicBezTo>
                    <a:cubicBezTo>
                      <a:pt x="170" y="30"/>
                      <a:pt x="156" y="0"/>
                      <a:pt x="109" y="0"/>
                    </a:cubicBezTo>
                    <a:cubicBezTo>
                      <a:pt x="51" y="0"/>
                      <a:pt x="0" y="57"/>
                      <a:pt x="0" y="132"/>
                    </a:cubicBezTo>
                    <a:cubicBezTo>
                      <a:pt x="0" y="206"/>
                      <a:pt x="38" y="249"/>
                      <a:pt x="90" y="249"/>
                    </a:cubicBezTo>
                    <a:cubicBezTo>
                      <a:pt x="123" y="249"/>
                      <a:pt x="154" y="230"/>
                      <a:pt x="176" y="195"/>
                    </a:cubicBezTo>
                    <a:cubicBezTo>
                      <a:pt x="181" y="226"/>
                      <a:pt x="202" y="238"/>
                      <a:pt x="218" y="238"/>
                    </a:cubicBezTo>
                    <a:cubicBezTo>
                      <a:pt x="243" y="238"/>
                      <a:pt x="260" y="222"/>
                      <a:pt x="269" y="200"/>
                    </a:cubicBezTo>
                    <a:cubicBezTo>
                      <a:pt x="274" y="222"/>
                      <a:pt x="286" y="238"/>
                      <a:pt x="306" y="238"/>
                    </a:cubicBezTo>
                    <a:cubicBezTo>
                      <a:pt x="320" y="238"/>
                      <a:pt x="330" y="231"/>
                      <a:pt x="339" y="220"/>
                    </a:cubicBezTo>
                    <a:cubicBezTo>
                      <a:pt x="335" y="297"/>
                      <a:pt x="331" y="346"/>
                      <a:pt x="377" y="337"/>
                    </a:cubicBezTo>
                    <a:cubicBezTo>
                      <a:pt x="370" y="315"/>
                      <a:pt x="368" y="275"/>
                      <a:pt x="368" y="239"/>
                    </a:cubicBezTo>
                    <a:cubicBezTo>
                      <a:pt x="368" y="141"/>
                      <a:pt x="384" y="109"/>
                      <a:pt x="404" y="109"/>
                    </a:cubicBezTo>
                    <a:cubicBezTo>
                      <a:pt x="419" y="109"/>
                      <a:pt x="423" y="128"/>
                      <a:pt x="423" y="148"/>
                    </a:cubicBezTo>
                    <a:cubicBezTo>
                      <a:pt x="423" y="158"/>
                      <a:pt x="422" y="170"/>
                      <a:pt x="420" y="182"/>
                    </a:cubicBezTo>
                    <a:cubicBezTo>
                      <a:pt x="395" y="197"/>
                      <a:pt x="375" y="210"/>
                      <a:pt x="375" y="225"/>
                    </a:cubicBezTo>
                    <a:cubicBezTo>
                      <a:pt x="375" y="238"/>
                      <a:pt x="384" y="239"/>
                      <a:pt x="392" y="239"/>
                    </a:cubicBezTo>
                    <a:cubicBezTo>
                      <a:pt x="411" y="239"/>
                      <a:pt x="434" y="220"/>
                      <a:pt x="447" y="185"/>
                    </a:cubicBezTo>
                    <a:cubicBezTo>
                      <a:pt x="458" y="178"/>
                      <a:pt x="469" y="170"/>
                      <a:pt x="480" y="160"/>
                    </a:cubicBezTo>
                    <a:cubicBezTo>
                      <a:pt x="480" y="164"/>
                      <a:pt x="479" y="167"/>
                      <a:pt x="479" y="171"/>
                    </a:cubicBezTo>
                    <a:cubicBezTo>
                      <a:pt x="479" y="206"/>
                      <a:pt x="495" y="227"/>
                      <a:pt x="519" y="227"/>
                    </a:cubicBezTo>
                    <a:cubicBezTo>
                      <a:pt x="538" y="227"/>
                      <a:pt x="553" y="214"/>
                      <a:pt x="563" y="193"/>
                    </a:cubicBezTo>
                    <a:cubicBezTo>
                      <a:pt x="564" y="205"/>
                      <a:pt x="564" y="216"/>
                      <a:pt x="564" y="226"/>
                    </a:cubicBezTo>
                    <a:cubicBezTo>
                      <a:pt x="525" y="244"/>
                      <a:pt x="482" y="262"/>
                      <a:pt x="482" y="313"/>
                    </a:cubicBezTo>
                    <a:cubicBezTo>
                      <a:pt x="482" y="339"/>
                      <a:pt x="501" y="359"/>
                      <a:pt x="526" y="359"/>
                    </a:cubicBezTo>
                    <a:cubicBezTo>
                      <a:pt x="580" y="359"/>
                      <a:pt x="593" y="302"/>
                      <a:pt x="593" y="235"/>
                    </a:cubicBezTo>
                    <a:cubicBezTo>
                      <a:pt x="611" y="227"/>
                      <a:pt x="624" y="222"/>
                      <a:pt x="639" y="214"/>
                    </a:cubicBezTo>
                    <a:cubicBezTo>
                      <a:pt x="652" y="230"/>
                      <a:pt x="670" y="238"/>
                      <a:pt x="686" y="238"/>
                    </a:cubicBezTo>
                    <a:cubicBezTo>
                      <a:pt x="717" y="238"/>
                      <a:pt x="740" y="222"/>
                      <a:pt x="758" y="189"/>
                    </a:cubicBezTo>
                    <a:cubicBezTo>
                      <a:pt x="762" y="214"/>
                      <a:pt x="768" y="238"/>
                      <a:pt x="781" y="238"/>
                    </a:cubicBezTo>
                    <a:cubicBezTo>
                      <a:pt x="806" y="238"/>
                      <a:pt x="811" y="111"/>
                      <a:pt x="829" y="111"/>
                    </a:cubicBezTo>
                    <a:cubicBezTo>
                      <a:pt x="843" y="111"/>
                      <a:pt x="831" y="249"/>
                      <a:pt x="868" y="249"/>
                    </a:cubicBezTo>
                    <a:cubicBezTo>
                      <a:pt x="899" y="249"/>
                      <a:pt x="905" y="128"/>
                      <a:pt x="920" y="128"/>
                    </a:cubicBezTo>
                    <a:cubicBezTo>
                      <a:pt x="931" y="128"/>
                      <a:pt x="932" y="238"/>
                      <a:pt x="966" y="238"/>
                    </a:cubicBezTo>
                    <a:cubicBezTo>
                      <a:pt x="983" y="238"/>
                      <a:pt x="1001" y="218"/>
                      <a:pt x="1010" y="176"/>
                    </a:cubicBezTo>
                    <a:cubicBezTo>
                      <a:pt x="1014" y="204"/>
                      <a:pt x="1028" y="238"/>
                      <a:pt x="1056" y="238"/>
                    </a:cubicBezTo>
                    <a:cubicBezTo>
                      <a:pt x="1072" y="238"/>
                      <a:pt x="1086" y="222"/>
                      <a:pt x="1097" y="200"/>
                    </a:cubicBezTo>
                    <a:cubicBezTo>
                      <a:pt x="1100" y="223"/>
                      <a:pt x="1106" y="238"/>
                      <a:pt x="1118" y="238"/>
                    </a:cubicBezTo>
                    <a:cubicBezTo>
                      <a:pt x="1150" y="238"/>
                      <a:pt x="1149" y="112"/>
                      <a:pt x="1174" y="112"/>
                    </a:cubicBezTo>
                    <a:cubicBezTo>
                      <a:pt x="1194" y="112"/>
                      <a:pt x="1188" y="238"/>
                      <a:pt x="1235" y="238"/>
                    </a:cubicBezTo>
                    <a:cubicBezTo>
                      <a:pt x="1257" y="238"/>
                      <a:pt x="1268" y="220"/>
                      <a:pt x="1274" y="196"/>
                    </a:cubicBezTo>
                    <a:cubicBezTo>
                      <a:pt x="1283" y="231"/>
                      <a:pt x="1297" y="238"/>
                      <a:pt x="1308" y="238"/>
                    </a:cubicBezTo>
                    <a:cubicBezTo>
                      <a:pt x="1315" y="238"/>
                      <a:pt x="1321" y="236"/>
                      <a:pt x="1328" y="227"/>
                    </a:cubicBezTo>
                    <a:cubicBezTo>
                      <a:pt x="1292" y="212"/>
                      <a:pt x="1295" y="155"/>
                      <a:pt x="1295" y="118"/>
                    </a:cubicBezTo>
                    <a:moveTo>
                      <a:pt x="528" y="335"/>
                    </a:moveTo>
                    <a:cubicBezTo>
                      <a:pt x="517" y="335"/>
                      <a:pt x="511" y="325"/>
                      <a:pt x="511" y="313"/>
                    </a:cubicBezTo>
                    <a:cubicBezTo>
                      <a:pt x="511" y="280"/>
                      <a:pt x="535" y="263"/>
                      <a:pt x="564" y="248"/>
                    </a:cubicBezTo>
                    <a:cubicBezTo>
                      <a:pt x="563" y="319"/>
                      <a:pt x="546" y="335"/>
                      <a:pt x="528" y="335"/>
                    </a:cubicBezTo>
                    <a:moveTo>
                      <a:pt x="674" y="105"/>
                    </a:moveTo>
                    <a:cubicBezTo>
                      <a:pt x="685" y="105"/>
                      <a:pt x="692" y="115"/>
                      <a:pt x="691" y="129"/>
                    </a:cubicBezTo>
                    <a:cubicBezTo>
                      <a:pt x="689" y="146"/>
                      <a:pt x="677" y="166"/>
                      <a:pt x="655" y="181"/>
                    </a:cubicBezTo>
                    <a:cubicBezTo>
                      <a:pt x="644" y="149"/>
                      <a:pt x="653" y="105"/>
                      <a:pt x="674" y="105"/>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Ubuntu"/>
                  <a:ea typeface="+mn-ea"/>
                  <a:cs typeface="+mn-cs"/>
                </a:endParaRPr>
              </a:p>
            </p:txBody>
          </p:sp>
        </p:grpSp>
        <p:grpSp>
          <p:nvGrpSpPr>
            <p:cNvPr id="5" name="Group 4">
              <a:extLst>
                <a:ext uri="{FF2B5EF4-FFF2-40B4-BE49-F238E27FC236}">
                  <a16:creationId xmlns:a16="http://schemas.microsoft.com/office/drawing/2014/main" id="{9C864FE6-B73F-4C16-871F-4AB486C8912B}"/>
                </a:ext>
              </a:extLst>
            </p:cNvPr>
            <p:cNvGrpSpPr/>
            <p:nvPr/>
          </p:nvGrpSpPr>
          <p:grpSpPr>
            <a:xfrm>
              <a:off x="3345888" y="1548458"/>
              <a:ext cx="661880" cy="611570"/>
              <a:chOff x="3345888" y="1548458"/>
              <a:chExt cx="661880" cy="611570"/>
            </a:xfrm>
          </p:grpSpPr>
          <p:sp>
            <p:nvSpPr>
              <p:cNvPr id="33" name="Freeform 11">
                <a:extLst>
                  <a:ext uri="{FF2B5EF4-FFF2-40B4-BE49-F238E27FC236}">
                    <a16:creationId xmlns:a16="http://schemas.microsoft.com/office/drawing/2014/main" id="{31BE0134-C820-7D4C-A257-A6FC4C688D04}"/>
                  </a:ext>
                </a:extLst>
              </p:cNvPr>
              <p:cNvSpPr>
                <a:spLocks/>
              </p:cNvSpPr>
              <p:nvPr userDrawn="1"/>
            </p:nvSpPr>
            <p:spPr bwMode="auto">
              <a:xfrm>
                <a:off x="3571732" y="1805608"/>
                <a:ext cx="436036" cy="354420"/>
              </a:xfrm>
              <a:custGeom>
                <a:avLst/>
                <a:gdLst/>
                <a:ahLst/>
                <a:cxnLst>
                  <a:cxn ang="0">
                    <a:pos x="125" y="107"/>
                  </a:cxn>
                  <a:cxn ang="0">
                    <a:pos x="189" y="43"/>
                  </a:cxn>
                  <a:cxn ang="0">
                    <a:pos x="142" y="0"/>
                  </a:cxn>
                  <a:cxn ang="0">
                    <a:pos x="50" y="99"/>
                  </a:cxn>
                  <a:cxn ang="0">
                    <a:pos x="0" y="144"/>
                  </a:cxn>
                  <a:cxn ang="0">
                    <a:pos x="37" y="154"/>
                  </a:cxn>
                  <a:cxn ang="0">
                    <a:pos x="125" y="125"/>
                  </a:cxn>
                  <a:cxn ang="0">
                    <a:pos x="81" y="85"/>
                  </a:cxn>
                  <a:cxn ang="0">
                    <a:pos x="125" y="107"/>
                  </a:cxn>
                </a:cxnLst>
                <a:rect l="0" t="0" r="r" b="b"/>
                <a:pathLst>
                  <a:path w="189" h="154">
                    <a:moveTo>
                      <a:pt x="125" y="107"/>
                    </a:moveTo>
                    <a:cubicBezTo>
                      <a:pt x="161" y="107"/>
                      <a:pt x="188" y="78"/>
                      <a:pt x="189" y="43"/>
                    </a:cubicBezTo>
                    <a:cubicBezTo>
                      <a:pt x="186" y="28"/>
                      <a:pt x="181" y="0"/>
                      <a:pt x="142" y="0"/>
                    </a:cubicBezTo>
                    <a:cubicBezTo>
                      <a:pt x="99" y="0"/>
                      <a:pt x="84" y="60"/>
                      <a:pt x="50" y="99"/>
                    </a:cubicBezTo>
                    <a:cubicBezTo>
                      <a:pt x="47" y="121"/>
                      <a:pt x="26" y="140"/>
                      <a:pt x="0" y="144"/>
                    </a:cubicBezTo>
                    <a:cubicBezTo>
                      <a:pt x="6" y="150"/>
                      <a:pt x="20" y="154"/>
                      <a:pt x="37" y="154"/>
                    </a:cubicBezTo>
                    <a:cubicBezTo>
                      <a:pt x="68" y="154"/>
                      <a:pt x="106" y="145"/>
                      <a:pt x="125" y="125"/>
                    </a:cubicBezTo>
                    <a:cubicBezTo>
                      <a:pt x="99" y="126"/>
                      <a:pt x="82" y="109"/>
                      <a:pt x="81" y="85"/>
                    </a:cubicBezTo>
                    <a:cubicBezTo>
                      <a:pt x="93" y="101"/>
                      <a:pt x="108" y="107"/>
                      <a:pt x="125" y="107"/>
                    </a:cubicBezTo>
                  </a:path>
                </a:pathLst>
              </a:custGeom>
              <a:solidFill>
                <a:srgbClr val="12ABDB"/>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Ubuntu"/>
                  <a:ea typeface="+mn-ea"/>
                  <a:cs typeface="+mn-cs"/>
                </a:endParaRPr>
              </a:p>
            </p:txBody>
          </p:sp>
          <p:sp>
            <p:nvSpPr>
              <p:cNvPr id="37" name="Freeform 15">
                <a:extLst>
                  <a:ext uri="{FF2B5EF4-FFF2-40B4-BE49-F238E27FC236}">
                    <a16:creationId xmlns:a16="http://schemas.microsoft.com/office/drawing/2014/main" id="{A55921C7-1B45-194E-A500-E3E8A40F586E}"/>
                  </a:ext>
                </a:extLst>
              </p:cNvPr>
              <p:cNvSpPr>
                <a:spLocks/>
              </p:cNvSpPr>
              <p:nvPr userDrawn="1"/>
            </p:nvSpPr>
            <p:spPr bwMode="auto">
              <a:xfrm>
                <a:off x="3345888" y="1548458"/>
                <a:ext cx="661880" cy="561257"/>
              </a:xfrm>
              <a:custGeom>
                <a:avLst/>
                <a:gdLst/>
                <a:ahLst/>
                <a:cxnLst>
                  <a:cxn ang="0">
                    <a:pos x="286" y="152"/>
                  </a:cxn>
                  <a:cxn ang="0">
                    <a:pos x="237" y="50"/>
                  </a:cxn>
                  <a:cxn ang="0">
                    <a:pos x="160" y="3"/>
                  </a:cxn>
                  <a:cxn ang="0">
                    <a:pos x="153" y="0"/>
                  </a:cxn>
                  <a:cxn ang="0">
                    <a:pos x="153" y="0"/>
                  </a:cxn>
                  <a:cxn ang="0">
                    <a:pos x="0" y="158"/>
                  </a:cxn>
                  <a:cxn ang="0">
                    <a:pos x="53" y="236"/>
                  </a:cxn>
                  <a:cxn ang="0">
                    <a:pos x="107" y="237"/>
                  </a:cxn>
                  <a:cxn ang="0">
                    <a:pos x="148" y="210"/>
                  </a:cxn>
                  <a:cxn ang="0">
                    <a:pos x="240" y="111"/>
                  </a:cxn>
                  <a:cxn ang="0">
                    <a:pos x="287" y="154"/>
                  </a:cxn>
                  <a:cxn ang="0">
                    <a:pos x="286" y="152"/>
                  </a:cxn>
                </a:cxnLst>
                <a:rect l="0" t="0" r="r" b="b"/>
                <a:pathLst>
                  <a:path w="287" h="243">
                    <a:moveTo>
                      <a:pt x="286" y="152"/>
                    </a:moveTo>
                    <a:cubicBezTo>
                      <a:pt x="286" y="111"/>
                      <a:pt x="267" y="77"/>
                      <a:pt x="237" y="50"/>
                    </a:cubicBezTo>
                    <a:cubicBezTo>
                      <a:pt x="215" y="30"/>
                      <a:pt x="188" y="14"/>
                      <a:pt x="160" y="3"/>
                    </a:cubicBezTo>
                    <a:cubicBezTo>
                      <a:pt x="158" y="2"/>
                      <a:pt x="156" y="1"/>
                      <a:pt x="153" y="0"/>
                    </a:cubicBezTo>
                    <a:cubicBezTo>
                      <a:pt x="153" y="0"/>
                      <a:pt x="153" y="0"/>
                      <a:pt x="153" y="0"/>
                    </a:cubicBezTo>
                    <a:cubicBezTo>
                      <a:pt x="119" y="41"/>
                      <a:pt x="0" y="72"/>
                      <a:pt x="0" y="158"/>
                    </a:cubicBezTo>
                    <a:cubicBezTo>
                      <a:pt x="0" y="192"/>
                      <a:pt x="21" y="223"/>
                      <a:pt x="53" y="236"/>
                    </a:cubicBezTo>
                    <a:cubicBezTo>
                      <a:pt x="71" y="243"/>
                      <a:pt x="89" y="243"/>
                      <a:pt x="107" y="237"/>
                    </a:cubicBezTo>
                    <a:cubicBezTo>
                      <a:pt x="123" y="232"/>
                      <a:pt x="137" y="222"/>
                      <a:pt x="148" y="210"/>
                    </a:cubicBezTo>
                    <a:cubicBezTo>
                      <a:pt x="182" y="171"/>
                      <a:pt x="197" y="111"/>
                      <a:pt x="240" y="111"/>
                    </a:cubicBezTo>
                    <a:cubicBezTo>
                      <a:pt x="279" y="111"/>
                      <a:pt x="284" y="139"/>
                      <a:pt x="287" y="154"/>
                    </a:cubicBezTo>
                    <a:cubicBezTo>
                      <a:pt x="287" y="154"/>
                      <a:pt x="287" y="153"/>
                      <a:pt x="286" y="152"/>
                    </a:cubicBezTo>
                  </a:path>
                </a:pathLst>
              </a:custGeom>
              <a:solidFill>
                <a:srgbClr val="0070AD"/>
              </a:solidFill>
              <a:ln w="9525">
                <a:noFill/>
                <a:round/>
                <a:headEnd/>
                <a:tailEnd/>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dirty="0">
                  <a:ln>
                    <a:noFill/>
                  </a:ln>
                  <a:solidFill>
                    <a:prstClr val="black"/>
                  </a:solidFill>
                  <a:effectLst/>
                  <a:uLnTx/>
                  <a:uFillTx/>
                  <a:latin typeface="Ubuntu"/>
                  <a:ea typeface="+mn-ea"/>
                  <a:cs typeface="+mn-cs"/>
                </a:endParaRPr>
              </a:p>
            </p:txBody>
          </p:sp>
        </p:grpSp>
      </p:grpSp>
      <p:sp>
        <p:nvSpPr>
          <p:cNvPr id="38" name="Rectangle 3">
            <a:extLst>
              <a:ext uri="{FF2B5EF4-FFF2-40B4-BE49-F238E27FC236}">
                <a16:creationId xmlns:a16="http://schemas.microsoft.com/office/drawing/2014/main" id="{6FABB2F8-76D2-464F-AD07-B8695C55DAA3}"/>
              </a:ext>
            </a:extLst>
          </p:cNvPr>
          <p:cNvSpPr/>
          <p:nvPr/>
        </p:nvSpPr>
        <p:spPr>
          <a:xfrm>
            <a:off x="5447928" y="1369611"/>
            <a:ext cx="6336706" cy="869469"/>
          </a:xfrm>
          <a:prstGeom prst="rect">
            <a:avLst/>
          </a:prstGeom>
        </p:spPr>
        <p:txBody>
          <a:bodyPr wrap="square">
            <a:spAutoFit/>
          </a:bodyPr>
          <a:lstStyle/>
          <a:p>
            <a:pPr marL="0" marR="0" lvl="0" indent="0" algn="l" defTabSz="957756" rtl="0" eaLnBrk="1" fontAlgn="auto" latinLnBrk="0" hangingPunct="1">
              <a:lnSpc>
                <a:spcPct val="100000"/>
              </a:lnSpc>
              <a:spcBef>
                <a:spcPts val="0"/>
              </a:spcBef>
              <a:spcAft>
                <a:spcPts val="3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Ubuntu"/>
                <a:ea typeface="+mn-ea"/>
                <a:cs typeface="Arial" panose="020B0604020202020204" pitchFamily="34" charset="0"/>
              </a:rPr>
              <a:t>We are 270,000 people, passionate about helping our clients solve their most complex business and technology challenges, and we deliver transformational outcomes at scale. </a:t>
            </a:r>
          </a:p>
          <a:p>
            <a:pPr marL="0" marR="0" lvl="0" indent="0" algn="l" defTabSz="957756" rtl="0" eaLnBrk="1" fontAlgn="auto" latinLnBrk="0" hangingPunct="1">
              <a:lnSpc>
                <a:spcPct val="100000"/>
              </a:lnSpc>
              <a:spcBef>
                <a:spcPts val="0"/>
              </a:spcBef>
              <a:spcAft>
                <a:spcPts val="3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Ubuntu"/>
                <a:ea typeface="+mn-ea"/>
                <a:cs typeface="Arial" panose="020B0604020202020204" pitchFamily="34" charset="0"/>
              </a:rPr>
              <a:t>We are driven by the conviction that the business value of technology comes from and through people.</a:t>
            </a:r>
            <a:endParaRPr kumimoji="0" lang="en-US" sz="1200" b="1" i="0" u="none" strike="noStrike" kern="1200" cap="none" spc="0" normalizeH="0" baseline="0" noProof="0" dirty="0">
              <a:ln>
                <a:noFill/>
              </a:ln>
              <a:solidFill>
                <a:prstClr val="black"/>
              </a:solidFill>
              <a:effectLst/>
              <a:uLnTx/>
              <a:uFillTx/>
              <a:latin typeface="Ubuntu"/>
              <a:ea typeface="+mn-ea"/>
              <a:cs typeface="Arial" panose="020B0604020202020204" pitchFamily="34" charset="0"/>
            </a:endParaRPr>
          </a:p>
        </p:txBody>
      </p:sp>
      <p:pic>
        <p:nvPicPr>
          <p:cNvPr id="6" name="Image 5">
            <a:extLst>
              <a:ext uri="{FF2B5EF4-FFF2-40B4-BE49-F238E27FC236}">
                <a16:creationId xmlns:a16="http://schemas.microsoft.com/office/drawing/2014/main" id="{BBD3118D-9928-A749-B573-AEA9146211D5}"/>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1470161" y="5382995"/>
            <a:ext cx="1648188" cy="854317"/>
          </a:xfrm>
          <a:prstGeom prst="rect">
            <a:avLst/>
          </a:prstGeom>
        </p:spPr>
      </p:pic>
      <p:sp>
        <p:nvSpPr>
          <p:cNvPr id="41" name="Rectangle 3">
            <a:extLst>
              <a:ext uri="{FF2B5EF4-FFF2-40B4-BE49-F238E27FC236}">
                <a16:creationId xmlns:a16="http://schemas.microsoft.com/office/drawing/2014/main" id="{B79A9963-9DFD-6E4F-9A5E-BD4D6DAEC0B8}"/>
              </a:ext>
            </a:extLst>
          </p:cNvPr>
          <p:cNvSpPr/>
          <p:nvPr/>
        </p:nvSpPr>
        <p:spPr>
          <a:xfrm>
            <a:off x="5447927" y="5486988"/>
            <a:ext cx="6336705" cy="646331"/>
          </a:xfrm>
          <a:prstGeom prst="rect">
            <a:avLst/>
          </a:prstGeom>
        </p:spPr>
        <p:txBody>
          <a:bodyPr wrap="square">
            <a:spAutoFit/>
          </a:bodyPr>
          <a:lstStyle/>
          <a:p>
            <a:pPr marL="0" marR="0" lvl="0" indent="0" algn="l" defTabSz="914616" rtl="0" eaLnBrk="1" fontAlgn="auto" latinLnBrk="0" hangingPunct="1">
              <a:lnSpc>
                <a:spcPct val="100000"/>
              </a:lnSpc>
              <a:spcBef>
                <a:spcPts val="0"/>
              </a:spcBef>
              <a:spcAft>
                <a:spcPts val="300"/>
              </a:spcAft>
              <a:buClr>
                <a:srgbClr val="0098CC"/>
              </a:buClr>
              <a:buSzTx/>
              <a:buFontTx/>
              <a:buNone/>
              <a:tabLst/>
              <a:defRPr/>
            </a:pPr>
            <a:r>
              <a:rPr kumimoji="0" lang="en-US" sz="1200" b="0" i="0" u="none" strike="noStrike" kern="1200" cap="none" spc="0" normalizeH="0" baseline="0" noProof="0" dirty="0">
                <a:ln>
                  <a:noFill/>
                </a:ln>
                <a:solidFill>
                  <a:prstClr val="black"/>
                </a:solidFill>
                <a:effectLst/>
                <a:uLnTx/>
                <a:uFillTx/>
                <a:latin typeface="Ubuntu"/>
                <a:ea typeface="+mn-ea"/>
                <a:cs typeface="Arial" panose="020B0604020202020204" pitchFamily="34" charset="0"/>
              </a:rPr>
              <a:t>Sogeti works closely with its clients at a local level and mobilizes expert teams that create custom solutions from existing and emerging technologies to deliver viable outcomes at speed.</a:t>
            </a:r>
          </a:p>
        </p:txBody>
      </p:sp>
      <p:pic>
        <p:nvPicPr>
          <p:cNvPr id="25" name="Picture 24">
            <a:extLst>
              <a:ext uri="{FF2B5EF4-FFF2-40B4-BE49-F238E27FC236}">
                <a16:creationId xmlns:a16="http://schemas.microsoft.com/office/drawing/2014/main" id="{2648DFA6-6B56-4E39-A479-07B4581FD5C2}"/>
              </a:ext>
            </a:extLst>
          </p:cNvPr>
          <p:cNvPicPr>
            <a:picLocks noChangeAspect="1"/>
          </p:cNvPicPr>
          <p:nvPr/>
        </p:nvPicPr>
        <p:blipFill>
          <a:blip r:embed="rId6" cstate="print">
            <a:extLst>
              <a:ext uri="{28A0092B-C50C-407E-A947-70E740481C1C}">
                <a14:useLocalDpi xmlns:a14="http://schemas.microsoft.com/office/drawing/2010/main" val="0"/>
              </a:ext>
            </a:extLst>
          </a:blip>
          <a:srcRect l="8276" t="25493" r="8278" b="26693"/>
          <a:stretch>
            <a:fillRect/>
          </a:stretch>
        </p:blipFill>
        <p:spPr>
          <a:xfrm>
            <a:off x="119336" y="2843419"/>
            <a:ext cx="3911614" cy="673608"/>
          </a:xfrm>
          <a:custGeom>
            <a:avLst/>
            <a:gdLst>
              <a:gd name="connsiteX0" fmla="*/ 0 w 4331608"/>
              <a:gd name="connsiteY0" fmla="*/ 0 h 745934"/>
              <a:gd name="connsiteX1" fmla="*/ 4331608 w 4331608"/>
              <a:gd name="connsiteY1" fmla="*/ 0 h 745934"/>
              <a:gd name="connsiteX2" fmla="*/ 4331608 w 4331608"/>
              <a:gd name="connsiteY2" fmla="*/ 745934 h 745934"/>
              <a:gd name="connsiteX3" fmla="*/ 0 w 4331608"/>
              <a:gd name="connsiteY3" fmla="*/ 745934 h 745934"/>
            </a:gdLst>
            <a:ahLst/>
            <a:cxnLst>
              <a:cxn ang="0">
                <a:pos x="connsiteX0" y="connsiteY0"/>
              </a:cxn>
              <a:cxn ang="0">
                <a:pos x="connsiteX1" y="connsiteY1"/>
              </a:cxn>
              <a:cxn ang="0">
                <a:pos x="connsiteX2" y="connsiteY2"/>
              </a:cxn>
              <a:cxn ang="0">
                <a:pos x="connsiteX3" y="connsiteY3"/>
              </a:cxn>
            </a:cxnLst>
            <a:rect l="l" t="t" r="r" b="b"/>
            <a:pathLst>
              <a:path w="4331608" h="745934">
                <a:moveTo>
                  <a:pt x="0" y="0"/>
                </a:moveTo>
                <a:lnTo>
                  <a:pt x="4331608" y="0"/>
                </a:lnTo>
                <a:lnTo>
                  <a:pt x="4331608" y="745934"/>
                </a:lnTo>
                <a:lnTo>
                  <a:pt x="0" y="745934"/>
                </a:lnTo>
                <a:close/>
              </a:path>
            </a:pathLst>
          </a:custGeom>
        </p:spPr>
      </p:pic>
      <p:sp>
        <p:nvSpPr>
          <p:cNvPr id="15" name="Rectangle 14">
            <a:extLst>
              <a:ext uri="{FF2B5EF4-FFF2-40B4-BE49-F238E27FC236}">
                <a16:creationId xmlns:a16="http://schemas.microsoft.com/office/drawing/2014/main" id="{41E03437-6059-484E-92B9-59608FA48094}"/>
              </a:ext>
            </a:extLst>
          </p:cNvPr>
          <p:cNvSpPr/>
          <p:nvPr/>
        </p:nvSpPr>
        <p:spPr>
          <a:xfrm>
            <a:off x="5447928" y="2820022"/>
            <a:ext cx="6336706" cy="684803"/>
          </a:xfrm>
          <a:prstGeom prst="rect">
            <a:avLst/>
          </a:prstGeom>
        </p:spPr>
        <p:txBody>
          <a:bodyPr wrap="square">
            <a:spAutoFit/>
          </a:bodyPr>
          <a:lstStyle/>
          <a:p>
            <a:pPr marL="0" marR="0" lvl="0" indent="0" algn="l" defTabSz="957756" rtl="0" eaLnBrk="1" fontAlgn="auto" latinLnBrk="0" hangingPunct="1">
              <a:lnSpc>
                <a:spcPct val="100000"/>
              </a:lnSpc>
              <a:spcBef>
                <a:spcPts val="0"/>
              </a:spcBef>
              <a:spcAft>
                <a:spcPts val="3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Ubuntu"/>
                <a:ea typeface="+mn-ea"/>
                <a:cs typeface="Arial" panose="020B0604020202020204" pitchFamily="34" charset="0"/>
              </a:rPr>
              <a:t>Capgemini Invent is the Group’s digital innovation, consulting and transformation brand.</a:t>
            </a:r>
          </a:p>
          <a:p>
            <a:pPr marL="0" marR="0" lvl="0" indent="0" algn="l" defTabSz="957756" rtl="0" eaLnBrk="1" fontAlgn="auto" latinLnBrk="0" hangingPunct="1">
              <a:lnSpc>
                <a:spcPct val="100000"/>
              </a:lnSpc>
              <a:spcBef>
                <a:spcPts val="0"/>
              </a:spcBef>
              <a:spcAft>
                <a:spcPts val="300"/>
              </a:spcAft>
              <a:buClrTx/>
              <a:buSzTx/>
              <a:buFontTx/>
              <a:buNone/>
              <a:tabLst/>
              <a:defRPr/>
            </a:pPr>
            <a:r>
              <a:rPr kumimoji="0" lang="en-US" sz="1200" b="0" i="0" u="none" strike="noStrike" kern="1200" cap="none" spc="0" normalizeH="0" baseline="0" noProof="0" dirty="0">
                <a:ln>
                  <a:noFill/>
                </a:ln>
                <a:solidFill>
                  <a:prstClr val="black"/>
                </a:solidFill>
                <a:effectLst/>
                <a:uLnTx/>
                <a:uFillTx/>
                <a:latin typeface="Ubuntu"/>
                <a:ea typeface="+mn-ea"/>
                <a:cs typeface="Arial" panose="020B0604020202020204" pitchFamily="34" charset="0"/>
              </a:rPr>
              <a:t>They bring to life what’s next for their clients by combining strategy, technology, data science and creative design expertise.</a:t>
            </a:r>
          </a:p>
        </p:txBody>
      </p:sp>
      <p:cxnSp>
        <p:nvCxnSpPr>
          <p:cNvPr id="13" name="Straight Connector 12">
            <a:extLst>
              <a:ext uri="{FF2B5EF4-FFF2-40B4-BE49-F238E27FC236}">
                <a16:creationId xmlns:a16="http://schemas.microsoft.com/office/drawing/2014/main" id="{82D51FDD-8D2F-4912-A957-4FD741707F27}"/>
              </a:ext>
            </a:extLst>
          </p:cNvPr>
          <p:cNvCxnSpPr/>
          <p:nvPr/>
        </p:nvCxnSpPr>
        <p:spPr>
          <a:xfrm>
            <a:off x="241311" y="2570379"/>
            <a:ext cx="11674463"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3A631D7F-E8B0-4E2A-8398-4A252F2BBC50}"/>
              </a:ext>
            </a:extLst>
          </p:cNvPr>
          <p:cNvCxnSpPr/>
          <p:nvPr/>
        </p:nvCxnSpPr>
        <p:spPr>
          <a:xfrm>
            <a:off x="241311" y="3787684"/>
            <a:ext cx="11674463"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24" name="Straight Connector 29">
            <a:extLst>
              <a:ext uri="{FF2B5EF4-FFF2-40B4-BE49-F238E27FC236}">
                <a16:creationId xmlns:a16="http://schemas.microsoft.com/office/drawing/2014/main" id="{0A3DD3A0-12EB-4504-A2FB-CD69B43E55B7}"/>
              </a:ext>
            </a:extLst>
          </p:cNvPr>
          <p:cNvCxnSpPr/>
          <p:nvPr/>
        </p:nvCxnSpPr>
        <p:spPr>
          <a:xfrm>
            <a:off x="241311" y="5189810"/>
            <a:ext cx="11674463" cy="0"/>
          </a:xfrm>
          <a:prstGeom prst="line">
            <a:avLst/>
          </a:prstGeom>
          <a:ln>
            <a:solidFill>
              <a:schemeClr val="bg1">
                <a:lumMod val="75000"/>
              </a:schemeClr>
            </a:solidFill>
            <a:prstDash val="dash"/>
          </a:ln>
        </p:spPr>
        <p:style>
          <a:lnRef idx="1">
            <a:schemeClr val="accent1"/>
          </a:lnRef>
          <a:fillRef idx="0">
            <a:schemeClr val="accent1"/>
          </a:fillRef>
          <a:effectRef idx="0">
            <a:schemeClr val="accent1"/>
          </a:effectRef>
          <a:fontRef idx="minor">
            <a:schemeClr val="tx1"/>
          </a:fontRef>
        </p:style>
      </p:cxnSp>
      <p:sp>
        <p:nvSpPr>
          <p:cNvPr id="26" name="Rectangle 3">
            <a:extLst>
              <a:ext uri="{FF2B5EF4-FFF2-40B4-BE49-F238E27FC236}">
                <a16:creationId xmlns:a16="http://schemas.microsoft.com/office/drawing/2014/main" id="{87324A89-F79E-4A89-9E61-DB38A29E18CA}"/>
              </a:ext>
            </a:extLst>
          </p:cNvPr>
          <p:cNvSpPr/>
          <p:nvPr/>
        </p:nvSpPr>
        <p:spPr>
          <a:xfrm>
            <a:off x="5403246" y="4018582"/>
            <a:ext cx="6251999" cy="830997"/>
          </a:xfrm>
          <a:prstGeom prst="rect">
            <a:avLst/>
          </a:prstGeom>
        </p:spPr>
        <p:txBody>
          <a:bodyPr wrap="square">
            <a:spAutoFit/>
          </a:bodyPr>
          <a:lstStyle/>
          <a:p>
            <a:pPr marL="7317" marR="3081" lvl="0" indent="-385" algn="l" defTabSz="914400" rtl="0" eaLnBrk="1" fontAlgn="auto" latinLnBrk="0" hangingPunct="1">
              <a:lnSpc>
                <a:spcPct val="100000"/>
              </a:lnSpc>
              <a:spcBef>
                <a:spcPct val="0"/>
              </a:spcBef>
              <a:spcAft>
                <a:spcPts val="0"/>
              </a:spcAft>
              <a:buClrTx/>
              <a:buSzTx/>
              <a:buFontTx/>
              <a:buNone/>
              <a:tabLst>
                <a:tab pos="1495353" algn="l"/>
                <a:tab pos="2068771" algn="l"/>
                <a:tab pos="2319472" algn="l"/>
                <a:tab pos="3472084" algn="l"/>
              </a:tabLst>
              <a:defRPr/>
            </a:pPr>
            <a:r>
              <a:rPr kumimoji="0" lang="en-US" sz="1200" b="0" i="0" u="none" strike="noStrike" kern="1200" cap="none" spc="0" normalizeH="0" baseline="0" noProof="0" dirty="0">
                <a:ln>
                  <a:noFill/>
                </a:ln>
                <a:solidFill>
                  <a:prstClr val="black"/>
                </a:solidFill>
                <a:effectLst/>
                <a:uLnTx/>
                <a:uFillTx/>
                <a:latin typeface="Ubuntu"/>
                <a:ea typeface="+mn-ea"/>
                <a:cs typeface="Arial" panose="020B0604020202020204" pitchFamily="34" charset="0"/>
              </a:rPr>
              <a:t>Capgemini Engineering combines, under one brand, the world leading engineering and R&amp;D services of Altran – acquired by Capgemini in 2020 – and Capgemini’s digital manufacturing expertise. It helps its clients unleash the potential of R&amp;D, a key component of accelerating their journey towards Intelligent Industry.</a:t>
            </a:r>
          </a:p>
        </p:txBody>
      </p:sp>
      <p:pic>
        <p:nvPicPr>
          <p:cNvPr id="27" name="Picture 26" descr="Logo&#10;&#10;Description automatically generated">
            <a:extLst>
              <a:ext uri="{FF2B5EF4-FFF2-40B4-BE49-F238E27FC236}">
                <a16:creationId xmlns:a16="http://schemas.microsoft.com/office/drawing/2014/main" id="{B8580B0F-5FCA-4F70-804D-6E5DBB669581}"/>
              </a:ext>
            </a:extLst>
          </p:cNvPr>
          <p:cNvPicPr>
            <a:picLocks noChangeAspect="1"/>
          </p:cNvPicPr>
          <p:nvPr/>
        </p:nvPicPr>
        <p:blipFill rotWithShape="1">
          <a:blip r:embed="rId7">
            <a:extLst>
              <a:ext uri="{28A0092B-C50C-407E-A947-70E740481C1C}">
                <a14:useLocalDpi xmlns:a14="http://schemas.microsoft.com/office/drawing/2010/main" val="0"/>
              </a:ext>
            </a:extLst>
          </a:blip>
          <a:srcRect l="6310" t="17916" r="6625" b="18640"/>
          <a:stretch/>
        </p:blipFill>
        <p:spPr>
          <a:xfrm>
            <a:off x="119336" y="4015200"/>
            <a:ext cx="4968552" cy="891749"/>
          </a:xfrm>
          <a:prstGeom prst="rect">
            <a:avLst/>
          </a:prstGeom>
        </p:spPr>
      </p:pic>
    </p:spTree>
    <p:extLst>
      <p:ext uri="{BB962C8B-B14F-4D97-AF65-F5344CB8AC3E}">
        <p14:creationId xmlns:p14="http://schemas.microsoft.com/office/powerpoint/2010/main" val="399538471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6">
            <a:extLst>
              <a:ext uri="{FF2B5EF4-FFF2-40B4-BE49-F238E27FC236}">
                <a16:creationId xmlns:a16="http://schemas.microsoft.com/office/drawing/2014/main" id="{19B2D289-1236-364B-9E53-7DF05CDFC930}"/>
              </a:ext>
            </a:extLst>
          </p:cNvPr>
          <p:cNvSpPr>
            <a:spLocks noGrp="1"/>
          </p:cNvSpPr>
          <p:nvPr>
            <p:ph type="title" idx="4294967295"/>
          </p:nvPr>
        </p:nvSpPr>
        <p:spPr>
          <a:xfrm>
            <a:off x="6536184" y="2939130"/>
            <a:ext cx="2219960" cy="229615"/>
          </a:xfrm>
          <a:prstGeom prst="rect">
            <a:avLst/>
          </a:prstGeom>
          <a:no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0" tIns="0" rIns="0" bIns="0" numCol="1" spcCol="0" rtlCol="0" fromWordArt="0" anchor="t" anchorCtr="0" forceAA="0" compatLnSpc="1">
            <a:prstTxWarp prst="textNoShape">
              <a:avLst/>
            </a:prstTxWarp>
            <a:spAutoFit/>
          </a:bodyPr>
          <a:lstStyle/>
          <a:p>
            <a:pPr marL="0" marR="0" lvl="0" indent="0" algn="l" defTabSz="914400" rtl="0" eaLnBrk="1" fontAlgn="auto" latinLnBrk="0" hangingPunct="1">
              <a:lnSpc>
                <a:spcPts val="2000"/>
              </a:lnSpc>
              <a:spcBef>
                <a:spcPts val="0"/>
              </a:spcBef>
              <a:spcAft>
                <a:spcPts val="0"/>
              </a:spcAft>
              <a:buClrTx/>
              <a:buSzTx/>
              <a:buFontTx/>
              <a:buNone/>
              <a:tabLst/>
              <a:defRPr/>
            </a:pPr>
            <a:r>
              <a:rPr kumimoji="0" lang="en-US" sz="1400" b="0" i="0" u="none" strike="noStrike" kern="1200" cap="none" spc="0" normalizeH="0" baseline="0" noProof="0" dirty="0">
                <a:ln>
                  <a:noFill/>
                </a:ln>
                <a:solidFill>
                  <a:schemeClr val="bg1"/>
                </a:solidFill>
                <a:effectLst/>
                <a:uLnTx/>
                <a:uFillTx/>
                <a:latin typeface="Ubuntu" panose="020B0504030602030204" pitchFamily="34" charset="0"/>
                <a:ea typeface="+mn-ea"/>
                <a:cs typeface="+mn-cs"/>
              </a:rPr>
              <a:t>About Capgemini</a:t>
            </a:r>
          </a:p>
        </p:txBody>
      </p:sp>
      <p:sp>
        <p:nvSpPr>
          <p:cNvPr id="18" name="Rectangle 17">
            <a:extLst>
              <a:ext uri="{FF2B5EF4-FFF2-40B4-BE49-F238E27FC236}">
                <a16:creationId xmlns:a16="http://schemas.microsoft.com/office/drawing/2014/main" id="{208CE49A-DF70-704F-B1B3-609712CC9C64}"/>
              </a:ext>
            </a:extLst>
          </p:cNvPr>
          <p:cNvSpPr/>
          <p:nvPr/>
        </p:nvSpPr>
        <p:spPr>
          <a:xfrm>
            <a:off x="6536185" y="3318394"/>
            <a:ext cx="4638213" cy="1493630"/>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just" defTabSz="9144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Ubuntu" panose="020B0504030602030204" pitchFamily="34" charset="0"/>
                <a:ea typeface="+mn-ea"/>
                <a:cs typeface="+mn-cs"/>
              </a:rPr>
              <a:t>Capgemini is a global leader in partnering with companies to transform and manage their business by harnessing the power of technology. The Group is guided everyday by its purpose of unleashing human energy through technology for an inclusive and sustainable future. It is a responsible and diverse organization of over 300,000 team members in nearly 50 countries. With its strong 50-year heritage and deep industry expertise, Capgemini is trusted by its clients to address the entire breadth of their business needs, from strategy and design to operations, fuelled by the fast evolving and innovative world of cloud, data, AI, connectivity, software, digital engineering and platforms. The Group reported in 2020 global revenues of €16 billion.</a:t>
            </a:r>
            <a:endParaRPr kumimoji="0" lang="en-US" sz="900" b="0" i="0" u="none" strike="noStrike" kern="1200" cap="none" spc="0" normalizeH="0" baseline="0" noProof="0" dirty="0">
              <a:ln>
                <a:noFill/>
              </a:ln>
              <a:solidFill>
                <a:srgbClr val="FFFFFF"/>
              </a:solidFill>
              <a:effectLst/>
              <a:uLnTx/>
              <a:uFillTx/>
              <a:latin typeface="Ubuntu" panose="020B0504030602030204" pitchFamily="34" charset="0"/>
              <a:ea typeface="+mn-ea"/>
              <a:cs typeface="+mn-cs"/>
            </a:endParaRPr>
          </a:p>
        </p:txBody>
      </p:sp>
      <p:sp>
        <p:nvSpPr>
          <p:cNvPr id="19" name="Rectangle 18">
            <a:extLst>
              <a:ext uri="{FF2B5EF4-FFF2-40B4-BE49-F238E27FC236}">
                <a16:creationId xmlns:a16="http://schemas.microsoft.com/office/drawing/2014/main" id="{4EB6E078-947A-8242-837C-CEA45876B3E9}"/>
              </a:ext>
            </a:extLst>
          </p:cNvPr>
          <p:cNvSpPr/>
          <p:nvPr/>
        </p:nvSpPr>
        <p:spPr>
          <a:xfrm>
            <a:off x="6536184" y="4893914"/>
            <a:ext cx="4345176" cy="407294"/>
          </a:xfrm>
          <a:prstGeom prst="rect">
            <a:avLst/>
          </a:prstGeom>
          <a:noFill/>
          <a:ln>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lstStyle/>
          <a:p>
            <a:pPr marL="0" marR="0" lvl="0" indent="0" algn="l" defTabSz="914400" rtl="0" eaLnBrk="1" fontAlgn="auto" latinLnBrk="0" hangingPunct="1">
              <a:lnSpc>
                <a:spcPts val="1200"/>
              </a:lnSpc>
              <a:spcBef>
                <a:spcPts val="0"/>
              </a:spcBef>
              <a:spcAft>
                <a:spcPts val="0"/>
              </a:spcAft>
              <a:buClrTx/>
              <a:buSzTx/>
              <a:buFontTx/>
              <a:buNone/>
              <a:tabLst/>
              <a:defRPr/>
            </a:pPr>
            <a:r>
              <a:rPr kumimoji="0" lang="en-GB" sz="900" b="0" i="0" u="none" strike="noStrike" kern="1200" cap="none" spc="0" normalizeH="0" baseline="0" noProof="0" dirty="0">
                <a:ln>
                  <a:noFill/>
                </a:ln>
                <a:solidFill>
                  <a:srgbClr val="FFFFFF"/>
                </a:solidFill>
                <a:effectLst/>
                <a:uLnTx/>
                <a:uFillTx/>
                <a:latin typeface="Ubuntu" panose="020B0504030602030204" pitchFamily="34" charset="0"/>
                <a:ea typeface="+mn-ea"/>
                <a:cs typeface="+mn-cs"/>
              </a:rPr>
              <a:t>Get The Future You Want </a:t>
            </a:r>
            <a:r>
              <a:rPr kumimoji="0" lang="en-US" sz="900" b="0" i="0" u="none" strike="noStrike" kern="1200" cap="none" spc="0" normalizeH="0" baseline="0" noProof="0" dirty="0">
                <a:ln>
                  <a:noFill/>
                </a:ln>
                <a:solidFill>
                  <a:srgbClr val="FFFFFF"/>
                </a:solidFill>
                <a:effectLst/>
                <a:uLnTx/>
                <a:uFillTx/>
                <a:latin typeface="Ubuntu" panose="020B0504030602030204" pitchFamily="34" charset="0"/>
                <a:ea typeface="+mn-ea"/>
                <a:cs typeface="+mn-cs"/>
              </a:rPr>
              <a:t>|</a:t>
            </a:r>
            <a:r>
              <a:rPr kumimoji="0" lang="en-GB" sz="900" b="0" i="0" u="none" strike="noStrike" kern="1200" cap="none" spc="0" normalizeH="0" baseline="0" noProof="0" dirty="0">
                <a:ln>
                  <a:noFill/>
                </a:ln>
                <a:solidFill>
                  <a:srgbClr val="FFFFFF"/>
                </a:solidFill>
                <a:effectLst/>
                <a:uLnTx/>
                <a:uFillTx/>
                <a:latin typeface="Ubuntu" panose="020B0504030602030204" pitchFamily="34" charset="0"/>
                <a:ea typeface="+mn-ea"/>
                <a:cs typeface="+mn-cs"/>
              </a:rPr>
              <a:t> </a:t>
            </a:r>
            <a:r>
              <a:rPr kumimoji="0" lang="en-US" sz="1050" b="0" i="0" u="none" strike="noStrike" kern="1200" cap="none" spc="0" normalizeH="0" baseline="0" noProof="0" dirty="0">
                <a:ln>
                  <a:noFill/>
                </a:ln>
                <a:solidFill>
                  <a:srgbClr val="12ABDB"/>
                </a:solidFill>
                <a:effectLst/>
                <a:uLnTx/>
                <a:uFillTx/>
                <a:latin typeface="Ubuntu" panose="020B0504030602030204" pitchFamily="34" charset="0"/>
                <a:ea typeface="+mn-ea"/>
                <a:cs typeface="+mn-cs"/>
              </a:rPr>
              <a:t>www.capgemini.com</a:t>
            </a:r>
          </a:p>
        </p:txBody>
      </p:sp>
    </p:spTree>
    <p:extLst>
      <p:ext uri="{BB962C8B-B14F-4D97-AF65-F5344CB8AC3E}">
        <p14:creationId xmlns:p14="http://schemas.microsoft.com/office/powerpoint/2010/main" val="903015477"/>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pNl9qzkNXSk2ij_NoCuEf2A"/>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poGq5J2dxDUm3Ma.7NhQKKA"/>
</p:tagLst>
</file>

<file path=ppt/tags/tag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pIUq26z0rEkWiApiWfpkFXQ"/>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poGq5J2dxDUm3Ma.7NhQKKA"/>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NIDX2ZkuT_6_gXEk6x.AdA"/>
</p:tagLst>
</file>

<file path=ppt/tags/tag4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3uIyzMOgRpWZvBx07YyGMQ"/>
</p:tagLst>
</file>

<file path=ppt/tags/tag4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THINKCELLSHAPEDONOTDELETE" val="pwYnDl6hGIEiK2JQntAZnxg"/>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THINKCELLSHAPEDONOTDELETE" val="t16_t1hs1Tj.vBL_kaSt1Ig"/>
</p:tagLst>
</file>

<file path=ppt/tags/tag59.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6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LD7HNMvlQbCZdtvaViFNsA"/>
</p:tagLst>
</file>

<file path=ppt/tags/tag62.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THINKCELLSHAPEDONOTDELETE" val="t16_t1hs1Tj.vBL_kaSt1Ig"/>
</p:tagLst>
</file>

<file path=ppt/tags/tag65.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6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16_t1hs1Tj.vBL_kaSt1Ig"/>
</p:tagLst>
</file>

<file path=ppt/tags/tag68.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EE4P_MASTERWIZARD" val="Generic_Confidentiality"/>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8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5.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9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THINKCELLSHAPEDONOTDELETE" val="tNxf461bkS.Oqs2iEno7Ftg"/>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THINKCELLSHAPEDONOTDELETE" val="tMPIPWBTDSEGEmKWpLq8z_w"/>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0.xml><?xml version="1.0" encoding="utf-8"?>
<p:tagLst xmlns:a="http://schemas.openxmlformats.org/drawingml/2006/main" xmlns:r="http://schemas.openxmlformats.org/officeDocument/2006/relationships" xmlns:p="http://schemas.openxmlformats.org/presentationml/2006/main">
  <p:tag name="MM_SLIDE_TYPE" val="6"/>
</p:tagLst>
</file>

<file path=ppt/tags/tag1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6JWDDC56TI6hWj28S1XOZA"/>
</p:tagLst>
</file>

<file path=ppt/tags/tag1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19.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21.xml><?xml version="1.0" encoding="utf-8"?>
<p:tagLst xmlns:a="http://schemas.openxmlformats.org/drawingml/2006/main" xmlns:r="http://schemas.openxmlformats.org/officeDocument/2006/relationships" xmlns:p="http://schemas.openxmlformats.org/presentationml/2006/main">
  <p:tag name="THINKCELLSHAPEDONOTDELETE" val="pem44n44YJU.b0ydlTb3OJw"/>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6.xml><?xml version="1.0" encoding="utf-8"?>
<p:tagLst xmlns:a="http://schemas.openxmlformats.org/drawingml/2006/main" xmlns:r="http://schemas.openxmlformats.org/officeDocument/2006/relationships" xmlns:p="http://schemas.openxmlformats.org/presentationml/2006/main">
  <p:tag name="FILLFORECOLOR" val="4002859"/>
  <p:tag name="FILLFORESCHEMECOLOR" val="15"/>
</p:tagLst>
</file>

<file path=ppt/tags/tag127.xml><?xml version="1.0" encoding="utf-8"?>
<p:tagLst xmlns:a="http://schemas.openxmlformats.org/drawingml/2006/main" xmlns:r="http://schemas.openxmlformats.org/officeDocument/2006/relationships" xmlns:p="http://schemas.openxmlformats.org/presentationml/2006/main">
  <p:tag name="BULLETS" val="true"/>
</p:tagLst>
</file>

<file path=ppt/tags/tag128.xml><?xml version="1.0" encoding="utf-8"?>
<p:tagLst xmlns:a="http://schemas.openxmlformats.org/drawingml/2006/main" xmlns:r="http://schemas.openxmlformats.org/officeDocument/2006/relationships" xmlns:p="http://schemas.openxmlformats.org/presentationml/2006/main">
  <p:tag name="BULLETS" val="true"/>
</p:tagLst>
</file>

<file path=ppt/tags/tag129.xml><?xml version="1.0" encoding="utf-8"?>
<p:tagLst xmlns:a="http://schemas.openxmlformats.org/drawingml/2006/main" xmlns:r="http://schemas.openxmlformats.org/officeDocument/2006/relationships" xmlns:p="http://schemas.openxmlformats.org/presentationml/2006/main">
  <p:tag name="BULLETS" val="true"/>
</p:tagLst>
</file>

<file path=ppt/tags/tag130.xml><?xml version="1.0" encoding="utf-8"?>
<p:tagLst xmlns:a="http://schemas.openxmlformats.org/drawingml/2006/main" xmlns:r="http://schemas.openxmlformats.org/officeDocument/2006/relationships" xmlns:p="http://schemas.openxmlformats.org/presentationml/2006/main">
  <p:tag name="BULLETS" val="true"/>
</p:tagLst>
</file>

<file path=ppt/tags/tag131.xml><?xml version="1.0" encoding="utf-8"?>
<p:tagLst xmlns:a="http://schemas.openxmlformats.org/drawingml/2006/main" xmlns:r="http://schemas.openxmlformats.org/officeDocument/2006/relationships" xmlns:p="http://schemas.openxmlformats.org/presentationml/2006/main">
  <p:tag name="BULLETS" val="true"/>
</p:tagLst>
</file>

<file path=ppt/tags/tag132.xml><?xml version="1.0" encoding="utf-8"?>
<p:tagLst xmlns:a="http://schemas.openxmlformats.org/drawingml/2006/main" xmlns:r="http://schemas.openxmlformats.org/officeDocument/2006/relationships" xmlns:p="http://schemas.openxmlformats.org/presentationml/2006/main">
  <p:tag name="BULLETS" val="true"/>
</p:tagLst>
</file>

<file path=ppt/tags/tag1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5.xml><?xml version="1.0" encoding="utf-8"?>
<p:tagLst xmlns:a="http://schemas.openxmlformats.org/drawingml/2006/main" xmlns:r="http://schemas.openxmlformats.org/officeDocument/2006/relationships" xmlns:p="http://schemas.openxmlformats.org/presentationml/2006/main">
  <p:tag name="THINKCELLSHAPEDONOTDELETE" val="tTl21zcLRWnfz_xq68XL.bA"/>
</p:tagLst>
</file>

<file path=ppt/tags/tag13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Capgemini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custClrLst>
    <a:custClr name="Green A">
      <a:srgbClr val="57CF80"/>
    </a:custClr>
    <a:custClr name="Green B">
      <a:srgbClr val="33B569"/>
    </a:custClr>
    <a:custClr name="Green C">
      <a:srgbClr val="2EA657"/>
    </a:custClr>
    <a:custClr name="Green D">
      <a:srgbClr val="178C3D"/>
    </a:custClr>
    <a:custClr name="Green E">
      <a:srgbClr val="176036"/>
    </a:custClr>
    <a:custClr name="Teal A">
      <a:srgbClr val="00E6E3"/>
    </a:custClr>
    <a:custClr name="Teal B">
      <a:srgbClr val="00D5D0"/>
    </a:custClr>
    <a:custClr name="Teal C">
      <a:srgbClr val="00BFBF"/>
    </a:custClr>
    <a:custClr name="Teal D">
      <a:srgbClr val="00929B"/>
    </a:custClr>
    <a:custClr name="Teal E">
      <a:srgbClr val="007D74"/>
    </a:custClr>
    <a:custClr name="Peacock A">
      <a:srgbClr val="00E0CB"/>
    </a:custClr>
    <a:custClr name="Peacock B">
      <a:srgbClr val="00B2A2"/>
    </a:custClr>
    <a:custClr name="Peacock C">
      <a:srgbClr val="0F878A"/>
    </a:custClr>
    <a:custClr name="Peacock D">
      <a:srgbClr val="0F6A73"/>
    </a:custClr>
    <a:custClr name="Peacock E">
      <a:srgbClr val="0F434A"/>
    </a:custClr>
    <a:custClr name="Sapphire A">
      <a:srgbClr val="338091"/>
    </a:custClr>
    <a:custClr name="Sapphire B">
      <a:srgbClr val="336B7D"/>
    </a:custClr>
    <a:custClr name="Sapphire C">
      <a:srgbClr val="14596B"/>
    </a:custClr>
    <a:custClr name="Sapphire D">
      <a:srgbClr val="214554"/>
    </a:custClr>
    <a:custClr name="Sapphire E">
      <a:srgbClr val="173340"/>
    </a:custClr>
    <a:custClr name="Violet A">
      <a:srgbClr val="E557AD"/>
    </a:custClr>
    <a:custClr name="Violet B">
      <a:srgbClr val="D13A8C"/>
    </a:custClr>
    <a:custClr name="Violet C">
      <a:srgbClr val="BA2980"/>
    </a:custClr>
    <a:custClr name="Violet D">
      <a:srgbClr val="A12980"/>
    </a:custClr>
    <a:custClr name="Violet E">
      <a:srgbClr val="811B6F"/>
    </a:custClr>
    <a:custClr name="Yellow A">
      <a:srgbClr val="FFDA80"/>
    </a:custClr>
    <a:custClr name="Yellow B">
      <a:srgbClr val="FFD068"/>
    </a:custClr>
    <a:custClr name="Yellow C">
      <a:srgbClr val="FFB24A"/>
    </a:custClr>
    <a:custClr name="Yellow D">
      <a:srgbClr val="FF9C29"/>
    </a:custClr>
    <a:custClr name="Yellow E">
      <a:srgbClr val="FF8E12"/>
    </a:custClr>
    <a:custClr name="Velvet A">
      <a:srgbClr val="9E4780"/>
    </a:custClr>
    <a:custClr name="Velvet B">
      <a:srgbClr val="802B73"/>
    </a:custClr>
    <a:custClr name="Velvet C">
      <a:srgbClr val="750D5C"/>
    </a:custClr>
    <a:custClr name="Velvet D">
      <a:srgbClr val="590A42"/>
    </a:custClr>
    <a:custClr name="Velvet E">
      <a:srgbClr val="42142E"/>
    </a:custClr>
    <a:custClr name="Red A">
      <a:srgbClr val="FF5770"/>
    </a:custClr>
    <a:custClr name="Red B">
      <a:srgbClr val="FF455E"/>
    </a:custClr>
    <a:custClr name="Red C">
      <a:srgbClr val="FF304D"/>
    </a:custClr>
    <a:custClr name="Red D">
      <a:srgbClr val="E30021"/>
    </a:custClr>
    <a:custClr name="Red E">
      <a:srgbClr val="A6001A"/>
    </a:custClr>
  </a:custClrLst>
  <a:extLst>
    <a:ext uri="{05A4C25C-085E-4340-85A3-A5531E510DB2}">
      <thm15:themeFamily xmlns:thm15="http://schemas.microsoft.com/office/thememl/2012/main" name="ppt-Capgemini_MasterTemplateCustomcolors.potx" id="{825B9D35-2592-4CA9-BA23-58B006335B2A}" vid="{B094C477-C962-4A54-95AE-F74EAD58A671}"/>
    </a:ext>
  </a:extLst>
</a:theme>
</file>

<file path=ppt/theme/theme3.xml><?xml version="1.0" encoding="utf-8"?>
<a:theme xmlns:a="http://schemas.openxmlformats.org/drawingml/2006/main" name="3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raClrScheme>
      <a:clrScheme name="">
        <a:dk1>
          <a:srgbClr val="000000"/>
        </a:dk1>
        <a:lt1>
          <a:srgbClr val="FFFFFF"/>
        </a:lt1>
        <a:dk2>
          <a:srgbClr val="263147"/>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ppt-template.potx" id="{23A5B85C-F9EE-4523-9FF0-24A1D6C76194}" vid="{5CD0F2CD-C149-47AE-9000-EEF59CE5E48D}"/>
    </a:ext>
  </a:extLst>
</a:theme>
</file>

<file path=ppt/theme/theme4.xml><?xml version="1.0" encoding="utf-8"?>
<a:theme xmlns:a="http://schemas.openxmlformats.org/drawingml/2006/main" name="1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txDef>
      <a:spPr>
        <a:solidFill>
          <a:srgbClr val="FFFFFF">
            <a:lumMod val="95000"/>
          </a:srgbClr>
        </a:solidFill>
      </a:spPr>
      <a:bodyPr vert="horz" lIns="457200" tIns="0" rIns="0" bIns="0" rtlCol="0" anchor="ctr">
        <a:noAutofit/>
      </a:bodyPr>
      <a:lstStyle>
        <a:defPPr algn="l">
          <a:defRPr sz="1200" b="1" kern="0" dirty="0">
            <a:solidFill>
              <a:prstClr val="black"/>
            </a:solidFill>
            <a:latin typeface="Verdana"/>
          </a:defRPr>
        </a:defPPr>
      </a:lstStyle>
    </a:txDef>
  </a:objectDefaults>
  <a:extraClrSchemeLst/>
  <a:extLst>
    <a:ext uri="{05A4C25C-085E-4340-85A3-A5531E510DB2}">
      <thm15:themeFamily xmlns:thm15="http://schemas.microsoft.com/office/thememl/2012/main" name="Présentation7" id="{76B067EA-FD90-43C9-9707-1FE07CAB5CA4}" vid="{02F4BFDB-6216-4E82-99CD-FCF5D4909630}"/>
    </a:ext>
  </a:extLst>
</a:theme>
</file>

<file path=ppt/theme/theme5.xml><?xml version="1.0" encoding="utf-8"?>
<a:theme xmlns:a="http://schemas.openxmlformats.org/drawingml/2006/main" name="4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id="{19B96144-1B90-4243-8535-F36EF2586247}" vid="{2C859F1C-AF6F-49E9-BAD6-1D458EC0F9B7}"/>
    </a:ext>
  </a:extLst>
</a:theme>
</file>

<file path=ppt/theme/theme6.xml><?xml version="1.0" encoding="utf-8"?>
<a:theme xmlns:a="http://schemas.openxmlformats.org/drawingml/2006/main" name="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esentation1" id="{647276AF-6822-427E-98A0-181940D5610E}" vid="{1D7AE4B5-172A-49E8-B10B-BF83401316F8}"/>
    </a:ext>
  </a:extLst>
</a:theme>
</file>

<file path=ppt/theme/theme7.xml><?xml version="1.0" encoding="utf-8"?>
<a:theme xmlns:a="http://schemas.openxmlformats.org/drawingml/2006/main" name="5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id="{19B96144-1B90-4243-8535-F36EF2586247}" vid="{2C859F1C-AF6F-49E9-BAD6-1D458EC0F9B7}"/>
    </a:ext>
  </a:extLst>
</a:theme>
</file>

<file path=ppt/theme/theme8.xml><?xml version="1.0" encoding="utf-8"?>
<a:theme xmlns:a="http://schemas.openxmlformats.org/drawingml/2006/main" name="ASE Master-Presentation Set">
  <a:themeElements>
    <a:clrScheme name="ASE Theme Colors 2020">
      <a:dk1>
        <a:srgbClr val="000000"/>
      </a:dk1>
      <a:lt1>
        <a:srgbClr val="FFFFFF"/>
      </a:lt1>
      <a:dk2>
        <a:srgbClr val="0A73AE"/>
      </a:dk2>
      <a:lt2>
        <a:srgbClr val="E7E6E6"/>
      </a:lt2>
      <a:accent1>
        <a:srgbClr val="133C59"/>
      </a:accent1>
      <a:accent2>
        <a:srgbClr val="C0E6FB"/>
      </a:accent2>
      <a:accent3>
        <a:srgbClr val="78B8E1"/>
      </a:accent3>
      <a:accent4>
        <a:srgbClr val="C193D2"/>
      </a:accent4>
      <a:accent5>
        <a:srgbClr val="80CF6B"/>
      </a:accent5>
      <a:accent6>
        <a:srgbClr val="F68B54"/>
      </a:accent6>
      <a:hlink>
        <a:srgbClr val="25B2E1"/>
      </a:hlink>
      <a:folHlink>
        <a:srgbClr val="C0C0C0"/>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200804 Template" id="{A879C633-06A3-9944-8C44-BEA862633437}" vid="{BDDD6630-72BD-7A49-895C-65BB7BE54F7C}"/>
    </a:ext>
  </a:extLst>
</a:theme>
</file>

<file path=ppt/theme/theme9.xml><?xml version="1.0" encoding="utf-8"?>
<a:theme xmlns:a="http://schemas.openxmlformats.org/drawingml/2006/main" name="2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10.xml><?xml version="1.0" encoding="utf-8"?>
<a:theme xmlns:a="http://schemas.openxmlformats.org/drawingml/2006/main" name="Boiler Plate">
  <a:themeElements>
    <a:clrScheme name="Custom 4">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GInvent_ppt-template.pptx" id="{80E12F7A-D857-4048-AA2D-0E679C086CDF}" vid="{42511265-7E86-4C32-8A16-3AE26906AD14}"/>
    </a:ext>
  </a:extLst>
</a:theme>
</file>

<file path=ppt/theme/theme11.xml><?xml version="1.0" encoding="utf-8"?>
<a:theme xmlns:a="http://schemas.openxmlformats.org/drawingml/2006/main" name="3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12.xml><?xml version="1.0" encoding="utf-8"?>
<a:theme xmlns:a="http://schemas.openxmlformats.org/drawingml/2006/main" name="8_Capgemini Master">
  <a:themeElements>
    <a:clrScheme name="Personnalisé 1">
      <a:dk1>
        <a:sysClr val="windowText" lastClr="000000"/>
      </a:dk1>
      <a:lt1>
        <a:srgbClr val="FFFFFF"/>
      </a:lt1>
      <a:dk2>
        <a:srgbClr val="2B143D"/>
      </a:dk2>
      <a:lt2>
        <a:srgbClr val="ECECEC"/>
      </a:lt2>
      <a:accent1>
        <a:srgbClr val="0070AD"/>
      </a:accent1>
      <a:accent2>
        <a:srgbClr val="12ABDB"/>
      </a:accent2>
      <a:accent3>
        <a:srgbClr val="2B143D"/>
      </a:accent3>
      <a:accent4>
        <a:srgbClr val="FF304C"/>
      </a:accent4>
      <a:accent5>
        <a:srgbClr val="95E616"/>
      </a:accent5>
      <a:accent6>
        <a:srgbClr val="00C37B"/>
      </a:accent6>
      <a:hlink>
        <a:srgbClr val="88D5E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pt-template.potx" id="{19B96144-1B90-4243-8535-F36EF2586247}" vid="{2C859F1C-AF6F-49E9-BAD6-1D458EC0F9B7}"/>
    </a:ext>
  </a:extLst>
</a:theme>
</file>

<file path=ppt/theme/theme13.xml><?xml version="1.0" encoding="utf-8"?>
<a:theme xmlns:a="http://schemas.openxmlformats.org/drawingml/2006/main" name="4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11" id="{18B0FA0E-52BA-4F3F-B2FD-88B4C8061DF8}" vid="{6634CB38-2CA3-42B5-9F43-E11F89D9B245}"/>
    </a:ext>
  </a:extLst>
</a:theme>
</file>

<file path=ppt/theme/theme14.xml><?xml version="1.0" encoding="utf-8"?>
<a:theme xmlns:a="http://schemas.openxmlformats.org/drawingml/2006/main" name="1_Capgemini Master">
  <a:themeElements>
    <a:clrScheme name="Custom 2">
      <a:dk1>
        <a:sysClr val="windowText" lastClr="000000"/>
      </a:dk1>
      <a:lt1>
        <a:srgbClr val="FFFFFF"/>
      </a:lt1>
      <a:dk2>
        <a:srgbClr val="2B143D"/>
      </a:dk2>
      <a:lt2>
        <a:srgbClr val="E6E7E7"/>
      </a:lt2>
      <a:accent1>
        <a:srgbClr val="0070AD"/>
      </a:accent1>
      <a:accent2>
        <a:srgbClr val="12ABDB"/>
      </a:accent2>
      <a:accent3>
        <a:srgbClr val="2B143D"/>
      </a:accent3>
      <a:accent4>
        <a:srgbClr val="FF304C"/>
      </a:accent4>
      <a:accent5>
        <a:srgbClr val="95E616"/>
      </a:accent5>
      <a:accent6>
        <a:srgbClr val="00C37B"/>
      </a:accent6>
      <a:hlink>
        <a:srgbClr val="0070AD"/>
      </a:hlink>
      <a:folHlink>
        <a:srgbClr val="7E39BA"/>
      </a:folHlink>
    </a:clrScheme>
    <a:fontScheme name="Capgemini">
      <a:majorFont>
        <a:latin typeface="Verdana"/>
        <a:ea typeface=""/>
        <a:cs typeface=""/>
      </a:majorFont>
      <a:minorFont>
        <a:latin typeface="Verdana"/>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Presentation1" id="{3F0ABCCD-AABB-4560-9C10-C287982C2D8B}" vid="{DD90590F-AF27-4572-9F15-455A40960364}"/>
    </a:ext>
  </a:extLst>
</a:theme>
</file>

<file path=ppt/theme/theme15.xml><?xml version="1.0" encoding="utf-8"?>
<a:theme xmlns:a="http://schemas.openxmlformats.org/drawingml/2006/main" name="5_Capgemini Master 2021">
  <a:themeElements>
    <a:clrScheme name="Capgemini 2021">
      <a:dk1>
        <a:sysClr val="windowText" lastClr="000000"/>
      </a:dk1>
      <a:lt1>
        <a:srgbClr val="FFFFFF"/>
      </a:lt1>
      <a:dk2>
        <a:srgbClr val="000000"/>
      </a:dk2>
      <a:lt2>
        <a:srgbClr val="ECECEC"/>
      </a:lt2>
      <a:accent1>
        <a:srgbClr val="0070AD"/>
      </a:accent1>
      <a:accent2>
        <a:srgbClr val="12ABDB"/>
      </a:accent2>
      <a:accent3>
        <a:srgbClr val="2B0A3D"/>
      </a:accent3>
      <a:accent4>
        <a:srgbClr val="272936"/>
      </a:accent4>
      <a:accent5>
        <a:srgbClr val="0F878A"/>
      </a:accent5>
      <a:accent6>
        <a:srgbClr val="14596B"/>
      </a:accent6>
      <a:hlink>
        <a:srgbClr val="00929B"/>
      </a:hlink>
      <a:folHlink>
        <a:srgbClr val="00E6E3"/>
      </a:folHlink>
    </a:clrScheme>
    <a:fontScheme name="Capgemini 2021">
      <a:majorFont>
        <a:latin typeface="Ubuntu Medium"/>
        <a:ea typeface=""/>
        <a:cs typeface=""/>
      </a:majorFont>
      <a:minorFont>
        <a:latin typeface="Ubuntu"/>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sz="1600" dirty="0" err="1" smtClean="0"/>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Présentation7" id="{76B067EA-FD90-43C9-9707-1FE07CAB5CA4}" vid="{02F4BFDB-6216-4E82-99CD-FCF5D4909630}"/>
    </a:ext>
  </a:extLst>
</a:theme>
</file>

<file path=ppt/theme/theme1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32993BBBD560C845A787DDE997A41243" ma:contentTypeVersion="20" ma:contentTypeDescription="Create a new document." ma:contentTypeScope="" ma:versionID="8eeb1f6fe5ef97e1055d5887c79916c8">
  <xsd:schema xmlns:xsd="http://www.w3.org/2001/XMLSchema" xmlns:xs="http://www.w3.org/2001/XMLSchema" xmlns:p="http://schemas.microsoft.com/office/2006/metadata/properties" xmlns:ns2="6a00c37a-6f72-4698-9b02-81ff9fa7b20d" xmlns:ns3="17de28ac-b190-4cd4-a606-47e679de9d2c" targetNamespace="http://schemas.microsoft.com/office/2006/metadata/properties" ma:root="true" ma:fieldsID="c636eaa07e9deb6e2eb9de282b363b46" ns2:_="" ns3:_="">
    <xsd:import namespace="6a00c37a-6f72-4698-9b02-81ff9fa7b20d"/>
    <xsd:import namespace="17de28ac-b190-4cd4-a606-47e679de9d2c"/>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element ref="ns3:SharedWithUsers" minOccurs="0"/>
                <xsd:element ref="ns3:SharedWithDetails" minOccurs="0"/>
                <xsd:element ref="ns2:MediaServiceAutoTags" minOccurs="0"/>
                <xsd:element ref="ns2:MediaServiceGenerationTime" minOccurs="0"/>
                <xsd:element ref="ns2:MediaServiceEventHashCode" minOccurs="0"/>
                <xsd:element ref="ns2:MediaServiceOCR" minOccurs="0"/>
                <xsd:element ref="ns2:MediaServiceDateTaken" minOccurs="0"/>
                <xsd:element ref="ns2:MediaLengthInSeconds" minOccurs="0"/>
                <xsd:element ref="ns2:lcf76f155ced4ddcb4097134ff3c332f" minOccurs="0"/>
                <xsd:element ref="ns3:TaxCatchAll" minOccurs="0"/>
                <xsd:element ref="ns2:FolderDescription" minOccurs="0"/>
                <xsd:element ref="ns2:MediaServiceObjectDetectorVersions" minOccurs="0"/>
                <xsd:element ref="ns2:ReuseCount" minOccurs="0"/>
                <xsd:element ref="ns2:MediaServiceSearchProperties" minOccurs="0"/>
                <xsd:element ref="ns2:MediaServiceBilling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00c37a-6f72-4698-9b02-81ff9fa7b20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element name="MediaServiceAutoTags" ma:index="14" nillable="true" ma:displayName="Tags" ma:internalName="MediaServiceAutoTags" ma:readOnly="true">
      <xsd:simpleType>
        <xsd:restriction base="dms:Text"/>
      </xsd:simpleType>
    </xsd:element>
    <xsd:element name="MediaServiceGenerationTime" ma:index="15" nillable="true" ma:displayName="MediaServiceGenerationTime" ma:hidden="true" ma:internalName="MediaServiceGenerationTime" ma:readOnly="true">
      <xsd:simpleType>
        <xsd:restriction base="dms:Text"/>
      </xsd:simpleType>
    </xsd:element>
    <xsd:element name="MediaServiceEventHashCode" ma:index="16" nillable="true" ma:displayName="MediaServiceEventHashCode" ma:hidden="true" ma:internalName="MediaServiceEventHashCode" ma:readOnly="true">
      <xsd:simpleType>
        <xsd:restriction base="dms:Text"/>
      </xsd:simpleType>
    </xsd:element>
    <xsd:element name="MediaServiceOCR" ma:index="17" nillable="true" ma:displayName="Extracted Text" ma:internalName="MediaServiceOCR" ma:readOnly="true">
      <xsd:simpleType>
        <xsd:restriction base="dms:Note">
          <xsd:maxLength value="255"/>
        </xsd:restriction>
      </xsd:simpleType>
    </xsd:element>
    <xsd:element name="MediaServiceDateTaken" ma:index="18" nillable="true" ma:displayName="MediaServiceDateTaken" ma:hidden="true" ma:internalName="MediaServiceDateTaken" ma:readOnly="true">
      <xsd:simpleType>
        <xsd:restriction base="dms:Text"/>
      </xsd:simpleType>
    </xsd:element>
    <xsd:element name="MediaLengthInSeconds" ma:index="19" nillable="true" ma:displayName="MediaLengthInSeconds" ma:hidden="true" ma:internalName="MediaLengthInSeconds" ma:readOnly="true">
      <xsd:simpleType>
        <xsd:restriction base="dms:Unknown"/>
      </xsd:simpleType>
    </xsd:element>
    <xsd:element name="lcf76f155ced4ddcb4097134ff3c332f" ma:index="21" nillable="true" ma:taxonomy="true" ma:internalName="lcf76f155ced4ddcb4097134ff3c332f" ma:taxonomyFieldName="MediaServiceImageTags" ma:displayName="Image Tags" ma:readOnly="false" ma:fieldId="{5cf76f15-5ced-4ddc-b409-7134ff3c332f}" ma:taxonomyMulti="true" ma:sspId="b3623ea3-be23-4189-a25b-bcadb097ef14" ma:termSetId="09814cd3-568e-fe90-9814-8d621ff8fb84" ma:anchorId="fba54fb3-c3e1-fe81-a776-ca4b69148c4d" ma:open="true" ma:isKeyword="false">
      <xsd:complexType>
        <xsd:sequence>
          <xsd:element ref="pc:Terms" minOccurs="0" maxOccurs="1"/>
        </xsd:sequence>
      </xsd:complexType>
    </xsd:element>
    <xsd:element name="FolderDescription" ma:index="23" nillable="true" ma:displayName="Folder Description" ma:description="Brief description of each folder contents" ma:format="Dropdown" ma:internalName="FolderDescription">
      <xsd:simpleType>
        <xsd:restriction base="dms:Text">
          <xsd:maxLength value="255"/>
        </xsd:restriction>
      </xsd:simpleType>
    </xsd:element>
    <xsd:element name="MediaServiceObjectDetectorVersions" ma:index="24" nillable="true" ma:displayName="MediaServiceObjectDetectorVersions" ma:hidden="true" ma:indexed="true" ma:internalName="MediaServiceObjectDetectorVersions" ma:readOnly="true">
      <xsd:simpleType>
        <xsd:restriction base="dms:Text"/>
      </xsd:simpleType>
    </xsd:element>
    <xsd:element name="ReuseCount" ma:index="25" nillable="true" ma:displayName="Reuse Count" ma:default="0" ma:description="Increase the count by 1 if you have re-used this artifact into your deliverables" ma:format="Dropdown" ma:internalName="ReuseCount" ma:percentage="FALSE">
      <xsd:simpleType>
        <xsd:restriction base="dms:Number"/>
      </xsd:simpleType>
    </xsd:element>
    <xsd:element name="MediaServiceSearchProperties" ma:index="26" nillable="true" ma:displayName="MediaServiceSearchProperties" ma:hidden="true" ma:internalName="MediaServiceSearchProperties" ma:readOnly="true">
      <xsd:simpleType>
        <xsd:restriction base="dms:Note"/>
      </xsd:simpleType>
    </xsd:element>
    <xsd:element name="MediaServiceBillingMetadata" ma:index="27" nillable="true" ma:displayName="MediaServiceBillingMetadata" ma:hidden="true" ma:internalName="MediaServiceBillingMetadata" ma:readOnly="true">
      <xsd:simpleType>
        <xsd:restriction base="dms:Note"/>
      </xsd:simpleType>
    </xsd:element>
  </xsd:schema>
  <xsd:schema xmlns:xsd="http://www.w3.org/2001/XMLSchema" xmlns:xs="http://www.w3.org/2001/XMLSchema" xmlns:dms="http://schemas.microsoft.com/office/2006/documentManagement/types" xmlns:pc="http://schemas.microsoft.com/office/infopath/2007/PartnerControls" targetNamespace="17de28ac-b190-4cd4-a606-47e679de9d2c" elementFormDefault="qualified">
    <xsd:import namespace="http://schemas.microsoft.com/office/2006/documentManagement/types"/>
    <xsd:import namespace="http://schemas.microsoft.com/office/infopath/2007/PartnerControls"/>
    <xsd:element name="SharedWithUsers" ma:index="12"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3" nillable="true" ma:displayName="Shared With Details" ma:internalName="SharedWithDetails" ma:readOnly="true">
      <xsd:simpleType>
        <xsd:restriction base="dms:Note">
          <xsd:maxLength value="255"/>
        </xsd:restriction>
      </xsd:simpleType>
    </xsd:element>
    <xsd:element name="TaxCatchAll" ma:index="22" nillable="true" ma:displayName="Taxonomy Catch All Column" ma:hidden="true" ma:list="{ae8bb8a3-01a0-48c5-9974-15bafd10c127}" ma:internalName="TaxCatchAll" ma:showField="CatchAllData" ma:web="17de28ac-b190-4cd4-a606-47e679de9d2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lcf76f155ced4ddcb4097134ff3c332f xmlns="6a00c37a-6f72-4698-9b02-81ff9fa7b20d">
      <Terms xmlns="http://schemas.microsoft.com/office/infopath/2007/PartnerControls"/>
    </lcf76f155ced4ddcb4097134ff3c332f>
    <TaxCatchAll xmlns="17de28ac-b190-4cd4-a606-47e679de9d2c" xsi:nil="true"/>
    <FolderDescription xmlns="6a00c37a-6f72-4698-9b02-81ff9fa7b20d" xsi:nil="true"/>
    <ReuseCount xmlns="6a00c37a-6f72-4698-9b02-81ff9fa7b20d">0</ReuseCount>
  </documentManagement>
</p:properties>
</file>

<file path=customXml/itemProps1.xml><?xml version="1.0" encoding="utf-8"?>
<ds:datastoreItem xmlns:ds="http://schemas.openxmlformats.org/officeDocument/2006/customXml" ds:itemID="{350690B4-7595-4E5F-85ED-F217E5F79C7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a00c37a-6f72-4698-9b02-81ff9fa7b20d"/>
    <ds:schemaRef ds:uri="17de28ac-b190-4cd4-a606-47e679de9d2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51B18FF-5445-4016-BF23-1120A71BE3CD}">
  <ds:schemaRefs>
    <ds:schemaRef ds:uri="http://schemas.microsoft.com/sharepoint/v3/contenttype/forms"/>
  </ds:schemaRefs>
</ds:datastoreItem>
</file>

<file path=customXml/itemProps3.xml><?xml version="1.0" encoding="utf-8"?>
<ds:datastoreItem xmlns:ds="http://schemas.openxmlformats.org/officeDocument/2006/customXml" ds:itemID="{6C69BD8D-0CAF-4DB5-A191-E575A9C7AB82}">
  <ds:schemaRefs>
    <ds:schemaRef ds:uri="http://purl.org/dc/elements/1.1/"/>
    <ds:schemaRef ds:uri="http://purl.org/dc/dcmitype/"/>
    <ds:schemaRef ds:uri="http://www.w3.org/XML/1998/namespace"/>
    <ds:schemaRef ds:uri="http://purl.org/dc/terms/"/>
    <ds:schemaRef ds:uri="http://schemas.microsoft.com/office/2006/documentManagement/types"/>
    <ds:schemaRef ds:uri="http://schemas.microsoft.com/office/2006/metadata/properties"/>
    <ds:schemaRef ds:uri="17de28ac-b190-4cd4-a606-47e679de9d2c"/>
    <ds:schemaRef ds:uri="http://schemas.microsoft.com/office/infopath/2007/PartnerControls"/>
    <ds:schemaRef ds:uri="http://schemas.openxmlformats.org/package/2006/metadata/core-properties"/>
    <ds:schemaRef ds:uri="6a00c37a-6f72-4698-9b02-81ff9fa7b20d"/>
  </ds:schemaRefs>
</ds:datastoreItem>
</file>

<file path=docMetadata/LabelInfo.xml><?xml version="1.0" encoding="utf-8"?>
<clbl:labelList xmlns:clbl="http://schemas.microsoft.com/office/2020/mipLabelMetadata">
  <clbl:label id="{e760c494-6550-44b4-8258-77c175d778b7}" enabled="1" method="Privileged" siteId="{76a2ae5a-9f00-4f6b-95ed-5d33d77c4d61}" contentBits="0" removed="0"/>
</clbl:labelList>
</file>

<file path=docProps/app.xml><?xml version="1.0" encoding="utf-8"?>
<Properties xmlns="http://schemas.openxmlformats.org/officeDocument/2006/extended-properties" xmlns:vt="http://schemas.openxmlformats.org/officeDocument/2006/docPropsVTypes">
  <TotalTime>11402</TotalTime>
  <Words>2400</Words>
  <Application>Microsoft Office PowerPoint</Application>
  <PresentationFormat>Widescreen</PresentationFormat>
  <Paragraphs>271</Paragraphs>
  <Slides>25</Slides>
  <Notes>7</Notes>
  <HiddenSlides>0</HiddenSlides>
  <MMClips>0</MMClips>
  <ScaleCrop>false</ScaleCrop>
  <HeadingPairs>
    <vt:vector size="8" baseType="variant">
      <vt:variant>
        <vt:lpstr>Fonts Used</vt:lpstr>
      </vt:variant>
      <vt:variant>
        <vt:i4>19</vt:i4>
      </vt:variant>
      <vt:variant>
        <vt:lpstr>Theme</vt:lpstr>
      </vt:variant>
      <vt:variant>
        <vt:i4>15</vt:i4>
      </vt:variant>
      <vt:variant>
        <vt:lpstr>Embedded OLE Servers</vt:lpstr>
      </vt:variant>
      <vt:variant>
        <vt:i4>1</vt:i4>
      </vt:variant>
      <vt:variant>
        <vt:lpstr>Slide Titles</vt:lpstr>
      </vt:variant>
      <vt:variant>
        <vt:i4>25</vt:i4>
      </vt:variant>
    </vt:vector>
  </HeadingPairs>
  <TitlesOfParts>
    <vt:vector size="60" baseType="lpstr">
      <vt:lpstr>Arial</vt:lpstr>
      <vt:lpstr>BentonSansF Medium</vt:lpstr>
      <vt:lpstr>Calibri</vt:lpstr>
      <vt:lpstr>Calibri Light</vt:lpstr>
      <vt:lpstr>Franklin Gothic Medium</vt:lpstr>
      <vt:lpstr>Garamond</vt:lpstr>
      <vt:lpstr>Lato Light</vt:lpstr>
      <vt:lpstr>Libre Baskerville</vt:lpstr>
      <vt:lpstr>Montserrat Semi</vt:lpstr>
      <vt:lpstr>Open Sans Light</vt:lpstr>
      <vt:lpstr>Quarto Bold</vt:lpstr>
      <vt:lpstr>Rock Sans</vt:lpstr>
      <vt:lpstr>System Font Regular</vt:lpstr>
      <vt:lpstr>Times New Roman</vt:lpstr>
      <vt:lpstr>Ubuntu</vt:lpstr>
      <vt:lpstr>Ubuntu Light</vt:lpstr>
      <vt:lpstr>Ubuntu Medium</vt:lpstr>
      <vt:lpstr>Verdana</vt:lpstr>
      <vt:lpstr>Wingdings</vt:lpstr>
      <vt:lpstr>Office Theme</vt:lpstr>
      <vt:lpstr>Capgemini2021</vt:lpstr>
      <vt:lpstr>3_Capgemini Master</vt:lpstr>
      <vt:lpstr>1_Capgemini Master 2021</vt:lpstr>
      <vt:lpstr>4_Capgemini Master</vt:lpstr>
      <vt:lpstr>Capgemini Master 2021</vt:lpstr>
      <vt:lpstr>5_Capgemini Master</vt:lpstr>
      <vt:lpstr>ASE Master-Presentation Set</vt:lpstr>
      <vt:lpstr>2_Capgemini Master 2021</vt:lpstr>
      <vt:lpstr>Boiler Plate</vt:lpstr>
      <vt:lpstr>3_Capgemini Master 2021</vt:lpstr>
      <vt:lpstr>8_Capgemini Master</vt:lpstr>
      <vt:lpstr>4_Capgemini Master 2021</vt:lpstr>
      <vt:lpstr>1_Capgemini Master</vt:lpstr>
      <vt:lpstr>5_Capgemini Master 2021</vt:lpstr>
      <vt:lpstr>think-cell Slide</vt:lpstr>
      <vt:lpstr>PowerPoint Presentation</vt:lpstr>
      <vt:lpstr>AGENDA</vt:lpstr>
      <vt:lpstr>PowerPoint Presentation</vt:lpstr>
      <vt:lpstr>PowerPoint Presentation</vt:lpstr>
      <vt:lpstr>PowerPoint Presentation</vt:lpstr>
      <vt:lpstr>PowerPoint Presentation</vt:lpstr>
      <vt:lpstr>PowerPoint Presentation</vt:lpstr>
      <vt:lpstr>Proposed Approach – PHASE 1</vt:lpstr>
      <vt:lpstr>Step 1: New Business Ideas – Opportunity briefs preparation</vt:lpstr>
      <vt:lpstr>Step 2: GTM Strategy</vt:lpstr>
      <vt:lpstr>Step 2: GTM Strategy </vt:lpstr>
      <vt:lpstr>Step 3: Concept Design &amp; Product Roadmap</vt:lpstr>
      <vt:lpstr>PowerPoint Presentation</vt:lpstr>
      <vt:lpstr>Assumptions</vt:lpstr>
      <vt:lpstr>Risks &amp; Mitigation</vt:lpstr>
      <vt:lpstr>PowerPoint Presentation</vt:lpstr>
      <vt:lpstr>Our Value Proposition – Why choose Capgemini</vt:lpstr>
      <vt:lpstr>The media industry is at a crossroads.  Adapt to the ever-changing ecosystem.</vt:lpstr>
      <vt:lpstr>Linear TV – Digital – OTT Experience and Focus areas</vt:lpstr>
      <vt:lpstr>PowerPoint Presentation</vt:lpstr>
      <vt:lpstr>PowerPoint Presentation</vt:lpstr>
      <vt:lpstr>PowerPoint Presentation</vt:lpstr>
      <vt:lpstr>PowerPoint Presentation</vt:lpstr>
      <vt:lpstr>A complete range of businesses </vt:lpstr>
      <vt:lpstr>About Capgemini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Proposal for DAILY THaNTHI Group’s digital transformation</dc:title>
  <dc:creator>Singh, Rajendra</dc:creator>
  <cp:lastModifiedBy>Gaimukhe, Riya</cp:lastModifiedBy>
  <cp:revision>60</cp:revision>
  <dcterms:created xsi:type="dcterms:W3CDTF">2021-11-10T10:36:11Z</dcterms:created>
  <dcterms:modified xsi:type="dcterms:W3CDTF">2026-02-18T10:28:31Z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0x01010032993BBBD560C845A787DDE997A41243</vt:lpwstr>
  </property>
  <property fmtid="{D5CDD505-2E9C-101B-9397-08002B2CF9AE}" pid="3" name="MediaServiceImageTags">
    <vt:lpwstr/>
  </property>
</Properties>
</file>